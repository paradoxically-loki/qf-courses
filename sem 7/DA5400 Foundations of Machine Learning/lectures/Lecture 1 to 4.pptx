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7772400" cx="10058400"/>
  <p:notesSz cx="10058400" cy="7772400"/>
  <p:embeddedFontLst>
    <p:embeddedFont>
      <p:font typeface="Libre Baskerville"/>
      <p:regular r:id="rId41"/>
      <p:bold r:id="rId42"/>
      <p: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grCfCXR43hMxI7qY7Rb2fvTwAu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LibreBaskerville-bold.fntdata"/><Relationship Id="rId41" Type="http://schemas.openxmlformats.org/officeDocument/2006/relationships/font" Target="fonts/LibreBaskerville-regular.fntdata"/><Relationship Id="rId44" Type="http://customschemas.google.com/relationships/presentationmetadata" Target="metadata"/><Relationship Id="rId43" Type="http://schemas.openxmlformats.org/officeDocument/2006/relationships/font" Target="fonts/LibreBaskerville-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2fa1be500e5_0_0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2fa1be500e5_0_0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2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3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p4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8" name="Google Shape;588;p5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7" name="Google Shape;687;p6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0" name="Google Shape;790;p7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8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4" name="Google Shape;904;p8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9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3" name="Google Shape;1043;p9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0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5" name="Google Shape;1125;p10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11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7" name="Google Shape;1297;p11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3" name="Google Shape;1533;p12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1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9" name="Google Shape;1739;p13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1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5" name="Google Shape;1795;p14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15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0" name="Google Shape;1910;p15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p16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2" name="Google Shape;2112;p16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p17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1" name="Google Shape;2271;p17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18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5" name="Google Shape;2395;p18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19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4" name="Google Shape;2534;p19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1" name="Shape 2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2" name="Google Shape;2622;p20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3" name="Google Shape;2623;p20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7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8" name="Google Shape;2778;p21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9" name="Google Shape;2779;p21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8" name="Shape 2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" name="Google Shape;2949;p2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0" name="Google Shape;2950;p22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7" name="Shape 3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Google Shape;3088;p2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9" name="Google Shape;3089;p23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3" name="Shape 3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4" name="Google Shape;3254;p2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5" name="Google Shape;3255;p24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2" name="Shape 3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3" name="Google Shape;3383;g2668d8541bd_0_0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4" name="Google Shape;3384;g2668d8541bd_0_0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9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g2668d8541bd_0_6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1" name="Google Shape;3391;g2668d8541bd_0_6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0" name="Shape 3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1" name="Google Shape;3511;g2668d8541bd_0_126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2" name="Google Shape;3512;g2668d8541bd_0_126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7" name="Shape 3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8" name="Google Shape;3608;g2668d8541bd_0_222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9" name="Google Shape;3609;g2668d8541bd_0_222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6" name="Shape 3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7" name="Google Shape;3767;g2668d8541bd_0_380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8" name="Google Shape;3768;g2668d8541bd_0_380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0" name="Shape 3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" name="Google Shape;3891;g2668d8541bd_0_503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2" name="Google Shape;3892;g2668d8541bd_0_503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5" name="Shape 4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6" name="Google Shape;4036;g2668d8541bd_0_647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7" name="Google Shape;4037;g2668d8541bd_0_647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2" name="Shape 4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3" name="Google Shape;4163;g2668d8541bd_0_773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64" name="Google Shape;4164;g2668d8541bd_0_773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1" name="Shape 4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2" name="Google Shape;4262;g2668d8541bd_0_871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3" name="Google Shape;4263;g2668d8541bd_0_871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4" name="Shape 4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5" name="Google Shape;4335;g2668d8541bd_0_943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36" name="Google Shape;4336;g2668d8541bd_0_943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subTitle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2" type="body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/>
          <p:nvPr/>
        </p:nvSpPr>
        <p:spPr>
          <a:xfrm>
            <a:off x="63245" y="1409699"/>
            <a:ext cx="9931400" cy="463550"/>
          </a:xfrm>
          <a:custGeom>
            <a:rect b="b" l="l" r="r" t="t"/>
            <a:pathLst>
              <a:path extrusionOk="0" h="463550" w="9931400">
                <a:moveTo>
                  <a:pt x="9931146" y="32003"/>
                </a:moveTo>
                <a:lnTo>
                  <a:pt x="9928609" y="19609"/>
                </a:lnTo>
                <a:lnTo>
                  <a:pt x="9921716" y="9429"/>
                </a:lnTo>
                <a:lnTo>
                  <a:pt x="9911536" y="2536"/>
                </a:lnTo>
                <a:lnTo>
                  <a:pt x="9899142" y="0"/>
                </a:lnTo>
                <a:lnTo>
                  <a:pt x="32003" y="0"/>
                </a:lnTo>
                <a:lnTo>
                  <a:pt x="19288" y="2536"/>
                </a:lnTo>
                <a:lnTo>
                  <a:pt x="9143" y="9429"/>
                </a:lnTo>
                <a:lnTo>
                  <a:pt x="2428" y="19609"/>
                </a:lnTo>
                <a:lnTo>
                  <a:pt x="0" y="32004"/>
                </a:lnTo>
                <a:lnTo>
                  <a:pt x="0" y="431292"/>
                </a:lnTo>
                <a:lnTo>
                  <a:pt x="2428" y="444007"/>
                </a:lnTo>
                <a:lnTo>
                  <a:pt x="9144" y="454152"/>
                </a:lnTo>
                <a:lnTo>
                  <a:pt x="19288" y="460867"/>
                </a:lnTo>
                <a:lnTo>
                  <a:pt x="32003" y="463296"/>
                </a:lnTo>
                <a:lnTo>
                  <a:pt x="9899142" y="463295"/>
                </a:lnTo>
                <a:lnTo>
                  <a:pt x="9911536" y="460867"/>
                </a:lnTo>
                <a:lnTo>
                  <a:pt x="9921716" y="454151"/>
                </a:lnTo>
                <a:lnTo>
                  <a:pt x="9928609" y="444007"/>
                </a:lnTo>
                <a:lnTo>
                  <a:pt x="9931146" y="431291"/>
                </a:lnTo>
                <a:lnTo>
                  <a:pt x="9931146" y="32003"/>
                </a:lnTo>
                <a:close/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7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26492" y="1791467"/>
            <a:ext cx="268135" cy="7783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5"/>
          <p:cNvSpPr/>
          <p:nvPr/>
        </p:nvSpPr>
        <p:spPr>
          <a:xfrm>
            <a:off x="126492" y="1789175"/>
            <a:ext cx="9805035" cy="0"/>
          </a:xfrm>
          <a:custGeom>
            <a:rect b="b" l="l" r="r" t="t"/>
            <a:pathLst>
              <a:path extrusionOk="0" h="120000" w="9805035">
                <a:moveTo>
                  <a:pt x="0" y="0"/>
                </a:moveTo>
                <a:lnTo>
                  <a:pt x="9804654" y="0"/>
                </a:lnTo>
              </a:path>
            </a:pathLst>
          </a:cu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19488" y="1791467"/>
            <a:ext cx="307860" cy="7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5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40" Type="http://schemas.openxmlformats.org/officeDocument/2006/relationships/image" Target="../media/image43.png"/><Relationship Id="rId42" Type="http://schemas.openxmlformats.org/officeDocument/2006/relationships/image" Target="../media/image40.png"/><Relationship Id="rId41" Type="http://schemas.openxmlformats.org/officeDocument/2006/relationships/image" Target="../media/image46.png"/><Relationship Id="rId44" Type="http://schemas.openxmlformats.org/officeDocument/2006/relationships/image" Target="../media/image32.png"/><Relationship Id="rId43" Type="http://schemas.openxmlformats.org/officeDocument/2006/relationships/image" Target="../media/image36.png"/><Relationship Id="rId46" Type="http://schemas.openxmlformats.org/officeDocument/2006/relationships/image" Target="../media/image51.png"/><Relationship Id="rId45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6.png"/><Relationship Id="rId48" Type="http://schemas.openxmlformats.org/officeDocument/2006/relationships/image" Target="../media/image47.png"/><Relationship Id="rId47" Type="http://schemas.openxmlformats.org/officeDocument/2006/relationships/image" Target="../media/image45.png"/><Relationship Id="rId49" Type="http://schemas.openxmlformats.org/officeDocument/2006/relationships/image" Target="../media/image50.png"/><Relationship Id="rId5" Type="http://schemas.openxmlformats.org/officeDocument/2006/relationships/image" Target="../media/image2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31.png"/><Relationship Id="rId31" Type="http://schemas.openxmlformats.org/officeDocument/2006/relationships/image" Target="../media/image39.png"/><Relationship Id="rId30" Type="http://schemas.openxmlformats.org/officeDocument/2006/relationships/image" Target="../media/image42.png"/><Relationship Id="rId33" Type="http://schemas.openxmlformats.org/officeDocument/2006/relationships/image" Target="../media/image35.png"/><Relationship Id="rId32" Type="http://schemas.openxmlformats.org/officeDocument/2006/relationships/image" Target="../media/image21.png"/><Relationship Id="rId35" Type="http://schemas.openxmlformats.org/officeDocument/2006/relationships/image" Target="../media/image38.png"/><Relationship Id="rId34" Type="http://schemas.openxmlformats.org/officeDocument/2006/relationships/image" Target="../media/image28.png"/><Relationship Id="rId37" Type="http://schemas.openxmlformats.org/officeDocument/2006/relationships/image" Target="../media/image41.png"/><Relationship Id="rId36" Type="http://schemas.openxmlformats.org/officeDocument/2006/relationships/image" Target="../media/image20.png"/><Relationship Id="rId39" Type="http://schemas.openxmlformats.org/officeDocument/2006/relationships/image" Target="../media/image37.png"/><Relationship Id="rId38" Type="http://schemas.openxmlformats.org/officeDocument/2006/relationships/image" Target="../media/image34.png"/><Relationship Id="rId62" Type="http://schemas.openxmlformats.org/officeDocument/2006/relationships/image" Target="../media/image63.png"/><Relationship Id="rId61" Type="http://schemas.openxmlformats.org/officeDocument/2006/relationships/image" Target="../media/image74.png"/><Relationship Id="rId20" Type="http://schemas.openxmlformats.org/officeDocument/2006/relationships/image" Target="../media/image17.png"/><Relationship Id="rId64" Type="http://schemas.openxmlformats.org/officeDocument/2006/relationships/image" Target="../media/image54.png"/><Relationship Id="rId63" Type="http://schemas.openxmlformats.org/officeDocument/2006/relationships/image" Target="../media/image57.png"/><Relationship Id="rId22" Type="http://schemas.openxmlformats.org/officeDocument/2006/relationships/image" Target="../media/image14.png"/><Relationship Id="rId21" Type="http://schemas.openxmlformats.org/officeDocument/2006/relationships/image" Target="../media/image12.png"/><Relationship Id="rId65" Type="http://schemas.openxmlformats.org/officeDocument/2006/relationships/image" Target="../media/image55.png"/><Relationship Id="rId24" Type="http://schemas.openxmlformats.org/officeDocument/2006/relationships/image" Target="../media/image24.png"/><Relationship Id="rId23" Type="http://schemas.openxmlformats.org/officeDocument/2006/relationships/image" Target="../media/image30.png"/><Relationship Id="rId60" Type="http://schemas.openxmlformats.org/officeDocument/2006/relationships/image" Target="../media/image53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8" Type="http://schemas.openxmlformats.org/officeDocument/2006/relationships/image" Target="../media/image27.png"/><Relationship Id="rId27" Type="http://schemas.openxmlformats.org/officeDocument/2006/relationships/image" Target="../media/image19.png"/><Relationship Id="rId29" Type="http://schemas.openxmlformats.org/officeDocument/2006/relationships/image" Target="../media/image29.png"/><Relationship Id="rId51" Type="http://schemas.openxmlformats.org/officeDocument/2006/relationships/image" Target="../media/image49.png"/><Relationship Id="rId50" Type="http://schemas.openxmlformats.org/officeDocument/2006/relationships/image" Target="../media/image48.png"/><Relationship Id="rId53" Type="http://schemas.openxmlformats.org/officeDocument/2006/relationships/image" Target="../media/image62.png"/><Relationship Id="rId52" Type="http://schemas.openxmlformats.org/officeDocument/2006/relationships/image" Target="../media/image79.png"/><Relationship Id="rId11" Type="http://schemas.openxmlformats.org/officeDocument/2006/relationships/image" Target="../media/image23.png"/><Relationship Id="rId55" Type="http://schemas.openxmlformats.org/officeDocument/2006/relationships/image" Target="../media/image65.png"/><Relationship Id="rId10" Type="http://schemas.openxmlformats.org/officeDocument/2006/relationships/image" Target="../media/image16.png"/><Relationship Id="rId54" Type="http://schemas.openxmlformats.org/officeDocument/2006/relationships/image" Target="../media/image93.png"/><Relationship Id="rId13" Type="http://schemas.openxmlformats.org/officeDocument/2006/relationships/image" Target="../media/image7.png"/><Relationship Id="rId57" Type="http://schemas.openxmlformats.org/officeDocument/2006/relationships/image" Target="../media/image69.png"/><Relationship Id="rId12" Type="http://schemas.openxmlformats.org/officeDocument/2006/relationships/image" Target="../media/image11.png"/><Relationship Id="rId56" Type="http://schemas.openxmlformats.org/officeDocument/2006/relationships/image" Target="../media/image61.png"/><Relationship Id="rId15" Type="http://schemas.openxmlformats.org/officeDocument/2006/relationships/image" Target="../media/image33.png"/><Relationship Id="rId59" Type="http://schemas.openxmlformats.org/officeDocument/2006/relationships/image" Target="../media/image72.png"/><Relationship Id="rId14" Type="http://schemas.openxmlformats.org/officeDocument/2006/relationships/image" Target="../media/image18.png"/><Relationship Id="rId58" Type="http://schemas.openxmlformats.org/officeDocument/2006/relationships/image" Target="../media/image56.png"/><Relationship Id="rId17" Type="http://schemas.openxmlformats.org/officeDocument/2006/relationships/image" Target="../media/image5.png"/><Relationship Id="rId16" Type="http://schemas.openxmlformats.org/officeDocument/2006/relationships/image" Target="../media/image13.png"/><Relationship Id="rId19" Type="http://schemas.openxmlformats.org/officeDocument/2006/relationships/image" Target="../media/image8.png"/><Relationship Id="rId1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40" Type="http://schemas.openxmlformats.org/officeDocument/2006/relationships/image" Target="../media/image95.png"/><Relationship Id="rId42" Type="http://schemas.openxmlformats.org/officeDocument/2006/relationships/image" Target="../media/image101.png"/><Relationship Id="rId41" Type="http://schemas.openxmlformats.org/officeDocument/2006/relationships/image" Target="../media/image118.png"/><Relationship Id="rId44" Type="http://schemas.openxmlformats.org/officeDocument/2006/relationships/image" Target="../media/image98.png"/><Relationship Id="rId43" Type="http://schemas.openxmlformats.org/officeDocument/2006/relationships/image" Target="../media/image102.png"/><Relationship Id="rId45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6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4.png"/><Relationship Id="rId8" Type="http://schemas.openxmlformats.org/officeDocument/2006/relationships/image" Target="../media/image66.png"/><Relationship Id="rId31" Type="http://schemas.openxmlformats.org/officeDocument/2006/relationships/image" Target="../media/image105.png"/><Relationship Id="rId30" Type="http://schemas.openxmlformats.org/officeDocument/2006/relationships/image" Target="../media/image94.png"/><Relationship Id="rId33" Type="http://schemas.openxmlformats.org/officeDocument/2006/relationships/image" Target="../media/image109.png"/><Relationship Id="rId32" Type="http://schemas.openxmlformats.org/officeDocument/2006/relationships/image" Target="../media/image91.png"/><Relationship Id="rId35" Type="http://schemas.openxmlformats.org/officeDocument/2006/relationships/image" Target="../media/image124.png"/><Relationship Id="rId34" Type="http://schemas.openxmlformats.org/officeDocument/2006/relationships/image" Target="../media/image92.png"/><Relationship Id="rId37" Type="http://schemas.openxmlformats.org/officeDocument/2006/relationships/image" Target="../media/image89.png"/><Relationship Id="rId36" Type="http://schemas.openxmlformats.org/officeDocument/2006/relationships/image" Target="../media/image100.png"/><Relationship Id="rId39" Type="http://schemas.openxmlformats.org/officeDocument/2006/relationships/image" Target="../media/image146.png"/><Relationship Id="rId38" Type="http://schemas.openxmlformats.org/officeDocument/2006/relationships/image" Target="../media/image87.png"/><Relationship Id="rId20" Type="http://schemas.openxmlformats.org/officeDocument/2006/relationships/image" Target="../media/image85.png"/><Relationship Id="rId22" Type="http://schemas.openxmlformats.org/officeDocument/2006/relationships/image" Target="../media/image76.png"/><Relationship Id="rId21" Type="http://schemas.openxmlformats.org/officeDocument/2006/relationships/image" Target="../media/image75.png"/><Relationship Id="rId24" Type="http://schemas.openxmlformats.org/officeDocument/2006/relationships/image" Target="../media/image86.png"/><Relationship Id="rId23" Type="http://schemas.openxmlformats.org/officeDocument/2006/relationships/image" Target="../media/image97.png"/><Relationship Id="rId26" Type="http://schemas.openxmlformats.org/officeDocument/2006/relationships/image" Target="../media/image81.png"/><Relationship Id="rId25" Type="http://schemas.openxmlformats.org/officeDocument/2006/relationships/image" Target="../media/image77.png"/><Relationship Id="rId28" Type="http://schemas.openxmlformats.org/officeDocument/2006/relationships/image" Target="../media/image83.png"/><Relationship Id="rId27" Type="http://schemas.openxmlformats.org/officeDocument/2006/relationships/image" Target="../media/image80.png"/><Relationship Id="rId29" Type="http://schemas.openxmlformats.org/officeDocument/2006/relationships/image" Target="../media/image88.png"/><Relationship Id="rId11" Type="http://schemas.openxmlformats.org/officeDocument/2006/relationships/image" Target="../media/image67.png"/><Relationship Id="rId10" Type="http://schemas.openxmlformats.org/officeDocument/2006/relationships/image" Target="../media/image78.png"/><Relationship Id="rId13" Type="http://schemas.openxmlformats.org/officeDocument/2006/relationships/image" Target="../media/image90.png"/><Relationship Id="rId12" Type="http://schemas.openxmlformats.org/officeDocument/2006/relationships/image" Target="../media/image70.png"/><Relationship Id="rId15" Type="http://schemas.openxmlformats.org/officeDocument/2006/relationships/image" Target="../media/image96.png"/><Relationship Id="rId14" Type="http://schemas.openxmlformats.org/officeDocument/2006/relationships/image" Target="../media/image111.png"/><Relationship Id="rId17" Type="http://schemas.openxmlformats.org/officeDocument/2006/relationships/image" Target="../media/image84.png"/><Relationship Id="rId16" Type="http://schemas.openxmlformats.org/officeDocument/2006/relationships/image" Target="../media/image73.png"/><Relationship Id="rId19" Type="http://schemas.openxmlformats.org/officeDocument/2006/relationships/image" Target="../media/image71.png"/><Relationship Id="rId18" Type="http://schemas.openxmlformats.org/officeDocument/2006/relationships/image" Target="../media/image82.png"/></Relationships>
</file>

<file path=ppt/slides/_rels/slide4.xml.rels><?xml version="1.0" encoding="UTF-8" standalone="yes"?><Relationships xmlns="http://schemas.openxmlformats.org/package/2006/relationships"><Relationship Id="rId40" Type="http://schemas.openxmlformats.org/officeDocument/2006/relationships/image" Target="../media/image137.png"/><Relationship Id="rId42" Type="http://schemas.openxmlformats.org/officeDocument/2006/relationships/image" Target="../media/image149.png"/><Relationship Id="rId41" Type="http://schemas.openxmlformats.org/officeDocument/2006/relationships/image" Target="../media/image145.png"/><Relationship Id="rId44" Type="http://schemas.openxmlformats.org/officeDocument/2006/relationships/image" Target="../media/image140.png"/><Relationship Id="rId43" Type="http://schemas.openxmlformats.org/officeDocument/2006/relationships/image" Target="../media/image153.png"/><Relationship Id="rId46" Type="http://schemas.openxmlformats.org/officeDocument/2006/relationships/image" Target="../media/image141.png"/><Relationship Id="rId45" Type="http://schemas.openxmlformats.org/officeDocument/2006/relationships/image" Target="../media/image1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3.png"/><Relationship Id="rId4" Type="http://schemas.openxmlformats.org/officeDocument/2006/relationships/image" Target="../media/image99.png"/><Relationship Id="rId9" Type="http://schemas.openxmlformats.org/officeDocument/2006/relationships/image" Target="../media/image123.png"/><Relationship Id="rId48" Type="http://schemas.openxmlformats.org/officeDocument/2006/relationships/image" Target="../media/image144.png"/><Relationship Id="rId47" Type="http://schemas.openxmlformats.org/officeDocument/2006/relationships/image" Target="../media/image156.png"/><Relationship Id="rId49" Type="http://schemas.openxmlformats.org/officeDocument/2006/relationships/image" Target="../media/image154.png"/><Relationship Id="rId5" Type="http://schemas.openxmlformats.org/officeDocument/2006/relationships/image" Target="../media/image108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2.png"/><Relationship Id="rId31" Type="http://schemas.openxmlformats.org/officeDocument/2006/relationships/image" Target="../media/image165.png"/><Relationship Id="rId30" Type="http://schemas.openxmlformats.org/officeDocument/2006/relationships/image" Target="../media/image150.png"/><Relationship Id="rId33" Type="http://schemas.openxmlformats.org/officeDocument/2006/relationships/image" Target="../media/image131.png"/><Relationship Id="rId32" Type="http://schemas.openxmlformats.org/officeDocument/2006/relationships/image" Target="../media/image133.png"/><Relationship Id="rId35" Type="http://schemas.openxmlformats.org/officeDocument/2006/relationships/image" Target="../media/image132.png"/><Relationship Id="rId34" Type="http://schemas.openxmlformats.org/officeDocument/2006/relationships/image" Target="../media/image143.png"/><Relationship Id="rId37" Type="http://schemas.openxmlformats.org/officeDocument/2006/relationships/image" Target="../media/image142.png"/><Relationship Id="rId36" Type="http://schemas.openxmlformats.org/officeDocument/2006/relationships/image" Target="../media/image135.png"/><Relationship Id="rId39" Type="http://schemas.openxmlformats.org/officeDocument/2006/relationships/image" Target="../media/image139.png"/><Relationship Id="rId38" Type="http://schemas.openxmlformats.org/officeDocument/2006/relationships/image" Target="../media/image164.png"/><Relationship Id="rId20" Type="http://schemas.openxmlformats.org/officeDocument/2006/relationships/image" Target="../media/image116.png"/><Relationship Id="rId22" Type="http://schemas.openxmlformats.org/officeDocument/2006/relationships/image" Target="../media/image121.png"/><Relationship Id="rId21" Type="http://schemas.openxmlformats.org/officeDocument/2006/relationships/image" Target="../media/image122.png"/><Relationship Id="rId24" Type="http://schemas.openxmlformats.org/officeDocument/2006/relationships/image" Target="../media/image130.png"/><Relationship Id="rId23" Type="http://schemas.openxmlformats.org/officeDocument/2006/relationships/image" Target="../media/image136.png"/><Relationship Id="rId26" Type="http://schemas.openxmlformats.org/officeDocument/2006/relationships/image" Target="../media/image126.png"/><Relationship Id="rId25" Type="http://schemas.openxmlformats.org/officeDocument/2006/relationships/image" Target="../media/image127.png"/><Relationship Id="rId28" Type="http://schemas.openxmlformats.org/officeDocument/2006/relationships/image" Target="../media/image128.png"/><Relationship Id="rId27" Type="http://schemas.openxmlformats.org/officeDocument/2006/relationships/image" Target="../media/image129.png"/><Relationship Id="rId29" Type="http://schemas.openxmlformats.org/officeDocument/2006/relationships/image" Target="../media/image134.png"/><Relationship Id="rId51" Type="http://schemas.openxmlformats.org/officeDocument/2006/relationships/image" Target="../media/image152.png"/><Relationship Id="rId50" Type="http://schemas.openxmlformats.org/officeDocument/2006/relationships/image" Target="../media/image157.png"/><Relationship Id="rId11" Type="http://schemas.openxmlformats.org/officeDocument/2006/relationships/image" Target="../media/image104.png"/><Relationship Id="rId10" Type="http://schemas.openxmlformats.org/officeDocument/2006/relationships/image" Target="../media/image107.png"/><Relationship Id="rId13" Type="http://schemas.openxmlformats.org/officeDocument/2006/relationships/image" Target="../media/image110.png"/><Relationship Id="rId12" Type="http://schemas.openxmlformats.org/officeDocument/2006/relationships/image" Target="../media/image120.png"/><Relationship Id="rId15" Type="http://schemas.openxmlformats.org/officeDocument/2006/relationships/image" Target="../media/image125.png"/><Relationship Id="rId14" Type="http://schemas.openxmlformats.org/officeDocument/2006/relationships/image" Target="../media/image117.png"/><Relationship Id="rId17" Type="http://schemas.openxmlformats.org/officeDocument/2006/relationships/image" Target="../media/image166.png"/><Relationship Id="rId16" Type="http://schemas.openxmlformats.org/officeDocument/2006/relationships/image" Target="../media/image115.png"/><Relationship Id="rId19" Type="http://schemas.openxmlformats.org/officeDocument/2006/relationships/image" Target="../media/image119.png"/><Relationship Id="rId18" Type="http://schemas.openxmlformats.org/officeDocument/2006/relationships/image" Target="../media/image138.png"/></Relationships>
</file>

<file path=ppt/slides/_rels/slide5.xml.rels><?xml version="1.0" encoding="UTF-8" standalone="yes"?><Relationships xmlns="http://schemas.openxmlformats.org/package/2006/relationships"><Relationship Id="rId40" Type="http://schemas.openxmlformats.org/officeDocument/2006/relationships/image" Target="../media/image200.png"/><Relationship Id="rId42" Type="http://schemas.openxmlformats.org/officeDocument/2006/relationships/image" Target="../media/image191.png"/><Relationship Id="rId41" Type="http://schemas.openxmlformats.org/officeDocument/2006/relationships/image" Target="../media/image186.png"/><Relationship Id="rId44" Type="http://schemas.openxmlformats.org/officeDocument/2006/relationships/image" Target="../media/image208.png"/><Relationship Id="rId43" Type="http://schemas.openxmlformats.org/officeDocument/2006/relationships/image" Target="../media/image217.png"/><Relationship Id="rId46" Type="http://schemas.openxmlformats.org/officeDocument/2006/relationships/image" Target="../media/image214.png"/><Relationship Id="rId45" Type="http://schemas.openxmlformats.org/officeDocument/2006/relationships/image" Target="../media/image20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1.png"/><Relationship Id="rId4" Type="http://schemas.openxmlformats.org/officeDocument/2006/relationships/image" Target="../media/image147.png"/><Relationship Id="rId9" Type="http://schemas.openxmlformats.org/officeDocument/2006/relationships/image" Target="../media/image163.png"/><Relationship Id="rId48" Type="http://schemas.openxmlformats.org/officeDocument/2006/relationships/image" Target="../media/image194.png"/><Relationship Id="rId47" Type="http://schemas.openxmlformats.org/officeDocument/2006/relationships/image" Target="../media/image209.png"/><Relationship Id="rId49" Type="http://schemas.openxmlformats.org/officeDocument/2006/relationships/image" Target="../media/image210.png"/><Relationship Id="rId5" Type="http://schemas.openxmlformats.org/officeDocument/2006/relationships/image" Target="../media/image148.png"/><Relationship Id="rId6" Type="http://schemas.openxmlformats.org/officeDocument/2006/relationships/image" Target="../media/image155.png"/><Relationship Id="rId7" Type="http://schemas.openxmlformats.org/officeDocument/2006/relationships/image" Target="../media/image192.png"/><Relationship Id="rId8" Type="http://schemas.openxmlformats.org/officeDocument/2006/relationships/image" Target="../media/image158.png"/><Relationship Id="rId31" Type="http://schemas.openxmlformats.org/officeDocument/2006/relationships/image" Target="../media/image177.png"/><Relationship Id="rId30" Type="http://schemas.openxmlformats.org/officeDocument/2006/relationships/image" Target="../media/image171.png"/><Relationship Id="rId33" Type="http://schemas.openxmlformats.org/officeDocument/2006/relationships/image" Target="../media/image183.png"/><Relationship Id="rId32" Type="http://schemas.openxmlformats.org/officeDocument/2006/relationships/image" Target="../media/image181.png"/><Relationship Id="rId35" Type="http://schemas.openxmlformats.org/officeDocument/2006/relationships/image" Target="../media/image193.png"/><Relationship Id="rId34" Type="http://schemas.openxmlformats.org/officeDocument/2006/relationships/image" Target="../media/image190.png"/><Relationship Id="rId37" Type="http://schemas.openxmlformats.org/officeDocument/2006/relationships/image" Target="../media/image182.png"/><Relationship Id="rId36" Type="http://schemas.openxmlformats.org/officeDocument/2006/relationships/image" Target="../media/image187.png"/><Relationship Id="rId39" Type="http://schemas.openxmlformats.org/officeDocument/2006/relationships/image" Target="../media/image197.png"/><Relationship Id="rId38" Type="http://schemas.openxmlformats.org/officeDocument/2006/relationships/image" Target="../media/image184.png"/><Relationship Id="rId20" Type="http://schemas.openxmlformats.org/officeDocument/2006/relationships/image" Target="../media/image176.png"/><Relationship Id="rId22" Type="http://schemas.openxmlformats.org/officeDocument/2006/relationships/image" Target="../media/image185.png"/><Relationship Id="rId21" Type="http://schemas.openxmlformats.org/officeDocument/2006/relationships/image" Target="../media/image174.png"/><Relationship Id="rId24" Type="http://schemas.openxmlformats.org/officeDocument/2006/relationships/image" Target="../media/image170.png"/><Relationship Id="rId23" Type="http://schemas.openxmlformats.org/officeDocument/2006/relationships/image" Target="../media/image196.png"/><Relationship Id="rId26" Type="http://schemas.openxmlformats.org/officeDocument/2006/relationships/image" Target="../media/image178.png"/><Relationship Id="rId25" Type="http://schemas.openxmlformats.org/officeDocument/2006/relationships/image" Target="../media/image180.png"/><Relationship Id="rId28" Type="http://schemas.openxmlformats.org/officeDocument/2006/relationships/image" Target="../media/image189.png"/><Relationship Id="rId27" Type="http://schemas.openxmlformats.org/officeDocument/2006/relationships/image" Target="../media/image168.png"/><Relationship Id="rId29" Type="http://schemas.openxmlformats.org/officeDocument/2006/relationships/image" Target="../media/image188.png"/><Relationship Id="rId51" Type="http://schemas.openxmlformats.org/officeDocument/2006/relationships/image" Target="../media/image195.png"/><Relationship Id="rId50" Type="http://schemas.openxmlformats.org/officeDocument/2006/relationships/image" Target="../media/image199.png"/><Relationship Id="rId53" Type="http://schemas.openxmlformats.org/officeDocument/2006/relationships/image" Target="../media/image303.png"/><Relationship Id="rId52" Type="http://schemas.openxmlformats.org/officeDocument/2006/relationships/image" Target="../media/image198.png"/><Relationship Id="rId11" Type="http://schemas.openxmlformats.org/officeDocument/2006/relationships/image" Target="../media/image159.png"/><Relationship Id="rId55" Type="http://schemas.openxmlformats.org/officeDocument/2006/relationships/image" Target="../media/image206.png"/><Relationship Id="rId10" Type="http://schemas.openxmlformats.org/officeDocument/2006/relationships/image" Target="../media/image173.png"/><Relationship Id="rId54" Type="http://schemas.openxmlformats.org/officeDocument/2006/relationships/image" Target="../media/image205.png"/><Relationship Id="rId13" Type="http://schemas.openxmlformats.org/officeDocument/2006/relationships/image" Target="../media/image162.png"/><Relationship Id="rId57" Type="http://schemas.openxmlformats.org/officeDocument/2006/relationships/image" Target="../media/image202.png"/><Relationship Id="rId12" Type="http://schemas.openxmlformats.org/officeDocument/2006/relationships/image" Target="../media/image160.png"/><Relationship Id="rId56" Type="http://schemas.openxmlformats.org/officeDocument/2006/relationships/image" Target="../media/image207.png"/><Relationship Id="rId15" Type="http://schemas.openxmlformats.org/officeDocument/2006/relationships/image" Target="../media/image179.png"/><Relationship Id="rId14" Type="http://schemas.openxmlformats.org/officeDocument/2006/relationships/image" Target="../media/image201.png"/><Relationship Id="rId17" Type="http://schemas.openxmlformats.org/officeDocument/2006/relationships/image" Target="../media/image172.png"/><Relationship Id="rId16" Type="http://schemas.openxmlformats.org/officeDocument/2006/relationships/image" Target="../media/image161.png"/><Relationship Id="rId19" Type="http://schemas.openxmlformats.org/officeDocument/2006/relationships/image" Target="../media/image167.png"/><Relationship Id="rId18" Type="http://schemas.openxmlformats.org/officeDocument/2006/relationships/image" Target="../media/image17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9.png"/><Relationship Id="rId4" Type="http://schemas.openxmlformats.org/officeDocument/2006/relationships/image" Target="../media/image203.png"/><Relationship Id="rId9" Type="http://schemas.openxmlformats.org/officeDocument/2006/relationships/image" Target="../media/image220.png"/><Relationship Id="rId5" Type="http://schemas.openxmlformats.org/officeDocument/2006/relationships/image" Target="../media/image228.png"/><Relationship Id="rId6" Type="http://schemas.openxmlformats.org/officeDocument/2006/relationships/image" Target="../media/image218.png"/><Relationship Id="rId7" Type="http://schemas.openxmlformats.org/officeDocument/2006/relationships/image" Target="../media/image222.png"/><Relationship Id="rId8" Type="http://schemas.openxmlformats.org/officeDocument/2006/relationships/image" Target="../media/image215.png"/><Relationship Id="rId20" Type="http://schemas.openxmlformats.org/officeDocument/2006/relationships/image" Target="../media/image243.png"/><Relationship Id="rId22" Type="http://schemas.openxmlformats.org/officeDocument/2006/relationships/image" Target="../media/image233.png"/><Relationship Id="rId21" Type="http://schemas.openxmlformats.org/officeDocument/2006/relationships/image" Target="../media/image231.png"/><Relationship Id="rId24" Type="http://schemas.openxmlformats.org/officeDocument/2006/relationships/image" Target="../media/image232.png"/><Relationship Id="rId23" Type="http://schemas.openxmlformats.org/officeDocument/2006/relationships/image" Target="../media/image224.png"/><Relationship Id="rId26" Type="http://schemas.openxmlformats.org/officeDocument/2006/relationships/image" Target="../media/image229.png"/><Relationship Id="rId25" Type="http://schemas.openxmlformats.org/officeDocument/2006/relationships/image" Target="../media/image235.png"/><Relationship Id="rId27" Type="http://schemas.openxmlformats.org/officeDocument/2006/relationships/image" Target="../media/image237.png"/><Relationship Id="rId11" Type="http://schemas.openxmlformats.org/officeDocument/2006/relationships/image" Target="../media/image212.png"/><Relationship Id="rId10" Type="http://schemas.openxmlformats.org/officeDocument/2006/relationships/image" Target="../media/image211.png"/><Relationship Id="rId13" Type="http://schemas.openxmlformats.org/officeDocument/2006/relationships/image" Target="../media/image226.png"/><Relationship Id="rId12" Type="http://schemas.openxmlformats.org/officeDocument/2006/relationships/image" Target="../media/image213.png"/><Relationship Id="rId15" Type="http://schemas.openxmlformats.org/officeDocument/2006/relationships/image" Target="../media/image225.png"/><Relationship Id="rId14" Type="http://schemas.openxmlformats.org/officeDocument/2006/relationships/image" Target="../media/image216.png"/><Relationship Id="rId17" Type="http://schemas.openxmlformats.org/officeDocument/2006/relationships/image" Target="../media/image221.png"/><Relationship Id="rId16" Type="http://schemas.openxmlformats.org/officeDocument/2006/relationships/image" Target="../media/image266.png"/><Relationship Id="rId19" Type="http://schemas.openxmlformats.org/officeDocument/2006/relationships/image" Target="../media/image227.png"/><Relationship Id="rId18" Type="http://schemas.openxmlformats.org/officeDocument/2006/relationships/image" Target="../media/image223.png"/></Relationships>
</file>

<file path=ppt/slides/_rels/slide7.xml.rels><?xml version="1.0" encoding="UTF-8" standalone="yes"?><Relationships xmlns="http://schemas.openxmlformats.org/package/2006/relationships"><Relationship Id="rId40" Type="http://schemas.openxmlformats.org/officeDocument/2006/relationships/image" Target="../media/image273.png"/><Relationship Id="rId42" Type="http://schemas.openxmlformats.org/officeDocument/2006/relationships/image" Target="../media/image274.png"/><Relationship Id="rId41" Type="http://schemas.openxmlformats.org/officeDocument/2006/relationships/image" Target="../media/image304.png"/><Relationship Id="rId44" Type="http://schemas.openxmlformats.org/officeDocument/2006/relationships/image" Target="../media/image272.png"/><Relationship Id="rId43" Type="http://schemas.openxmlformats.org/officeDocument/2006/relationships/image" Target="../media/image2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1.png"/><Relationship Id="rId4" Type="http://schemas.openxmlformats.org/officeDocument/2006/relationships/image" Target="../media/image238.png"/><Relationship Id="rId9" Type="http://schemas.openxmlformats.org/officeDocument/2006/relationships/image" Target="../media/image246.png"/><Relationship Id="rId5" Type="http://schemas.openxmlformats.org/officeDocument/2006/relationships/image" Target="../media/image230.png"/><Relationship Id="rId6" Type="http://schemas.openxmlformats.org/officeDocument/2006/relationships/image" Target="../media/image245.png"/><Relationship Id="rId7" Type="http://schemas.openxmlformats.org/officeDocument/2006/relationships/image" Target="../media/image236.png"/><Relationship Id="rId8" Type="http://schemas.openxmlformats.org/officeDocument/2006/relationships/image" Target="../media/image234.png"/><Relationship Id="rId31" Type="http://schemas.openxmlformats.org/officeDocument/2006/relationships/image" Target="../media/image253.png"/><Relationship Id="rId30" Type="http://schemas.openxmlformats.org/officeDocument/2006/relationships/image" Target="../media/image267.png"/><Relationship Id="rId33" Type="http://schemas.openxmlformats.org/officeDocument/2006/relationships/image" Target="../media/image263.png"/><Relationship Id="rId32" Type="http://schemas.openxmlformats.org/officeDocument/2006/relationships/image" Target="../media/image257.png"/><Relationship Id="rId35" Type="http://schemas.openxmlformats.org/officeDocument/2006/relationships/image" Target="../media/image258.png"/><Relationship Id="rId34" Type="http://schemas.openxmlformats.org/officeDocument/2006/relationships/image" Target="../media/image280.png"/><Relationship Id="rId37" Type="http://schemas.openxmlformats.org/officeDocument/2006/relationships/image" Target="../media/image294.png"/><Relationship Id="rId36" Type="http://schemas.openxmlformats.org/officeDocument/2006/relationships/image" Target="../media/image262.png"/><Relationship Id="rId39" Type="http://schemas.openxmlformats.org/officeDocument/2006/relationships/image" Target="../media/image293.png"/><Relationship Id="rId38" Type="http://schemas.openxmlformats.org/officeDocument/2006/relationships/image" Target="../media/image265.png"/><Relationship Id="rId20" Type="http://schemas.openxmlformats.org/officeDocument/2006/relationships/image" Target="../media/image247.png"/><Relationship Id="rId22" Type="http://schemas.openxmlformats.org/officeDocument/2006/relationships/image" Target="../media/image256.png"/><Relationship Id="rId21" Type="http://schemas.openxmlformats.org/officeDocument/2006/relationships/image" Target="../media/image264.png"/><Relationship Id="rId24" Type="http://schemas.openxmlformats.org/officeDocument/2006/relationships/image" Target="../media/image248.png"/><Relationship Id="rId23" Type="http://schemas.openxmlformats.org/officeDocument/2006/relationships/image" Target="../media/image259.png"/><Relationship Id="rId26" Type="http://schemas.openxmlformats.org/officeDocument/2006/relationships/image" Target="../media/image261.png"/><Relationship Id="rId25" Type="http://schemas.openxmlformats.org/officeDocument/2006/relationships/image" Target="../media/image281.png"/><Relationship Id="rId28" Type="http://schemas.openxmlformats.org/officeDocument/2006/relationships/image" Target="../media/image254.png"/><Relationship Id="rId27" Type="http://schemas.openxmlformats.org/officeDocument/2006/relationships/image" Target="../media/image255.png"/><Relationship Id="rId29" Type="http://schemas.openxmlformats.org/officeDocument/2006/relationships/image" Target="../media/image260.png"/><Relationship Id="rId11" Type="http://schemas.openxmlformats.org/officeDocument/2006/relationships/image" Target="../media/image242.png"/><Relationship Id="rId10" Type="http://schemas.openxmlformats.org/officeDocument/2006/relationships/image" Target="../media/image239.png"/><Relationship Id="rId13" Type="http://schemas.openxmlformats.org/officeDocument/2006/relationships/image" Target="../media/image240.png"/><Relationship Id="rId12" Type="http://schemas.openxmlformats.org/officeDocument/2006/relationships/image" Target="../media/image250.png"/><Relationship Id="rId15" Type="http://schemas.openxmlformats.org/officeDocument/2006/relationships/image" Target="../media/image252.png"/><Relationship Id="rId14" Type="http://schemas.openxmlformats.org/officeDocument/2006/relationships/image" Target="../media/image268.png"/><Relationship Id="rId17" Type="http://schemas.openxmlformats.org/officeDocument/2006/relationships/image" Target="../media/image249.png"/><Relationship Id="rId16" Type="http://schemas.openxmlformats.org/officeDocument/2006/relationships/image" Target="../media/image244.png"/><Relationship Id="rId19" Type="http://schemas.openxmlformats.org/officeDocument/2006/relationships/image" Target="../media/image269.png"/><Relationship Id="rId18" Type="http://schemas.openxmlformats.org/officeDocument/2006/relationships/image" Target="../media/image251.png"/></Relationships>
</file>

<file path=ppt/slides/_rels/slide8.xml.rels><?xml version="1.0" encoding="UTF-8" standalone="yes"?><Relationships xmlns="http://schemas.openxmlformats.org/package/2006/relationships"><Relationship Id="rId40" Type="http://schemas.openxmlformats.org/officeDocument/2006/relationships/image" Target="../media/image311.png"/><Relationship Id="rId42" Type="http://schemas.openxmlformats.org/officeDocument/2006/relationships/image" Target="../media/image308.png"/><Relationship Id="rId41" Type="http://schemas.openxmlformats.org/officeDocument/2006/relationships/image" Target="../media/image317.png"/><Relationship Id="rId44" Type="http://schemas.openxmlformats.org/officeDocument/2006/relationships/image" Target="../media/image326.png"/><Relationship Id="rId43" Type="http://schemas.openxmlformats.org/officeDocument/2006/relationships/image" Target="../media/image310.png"/><Relationship Id="rId46" Type="http://schemas.openxmlformats.org/officeDocument/2006/relationships/image" Target="../media/image327.png"/><Relationship Id="rId45" Type="http://schemas.openxmlformats.org/officeDocument/2006/relationships/image" Target="../media/image30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6.png"/><Relationship Id="rId4" Type="http://schemas.openxmlformats.org/officeDocument/2006/relationships/image" Target="../media/image270.png"/><Relationship Id="rId9" Type="http://schemas.openxmlformats.org/officeDocument/2006/relationships/image" Target="../media/image277.png"/><Relationship Id="rId48" Type="http://schemas.openxmlformats.org/officeDocument/2006/relationships/image" Target="../media/image328.png"/><Relationship Id="rId47" Type="http://schemas.openxmlformats.org/officeDocument/2006/relationships/image" Target="../media/image313.png"/><Relationship Id="rId49" Type="http://schemas.openxmlformats.org/officeDocument/2006/relationships/image" Target="../media/image316.png"/><Relationship Id="rId5" Type="http://schemas.openxmlformats.org/officeDocument/2006/relationships/image" Target="../media/image271.png"/><Relationship Id="rId6" Type="http://schemas.openxmlformats.org/officeDocument/2006/relationships/image" Target="../media/image307.png"/><Relationship Id="rId7" Type="http://schemas.openxmlformats.org/officeDocument/2006/relationships/image" Target="../media/image279.png"/><Relationship Id="rId8" Type="http://schemas.openxmlformats.org/officeDocument/2006/relationships/image" Target="../media/image301.png"/><Relationship Id="rId31" Type="http://schemas.openxmlformats.org/officeDocument/2006/relationships/image" Target="../media/image298.png"/><Relationship Id="rId30" Type="http://schemas.openxmlformats.org/officeDocument/2006/relationships/image" Target="../media/image302.png"/><Relationship Id="rId33" Type="http://schemas.openxmlformats.org/officeDocument/2006/relationships/image" Target="../media/image324.png"/><Relationship Id="rId32" Type="http://schemas.openxmlformats.org/officeDocument/2006/relationships/image" Target="../media/image299.png"/><Relationship Id="rId35" Type="http://schemas.openxmlformats.org/officeDocument/2006/relationships/image" Target="../media/image306.png"/><Relationship Id="rId34" Type="http://schemas.openxmlformats.org/officeDocument/2006/relationships/image" Target="../media/image300.png"/><Relationship Id="rId37" Type="http://schemas.openxmlformats.org/officeDocument/2006/relationships/image" Target="../media/image330.png"/><Relationship Id="rId36" Type="http://schemas.openxmlformats.org/officeDocument/2006/relationships/image" Target="../media/image321.png"/><Relationship Id="rId39" Type="http://schemas.openxmlformats.org/officeDocument/2006/relationships/image" Target="../media/image315.png"/><Relationship Id="rId38" Type="http://schemas.openxmlformats.org/officeDocument/2006/relationships/image" Target="../media/image312.png"/><Relationship Id="rId20" Type="http://schemas.openxmlformats.org/officeDocument/2006/relationships/image" Target="../media/image288.png"/><Relationship Id="rId22" Type="http://schemas.openxmlformats.org/officeDocument/2006/relationships/image" Target="../media/image290.png"/><Relationship Id="rId21" Type="http://schemas.openxmlformats.org/officeDocument/2006/relationships/image" Target="../media/image314.png"/><Relationship Id="rId24" Type="http://schemas.openxmlformats.org/officeDocument/2006/relationships/image" Target="../media/image320.png"/><Relationship Id="rId23" Type="http://schemas.openxmlformats.org/officeDocument/2006/relationships/image" Target="../media/image284.png"/><Relationship Id="rId26" Type="http://schemas.openxmlformats.org/officeDocument/2006/relationships/image" Target="../media/image318.png"/><Relationship Id="rId25" Type="http://schemas.openxmlformats.org/officeDocument/2006/relationships/image" Target="../media/image292.png"/><Relationship Id="rId28" Type="http://schemas.openxmlformats.org/officeDocument/2006/relationships/image" Target="../media/image305.png"/><Relationship Id="rId27" Type="http://schemas.openxmlformats.org/officeDocument/2006/relationships/image" Target="../media/image296.png"/><Relationship Id="rId29" Type="http://schemas.openxmlformats.org/officeDocument/2006/relationships/image" Target="../media/image325.png"/><Relationship Id="rId11" Type="http://schemas.openxmlformats.org/officeDocument/2006/relationships/image" Target="../media/image283.png"/><Relationship Id="rId10" Type="http://schemas.openxmlformats.org/officeDocument/2006/relationships/image" Target="../media/image289.png"/><Relationship Id="rId13" Type="http://schemas.openxmlformats.org/officeDocument/2006/relationships/image" Target="../media/image286.png"/><Relationship Id="rId12" Type="http://schemas.openxmlformats.org/officeDocument/2006/relationships/image" Target="../media/image282.png"/><Relationship Id="rId15" Type="http://schemas.openxmlformats.org/officeDocument/2006/relationships/image" Target="../media/image285.png"/><Relationship Id="rId14" Type="http://schemas.openxmlformats.org/officeDocument/2006/relationships/image" Target="../media/image278.png"/><Relationship Id="rId17" Type="http://schemas.openxmlformats.org/officeDocument/2006/relationships/image" Target="../media/image291.png"/><Relationship Id="rId16" Type="http://schemas.openxmlformats.org/officeDocument/2006/relationships/image" Target="../media/image287.png"/><Relationship Id="rId19" Type="http://schemas.openxmlformats.org/officeDocument/2006/relationships/image" Target="../media/image295.png"/><Relationship Id="rId18" Type="http://schemas.openxmlformats.org/officeDocument/2006/relationships/image" Target="../media/image297.png"/></Relationships>
</file>

<file path=ppt/slides/_rels/slide9.xml.rels><?xml version="1.0" encoding="UTF-8" standalone="yes"?><Relationships xmlns="http://schemas.openxmlformats.org/package/2006/relationships"><Relationship Id="rId40" Type="http://schemas.openxmlformats.org/officeDocument/2006/relationships/image" Target="../media/image359.png"/><Relationship Id="rId42" Type="http://schemas.openxmlformats.org/officeDocument/2006/relationships/image" Target="../media/image367.png"/><Relationship Id="rId41" Type="http://schemas.openxmlformats.org/officeDocument/2006/relationships/image" Target="../media/image388.png"/><Relationship Id="rId44" Type="http://schemas.openxmlformats.org/officeDocument/2006/relationships/image" Target="../media/image361.png"/><Relationship Id="rId43" Type="http://schemas.openxmlformats.org/officeDocument/2006/relationships/image" Target="../media/image360.png"/><Relationship Id="rId46" Type="http://schemas.openxmlformats.org/officeDocument/2006/relationships/image" Target="../media/image363.png"/><Relationship Id="rId45" Type="http://schemas.openxmlformats.org/officeDocument/2006/relationships/image" Target="../media/image37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3.png"/><Relationship Id="rId4" Type="http://schemas.openxmlformats.org/officeDocument/2006/relationships/image" Target="../media/image338.png"/><Relationship Id="rId9" Type="http://schemas.openxmlformats.org/officeDocument/2006/relationships/image" Target="../media/image329.png"/><Relationship Id="rId48" Type="http://schemas.openxmlformats.org/officeDocument/2006/relationships/image" Target="../media/image375.png"/><Relationship Id="rId47" Type="http://schemas.openxmlformats.org/officeDocument/2006/relationships/image" Target="../media/image378.png"/><Relationship Id="rId49" Type="http://schemas.openxmlformats.org/officeDocument/2006/relationships/image" Target="../media/image371.png"/><Relationship Id="rId5" Type="http://schemas.openxmlformats.org/officeDocument/2006/relationships/image" Target="../media/image336.png"/><Relationship Id="rId6" Type="http://schemas.openxmlformats.org/officeDocument/2006/relationships/image" Target="../media/image337.png"/><Relationship Id="rId7" Type="http://schemas.openxmlformats.org/officeDocument/2006/relationships/image" Target="../media/image322.png"/><Relationship Id="rId8" Type="http://schemas.openxmlformats.org/officeDocument/2006/relationships/image" Target="../media/image319.png"/><Relationship Id="rId31" Type="http://schemas.openxmlformats.org/officeDocument/2006/relationships/image" Target="../media/image345.png"/><Relationship Id="rId30" Type="http://schemas.openxmlformats.org/officeDocument/2006/relationships/image" Target="../media/image362.png"/><Relationship Id="rId33" Type="http://schemas.openxmlformats.org/officeDocument/2006/relationships/image" Target="../media/image393.png"/><Relationship Id="rId32" Type="http://schemas.openxmlformats.org/officeDocument/2006/relationships/image" Target="../media/image354.png"/><Relationship Id="rId35" Type="http://schemas.openxmlformats.org/officeDocument/2006/relationships/image" Target="../media/image350.png"/><Relationship Id="rId34" Type="http://schemas.openxmlformats.org/officeDocument/2006/relationships/image" Target="../media/image358.png"/><Relationship Id="rId37" Type="http://schemas.openxmlformats.org/officeDocument/2006/relationships/image" Target="../media/image348.png"/><Relationship Id="rId36" Type="http://schemas.openxmlformats.org/officeDocument/2006/relationships/image" Target="../media/image351.png"/><Relationship Id="rId39" Type="http://schemas.openxmlformats.org/officeDocument/2006/relationships/image" Target="../media/image353.png"/><Relationship Id="rId38" Type="http://schemas.openxmlformats.org/officeDocument/2006/relationships/image" Target="../media/image357.png"/><Relationship Id="rId61" Type="http://schemas.openxmlformats.org/officeDocument/2006/relationships/image" Target="../media/image386.png"/><Relationship Id="rId20" Type="http://schemas.openxmlformats.org/officeDocument/2006/relationships/image" Target="../media/image332.png"/><Relationship Id="rId22" Type="http://schemas.openxmlformats.org/officeDocument/2006/relationships/image" Target="../media/image344.png"/><Relationship Id="rId21" Type="http://schemas.openxmlformats.org/officeDocument/2006/relationships/image" Target="../media/image374.png"/><Relationship Id="rId24" Type="http://schemas.openxmlformats.org/officeDocument/2006/relationships/image" Target="../media/image339.png"/><Relationship Id="rId23" Type="http://schemas.openxmlformats.org/officeDocument/2006/relationships/image" Target="../media/image366.png"/><Relationship Id="rId60" Type="http://schemas.openxmlformats.org/officeDocument/2006/relationships/image" Target="../media/image392.png"/><Relationship Id="rId26" Type="http://schemas.openxmlformats.org/officeDocument/2006/relationships/image" Target="../media/image347.png"/><Relationship Id="rId25" Type="http://schemas.openxmlformats.org/officeDocument/2006/relationships/image" Target="../media/image349.png"/><Relationship Id="rId28" Type="http://schemas.openxmlformats.org/officeDocument/2006/relationships/image" Target="../media/image355.png"/><Relationship Id="rId27" Type="http://schemas.openxmlformats.org/officeDocument/2006/relationships/image" Target="../media/image343.png"/><Relationship Id="rId29" Type="http://schemas.openxmlformats.org/officeDocument/2006/relationships/image" Target="../media/image365.png"/><Relationship Id="rId51" Type="http://schemas.openxmlformats.org/officeDocument/2006/relationships/image" Target="../media/image364.png"/><Relationship Id="rId50" Type="http://schemas.openxmlformats.org/officeDocument/2006/relationships/image" Target="../media/image372.png"/><Relationship Id="rId53" Type="http://schemas.openxmlformats.org/officeDocument/2006/relationships/image" Target="../media/image368.png"/><Relationship Id="rId52" Type="http://schemas.openxmlformats.org/officeDocument/2006/relationships/image" Target="../media/image387.png"/><Relationship Id="rId11" Type="http://schemas.openxmlformats.org/officeDocument/2006/relationships/image" Target="../media/image340.png"/><Relationship Id="rId55" Type="http://schemas.openxmlformats.org/officeDocument/2006/relationships/image" Target="../media/image369.png"/><Relationship Id="rId10" Type="http://schemas.openxmlformats.org/officeDocument/2006/relationships/image" Target="../media/image341.png"/><Relationship Id="rId54" Type="http://schemas.openxmlformats.org/officeDocument/2006/relationships/image" Target="../media/image377.png"/><Relationship Id="rId13" Type="http://schemas.openxmlformats.org/officeDocument/2006/relationships/image" Target="../media/image356.png"/><Relationship Id="rId57" Type="http://schemas.openxmlformats.org/officeDocument/2006/relationships/image" Target="../media/image370.png"/><Relationship Id="rId12" Type="http://schemas.openxmlformats.org/officeDocument/2006/relationships/image" Target="../media/image342.png"/><Relationship Id="rId56" Type="http://schemas.openxmlformats.org/officeDocument/2006/relationships/image" Target="../media/image381.png"/><Relationship Id="rId15" Type="http://schemas.openxmlformats.org/officeDocument/2006/relationships/image" Target="../media/image331.png"/><Relationship Id="rId59" Type="http://schemas.openxmlformats.org/officeDocument/2006/relationships/image" Target="../media/image412.png"/><Relationship Id="rId14" Type="http://schemas.openxmlformats.org/officeDocument/2006/relationships/image" Target="../media/image334.png"/><Relationship Id="rId58" Type="http://schemas.openxmlformats.org/officeDocument/2006/relationships/image" Target="../media/image394.png"/><Relationship Id="rId17" Type="http://schemas.openxmlformats.org/officeDocument/2006/relationships/image" Target="../media/image352.png"/><Relationship Id="rId16" Type="http://schemas.openxmlformats.org/officeDocument/2006/relationships/image" Target="../media/image335.png"/><Relationship Id="rId19" Type="http://schemas.openxmlformats.org/officeDocument/2006/relationships/image" Target="../media/image346.png"/><Relationship Id="rId18" Type="http://schemas.openxmlformats.org/officeDocument/2006/relationships/image" Target="../media/image3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3.png"/><Relationship Id="rId4" Type="http://schemas.openxmlformats.org/officeDocument/2006/relationships/image" Target="../media/image376.png"/><Relationship Id="rId9" Type="http://schemas.openxmlformats.org/officeDocument/2006/relationships/image" Target="../media/image402.png"/><Relationship Id="rId5" Type="http://schemas.openxmlformats.org/officeDocument/2006/relationships/image" Target="../media/image379.png"/><Relationship Id="rId6" Type="http://schemas.openxmlformats.org/officeDocument/2006/relationships/image" Target="../media/image389.png"/><Relationship Id="rId7" Type="http://schemas.openxmlformats.org/officeDocument/2006/relationships/image" Target="../media/image380.png"/><Relationship Id="rId8" Type="http://schemas.openxmlformats.org/officeDocument/2006/relationships/image" Target="../media/image399.png"/><Relationship Id="rId31" Type="http://schemas.openxmlformats.org/officeDocument/2006/relationships/image" Target="../media/image403.png"/><Relationship Id="rId30" Type="http://schemas.openxmlformats.org/officeDocument/2006/relationships/image" Target="../media/image400.png"/><Relationship Id="rId33" Type="http://schemas.openxmlformats.org/officeDocument/2006/relationships/image" Target="../media/image409.png"/><Relationship Id="rId32" Type="http://schemas.openxmlformats.org/officeDocument/2006/relationships/image" Target="../media/image411.png"/><Relationship Id="rId34" Type="http://schemas.openxmlformats.org/officeDocument/2006/relationships/image" Target="../media/image414.png"/><Relationship Id="rId20" Type="http://schemas.openxmlformats.org/officeDocument/2006/relationships/image" Target="../media/image407.png"/><Relationship Id="rId22" Type="http://schemas.openxmlformats.org/officeDocument/2006/relationships/image" Target="../media/image398.png"/><Relationship Id="rId21" Type="http://schemas.openxmlformats.org/officeDocument/2006/relationships/image" Target="../media/image417.png"/><Relationship Id="rId24" Type="http://schemas.openxmlformats.org/officeDocument/2006/relationships/image" Target="../media/image404.png"/><Relationship Id="rId23" Type="http://schemas.openxmlformats.org/officeDocument/2006/relationships/image" Target="../media/image416.png"/><Relationship Id="rId26" Type="http://schemas.openxmlformats.org/officeDocument/2006/relationships/image" Target="../media/image408.png"/><Relationship Id="rId25" Type="http://schemas.openxmlformats.org/officeDocument/2006/relationships/image" Target="../media/image430.png"/><Relationship Id="rId28" Type="http://schemas.openxmlformats.org/officeDocument/2006/relationships/image" Target="../media/image405.png"/><Relationship Id="rId27" Type="http://schemas.openxmlformats.org/officeDocument/2006/relationships/image" Target="../media/image413.png"/><Relationship Id="rId29" Type="http://schemas.openxmlformats.org/officeDocument/2006/relationships/image" Target="../media/image401.png"/><Relationship Id="rId11" Type="http://schemas.openxmlformats.org/officeDocument/2006/relationships/image" Target="../media/image397.png"/><Relationship Id="rId10" Type="http://schemas.openxmlformats.org/officeDocument/2006/relationships/image" Target="../media/image396.png"/><Relationship Id="rId13" Type="http://schemas.openxmlformats.org/officeDocument/2006/relationships/image" Target="../media/image422.png"/><Relationship Id="rId12" Type="http://schemas.openxmlformats.org/officeDocument/2006/relationships/image" Target="../media/image382.png"/><Relationship Id="rId15" Type="http://schemas.openxmlformats.org/officeDocument/2006/relationships/image" Target="../media/image419.png"/><Relationship Id="rId14" Type="http://schemas.openxmlformats.org/officeDocument/2006/relationships/image" Target="../media/image385.png"/><Relationship Id="rId17" Type="http://schemas.openxmlformats.org/officeDocument/2006/relationships/image" Target="../media/image395.png"/><Relationship Id="rId16" Type="http://schemas.openxmlformats.org/officeDocument/2006/relationships/image" Target="../media/image384.png"/><Relationship Id="rId19" Type="http://schemas.openxmlformats.org/officeDocument/2006/relationships/image" Target="../media/image391.png"/><Relationship Id="rId18" Type="http://schemas.openxmlformats.org/officeDocument/2006/relationships/image" Target="../media/image390.png"/></Relationships>
</file>

<file path=ppt/slides/_rels/slide11.xml.rels><?xml version="1.0" encoding="UTF-8" standalone="yes"?><Relationships xmlns="http://schemas.openxmlformats.org/package/2006/relationships"><Relationship Id="rId40" Type="http://schemas.openxmlformats.org/officeDocument/2006/relationships/image" Target="../media/image458.png"/><Relationship Id="rId42" Type="http://schemas.openxmlformats.org/officeDocument/2006/relationships/image" Target="../media/image469.png"/><Relationship Id="rId41" Type="http://schemas.openxmlformats.org/officeDocument/2006/relationships/image" Target="../media/image449.png"/><Relationship Id="rId44" Type="http://schemas.openxmlformats.org/officeDocument/2006/relationships/image" Target="../media/image455.png"/><Relationship Id="rId43" Type="http://schemas.openxmlformats.org/officeDocument/2006/relationships/image" Target="../media/image454.png"/><Relationship Id="rId46" Type="http://schemas.openxmlformats.org/officeDocument/2006/relationships/image" Target="../media/image471.png"/><Relationship Id="rId45" Type="http://schemas.openxmlformats.org/officeDocument/2006/relationships/image" Target="../media/image45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0.png"/><Relationship Id="rId4" Type="http://schemas.openxmlformats.org/officeDocument/2006/relationships/image" Target="../media/image406.png"/><Relationship Id="rId9" Type="http://schemas.openxmlformats.org/officeDocument/2006/relationships/image" Target="../media/image418.png"/><Relationship Id="rId48" Type="http://schemas.openxmlformats.org/officeDocument/2006/relationships/image" Target="../media/image452.png"/><Relationship Id="rId47" Type="http://schemas.openxmlformats.org/officeDocument/2006/relationships/image" Target="../media/image453.png"/><Relationship Id="rId49" Type="http://schemas.openxmlformats.org/officeDocument/2006/relationships/image" Target="../media/image463.png"/><Relationship Id="rId5" Type="http://schemas.openxmlformats.org/officeDocument/2006/relationships/image" Target="../media/image423.png"/><Relationship Id="rId6" Type="http://schemas.openxmlformats.org/officeDocument/2006/relationships/image" Target="../media/image415.png"/><Relationship Id="rId7" Type="http://schemas.openxmlformats.org/officeDocument/2006/relationships/image" Target="../media/image431.png"/><Relationship Id="rId8" Type="http://schemas.openxmlformats.org/officeDocument/2006/relationships/image" Target="../media/image421.png"/><Relationship Id="rId31" Type="http://schemas.openxmlformats.org/officeDocument/2006/relationships/image" Target="../media/image461.png"/><Relationship Id="rId30" Type="http://schemas.openxmlformats.org/officeDocument/2006/relationships/image" Target="../media/image438.png"/><Relationship Id="rId33" Type="http://schemas.openxmlformats.org/officeDocument/2006/relationships/image" Target="../media/image439.png"/><Relationship Id="rId32" Type="http://schemas.openxmlformats.org/officeDocument/2006/relationships/image" Target="../media/image434.png"/><Relationship Id="rId35" Type="http://schemas.openxmlformats.org/officeDocument/2006/relationships/image" Target="../media/image448.png"/><Relationship Id="rId34" Type="http://schemas.openxmlformats.org/officeDocument/2006/relationships/image" Target="../media/image450.png"/><Relationship Id="rId37" Type="http://schemas.openxmlformats.org/officeDocument/2006/relationships/image" Target="../media/image447.png"/><Relationship Id="rId36" Type="http://schemas.openxmlformats.org/officeDocument/2006/relationships/image" Target="../media/image456.png"/><Relationship Id="rId39" Type="http://schemas.openxmlformats.org/officeDocument/2006/relationships/image" Target="../media/image460.png"/><Relationship Id="rId38" Type="http://schemas.openxmlformats.org/officeDocument/2006/relationships/image" Target="../media/image440.png"/><Relationship Id="rId20" Type="http://schemas.openxmlformats.org/officeDocument/2006/relationships/image" Target="../media/image424.png"/><Relationship Id="rId22" Type="http://schemas.openxmlformats.org/officeDocument/2006/relationships/image" Target="../media/image425.png"/><Relationship Id="rId21" Type="http://schemas.openxmlformats.org/officeDocument/2006/relationships/image" Target="../media/image444.png"/><Relationship Id="rId24" Type="http://schemas.openxmlformats.org/officeDocument/2006/relationships/image" Target="../media/image451.png"/><Relationship Id="rId23" Type="http://schemas.openxmlformats.org/officeDocument/2006/relationships/image" Target="../media/image442.png"/><Relationship Id="rId26" Type="http://schemas.openxmlformats.org/officeDocument/2006/relationships/image" Target="../media/image443.png"/><Relationship Id="rId25" Type="http://schemas.openxmlformats.org/officeDocument/2006/relationships/image" Target="../media/image433.png"/><Relationship Id="rId28" Type="http://schemas.openxmlformats.org/officeDocument/2006/relationships/image" Target="../media/image441.png"/><Relationship Id="rId27" Type="http://schemas.openxmlformats.org/officeDocument/2006/relationships/image" Target="../media/image435.png"/><Relationship Id="rId29" Type="http://schemas.openxmlformats.org/officeDocument/2006/relationships/image" Target="../media/image445.png"/><Relationship Id="rId51" Type="http://schemas.openxmlformats.org/officeDocument/2006/relationships/image" Target="../media/image470.png"/><Relationship Id="rId50" Type="http://schemas.openxmlformats.org/officeDocument/2006/relationships/image" Target="../media/image479.png"/><Relationship Id="rId52" Type="http://schemas.openxmlformats.org/officeDocument/2006/relationships/image" Target="../media/image472.png"/><Relationship Id="rId11" Type="http://schemas.openxmlformats.org/officeDocument/2006/relationships/image" Target="../media/image436.png"/><Relationship Id="rId10" Type="http://schemas.openxmlformats.org/officeDocument/2006/relationships/image" Target="../media/image459.png"/><Relationship Id="rId13" Type="http://schemas.openxmlformats.org/officeDocument/2006/relationships/image" Target="../media/image446.png"/><Relationship Id="rId12" Type="http://schemas.openxmlformats.org/officeDocument/2006/relationships/image" Target="../media/image426.png"/><Relationship Id="rId15" Type="http://schemas.openxmlformats.org/officeDocument/2006/relationships/image" Target="../media/image437.png"/><Relationship Id="rId14" Type="http://schemas.openxmlformats.org/officeDocument/2006/relationships/image" Target="../media/image429.png"/><Relationship Id="rId17" Type="http://schemas.openxmlformats.org/officeDocument/2006/relationships/image" Target="../media/image420.png"/><Relationship Id="rId16" Type="http://schemas.openxmlformats.org/officeDocument/2006/relationships/image" Target="../media/image428.png"/><Relationship Id="rId19" Type="http://schemas.openxmlformats.org/officeDocument/2006/relationships/image" Target="../media/image432.png"/><Relationship Id="rId18" Type="http://schemas.openxmlformats.org/officeDocument/2006/relationships/image" Target="../media/image427.png"/></Relationships>
</file>

<file path=ppt/slides/_rels/slide12.xml.rels><?xml version="1.0" encoding="UTF-8" standalone="yes"?><Relationships xmlns="http://schemas.openxmlformats.org/package/2006/relationships"><Relationship Id="rId40" Type="http://schemas.openxmlformats.org/officeDocument/2006/relationships/image" Target="../media/image508.png"/><Relationship Id="rId42" Type="http://schemas.openxmlformats.org/officeDocument/2006/relationships/image" Target="../media/image492.png"/><Relationship Id="rId41" Type="http://schemas.openxmlformats.org/officeDocument/2006/relationships/image" Target="../media/image526.png"/><Relationship Id="rId44" Type="http://schemas.openxmlformats.org/officeDocument/2006/relationships/image" Target="../media/image505.png"/><Relationship Id="rId43" Type="http://schemas.openxmlformats.org/officeDocument/2006/relationships/image" Target="../media/image498.png"/><Relationship Id="rId46" Type="http://schemas.openxmlformats.org/officeDocument/2006/relationships/image" Target="../media/image513.png"/><Relationship Id="rId45" Type="http://schemas.openxmlformats.org/officeDocument/2006/relationships/image" Target="../media/image5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4.png"/><Relationship Id="rId4" Type="http://schemas.openxmlformats.org/officeDocument/2006/relationships/image" Target="../media/image484.png"/><Relationship Id="rId9" Type="http://schemas.openxmlformats.org/officeDocument/2006/relationships/image" Target="../media/image465.png"/><Relationship Id="rId48" Type="http://schemas.openxmlformats.org/officeDocument/2006/relationships/image" Target="../media/image500.png"/><Relationship Id="rId47" Type="http://schemas.openxmlformats.org/officeDocument/2006/relationships/image" Target="../media/image501.png"/><Relationship Id="rId49" Type="http://schemas.openxmlformats.org/officeDocument/2006/relationships/image" Target="../media/image507.png"/><Relationship Id="rId5" Type="http://schemas.openxmlformats.org/officeDocument/2006/relationships/image" Target="../media/image477.png"/><Relationship Id="rId6" Type="http://schemas.openxmlformats.org/officeDocument/2006/relationships/image" Target="../media/image462.png"/><Relationship Id="rId7" Type="http://schemas.openxmlformats.org/officeDocument/2006/relationships/image" Target="../media/image487.png"/><Relationship Id="rId8" Type="http://schemas.openxmlformats.org/officeDocument/2006/relationships/image" Target="../media/image478.png"/><Relationship Id="rId31" Type="http://schemas.openxmlformats.org/officeDocument/2006/relationships/image" Target="../media/image496.png"/><Relationship Id="rId30" Type="http://schemas.openxmlformats.org/officeDocument/2006/relationships/image" Target="../media/image524.png"/><Relationship Id="rId33" Type="http://schemas.openxmlformats.org/officeDocument/2006/relationships/image" Target="../media/image527.png"/><Relationship Id="rId32" Type="http://schemas.openxmlformats.org/officeDocument/2006/relationships/image" Target="../media/image514.png"/><Relationship Id="rId35" Type="http://schemas.openxmlformats.org/officeDocument/2006/relationships/image" Target="../media/image515.png"/><Relationship Id="rId34" Type="http://schemas.openxmlformats.org/officeDocument/2006/relationships/image" Target="../media/image493.png"/><Relationship Id="rId37" Type="http://schemas.openxmlformats.org/officeDocument/2006/relationships/image" Target="../media/image494.png"/><Relationship Id="rId36" Type="http://schemas.openxmlformats.org/officeDocument/2006/relationships/image" Target="../media/image491.png"/><Relationship Id="rId39" Type="http://schemas.openxmlformats.org/officeDocument/2006/relationships/image" Target="../media/image495.png"/><Relationship Id="rId38" Type="http://schemas.openxmlformats.org/officeDocument/2006/relationships/image" Target="../media/image504.png"/><Relationship Id="rId62" Type="http://schemas.openxmlformats.org/officeDocument/2006/relationships/image" Target="../media/image523.png"/><Relationship Id="rId61" Type="http://schemas.openxmlformats.org/officeDocument/2006/relationships/image" Target="../media/image517.png"/><Relationship Id="rId20" Type="http://schemas.openxmlformats.org/officeDocument/2006/relationships/image" Target="../media/image489.png"/><Relationship Id="rId64" Type="http://schemas.openxmlformats.org/officeDocument/2006/relationships/image" Target="../media/image537.png"/><Relationship Id="rId63" Type="http://schemas.openxmlformats.org/officeDocument/2006/relationships/image" Target="../media/image518.png"/><Relationship Id="rId22" Type="http://schemas.openxmlformats.org/officeDocument/2006/relationships/image" Target="../media/image480.png"/><Relationship Id="rId21" Type="http://schemas.openxmlformats.org/officeDocument/2006/relationships/image" Target="../media/image482.png"/><Relationship Id="rId24" Type="http://schemas.openxmlformats.org/officeDocument/2006/relationships/image" Target="../media/image490.png"/><Relationship Id="rId23" Type="http://schemas.openxmlformats.org/officeDocument/2006/relationships/image" Target="../media/image486.png"/><Relationship Id="rId60" Type="http://schemas.openxmlformats.org/officeDocument/2006/relationships/image" Target="../media/image519.png"/><Relationship Id="rId26" Type="http://schemas.openxmlformats.org/officeDocument/2006/relationships/image" Target="../media/image488.png"/><Relationship Id="rId25" Type="http://schemas.openxmlformats.org/officeDocument/2006/relationships/image" Target="../media/image503.png"/><Relationship Id="rId28" Type="http://schemas.openxmlformats.org/officeDocument/2006/relationships/image" Target="../media/image483.png"/><Relationship Id="rId27" Type="http://schemas.openxmlformats.org/officeDocument/2006/relationships/image" Target="../media/image485.png"/><Relationship Id="rId29" Type="http://schemas.openxmlformats.org/officeDocument/2006/relationships/image" Target="../media/image497.png"/><Relationship Id="rId51" Type="http://schemas.openxmlformats.org/officeDocument/2006/relationships/image" Target="../media/image512.png"/><Relationship Id="rId50" Type="http://schemas.openxmlformats.org/officeDocument/2006/relationships/image" Target="../media/image510.png"/><Relationship Id="rId53" Type="http://schemas.openxmlformats.org/officeDocument/2006/relationships/image" Target="../media/image516.png"/><Relationship Id="rId52" Type="http://schemas.openxmlformats.org/officeDocument/2006/relationships/image" Target="../media/image567.png"/><Relationship Id="rId11" Type="http://schemas.openxmlformats.org/officeDocument/2006/relationships/image" Target="../media/image467.png"/><Relationship Id="rId55" Type="http://schemas.openxmlformats.org/officeDocument/2006/relationships/image" Target="../media/image533.png"/><Relationship Id="rId10" Type="http://schemas.openxmlformats.org/officeDocument/2006/relationships/image" Target="../media/image473.png"/><Relationship Id="rId54" Type="http://schemas.openxmlformats.org/officeDocument/2006/relationships/image" Target="../media/image506.png"/><Relationship Id="rId13" Type="http://schemas.openxmlformats.org/officeDocument/2006/relationships/image" Target="../media/image466.png"/><Relationship Id="rId57" Type="http://schemas.openxmlformats.org/officeDocument/2006/relationships/image" Target="../media/image563.png"/><Relationship Id="rId12" Type="http://schemas.openxmlformats.org/officeDocument/2006/relationships/image" Target="../media/image502.png"/><Relationship Id="rId56" Type="http://schemas.openxmlformats.org/officeDocument/2006/relationships/image" Target="../media/image511.png"/><Relationship Id="rId15" Type="http://schemas.openxmlformats.org/officeDocument/2006/relationships/image" Target="../media/image476.png"/><Relationship Id="rId59" Type="http://schemas.openxmlformats.org/officeDocument/2006/relationships/image" Target="../media/image509.png"/><Relationship Id="rId14" Type="http://schemas.openxmlformats.org/officeDocument/2006/relationships/image" Target="../media/image468.png"/><Relationship Id="rId58" Type="http://schemas.openxmlformats.org/officeDocument/2006/relationships/image" Target="../media/image520.png"/><Relationship Id="rId17" Type="http://schemas.openxmlformats.org/officeDocument/2006/relationships/image" Target="../media/image474.png"/><Relationship Id="rId16" Type="http://schemas.openxmlformats.org/officeDocument/2006/relationships/image" Target="../media/image499.png"/><Relationship Id="rId19" Type="http://schemas.openxmlformats.org/officeDocument/2006/relationships/image" Target="../media/image475.png"/><Relationship Id="rId18" Type="http://schemas.openxmlformats.org/officeDocument/2006/relationships/image" Target="../media/image481.png"/></Relationships>
</file>

<file path=ppt/slides/_rels/slide13.xml.rels><?xml version="1.0" encoding="UTF-8" standalone="yes"?><Relationships xmlns="http://schemas.openxmlformats.org/package/2006/relationships"><Relationship Id="rId40" Type="http://schemas.openxmlformats.org/officeDocument/2006/relationships/image" Target="../media/image568.png"/><Relationship Id="rId42" Type="http://schemas.openxmlformats.org/officeDocument/2006/relationships/image" Target="../media/image558.png"/><Relationship Id="rId41" Type="http://schemas.openxmlformats.org/officeDocument/2006/relationships/image" Target="../media/image564.png"/><Relationship Id="rId44" Type="http://schemas.openxmlformats.org/officeDocument/2006/relationships/image" Target="../media/image565.png"/><Relationship Id="rId43" Type="http://schemas.openxmlformats.org/officeDocument/2006/relationships/image" Target="../media/image573.png"/><Relationship Id="rId46" Type="http://schemas.openxmlformats.org/officeDocument/2006/relationships/image" Target="../media/image575.png"/><Relationship Id="rId45" Type="http://schemas.openxmlformats.org/officeDocument/2006/relationships/image" Target="../media/image5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1.png"/><Relationship Id="rId4" Type="http://schemas.openxmlformats.org/officeDocument/2006/relationships/image" Target="../media/image522.png"/><Relationship Id="rId9" Type="http://schemas.openxmlformats.org/officeDocument/2006/relationships/image" Target="../media/image529.png"/><Relationship Id="rId48" Type="http://schemas.openxmlformats.org/officeDocument/2006/relationships/image" Target="../media/image579.png"/><Relationship Id="rId47" Type="http://schemas.openxmlformats.org/officeDocument/2006/relationships/image" Target="../media/image566.png"/><Relationship Id="rId49" Type="http://schemas.openxmlformats.org/officeDocument/2006/relationships/image" Target="../media/image578.png"/><Relationship Id="rId5" Type="http://schemas.openxmlformats.org/officeDocument/2006/relationships/image" Target="../media/image530.png"/><Relationship Id="rId6" Type="http://schemas.openxmlformats.org/officeDocument/2006/relationships/image" Target="../media/image532.png"/><Relationship Id="rId7" Type="http://schemas.openxmlformats.org/officeDocument/2006/relationships/image" Target="../media/image547.png"/><Relationship Id="rId8" Type="http://schemas.openxmlformats.org/officeDocument/2006/relationships/image" Target="../media/image550.png"/><Relationship Id="rId31" Type="http://schemas.openxmlformats.org/officeDocument/2006/relationships/image" Target="../media/image546.png"/><Relationship Id="rId30" Type="http://schemas.openxmlformats.org/officeDocument/2006/relationships/image" Target="../media/image544.png"/><Relationship Id="rId33" Type="http://schemas.openxmlformats.org/officeDocument/2006/relationships/image" Target="../media/image552.png"/><Relationship Id="rId32" Type="http://schemas.openxmlformats.org/officeDocument/2006/relationships/image" Target="../media/image553.png"/><Relationship Id="rId35" Type="http://schemas.openxmlformats.org/officeDocument/2006/relationships/image" Target="../media/image555.png"/><Relationship Id="rId34" Type="http://schemas.openxmlformats.org/officeDocument/2006/relationships/image" Target="../media/image576.png"/><Relationship Id="rId37" Type="http://schemas.openxmlformats.org/officeDocument/2006/relationships/image" Target="../media/image560.png"/><Relationship Id="rId36" Type="http://schemas.openxmlformats.org/officeDocument/2006/relationships/image" Target="../media/image557.png"/><Relationship Id="rId39" Type="http://schemas.openxmlformats.org/officeDocument/2006/relationships/image" Target="../media/image561.png"/><Relationship Id="rId38" Type="http://schemas.openxmlformats.org/officeDocument/2006/relationships/image" Target="../media/image562.png"/><Relationship Id="rId62" Type="http://schemas.openxmlformats.org/officeDocument/2006/relationships/image" Target="../media/image581.png"/><Relationship Id="rId61" Type="http://schemas.openxmlformats.org/officeDocument/2006/relationships/image" Target="../media/image592.png"/><Relationship Id="rId20" Type="http://schemas.openxmlformats.org/officeDocument/2006/relationships/image" Target="../media/image540.png"/><Relationship Id="rId63" Type="http://schemas.openxmlformats.org/officeDocument/2006/relationships/image" Target="../media/image591.png"/><Relationship Id="rId22" Type="http://schemas.openxmlformats.org/officeDocument/2006/relationships/image" Target="../media/image554.png"/><Relationship Id="rId21" Type="http://schemas.openxmlformats.org/officeDocument/2006/relationships/image" Target="../media/image551.png"/><Relationship Id="rId24" Type="http://schemas.openxmlformats.org/officeDocument/2006/relationships/image" Target="../media/image548.png"/><Relationship Id="rId23" Type="http://schemas.openxmlformats.org/officeDocument/2006/relationships/image" Target="../media/image543.png"/><Relationship Id="rId60" Type="http://schemas.openxmlformats.org/officeDocument/2006/relationships/image" Target="../media/image597.png"/><Relationship Id="rId26" Type="http://schemas.openxmlformats.org/officeDocument/2006/relationships/image" Target="../media/image542.png"/><Relationship Id="rId25" Type="http://schemas.openxmlformats.org/officeDocument/2006/relationships/image" Target="../media/image549.png"/><Relationship Id="rId28" Type="http://schemas.openxmlformats.org/officeDocument/2006/relationships/image" Target="../media/image574.png"/><Relationship Id="rId27" Type="http://schemas.openxmlformats.org/officeDocument/2006/relationships/image" Target="../media/image545.png"/><Relationship Id="rId29" Type="http://schemas.openxmlformats.org/officeDocument/2006/relationships/image" Target="../media/image556.png"/><Relationship Id="rId51" Type="http://schemas.openxmlformats.org/officeDocument/2006/relationships/image" Target="../media/image571.png"/><Relationship Id="rId50" Type="http://schemas.openxmlformats.org/officeDocument/2006/relationships/image" Target="../media/image570.png"/><Relationship Id="rId53" Type="http://schemas.openxmlformats.org/officeDocument/2006/relationships/image" Target="../media/image580.png"/><Relationship Id="rId52" Type="http://schemas.openxmlformats.org/officeDocument/2006/relationships/image" Target="../media/image589.png"/><Relationship Id="rId11" Type="http://schemas.openxmlformats.org/officeDocument/2006/relationships/image" Target="../media/image531.png"/><Relationship Id="rId55" Type="http://schemas.openxmlformats.org/officeDocument/2006/relationships/image" Target="../media/image569.png"/><Relationship Id="rId10" Type="http://schemas.openxmlformats.org/officeDocument/2006/relationships/image" Target="../media/image535.png"/><Relationship Id="rId54" Type="http://schemas.openxmlformats.org/officeDocument/2006/relationships/image" Target="../media/image611.png"/><Relationship Id="rId13" Type="http://schemas.openxmlformats.org/officeDocument/2006/relationships/image" Target="../media/image541.png"/><Relationship Id="rId57" Type="http://schemas.openxmlformats.org/officeDocument/2006/relationships/image" Target="../media/image583.png"/><Relationship Id="rId12" Type="http://schemas.openxmlformats.org/officeDocument/2006/relationships/image" Target="../media/image528.png"/><Relationship Id="rId56" Type="http://schemas.openxmlformats.org/officeDocument/2006/relationships/image" Target="../media/image606.png"/><Relationship Id="rId15" Type="http://schemas.openxmlformats.org/officeDocument/2006/relationships/image" Target="../media/image538.png"/><Relationship Id="rId59" Type="http://schemas.openxmlformats.org/officeDocument/2006/relationships/image" Target="../media/image596.png"/><Relationship Id="rId14" Type="http://schemas.openxmlformats.org/officeDocument/2006/relationships/image" Target="../media/image536.png"/><Relationship Id="rId58" Type="http://schemas.openxmlformats.org/officeDocument/2006/relationships/image" Target="../media/image584.png"/><Relationship Id="rId17" Type="http://schemas.openxmlformats.org/officeDocument/2006/relationships/image" Target="../media/image582.png"/><Relationship Id="rId16" Type="http://schemas.openxmlformats.org/officeDocument/2006/relationships/image" Target="../media/image534.png"/><Relationship Id="rId19" Type="http://schemas.openxmlformats.org/officeDocument/2006/relationships/image" Target="../media/image539.png"/><Relationship Id="rId18" Type="http://schemas.openxmlformats.org/officeDocument/2006/relationships/image" Target="../media/image57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99.png"/><Relationship Id="rId4" Type="http://schemas.openxmlformats.org/officeDocument/2006/relationships/image" Target="../media/image577.png"/><Relationship Id="rId9" Type="http://schemas.openxmlformats.org/officeDocument/2006/relationships/image" Target="../media/image595.png"/><Relationship Id="rId5" Type="http://schemas.openxmlformats.org/officeDocument/2006/relationships/image" Target="../media/image585.png"/><Relationship Id="rId6" Type="http://schemas.openxmlformats.org/officeDocument/2006/relationships/image" Target="../media/image603.png"/><Relationship Id="rId7" Type="http://schemas.openxmlformats.org/officeDocument/2006/relationships/image" Target="../media/image587.png"/><Relationship Id="rId8" Type="http://schemas.openxmlformats.org/officeDocument/2006/relationships/image" Target="../media/image594.png"/><Relationship Id="rId31" Type="http://schemas.openxmlformats.org/officeDocument/2006/relationships/image" Target="../media/image615.png"/><Relationship Id="rId30" Type="http://schemas.openxmlformats.org/officeDocument/2006/relationships/image" Target="../media/image620.png"/><Relationship Id="rId33" Type="http://schemas.openxmlformats.org/officeDocument/2006/relationships/image" Target="../media/image639.png"/><Relationship Id="rId32" Type="http://schemas.openxmlformats.org/officeDocument/2006/relationships/image" Target="../media/image631.png"/><Relationship Id="rId34" Type="http://schemas.openxmlformats.org/officeDocument/2006/relationships/image" Target="../media/image616.png"/><Relationship Id="rId20" Type="http://schemas.openxmlformats.org/officeDocument/2006/relationships/image" Target="../media/image605.png"/><Relationship Id="rId22" Type="http://schemas.openxmlformats.org/officeDocument/2006/relationships/image" Target="../media/image604.png"/><Relationship Id="rId21" Type="http://schemas.openxmlformats.org/officeDocument/2006/relationships/image" Target="../media/image602.png"/><Relationship Id="rId24" Type="http://schemas.openxmlformats.org/officeDocument/2006/relationships/image" Target="../media/image627.png"/><Relationship Id="rId23" Type="http://schemas.openxmlformats.org/officeDocument/2006/relationships/image" Target="../media/image601.png"/><Relationship Id="rId26" Type="http://schemas.openxmlformats.org/officeDocument/2006/relationships/image" Target="../media/image608.png"/><Relationship Id="rId25" Type="http://schemas.openxmlformats.org/officeDocument/2006/relationships/image" Target="../media/image629.png"/><Relationship Id="rId28" Type="http://schemas.openxmlformats.org/officeDocument/2006/relationships/image" Target="../media/image625.png"/><Relationship Id="rId27" Type="http://schemas.openxmlformats.org/officeDocument/2006/relationships/image" Target="../media/image623.png"/><Relationship Id="rId29" Type="http://schemas.openxmlformats.org/officeDocument/2006/relationships/image" Target="../media/image610.png"/><Relationship Id="rId11" Type="http://schemas.openxmlformats.org/officeDocument/2006/relationships/image" Target="../media/image598.png"/><Relationship Id="rId10" Type="http://schemas.openxmlformats.org/officeDocument/2006/relationships/image" Target="../media/image590.png"/><Relationship Id="rId13" Type="http://schemas.openxmlformats.org/officeDocument/2006/relationships/image" Target="../media/image586.png"/><Relationship Id="rId12" Type="http://schemas.openxmlformats.org/officeDocument/2006/relationships/image" Target="../media/image593.png"/><Relationship Id="rId15" Type="http://schemas.openxmlformats.org/officeDocument/2006/relationships/image" Target="../media/image607.png"/><Relationship Id="rId14" Type="http://schemas.openxmlformats.org/officeDocument/2006/relationships/image" Target="../media/image588.png"/><Relationship Id="rId17" Type="http://schemas.openxmlformats.org/officeDocument/2006/relationships/image" Target="../media/image609.png"/><Relationship Id="rId16" Type="http://schemas.openxmlformats.org/officeDocument/2006/relationships/image" Target="../media/image600.png"/><Relationship Id="rId19" Type="http://schemas.openxmlformats.org/officeDocument/2006/relationships/image" Target="../media/image618.png"/><Relationship Id="rId18" Type="http://schemas.openxmlformats.org/officeDocument/2006/relationships/image" Target="../media/image617.png"/></Relationships>
</file>

<file path=ppt/slides/_rels/slide15.xml.rels><?xml version="1.0" encoding="UTF-8" standalone="yes"?><Relationships xmlns="http://schemas.openxmlformats.org/package/2006/relationships"><Relationship Id="rId40" Type="http://schemas.openxmlformats.org/officeDocument/2006/relationships/image" Target="../media/image666.png"/><Relationship Id="rId42" Type="http://schemas.openxmlformats.org/officeDocument/2006/relationships/image" Target="../media/image671.png"/><Relationship Id="rId41" Type="http://schemas.openxmlformats.org/officeDocument/2006/relationships/image" Target="../media/image652.png"/><Relationship Id="rId44" Type="http://schemas.openxmlformats.org/officeDocument/2006/relationships/image" Target="../media/image650.png"/><Relationship Id="rId43" Type="http://schemas.openxmlformats.org/officeDocument/2006/relationships/image" Target="../media/image6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22.png"/><Relationship Id="rId4" Type="http://schemas.openxmlformats.org/officeDocument/2006/relationships/image" Target="../media/image614.png"/><Relationship Id="rId9" Type="http://schemas.openxmlformats.org/officeDocument/2006/relationships/image" Target="../media/image636.png"/><Relationship Id="rId5" Type="http://schemas.openxmlformats.org/officeDocument/2006/relationships/image" Target="../media/image612.png"/><Relationship Id="rId6" Type="http://schemas.openxmlformats.org/officeDocument/2006/relationships/image" Target="../media/image613.png"/><Relationship Id="rId7" Type="http://schemas.openxmlformats.org/officeDocument/2006/relationships/image" Target="../media/image630.png"/><Relationship Id="rId8" Type="http://schemas.openxmlformats.org/officeDocument/2006/relationships/image" Target="../media/image635.png"/><Relationship Id="rId31" Type="http://schemas.openxmlformats.org/officeDocument/2006/relationships/image" Target="../media/image674.png"/><Relationship Id="rId30" Type="http://schemas.openxmlformats.org/officeDocument/2006/relationships/image" Target="../media/image634.png"/><Relationship Id="rId33" Type="http://schemas.openxmlformats.org/officeDocument/2006/relationships/image" Target="../media/image644.png"/><Relationship Id="rId32" Type="http://schemas.openxmlformats.org/officeDocument/2006/relationships/image" Target="../media/image655.png"/><Relationship Id="rId35" Type="http://schemas.openxmlformats.org/officeDocument/2006/relationships/image" Target="../media/image646.png"/><Relationship Id="rId34" Type="http://schemas.openxmlformats.org/officeDocument/2006/relationships/image" Target="../media/image649.png"/><Relationship Id="rId37" Type="http://schemas.openxmlformats.org/officeDocument/2006/relationships/image" Target="../media/image647.png"/><Relationship Id="rId36" Type="http://schemas.openxmlformats.org/officeDocument/2006/relationships/image" Target="../media/image663.png"/><Relationship Id="rId39" Type="http://schemas.openxmlformats.org/officeDocument/2006/relationships/image" Target="../media/image656.png"/><Relationship Id="rId38" Type="http://schemas.openxmlformats.org/officeDocument/2006/relationships/image" Target="../media/image654.png"/><Relationship Id="rId20" Type="http://schemas.openxmlformats.org/officeDocument/2006/relationships/image" Target="../media/image672.png"/><Relationship Id="rId22" Type="http://schemas.openxmlformats.org/officeDocument/2006/relationships/image" Target="../media/image651.png"/><Relationship Id="rId21" Type="http://schemas.openxmlformats.org/officeDocument/2006/relationships/image" Target="../media/image632.png"/><Relationship Id="rId24" Type="http://schemas.openxmlformats.org/officeDocument/2006/relationships/image" Target="../media/image638.png"/><Relationship Id="rId23" Type="http://schemas.openxmlformats.org/officeDocument/2006/relationships/image" Target="../media/image641.png"/><Relationship Id="rId26" Type="http://schemas.openxmlformats.org/officeDocument/2006/relationships/image" Target="../media/image668.png"/><Relationship Id="rId25" Type="http://schemas.openxmlformats.org/officeDocument/2006/relationships/image" Target="../media/image643.png"/><Relationship Id="rId28" Type="http://schemas.openxmlformats.org/officeDocument/2006/relationships/image" Target="../media/image642.png"/><Relationship Id="rId27" Type="http://schemas.openxmlformats.org/officeDocument/2006/relationships/image" Target="../media/image648.png"/><Relationship Id="rId29" Type="http://schemas.openxmlformats.org/officeDocument/2006/relationships/image" Target="../media/image640.png"/><Relationship Id="rId11" Type="http://schemas.openxmlformats.org/officeDocument/2006/relationships/image" Target="../media/image637.png"/><Relationship Id="rId10" Type="http://schemas.openxmlformats.org/officeDocument/2006/relationships/image" Target="../media/image619.png"/><Relationship Id="rId13" Type="http://schemas.openxmlformats.org/officeDocument/2006/relationships/image" Target="../media/image633.png"/><Relationship Id="rId12" Type="http://schemas.openxmlformats.org/officeDocument/2006/relationships/image" Target="../media/image653.png"/><Relationship Id="rId15" Type="http://schemas.openxmlformats.org/officeDocument/2006/relationships/image" Target="../media/image645.png"/><Relationship Id="rId14" Type="http://schemas.openxmlformats.org/officeDocument/2006/relationships/image" Target="../media/image628.png"/><Relationship Id="rId17" Type="http://schemas.openxmlformats.org/officeDocument/2006/relationships/image" Target="../media/image621.png"/><Relationship Id="rId16" Type="http://schemas.openxmlformats.org/officeDocument/2006/relationships/image" Target="../media/image669.png"/><Relationship Id="rId19" Type="http://schemas.openxmlformats.org/officeDocument/2006/relationships/image" Target="../media/image624.png"/><Relationship Id="rId18" Type="http://schemas.openxmlformats.org/officeDocument/2006/relationships/image" Target="../media/image626.png"/></Relationships>
</file>

<file path=ppt/slides/_rels/slide16.xml.rels><?xml version="1.0" encoding="UTF-8" standalone="yes"?><Relationships xmlns="http://schemas.openxmlformats.org/package/2006/relationships"><Relationship Id="rId40" Type="http://schemas.openxmlformats.org/officeDocument/2006/relationships/image" Target="../media/image696.png"/><Relationship Id="rId42" Type="http://schemas.openxmlformats.org/officeDocument/2006/relationships/image" Target="../media/image698.png"/><Relationship Id="rId41" Type="http://schemas.openxmlformats.org/officeDocument/2006/relationships/image" Target="../media/image697.png"/><Relationship Id="rId44" Type="http://schemas.openxmlformats.org/officeDocument/2006/relationships/image" Target="../media/image695.png"/><Relationship Id="rId43" Type="http://schemas.openxmlformats.org/officeDocument/2006/relationships/image" Target="../media/image701.png"/><Relationship Id="rId46" Type="http://schemas.openxmlformats.org/officeDocument/2006/relationships/image" Target="../media/image699.png"/><Relationship Id="rId45" Type="http://schemas.openxmlformats.org/officeDocument/2006/relationships/image" Target="../media/image703.png"/><Relationship Id="rId104" Type="http://schemas.openxmlformats.org/officeDocument/2006/relationships/image" Target="../media/image777.png"/><Relationship Id="rId48" Type="http://schemas.openxmlformats.org/officeDocument/2006/relationships/image" Target="../media/image706.png"/><Relationship Id="rId47" Type="http://schemas.openxmlformats.org/officeDocument/2006/relationships/image" Target="../media/image726.png"/><Relationship Id="rId49" Type="http://schemas.openxmlformats.org/officeDocument/2006/relationships/image" Target="../media/image705.png"/><Relationship Id="rId103" Type="http://schemas.openxmlformats.org/officeDocument/2006/relationships/image" Target="../media/image753.png"/><Relationship Id="rId102" Type="http://schemas.openxmlformats.org/officeDocument/2006/relationships/image" Target="../media/image760.png"/><Relationship Id="rId101" Type="http://schemas.openxmlformats.org/officeDocument/2006/relationships/image" Target="../media/image754.png"/><Relationship Id="rId100" Type="http://schemas.openxmlformats.org/officeDocument/2006/relationships/image" Target="../media/image756.png"/><Relationship Id="rId31" Type="http://schemas.openxmlformats.org/officeDocument/2006/relationships/image" Target="../media/image681.png"/><Relationship Id="rId30" Type="http://schemas.openxmlformats.org/officeDocument/2006/relationships/image" Target="../media/image685.png"/><Relationship Id="rId33" Type="http://schemas.openxmlformats.org/officeDocument/2006/relationships/image" Target="../media/image689.png"/><Relationship Id="rId32" Type="http://schemas.openxmlformats.org/officeDocument/2006/relationships/image" Target="../media/image686.png"/><Relationship Id="rId35" Type="http://schemas.openxmlformats.org/officeDocument/2006/relationships/image" Target="../media/image700.png"/><Relationship Id="rId34" Type="http://schemas.openxmlformats.org/officeDocument/2006/relationships/image" Target="../media/image713.png"/><Relationship Id="rId37" Type="http://schemas.openxmlformats.org/officeDocument/2006/relationships/image" Target="../media/image688.png"/><Relationship Id="rId36" Type="http://schemas.openxmlformats.org/officeDocument/2006/relationships/image" Target="../media/image687.png"/><Relationship Id="rId39" Type="http://schemas.openxmlformats.org/officeDocument/2006/relationships/image" Target="../media/image693.png"/><Relationship Id="rId38" Type="http://schemas.openxmlformats.org/officeDocument/2006/relationships/image" Target="../media/image702.png"/><Relationship Id="rId20" Type="http://schemas.openxmlformats.org/officeDocument/2006/relationships/image" Target="../media/image682.png"/><Relationship Id="rId22" Type="http://schemas.openxmlformats.org/officeDocument/2006/relationships/image" Target="../media/image691.png"/><Relationship Id="rId21" Type="http://schemas.openxmlformats.org/officeDocument/2006/relationships/image" Target="../media/image680.png"/><Relationship Id="rId24" Type="http://schemas.openxmlformats.org/officeDocument/2006/relationships/image" Target="../media/image679.png"/><Relationship Id="rId23" Type="http://schemas.openxmlformats.org/officeDocument/2006/relationships/image" Target="../media/image678.png"/><Relationship Id="rId26" Type="http://schemas.openxmlformats.org/officeDocument/2006/relationships/image" Target="../media/image694.png"/><Relationship Id="rId25" Type="http://schemas.openxmlformats.org/officeDocument/2006/relationships/image" Target="../media/image676.png"/><Relationship Id="rId28" Type="http://schemas.openxmlformats.org/officeDocument/2006/relationships/image" Target="../media/image709.png"/><Relationship Id="rId27" Type="http://schemas.openxmlformats.org/officeDocument/2006/relationships/image" Target="../media/image690.png"/><Relationship Id="rId29" Type="http://schemas.openxmlformats.org/officeDocument/2006/relationships/image" Target="../media/image711.png"/><Relationship Id="rId95" Type="http://schemas.openxmlformats.org/officeDocument/2006/relationships/image" Target="../media/image747.png"/><Relationship Id="rId94" Type="http://schemas.openxmlformats.org/officeDocument/2006/relationships/image" Target="../media/image757.png"/><Relationship Id="rId97" Type="http://schemas.openxmlformats.org/officeDocument/2006/relationships/image" Target="../media/image782.png"/><Relationship Id="rId96" Type="http://schemas.openxmlformats.org/officeDocument/2006/relationships/image" Target="../media/image758.png"/><Relationship Id="rId11" Type="http://schemas.openxmlformats.org/officeDocument/2006/relationships/image" Target="../media/image660.png"/><Relationship Id="rId99" Type="http://schemas.openxmlformats.org/officeDocument/2006/relationships/image" Target="../media/image770.png"/><Relationship Id="rId10" Type="http://schemas.openxmlformats.org/officeDocument/2006/relationships/image" Target="../media/image707.png"/><Relationship Id="rId98" Type="http://schemas.openxmlformats.org/officeDocument/2006/relationships/image" Target="../media/image755.png"/><Relationship Id="rId13" Type="http://schemas.openxmlformats.org/officeDocument/2006/relationships/image" Target="../media/image708.png"/><Relationship Id="rId12" Type="http://schemas.openxmlformats.org/officeDocument/2006/relationships/image" Target="../media/image670.png"/><Relationship Id="rId91" Type="http://schemas.openxmlformats.org/officeDocument/2006/relationships/image" Target="../media/image761.png"/><Relationship Id="rId90" Type="http://schemas.openxmlformats.org/officeDocument/2006/relationships/image" Target="../media/image749.png"/><Relationship Id="rId93" Type="http://schemas.openxmlformats.org/officeDocument/2006/relationships/image" Target="../media/image745.png"/><Relationship Id="rId92" Type="http://schemas.openxmlformats.org/officeDocument/2006/relationships/image" Target="../media/image763.png"/><Relationship Id="rId15" Type="http://schemas.openxmlformats.org/officeDocument/2006/relationships/image" Target="../media/image677.png"/><Relationship Id="rId14" Type="http://schemas.openxmlformats.org/officeDocument/2006/relationships/image" Target="../media/image683.png"/><Relationship Id="rId17" Type="http://schemas.openxmlformats.org/officeDocument/2006/relationships/image" Target="../media/image673.png"/><Relationship Id="rId16" Type="http://schemas.openxmlformats.org/officeDocument/2006/relationships/image" Target="../media/image667.png"/><Relationship Id="rId19" Type="http://schemas.openxmlformats.org/officeDocument/2006/relationships/image" Target="../media/image684.png"/><Relationship Id="rId18" Type="http://schemas.openxmlformats.org/officeDocument/2006/relationships/image" Target="../media/image692.png"/><Relationship Id="rId84" Type="http://schemas.openxmlformats.org/officeDocument/2006/relationships/image" Target="../media/image748.png"/><Relationship Id="rId83" Type="http://schemas.openxmlformats.org/officeDocument/2006/relationships/image" Target="../media/image737.png"/><Relationship Id="rId86" Type="http://schemas.openxmlformats.org/officeDocument/2006/relationships/image" Target="../media/image741.png"/><Relationship Id="rId85" Type="http://schemas.openxmlformats.org/officeDocument/2006/relationships/image" Target="../media/image734.png"/><Relationship Id="rId88" Type="http://schemas.openxmlformats.org/officeDocument/2006/relationships/image" Target="../media/image750.png"/><Relationship Id="rId87" Type="http://schemas.openxmlformats.org/officeDocument/2006/relationships/image" Target="../media/image744.png"/><Relationship Id="rId89" Type="http://schemas.openxmlformats.org/officeDocument/2006/relationships/image" Target="../media/image764.png"/><Relationship Id="rId80" Type="http://schemas.openxmlformats.org/officeDocument/2006/relationships/image" Target="../media/image733.png"/><Relationship Id="rId82" Type="http://schemas.openxmlformats.org/officeDocument/2006/relationships/image" Target="../media/image742.png"/><Relationship Id="rId81" Type="http://schemas.openxmlformats.org/officeDocument/2006/relationships/image" Target="../media/image7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65.png"/><Relationship Id="rId4" Type="http://schemas.openxmlformats.org/officeDocument/2006/relationships/image" Target="../media/image657.png"/><Relationship Id="rId9" Type="http://schemas.openxmlformats.org/officeDocument/2006/relationships/image" Target="../media/image661.png"/><Relationship Id="rId5" Type="http://schemas.openxmlformats.org/officeDocument/2006/relationships/image" Target="../media/image662.png"/><Relationship Id="rId6" Type="http://schemas.openxmlformats.org/officeDocument/2006/relationships/image" Target="../media/image675.png"/><Relationship Id="rId7" Type="http://schemas.openxmlformats.org/officeDocument/2006/relationships/image" Target="../media/image658.png"/><Relationship Id="rId8" Type="http://schemas.openxmlformats.org/officeDocument/2006/relationships/image" Target="../media/image664.png"/><Relationship Id="rId73" Type="http://schemas.openxmlformats.org/officeDocument/2006/relationships/image" Target="../media/image727.png"/><Relationship Id="rId72" Type="http://schemas.openxmlformats.org/officeDocument/2006/relationships/image" Target="../media/image735.png"/><Relationship Id="rId75" Type="http://schemas.openxmlformats.org/officeDocument/2006/relationships/image" Target="../media/image736.png"/><Relationship Id="rId74" Type="http://schemas.openxmlformats.org/officeDocument/2006/relationships/image" Target="../media/image743.png"/><Relationship Id="rId77" Type="http://schemas.openxmlformats.org/officeDocument/2006/relationships/image" Target="../media/image746.png"/><Relationship Id="rId76" Type="http://schemas.openxmlformats.org/officeDocument/2006/relationships/image" Target="../media/image732.png"/><Relationship Id="rId79" Type="http://schemas.openxmlformats.org/officeDocument/2006/relationships/image" Target="../media/image739.png"/><Relationship Id="rId78" Type="http://schemas.openxmlformats.org/officeDocument/2006/relationships/image" Target="../media/image751.png"/><Relationship Id="rId71" Type="http://schemas.openxmlformats.org/officeDocument/2006/relationships/image" Target="../media/image729.png"/><Relationship Id="rId70" Type="http://schemas.openxmlformats.org/officeDocument/2006/relationships/image" Target="../media/image769.png"/><Relationship Id="rId62" Type="http://schemas.openxmlformats.org/officeDocument/2006/relationships/image" Target="../media/image721.png"/><Relationship Id="rId61" Type="http://schemas.openxmlformats.org/officeDocument/2006/relationships/image" Target="../media/image719.png"/><Relationship Id="rId64" Type="http://schemas.openxmlformats.org/officeDocument/2006/relationships/image" Target="../media/image723.png"/><Relationship Id="rId63" Type="http://schemas.openxmlformats.org/officeDocument/2006/relationships/image" Target="../media/image720.png"/><Relationship Id="rId66" Type="http://schemas.openxmlformats.org/officeDocument/2006/relationships/image" Target="../media/image728.png"/><Relationship Id="rId65" Type="http://schemas.openxmlformats.org/officeDocument/2006/relationships/image" Target="../media/image731.png"/><Relationship Id="rId68" Type="http://schemas.openxmlformats.org/officeDocument/2006/relationships/image" Target="../media/image722.png"/><Relationship Id="rId67" Type="http://schemas.openxmlformats.org/officeDocument/2006/relationships/image" Target="../media/image725.png"/><Relationship Id="rId60" Type="http://schemas.openxmlformats.org/officeDocument/2006/relationships/image" Target="../media/image717.png"/><Relationship Id="rId69" Type="http://schemas.openxmlformats.org/officeDocument/2006/relationships/image" Target="../media/image724.png"/><Relationship Id="rId51" Type="http://schemas.openxmlformats.org/officeDocument/2006/relationships/image" Target="../media/image715.png"/><Relationship Id="rId50" Type="http://schemas.openxmlformats.org/officeDocument/2006/relationships/image" Target="../media/image704.png"/><Relationship Id="rId53" Type="http://schemas.openxmlformats.org/officeDocument/2006/relationships/image" Target="../media/image712.png"/><Relationship Id="rId52" Type="http://schemas.openxmlformats.org/officeDocument/2006/relationships/image" Target="../media/image716.png"/><Relationship Id="rId55" Type="http://schemas.openxmlformats.org/officeDocument/2006/relationships/image" Target="../media/image710.png"/><Relationship Id="rId54" Type="http://schemas.openxmlformats.org/officeDocument/2006/relationships/image" Target="../media/image714.png"/><Relationship Id="rId57" Type="http://schemas.openxmlformats.org/officeDocument/2006/relationships/image" Target="../media/image738.png"/><Relationship Id="rId56" Type="http://schemas.openxmlformats.org/officeDocument/2006/relationships/image" Target="../media/image718.png"/><Relationship Id="rId59" Type="http://schemas.openxmlformats.org/officeDocument/2006/relationships/image" Target="../media/image730.png"/><Relationship Id="rId58" Type="http://schemas.openxmlformats.org/officeDocument/2006/relationships/image" Target="../media/image752.png"/></Relationships>
</file>

<file path=ppt/slides/_rels/slide17.xml.rels><?xml version="1.0" encoding="UTF-8" standalone="yes"?><Relationships xmlns="http://schemas.openxmlformats.org/package/2006/relationships"><Relationship Id="rId40" Type="http://schemas.openxmlformats.org/officeDocument/2006/relationships/image" Target="../media/image801.png"/><Relationship Id="rId42" Type="http://schemas.openxmlformats.org/officeDocument/2006/relationships/image" Target="../media/image806.png"/><Relationship Id="rId41" Type="http://schemas.openxmlformats.org/officeDocument/2006/relationships/image" Target="../media/image791.png"/><Relationship Id="rId44" Type="http://schemas.openxmlformats.org/officeDocument/2006/relationships/image" Target="../media/image800.png"/><Relationship Id="rId43" Type="http://schemas.openxmlformats.org/officeDocument/2006/relationships/image" Target="../media/image825.png"/><Relationship Id="rId46" Type="http://schemas.openxmlformats.org/officeDocument/2006/relationships/image" Target="../media/image814.png"/><Relationship Id="rId45" Type="http://schemas.openxmlformats.org/officeDocument/2006/relationships/image" Target="../media/image796.png"/><Relationship Id="rId48" Type="http://schemas.openxmlformats.org/officeDocument/2006/relationships/image" Target="../media/image815.png"/><Relationship Id="rId47" Type="http://schemas.openxmlformats.org/officeDocument/2006/relationships/image" Target="../media/image809.png"/><Relationship Id="rId49" Type="http://schemas.openxmlformats.org/officeDocument/2006/relationships/image" Target="../media/image808.png"/><Relationship Id="rId31" Type="http://schemas.openxmlformats.org/officeDocument/2006/relationships/image" Target="../media/image816.png"/><Relationship Id="rId30" Type="http://schemas.openxmlformats.org/officeDocument/2006/relationships/image" Target="../media/image787.png"/><Relationship Id="rId33" Type="http://schemas.openxmlformats.org/officeDocument/2006/relationships/image" Target="../media/image792.png"/><Relationship Id="rId32" Type="http://schemas.openxmlformats.org/officeDocument/2006/relationships/image" Target="../media/image798.png"/><Relationship Id="rId35" Type="http://schemas.openxmlformats.org/officeDocument/2006/relationships/image" Target="../media/image807.png"/><Relationship Id="rId34" Type="http://schemas.openxmlformats.org/officeDocument/2006/relationships/image" Target="../media/image829.png"/><Relationship Id="rId37" Type="http://schemas.openxmlformats.org/officeDocument/2006/relationships/image" Target="../media/image803.png"/><Relationship Id="rId36" Type="http://schemas.openxmlformats.org/officeDocument/2006/relationships/image" Target="../media/image799.png"/><Relationship Id="rId39" Type="http://schemas.openxmlformats.org/officeDocument/2006/relationships/image" Target="../media/image793.png"/><Relationship Id="rId38" Type="http://schemas.openxmlformats.org/officeDocument/2006/relationships/image" Target="../media/image810.png"/><Relationship Id="rId20" Type="http://schemas.openxmlformats.org/officeDocument/2006/relationships/image" Target="../media/image795.png"/><Relationship Id="rId22" Type="http://schemas.openxmlformats.org/officeDocument/2006/relationships/image" Target="../media/image780.png"/><Relationship Id="rId21" Type="http://schemas.openxmlformats.org/officeDocument/2006/relationships/image" Target="../media/image781.png"/><Relationship Id="rId24" Type="http://schemas.openxmlformats.org/officeDocument/2006/relationships/image" Target="../media/image776.png"/><Relationship Id="rId23" Type="http://schemas.openxmlformats.org/officeDocument/2006/relationships/image" Target="../media/image775.png"/><Relationship Id="rId26" Type="http://schemas.openxmlformats.org/officeDocument/2006/relationships/image" Target="../media/image790.png"/><Relationship Id="rId25" Type="http://schemas.openxmlformats.org/officeDocument/2006/relationships/image" Target="../media/image779.png"/><Relationship Id="rId28" Type="http://schemas.openxmlformats.org/officeDocument/2006/relationships/image" Target="../media/image785.png"/><Relationship Id="rId27" Type="http://schemas.openxmlformats.org/officeDocument/2006/relationships/image" Target="../media/image788.png"/><Relationship Id="rId29" Type="http://schemas.openxmlformats.org/officeDocument/2006/relationships/image" Target="../media/image783.png"/><Relationship Id="rId11" Type="http://schemas.openxmlformats.org/officeDocument/2006/relationships/image" Target="../media/image786.png"/><Relationship Id="rId10" Type="http://schemas.openxmlformats.org/officeDocument/2006/relationships/image" Target="../media/image766.png"/><Relationship Id="rId13" Type="http://schemas.openxmlformats.org/officeDocument/2006/relationships/image" Target="../media/image772.png"/><Relationship Id="rId12" Type="http://schemas.openxmlformats.org/officeDocument/2006/relationships/image" Target="../media/image765.png"/><Relationship Id="rId15" Type="http://schemas.openxmlformats.org/officeDocument/2006/relationships/image" Target="../media/image767.png"/><Relationship Id="rId14" Type="http://schemas.openxmlformats.org/officeDocument/2006/relationships/image" Target="../media/image773.png"/><Relationship Id="rId17" Type="http://schemas.openxmlformats.org/officeDocument/2006/relationships/image" Target="../media/image797.png"/><Relationship Id="rId16" Type="http://schemas.openxmlformats.org/officeDocument/2006/relationships/image" Target="../media/image771.png"/><Relationship Id="rId19" Type="http://schemas.openxmlformats.org/officeDocument/2006/relationships/image" Target="../media/image774.png"/><Relationship Id="rId18" Type="http://schemas.openxmlformats.org/officeDocument/2006/relationships/image" Target="../media/image794.png"/><Relationship Id="rId84" Type="http://schemas.openxmlformats.org/officeDocument/2006/relationships/image" Target="../media/image838.png"/><Relationship Id="rId83" Type="http://schemas.openxmlformats.org/officeDocument/2006/relationships/image" Target="../media/image840.png"/><Relationship Id="rId80" Type="http://schemas.openxmlformats.org/officeDocument/2006/relationships/image" Target="../media/image834.png"/><Relationship Id="rId82" Type="http://schemas.openxmlformats.org/officeDocument/2006/relationships/image" Target="../media/image839.png"/><Relationship Id="rId81" Type="http://schemas.openxmlformats.org/officeDocument/2006/relationships/image" Target="../media/image8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59.png"/><Relationship Id="rId4" Type="http://schemas.openxmlformats.org/officeDocument/2006/relationships/image" Target="../media/image802.png"/><Relationship Id="rId9" Type="http://schemas.openxmlformats.org/officeDocument/2006/relationships/image" Target="../media/image789.png"/><Relationship Id="rId5" Type="http://schemas.openxmlformats.org/officeDocument/2006/relationships/image" Target="../media/image784.png"/><Relationship Id="rId6" Type="http://schemas.openxmlformats.org/officeDocument/2006/relationships/image" Target="../media/image768.png"/><Relationship Id="rId7" Type="http://schemas.openxmlformats.org/officeDocument/2006/relationships/image" Target="../media/image778.png"/><Relationship Id="rId8" Type="http://schemas.openxmlformats.org/officeDocument/2006/relationships/image" Target="../media/image762.png"/><Relationship Id="rId73" Type="http://schemas.openxmlformats.org/officeDocument/2006/relationships/image" Target="../media/image852.png"/><Relationship Id="rId72" Type="http://schemas.openxmlformats.org/officeDocument/2006/relationships/image" Target="../media/image836.png"/><Relationship Id="rId75" Type="http://schemas.openxmlformats.org/officeDocument/2006/relationships/image" Target="../media/image831.png"/><Relationship Id="rId74" Type="http://schemas.openxmlformats.org/officeDocument/2006/relationships/image" Target="../media/image833.png"/><Relationship Id="rId77" Type="http://schemas.openxmlformats.org/officeDocument/2006/relationships/image" Target="../media/image849.png"/><Relationship Id="rId76" Type="http://schemas.openxmlformats.org/officeDocument/2006/relationships/image" Target="../media/image855.png"/><Relationship Id="rId79" Type="http://schemas.openxmlformats.org/officeDocument/2006/relationships/image" Target="../media/image847.png"/><Relationship Id="rId78" Type="http://schemas.openxmlformats.org/officeDocument/2006/relationships/image" Target="../media/image845.png"/><Relationship Id="rId71" Type="http://schemas.openxmlformats.org/officeDocument/2006/relationships/image" Target="../media/image828.png"/><Relationship Id="rId70" Type="http://schemas.openxmlformats.org/officeDocument/2006/relationships/image" Target="../media/image830.png"/><Relationship Id="rId62" Type="http://schemas.openxmlformats.org/officeDocument/2006/relationships/image" Target="../media/image822.png"/><Relationship Id="rId61" Type="http://schemas.openxmlformats.org/officeDocument/2006/relationships/image" Target="../media/image821.png"/><Relationship Id="rId64" Type="http://schemas.openxmlformats.org/officeDocument/2006/relationships/image" Target="../media/image823.png"/><Relationship Id="rId63" Type="http://schemas.openxmlformats.org/officeDocument/2006/relationships/image" Target="../media/image824.png"/><Relationship Id="rId66" Type="http://schemas.openxmlformats.org/officeDocument/2006/relationships/image" Target="../media/image827.png"/><Relationship Id="rId65" Type="http://schemas.openxmlformats.org/officeDocument/2006/relationships/image" Target="../media/image835.png"/><Relationship Id="rId68" Type="http://schemas.openxmlformats.org/officeDocument/2006/relationships/image" Target="../media/image826.png"/><Relationship Id="rId67" Type="http://schemas.openxmlformats.org/officeDocument/2006/relationships/image" Target="../media/image820.png"/><Relationship Id="rId60" Type="http://schemas.openxmlformats.org/officeDocument/2006/relationships/image" Target="../media/image832.png"/><Relationship Id="rId69" Type="http://schemas.openxmlformats.org/officeDocument/2006/relationships/image" Target="../media/image848.png"/><Relationship Id="rId51" Type="http://schemas.openxmlformats.org/officeDocument/2006/relationships/image" Target="../media/image817.png"/><Relationship Id="rId50" Type="http://schemas.openxmlformats.org/officeDocument/2006/relationships/image" Target="../media/image804.png"/><Relationship Id="rId53" Type="http://schemas.openxmlformats.org/officeDocument/2006/relationships/image" Target="../media/image819.png"/><Relationship Id="rId52" Type="http://schemas.openxmlformats.org/officeDocument/2006/relationships/image" Target="../media/image805.png"/><Relationship Id="rId55" Type="http://schemas.openxmlformats.org/officeDocument/2006/relationships/image" Target="../media/image844.png"/><Relationship Id="rId54" Type="http://schemas.openxmlformats.org/officeDocument/2006/relationships/image" Target="../media/image812.png"/><Relationship Id="rId57" Type="http://schemas.openxmlformats.org/officeDocument/2006/relationships/image" Target="../media/image813.png"/><Relationship Id="rId56" Type="http://schemas.openxmlformats.org/officeDocument/2006/relationships/image" Target="../media/image854.png"/><Relationship Id="rId59" Type="http://schemas.openxmlformats.org/officeDocument/2006/relationships/image" Target="../media/image818.png"/><Relationship Id="rId58" Type="http://schemas.openxmlformats.org/officeDocument/2006/relationships/image" Target="../media/image811.png"/></Relationships>
</file>

<file path=ppt/slides/_rels/slide18.xml.rels><?xml version="1.0" encoding="UTF-8" standalone="yes"?><Relationships xmlns="http://schemas.openxmlformats.org/package/2006/relationships"><Relationship Id="rId31" Type="http://schemas.openxmlformats.org/officeDocument/2006/relationships/image" Target="../media/image864.png"/><Relationship Id="rId30" Type="http://schemas.openxmlformats.org/officeDocument/2006/relationships/image" Target="../media/image867.png"/><Relationship Id="rId33" Type="http://schemas.openxmlformats.org/officeDocument/2006/relationships/image" Target="../media/image865.png"/><Relationship Id="rId32" Type="http://schemas.openxmlformats.org/officeDocument/2006/relationships/image" Target="../media/image873.png"/><Relationship Id="rId35" Type="http://schemas.openxmlformats.org/officeDocument/2006/relationships/image" Target="../media/image882.png"/><Relationship Id="rId34" Type="http://schemas.openxmlformats.org/officeDocument/2006/relationships/image" Target="../media/image869.png"/><Relationship Id="rId20" Type="http://schemas.openxmlformats.org/officeDocument/2006/relationships/image" Target="../media/image860.png"/><Relationship Id="rId22" Type="http://schemas.openxmlformats.org/officeDocument/2006/relationships/image" Target="../media/image874.png"/><Relationship Id="rId21" Type="http://schemas.openxmlformats.org/officeDocument/2006/relationships/image" Target="../media/image875.png"/><Relationship Id="rId24" Type="http://schemas.openxmlformats.org/officeDocument/2006/relationships/image" Target="../media/image859.png"/><Relationship Id="rId23" Type="http://schemas.openxmlformats.org/officeDocument/2006/relationships/image" Target="../media/image885.png"/><Relationship Id="rId26" Type="http://schemas.openxmlformats.org/officeDocument/2006/relationships/image" Target="../media/image877.png"/><Relationship Id="rId25" Type="http://schemas.openxmlformats.org/officeDocument/2006/relationships/image" Target="../media/image868.png"/><Relationship Id="rId28" Type="http://schemas.openxmlformats.org/officeDocument/2006/relationships/image" Target="../media/image903.png"/><Relationship Id="rId27" Type="http://schemas.openxmlformats.org/officeDocument/2006/relationships/image" Target="../media/image872.png"/><Relationship Id="rId29" Type="http://schemas.openxmlformats.org/officeDocument/2006/relationships/image" Target="../media/image871.png"/><Relationship Id="rId11" Type="http://schemas.openxmlformats.org/officeDocument/2006/relationships/image" Target="../media/image850.png"/><Relationship Id="rId10" Type="http://schemas.openxmlformats.org/officeDocument/2006/relationships/image" Target="../media/image842.png"/><Relationship Id="rId13" Type="http://schemas.openxmlformats.org/officeDocument/2006/relationships/image" Target="../media/image866.png"/><Relationship Id="rId12" Type="http://schemas.openxmlformats.org/officeDocument/2006/relationships/image" Target="../media/image851.png"/><Relationship Id="rId15" Type="http://schemas.openxmlformats.org/officeDocument/2006/relationships/image" Target="../media/image862.png"/><Relationship Id="rId14" Type="http://schemas.openxmlformats.org/officeDocument/2006/relationships/image" Target="../media/image857.png"/><Relationship Id="rId17" Type="http://schemas.openxmlformats.org/officeDocument/2006/relationships/image" Target="../media/image853.png"/><Relationship Id="rId16" Type="http://schemas.openxmlformats.org/officeDocument/2006/relationships/image" Target="../media/image863.png"/><Relationship Id="rId19" Type="http://schemas.openxmlformats.org/officeDocument/2006/relationships/image" Target="../media/image881.png"/><Relationship Id="rId18" Type="http://schemas.openxmlformats.org/officeDocument/2006/relationships/image" Target="../media/image85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46.png"/><Relationship Id="rId4" Type="http://schemas.openxmlformats.org/officeDocument/2006/relationships/image" Target="../media/image841.png"/><Relationship Id="rId9" Type="http://schemas.openxmlformats.org/officeDocument/2006/relationships/image" Target="../media/image861.png"/><Relationship Id="rId5" Type="http://schemas.openxmlformats.org/officeDocument/2006/relationships/image" Target="../media/image894.png"/><Relationship Id="rId6" Type="http://schemas.openxmlformats.org/officeDocument/2006/relationships/image" Target="../media/image858.png"/><Relationship Id="rId7" Type="http://schemas.openxmlformats.org/officeDocument/2006/relationships/image" Target="../media/image843.png"/><Relationship Id="rId8" Type="http://schemas.openxmlformats.org/officeDocument/2006/relationships/image" Target="../media/image936.png"/></Relationships>
</file>

<file path=ppt/slides/_rels/slide19.xml.rels><?xml version="1.0" encoding="UTF-8" standalone="yes"?><Relationships xmlns="http://schemas.openxmlformats.org/package/2006/relationships"><Relationship Id="rId40" Type="http://schemas.openxmlformats.org/officeDocument/2006/relationships/image" Target="../media/image919.png"/><Relationship Id="rId42" Type="http://schemas.openxmlformats.org/officeDocument/2006/relationships/image" Target="../media/image915.png"/><Relationship Id="rId41" Type="http://schemas.openxmlformats.org/officeDocument/2006/relationships/image" Target="../media/image926.png"/><Relationship Id="rId44" Type="http://schemas.openxmlformats.org/officeDocument/2006/relationships/image" Target="../media/image929.png"/><Relationship Id="rId43" Type="http://schemas.openxmlformats.org/officeDocument/2006/relationships/image" Target="../media/image932.png"/><Relationship Id="rId46" Type="http://schemas.openxmlformats.org/officeDocument/2006/relationships/image" Target="../media/image924.png"/><Relationship Id="rId45" Type="http://schemas.openxmlformats.org/officeDocument/2006/relationships/image" Target="../media/image921.png"/><Relationship Id="rId48" Type="http://schemas.openxmlformats.org/officeDocument/2006/relationships/image" Target="../media/image922.png"/><Relationship Id="rId47" Type="http://schemas.openxmlformats.org/officeDocument/2006/relationships/image" Target="../media/image923.png"/><Relationship Id="rId49" Type="http://schemas.openxmlformats.org/officeDocument/2006/relationships/image" Target="../media/image913.png"/><Relationship Id="rId31" Type="http://schemas.openxmlformats.org/officeDocument/2006/relationships/image" Target="../media/image907.png"/><Relationship Id="rId30" Type="http://schemas.openxmlformats.org/officeDocument/2006/relationships/image" Target="../media/image917.png"/><Relationship Id="rId33" Type="http://schemas.openxmlformats.org/officeDocument/2006/relationships/image" Target="../media/image905.png"/><Relationship Id="rId32" Type="http://schemas.openxmlformats.org/officeDocument/2006/relationships/image" Target="../media/image911.png"/><Relationship Id="rId35" Type="http://schemas.openxmlformats.org/officeDocument/2006/relationships/image" Target="../media/image906.png"/><Relationship Id="rId34" Type="http://schemas.openxmlformats.org/officeDocument/2006/relationships/image" Target="../media/image904.png"/><Relationship Id="rId37" Type="http://schemas.openxmlformats.org/officeDocument/2006/relationships/image" Target="../media/image912.png"/><Relationship Id="rId36" Type="http://schemas.openxmlformats.org/officeDocument/2006/relationships/image" Target="../media/image901.png"/><Relationship Id="rId39" Type="http://schemas.openxmlformats.org/officeDocument/2006/relationships/image" Target="../media/image933.png"/><Relationship Id="rId38" Type="http://schemas.openxmlformats.org/officeDocument/2006/relationships/image" Target="../media/image916.png"/><Relationship Id="rId20" Type="http://schemas.openxmlformats.org/officeDocument/2006/relationships/image" Target="../media/image896.png"/><Relationship Id="rId22" Type="http://schemas.openxmlformats.org/officeDocument/2006/relationships/image" Target="../media/image900.png"/><Relationship Id="rId21" Type="http://schemas.openxmlformats.org/officeDocument/2006/relationships/image" Target="../media/image909.png"/><Relationship Id="rId24" Type="http://schemas.openxmlformats.org/officeDocument/2006/relationships/image" Target="../media/image898.png"/><Relationship Id="rId23" Type="http://schemas.openxmlformats.org/officeDocument/2006/relationships/image" Target="../media/image910.png"/><Relationship Id="rId26" Type="http://schemas.openxmlformats.org/officeDocument/2006/relationships/image" Target="../media/image897.png"/><Relationship Id="rId25" Type="http://schemas.openxmlformats.org/officeDocument/2006/relationships/image" Target="../media/image890.png"/><Relationship Id="rId28" Type="http://schemas.openxmlformats.org/officeDocument/2006/relationships/image" Target="../media/image914.png"/><Relationship Id="rId27" Type="http://schemas.openxmlformats.org/officeDocument/2006/relationships/image" Target="../media/image902.png"/><Relationship Id="rId29" Type="http://schemas.openxmlformats.org/officeDocument/2006/relationships/image" Target="../media/image908.png"/><Relationship Id="rId11" Type="http://schemas.openxmlformats.org/officeDocument/2006/relationships/image" Target="../media/image887.png"/><Relationship Id="rId10" Type="http://schemas.openxmlformats.org/officeDocument/2006/relationships/image" Target="../media/image876.png"/><Relationship Id="rId13" Type="http://schemas.openxmlformats.org/officeDocument/2006/relationships/image" Target="../media/image899.png"/><Relationship Id="rId12" Type="http://schemas.openxmlformats.org/officeDocument/2006/relationships/image" Target="../media/image893.png"/><Relationship Id="rId15" Type="http://schemas.openxmlformats.org/officeDocument/2006/relationships/image" Target="../media/image892.png"/><Relationship Id="rId14" Type="http://schemas.openxmlformats.org/officeDocument/2006/relationships/image" Target="../media/image884.png"/><Relationship Id="rId17" Type="http://schemas.openxmlformats.org/officeDocument/2006/relationships/image" Target="../media/image888.png"/><Relationship Id="rId16" Type="http://schemas.openxmlformats.org/officeDocument/2006/relationships/image" Target="../media/image889.png"/><Relationship Id="rId19" Type="http://schemas.openxmlformats.org/officeDocument/2006/relationships/image" Target="../media/image886.png"/><Relationship Id="rId18" Type="http://schemas.openxmlformats.org/officeDocument/2006/relationships/image" Target="../media/image89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0.png"/><Relationship Id="rId4" Type="http://schemas.openxmlformats.org/officeDocument/2006/relationships/image" Target="../media/image880.png"/><Relationship Id="rId9" Type="http://schemas.openxmlformats.org/officeDocument/2006/relationships/image" Target="../media/image879.png"/><Relationship Id="rId5" Type="http://schemas.openxmlformats.org/officeDocument/2006/relationships/image" Target="../media/image895.png"/><Relationship Id="rId6" Type="http://schemas.openxmlformats.org/officeDocument/2006/relationships/image" Target="../media/image941.png"/><Relationship Id="rId7" Type="http://schemas.openxmlformats.org/officeDocument/2006/relationships/image" Target="../media/image883.png"/><Relationship Id="rId8" Type="http://schemas.openxmlformats.org/officeDocument/2006/relationships/image" Target="../media/image878.png"/><Relationship Id="rId51" Type="http://schemas.openxmlformats.org/officeDocument/2006/relationships/image" Target="../media/image920.png"/><Relationship Id="rId50" Type="http://schemas.openxmlformats.org/officeDocument/2006/relationships/image" Target="../media/image918.png"/><Relationship Id="rId53" Type="http://schemas.openxmlformats.org/officeDocument/2006/relationships/image" Target="../media/image931.png"/><Relationship Id="rId52" Type="http://schemas.openxmlformats.org/officeDocument/2006/relationships/image" Target="../media/image925.png"/><Relationship Id="rId55" Type="http://schemas.openxmlformats.org/officeDocument/2006/relationships/image" Target="../media/image928.png"/><Relationship Id="rId54" Type="http://schemas.openxmlformats.org/officeDocument/2006/relationships/image" Target="../media/image944.png"/></Relationships>
</file>

<file path=ppt/slides/_rels/slide20.xml.rels><?xml version="1.0" encoding="UTF-8" standalone="yes"?><Relationships xmlns="http://schemas.openxmlformats.org/package/2006/relationships"><Relationship Id="rId40" Type="http://schemas.openxmlformats.org/officeDocument/2006/relationships/image" Target="../media/image979.png"/><Relationship Id="rId42" Type="http://schemas.openxmlformats.org/officeDocument/2006/relationships/image" Target="../media/image1008.png"/><Relationship Id="rId41" Type="http://schemas.openxmlformats.org/officeDocument/2006/relationships/image" Target="../media/image970.png"/><Relationship Id="rId44" Type="http://schemas.openxmlformats.org/officeDocument/2006/relationships/image" Target="../media/image989.png"/><Relationship Id="rId43" Type="http://schemas.openxmlformats.org/officeDocument/2006/relationships/image" Target="../media/image965.png"/><Relationship Id="rId46" Type="http://schemas.openxmlformats.org/officeDocument/2006/relationships/image" Target="../media/image978.png"/><Relationship Id="rId45" Type="http://schemas.openxmlformats.org/officeDocument/2006/relationships/image" Target="../media/image971.png"/><Relationship Id="rId48" Type="http://schemas.openxmlformats.org/officeDocument/2006/relationships/image" Target="../media/image973.png"/><Relationship Id="rId47" Type="http://schemas.openxmlformats.org/officeDocument/2006/relationships/image" Target="../media/image975.png"/><Relationship Id="rId31" Type="http://schemas.openxmlformats.org/officeDocument/2006/relationships/image" Target="../media/image951.png"/><Relationship Id="rId30" Type="http://schemas.openxmlformats.org/officeDocument/2006/relationships/image" Target="../media/image948.png"/><Relationship Id="rId33" Type="http://schemas.openxmlformats.org/officeDocument/2006/relationships/image" Target="../media/image956.png"/><Relationship Id="rId32" Type="http://schemas.openxmlformats.org/officeDocument/2006/relationships/image" Target="../media/image968.png"/><Relationship Id="rId35" Type="http://schemas.openxmlformats.org/officeDocument/2006/relationships/image" Target="../media/image966.png"/><Relationship Id="rId34" Type="http://schemas.openxmlformats.org/officeDocument/2006/relationships/image" Target="../media/image1002.png"/><Relationship Id="rId37" Type="http://schemas.openxmlformats.org/officeDocument/2006/relationships/image" Target="../media/image964.png"/><Relationship Id="rId36" Type="http://schemas.openxmlformats.org/officeDocument/2006/relationships/image" Target="../media/image986.png"/><Relationship Id="rId39" Type="http://schemas.openxmlformats.org/officeDocument/2006/relationships/image" Target="../media/image961.png"/><Relationship Id="rId38" Type="http://schemas.openxmlformats.org/officeDocument/2006/relationships/image" Target="../media/image967.png"/><Relationship Id="rId20" Type="http://schemas.openxmlformats.org/officeDocument/2006/relationships/image" Target="../media/image942.png"/><Relationship Id="rId22" Type="http://schemas.openxmlformats.org/officeDocument/2006/relationships/image" Target="../media/image953.png"/><Relationship Id="rId21" Type="http://schemas.openxmlformats.org/officeDocument/2006/relationships/image" Target="../media/image943.png"/><Relationship Id="rId24" Type="http://schemas.openxmlformats.org/officeDocument/2006/relationships/image" Target="../media/image947.png"/><Relationship Id="rId23" Type="http://schemas.openxmlformats.org/officeDocument/2006/relationships/image" Target="../media/image960.png"/><Relationship Id="rId26" Type="http://schemas.openxmlformats.org/officeDocument/2006/relationships/image" Target="../media/image952.png"/><Relationship Id="rId25" Type="http://schemas.openxmlformats.org/officeDocument/2006/relationships/image" Target="../media/image962.png"/><Relationship Id="rId28" Type="http://schemas.openxmlformats.org/officeDocument/2006/relationships/image" Target="../media/image957.png"/><Relationship Id="rId27" Type="http://schemas.openxmlformats.org/officeDocument/2006/relationships/image" Target="../media/image958.png"/><Relationship Id="rId29" Type="http://schemas.openxmlformats.org/officeDocument/2006/relationships/image" Target="../media/image954.png"/><Relationship Id="rId11" Type="http://schemas.openxmlformats.org/officeDocument/2006/relationships/image" Target="../media/image940.png"/><Relationship Id="rId10" Type="http://schemas.openxmlformats.org/officeDocument/2006/relationships/image" Target="../media/image937.png"/><Relationship Id="rId13" Type="http://schemas.openxmlformats.org/officeDocument/2006/relationships/image" Target="../media/image994.png"/><Relationship Id="rId12" Type="http://schemas.openxmlformats.org/officeDocument/2006/relationships/image" Target="../media/image939.png"/><Relationship Id="rId15" Type="http://schemas.openxmlformats.org/officeDocument/2006/relationships/image" Target="../media/image945.png"/><Relationship Id="rId14" Type="http://schemas.openxmlformats.org/officeDocument/2006/relationships/image" Target="../media/image959.png"/><Relationship Id="rId17" Type="http://schemas.openxmlformats.org/officeDocument/2006/relationships/image" Target="../media/image969.png"/><Relationship Id="rId16" Type="http://schemas.openxmlformats.org/officeDocument/2006/relationships/image" Target="../media/image950.png"/><Relationship Id="rId19" Type="http://schemas.openxmlformats.org/officeDocument/2006/relationships/image" Target="../media/image963.png"/><Relationship Id="rId18" Type="http://schemas.openxmlformats.org/officeDocument/2006/relationships/image" Target="../media/image9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27.png"/><Relationship Id="rId4" Type="http://schemas.openxmlformats.org/officeDocument/2006/relationships/image" Target="../media/image934.png"/><Relationship Id="rId9" Type="http://schemas.openxmlformats.org/officeDocument/2006/relationships/image" Target="../media/image935.png"/><Relationship Id="rId5" Type="http://schemas.openxmlformats.org/officeDocument/2006/relationships/image" Target="../media/image949.png"/><Relationship Id="rId6" Type="http://schemas.openxmlformats.org/officeDocument/2006/relationships/image" Target="../media/image930.png"/><Relationship Id="rId7" Type="http://schemas.openxmlformats.org/officeDocument/2006/relationships/image" Target="../media/image946.png"/><Relationship Id="rId8" Type="http://schemas.openxmlformats.org/officeDocument/2006/relationships/image" Target="../media/image955.png"/></Relationships>
</file>

<file path=ppt/slides/_rels/slide21.xml.rels><?xml version="1.0" encoding="UTF-8" standalone="yes"?><Relationships xmlns="http://schemas.openxmlformats.org/package/2006/relationships"><Relationship Id="rId40" Type="http://schemas.openxmlformats.org/officeDocument/2006/relationships/image" Target="../media/image1009.png"/><Relationship Id="rId42" Type="http://schemas.openxmlformats.org/officeDocument/2006/relationships/image" Target="../media/image1029.png"/><Relationship Id="rId41" Type="http://schemas.openxmlformats.org/officeDocument/2006/relationships/image" Target="../media/image1012.png"/><Relationship Id="rId44" Type="http://schemas.openxmlformats.org/officeDocument/2006/relationships/image" Target="../media/image1014.png"/><Relationship Id="rId43" Type="http://schemas.openxmlformats.org/officeDocument/2006/relationships/image" Target="../media/image1021.png"/><Relationship Id="rId46" Type="http://schemas.openxmlformats.org/officeDocument/2006/relationships/image" Target="../media/image1019.png"/><Relationship Id="rId45" Type="http://schemas.openxmlformats.org/officeDocument/2006/relationships/image" Target="../media/image1015.png"/><Relationship Id="rId48" Type="http://schemas.openxmlformats.org/officeDocument/2006/relationships/image" Target="../media/image1062.png"/><Relationship Id="rId47" Type="http://schemas.openxmlformats.org/officeDocument/2006/relationships/image" Target="../media/image1016.png"/><Relationship Id="rId49" Type="http://schemas.openxmlformats.org/officeDocument/2006/relationships/image" Target="../media/image1031.png"/><Relationship Id="rId31" Type="http://schemas.openxmlformats.org/officeDocument/2006/relationships/image" Target="../media/image1004.png"/><Relationship Id="rId30" Type="http://schemas.openxmlformats.org/officeDocument/2006/relationships/image" Target="../media/image1007.png"/><Relationship Id="rId33" Type="http://schemas.openxmlformats.org/officeDocument/2006/relationships/image" Target="../media/image1001.png"/><Relationship Id="rId32" Type="http://schemas.openxmlformats.org/officeDocument/2006/relationships/image" Target="../media/image1000.png"/><Relationship Id="rId35" Type="http://schemas.openxmlformats.org/officeDocument/2006/relationships/image" Target="../media/image999.png"/><Relationship Id="rId34" Type="http://schemas.openxmlformats.org/officeDocument/2006/relationships/image" Target="../media/image1018.png"/><Relationship Id="rId37" Type="http://schemas.openxmlformats.org/officeDocument/2006/relationships/image" Target="../media/image1013.png"/><Relationship Id="rId36" Type="http://schemas.openxmlformats.org/officeDocument/2006/relationships/image" Target="../media/image1036.png"/><Relationship Id="rId39" Type="http://schemas.openxmlformats.org/officeDocument/2006/relationships/image" Target="../media/image1005.png"/><Relationship Id="rId38" Type="http://schemas.openxmlformats.org/officeDocument/2006/relationships/image" Target="../media/image1011.png"/><Relationship Id="rId20" Type="http://schemas.openxmlformats.org/officeDocument/2006/relationships/image" Target="../media/image1023.png"/><Relationship Id="rId22" Type="http://schemas.openxmlformats.org/officeDocument/2006/relationships/image" Target="../media/image1006.png"/><Relationship Id="rId21" Type="http://schemas.openxmlformats.org/officeDocument/2006/relationships/image" Target="../media/image993.png"/><Relationship Id="rId24" Type="http://schemas.openxmlformats.org/officeDocument/2006/relationships/image" Target="../media/image996.png"/><Relationship Id="rId23" Type="http://schemas.openxmlformats.org/officeDocument/2006/relationships/image" Target="../media/image990.png"/><Relationship Id="rId26" Type="http://schemas.openxmlformats.org/officeDocument/2006/relationships/image" Target="../media/image997.png"/><Relationship Id="rId25" Type="http://schemas.openxmlformats.org/officeDocument/2006/relationships/image" Target="../media/image1017.png"/><Relationship Id="rId28" Type="http://schemas.openxmlformats.org/officeDocument/2006/relationships/image" Target="../media/image1027.png"/><Relationship Id="rId27" Type="http://schemas.openxmlformats.org/officeDocument/2006/relationships/image" Target="../media/image995.png"/><Relationship Id="rId29" Type="http://schemas.openxmlformats.org/officeDocument/2006/relationships/image" Target="../media/image1024.png"/><Relationship Id="rId11" Type="http://schemas.openxmlformats.org/officeDocument/2006/relationships/image" Target="../media/image992.png"/><Relationship Id="rId10" Type="http://schemas.openxmlformats.org/officeDocument/2006/relationships/image" Target="../media/image974.png"/><Relationship Id="rId13" Type="http://schemas.openxmlformats.org/officeDocument/2006/relationships/image" Target="../media/image987.png"/><Relationship Id="rId12" Type="http://schemas.openxmlformats.org/officeDocument/2006/relationships/image" Target="../media/image998.png"/><Relationship Id="rId15" Type="http://schemas.openxmlformats.org/officeDocument/2006/relationships/image" Target="../media/image984.png"/><Relationship Id="rId14" Type="http://schemas.openxmlformats.org/officeDocument/2006/relationships/image" Target="../media/image983.png"/><Relationship Id="rId17" Type="http://schemas.openxmlformats.org/officeDocument/2006/relationships/image" Target="../media/image988.png"/><Relationship Id="rId16" Type="http://schemas.openxmlformats.org/officeDocument/2006/relationships/image" Target="../media/image1010.png"/><Relationship Id="rId19" Type="http://schemas.openxmlformats.org/officeDocument/2006/relationships/image" Target="../media/image985.png"/><Relationship Id="rId18" Type="http://schemas.openxmlformats.org/officeDocument/2006/relationships/image" Target="../media/image100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72.png"/><Relationship Id="rId4" Type="http://schemas.openxmlformats.org/officeDocument/2006/relationships/image" Target="../media/image980.png"/><Relationship Id="rId9" Type="http://schemas.openxmlformats.org/officeDocument/2006/relationships/image" Target="../media/image991.png"/><Relationship Id="rId5" Type="http://schemas.openxmlformats.org/officeDocument/2006/relationships/image" Target="../media/image976.png"/><Relationship Id="rId6" Type="http://schemas.openxmlformats.org/officeDocument/2006/relationships/image" Target="../media/image977.png"/><Relationship Id="rId7" Type="http://schemas.openxmlformats.org/officeDocument/2006/relationships/image" Target="../media/image981.png"/><Relationship Id="rId8" Type="http://schemas.openxmlformats.org/officeDocument/2006/relationships/image" Target="../media/image982.png"/><Relationship Id="rId61" Type="http://schemas.openxmlformats.org/officeDocument/2006/relationships/image" Target="../media/image1032.png"/><Relationship Id="rId60" Type="http://schemas.openxmlformats.org/officeDocument/2006/relationships/image" Target="../media/image1044.png"/><Relationship Id="rId51" Type="http://schemas.openxmlformats.org/officeDocument/2006/relationships/image" Target="../media/image1038.png"/><Relationship Id="rId50" Type="http://schemas.openxmlformats.org/officeDocument/2006/relationships/image" Target="../media/image1020.png"/><Relationship Id="rId53" Type="http://schemas.openxmlformats.org/officeDocument/2006/relationships/image" Target="../media/image1030.png"/><Relationship Id="rId52" Type="http://schemas.openxmlformats.org/officeDocument/2006/relationships/image" Target="../media/image1028.png"/><Relationship Id="rId55" Type="http://schemas.openxmlformats.org/officeDocument/2006/relationships/image" Target="../media/image1026.png"/><Relationship Id="rId54" Type="http://schemas.openxmlformats.org/officeDocument/2006/relationships/image" Target="../media/image1043.png"/><Relationship Id="rId57" Type="http://schemas.openxmlformats.org/officeDocument/2006/relationships/image" Target="../media/image1022.png"/><Relationship Id="rId56" Type="http://schemas.openxmlformats.org/officeDocument/2006/relationships/image" Target="../media/image1025.png"/><Relationship Id="rId59" Type="http://schemas.openxmlformats.org/officeDocument/2006/relationships/image" Target="../media/image1099.png"/><Relationship Id="rId58" Type="http://schemas.openxmlformats.org/officeDocument/2006/relationships/image" Target="../media/image1039.png"/></Relationships>
</file>

<file path=ppt/slides/_rels/slide22.xml.rels><?xml version="1.0" encoding="UTF-8" standalone="yes"?><Relationships xmlns="http://schemas.openxmlformats.org/package/2006/relationships"><Relationship Id="rId40" Type="http://schemas.openxmlformats.org/officeDocument/2006/relationships/image" Target="../media/image1064.png"/><Relationship Id="rId42" Type="http://schemas.openxmlformats.org/officeDocument/2006/relationships/image" Target="../media/image1071.png"/><Relationship Id="rId41" Type="http://schemas.openxmlformats.org/officeDocument/2006/relationships/image" Target="../media/image1065.png"/><Relationship Id="rId44" Type="http://schemas.openxmlformats.org/officeDocument/2006/relationships/image" Target="../media/image1072.png"/><Relationship Id="rId43" Type="http://schemas.openxmlformats.org/officeDocument/2006/relationships/image" Target="../media/image1075.png"/><Relationship Id="rId46" Type="http://schemas.openxmlformats.org/officeDocument/2006/relationships/image" Target="../media/image1076.png"/><Relationship Id="rId45" Type="http://schemas.openxmlformats.org/officeDocument/2006/relationships/image" Target="../media/image1087.png"/><Relationship Id="rId48" Type="http://schemas.openxmlformats.org/officeDocument/2006/relationships/image" Target="../media/image1085.png"/><Relationship Id="rId47" Type="http://schemas.openxmlformats.org/officeDocument/2006/relationships/image" Target="../media/image1083.png"/><Relationship Id="rId49" Type="http://schemas.openxmlformats.org/officeDocument/2006/relationships/image" Target="../media/image1079.png"/><Relationship Id="rId31" Type="http://schemas.openxmlformats.org/officeDocument/2006/relationships/image" Target="../media/image1090.png"/><Relationship Id="rId30" Type="http://schemas.openxmlformats.org/officeDocument/2006/relationships/image" Target="../media/image1068.png"/><Relationship Id="rId33" Type="http://schemas.openxmlformats.org/officeDocument/2006/relationships/image" Target="../media/image1060.png"/><Relationship Id="rId32" Type="http://schemas.openxmlformats.org/officeDocument/2006/relationships/image" Target="../media/image1077.png"/><Relationship Id="rId35" Type="http://schemas.openxmlformats.org/officeDocument/2006/relationships/image" Target="../media/image1073.png"/><Relationship Id="rId34" Type="http://schemas.openxmlformats.org/officeDocument/2006/relationships/image" Target="../media/image1078.png"/><Relationship Id="rId37" Type="http://schemas.openxmlformats.org/officeDocument/2006/relationships/image" Target="../media/image1061.png"/><Relationship Id="rId36" Type="http://schemas.openxmlformats.org/officeDocument/2006/relationships/image" Target="../media/image1100.png"/><Relationship Id="rId39" Type="http://schemas.openxmlformats.org/officeDocument/2006/relationships/image" Target="../media/image1074.png"/><Relationship Id="rId38" Type="http://schemas.openxmlformats.org/officeDocument/2006/relationships/image" Target="../media/image1070.png"/><Relationship Id="rId20" Type="http://schemas.openxmlformats.org/officeDocument/2006/relationships/image" Target="../media/image1045.png"/><Relationship Id="rId22" Type="http://schemas.openxmlformats.org/officeDocument/2006/relationships/image" Target="../media/image1052.png"/><Relationship Id="rId21" Type="http://schemas.openxmlformats.org/officeDocument/2006/relationships/image" Target="../media/image1053.png"/><Relationship Id="rId24" Type="http://schemas.openxmlformats.org/officeDocument/2006/relationships/image" Target="../media/image1067.png"/><Relationship Id="rId23" Type="http://schemas.openxmlformats.org/officeDocument/2006/relationships/image" Target="../media/image1055.png"/><Relationship Id="rId26" Type="http://schemas.openxmlformats.org/officeDocument/2006/relationships/image" Target="../media/image1057.png"/><Relationship Id="rId25" Type="http://schemas.openxmlformats.org/officeDocument/2006/relationships/image" Target="../media/image1063.png"/><Relationship Id="rId28" Type="http://schemas.openxmlformats.org/officeDocument/2006/relationships/image" Target="../media/image1080.png"/><Relationship Id="rId27" Type="http://schemas.openxmlformats.org/officeDocument/2006/relationships/image" Target="../media/image1059.png"/><Relationship Id="rId29" Type="http://schemas.openxmlformats.org/officeDocument/2006/relationships/image" Target="../media/image1069.png"/><Relationship Id="rId11" Type="http://schemas.openxmlformats.org/officeDocument/2006/relationships/image" Target="../media/image1054.png"/><Relationship Id="rId10" Type="http://schemas.openxmlformats.org/officeDocument/2006/relationships/image" Target="../media/image1040.png"/><Relationship Id="rId13" Type="http://schemas.openxmlformats.org/officeDocument/2006/relationships/image" Target="../media/image1037.png"/><Relationship Id="rId12" Type="http://schemas.openxmlformats.org/officeDocument/2006/relationships/image" Target="../media/image1046.png"/><Relationship Id="rId15" Type="http://schemas.openxmlformats.org/officeDocument/2006/relationships/image" Target="../media/image1050.png"/><Relationship Id="rId14" Type="http://schemas.openxmlformats.org/officeDocument/2006/relationships/image" Target="../media/image1058.png"/><Relationship Id="rId17" Type="http://schemas.openxmlformats.org/officeDocument/2006/relationships/image" Target="../media/image1066.png"/><Relationship Id="rId16" Type="http://schemas.openxmlformats.org/officeDocument/2006/relationships/image" Target="../media/image1042.png"/><Relationship Id="rId19" Type="http://schemas.openxmlformats.org/officeDocument/2006/relationships/image" Target="../media/image1056.png"/><Relationship Id="rId18" Type="http://schemas.openxmlformats.org/officeDocument/2006/relationships/image" Target="../media/image10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49.png"/><Relationship Id="rId4" Type="http://schemas.openxmlformats.org/officeDocument/2006/relationships/image" Target="../media/image1048.png"/><Relationship Id="rId9" Type="http://schemas.openxmlformats.org/officeDocument/2006/relationships/image" Target="../media/image1047.png"/><Relationship Id="rId5" Type="http://schemas.openxmlformats.org/officeDocument/2006/relationships/image" Target="../media/image1033.png"/><Relationship Id="rId6" Type="http://schemas.openxmlformats.org/officeDocument/2006/relationships/image" Target="../media/image1034.png"/><Relationship Id="rId7" Type="http://schemas.openxmlformats.org/officeDocument/2006/relationships/image" Target="../media/image1035.png"/><Relationship Id="rId8" Type="http://schemas.openxmlformats.org/officeDocument/2006/relationships/image" Target="../media/image1041.png"/><Relationship Id="rId62" Type="http://schemas.openxmlformats.org/officeDocument/2006/relationships/image" Target="../media/image1097.png"/><Relationship Id="rId61" Type="http://schemas.openxmlformats.org/officeDocument/2006/relationships/image" Target="../media/image1109.png"/><Relationship Id="rId63" Type="http://schemas.openxmlformats.org/officeDocument/2006/relationships/image" Target="../media/image1093.png"/><Relationship Id="rId60" Type="http://schemas.openxmlformats.org/officeDocument/2006/relationships/image" Target="../media/image1088.png"/><Relationship Id="rId51" Type="http://schemas.openxmlformats.org/officeDocument/2006/relationships/image" Target="../media/image1082.png"/><Relationship Id="rId50" Type="http://schemas.openxmlformats.org/officeDocument/2006/relationships/image" Target="../media/image1084.png"/><Relationship Id="rId53" Type="http://schemas.openxmlformats.org/officeDocument/2006/relationships/image" Target="../media/image1098.png"/><Relationship Id="rId52" Type="http://schemas.openxmlformats.org/officeDocument/2006/relationships/image" Target="../media/image1091.png"/><Relationship Id="rId55" Type="http://schemas.openxmlformats.org/officeDocument/2006/relationships/image" Target="../media/image1095.png"/><Relationship Id="rId54" Type="http://schemas.openxmlformats.org/officeDocument/2006/relationships/image" Target="../media/image1086.png"/><Relationship Id="rId57" Type="http://schemas.openxmlformats.org/officeDocument/2006/relationships/image" Target="../media/image1089.png"/><Relationship Id="rId56" Type="http://schemas.openxmlformats.org/officeDocument/2006/relationships/image" Target="../media/image1092.png"/><Relationship Id="rId59" Type="http://schemas.openxmlformats.org/officeDocument/2006/relationships/image" Target="../media/image1081.png"/><Relationship Id="rId58" Type="http://schemas.openxmlformats.org/officeDocument/2006/relationships/image" Target="../media/image1094.png"/></Relationships>
</file>

<file path=ppt/slides/_rels/slide23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15.png"/><Relationship Id="rId22" Type="http://schemas.openxmlformats.org/officeDocument/2006/relationships/image" Target="../media/image1111.png"/><Relationship Id="rId21" Type="http://schemas.openxmlformats.org/officeDocument/2006/relationships/image" Target="../media/image1110.png"/><Relationship Id="rId24" Type="http://schemas.openxmlformats.org/officeDocument/2006/relationships/image" Target="../media/image1137.png"/><Relationship Id="rId23" Type="http://schemas.openxmlformats.org/officeDocument/2006/relationships/image" Target="../media/image1119.png"/><Relationship Id="rId26" Type="http://schemas.openxmlformats.org/officeDocument/2006/relationships/image" Target="../media/image1135.png"/><Relationship Id="rId25" Type="http://schemas.openxmlformats.org/officeDocument/2006/relationships/image" Target="../media/image1122.png"/><Relationship Id="rId28" Type="http://schemas.openxmlformats.org/officeDocument/2006/relationships/image" Target="../media/image1125.png"/><Relationship Id="rId27" Type="http://schemas.openxmlformats.org/officeDocument/2006/relationships/image" Target="../media/image1130.png"/><Relationship Id="rId29" Type="http://schemas.openxmlformats.org/officeDocument/2006/relationships/image" Target="../media/image1116.png"/><Relationship Id="rId11" Type="http://schemas.openxmlformats.org/officeDocument/2006/relationships/image" Target="../media/image1113.png"/><Relationship Id="rId10" Type="http://schemas.openxmlformats.org/officeDocument/2006/relationships/image" Target="../media/image1108.png"/><Relationship Id="rId13" Type="http://schemas.openxmlformats.org/officeDocument/2006/relationships/image" Target="../media/image1102.png"/><Relationship Id="rId12" Type="http://schemas.openxmlformats.org/officeDocument/2006/relationships/image" Target="../media/image1107.png"/><Relationship Id="rId15" Type="http://schemas.openxmlformats.org/officeDocument/2006/relationships/image" Target="../media/image1114.png"/><Relationship Id="rId14" Type="http://schemas.openxmlformats.org/officeDocument/2006/relationships/image" Target="../media/image1124.png"/><Relationship Id="rId17" Type="http://schemas.openxmlformats.org/officeDocument/2006/relationships/image" Target="../media/image1104.png"/><Relationship Id="rId16" Type="http://schemas.openxmlformats.org/officeDocument/2006/relationships/image" Target="../media/image1105.png"/><Relationship Id="rId19" Type="http://schemas.openxmlformats.org/officeDocument/2006/relationships/image" Target="../media/image1117.png"/><Relationship Id="rId18" Type="http://schemas.openxmlformats.org/officeDocument/2006/relationships/image" Target="../media/image11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96.png"/><Relationship Id="rId4" Type="http://schemas.openxmlformats.org/officeDocument/2006/relationships/image" Target="../media/image1106.png"/><Relationship Id="rId9" Type="http://schemas.openxmlformats.org/officeDocument/2006/relationships/image" Target="../media/image1112.png"/><Relationship Id="rId5" Type="http://schemas.openxmlformats.org/officeDocument/2006/relationships/image" Target="../media/image1103.png"/><Relationship Id="rId6" Type="http://schemas.openxmlformats.org/officeDocument/2006/relationships/image" Target="../media/image1145.png"/><Relationship Id="rId7" Type="http://schemas.openxmlformats.org/officeDocument/2006/relationships/image" Target="../media/image1101.png"/><Relationship Id="rId8" Type="http://schemas.openxmlformats.org/officeDocument/2006/relationships/image" Target="../media/image1132.png"/></Relationships>
</file>

<file path=ppt/slides/_rels/slide24.xml.rels><?xml version="1.0" encoding="UTF-8" standalone="yes"?><Relationships xmlns="http://schemas.openxmlformats.org/package/2006/relationships"><Relationship Id="rId40" Type="http://schemas.openxmlformats.org/officeDocument/2006/relationships/image" Target="../media/image1162.png"/><Relationship Id="rId42" Type="http://schemas.openxmlformats.org/officeDocument/2006/relationships/image" Target="../media/image1164.png"/><Relationship Id="rId41" Type="http://schemas.openxmlformats.org/officeDocument/2006/relationships/image" Target="../media/image1219.png"/><Relationship Id="rId44" Type="http://schemas.openxmlformats.org/officeDocument/2006/relationships/image" Target="../media/image1165.png"/><Relationship Id="rId43" Type="http://schemas.openxmlformats.org/officeDocument/2006/relationships/image" Target="../media/image1201.png"/><Relationship Id="rId46" Type="http://schemas.openxmlformats.org/officeDocument/2006/relationships/image" Target="../media/image1173.png"/><Relationship Id="rId45" Type="http://schemas.openxmlformats.org/officeDocument/2006/relationships/image" Target="../media/image1174.png"/><Relationship Id="rId48" Type="http://schemas.openxmlformats.org/officeDocument/2006/relationships/image" Target="../media/image1172.png"/><Relationship Id="rId47" Type="http://schemas.openxmlformats.org/officeDocument/2006/relationships/image" Target="../media/image1187.png"/><Relationship Id="rId49" Type="http://schemas.openxmlformats.org/officeDocument/2006/relationships/image" Target="../media/image1171.png"/><Relationship Id="rId31" Type="http://schemas.openxmlformats.org/officeDocument/2006/relationships/image" Target="../media/image1161.png"/><Relationship Id="rId30" Type="http://schemas.openxmlformats.org/officeDocument/2006/relationships/image" Target="../media/image1148.png"/><Relationship Id="rId33" Type="http://schemas.openxmlformats.org/officeDocument/2006/relationships/image" Target="../media/image1150.png"/><Relationship Id="rId32" Type="http://schemas.openxmlformats.org/officeDocument/2006/relationships/image" Target="../media/image1158.png"/><Relationship Id="rId35" Type="http://schemas.openxmlformats.org/officeDocument/2006/relationships/image" Target="../media/image1154.png"/><Relationship Id="rId34" Type="http://schemas.openxmlformats.org/officeDocument/2006/relationships/image" Target="../media/image1152.png"/><Relationship Id="rId37" Type="http://schemas.openxmlformats.org/officeDocument/2006/relationships/image" Target="../media/image1163.png"/><Relationship Id="rId36" Type="http://schemas.openxmlformats.org/officeDocument/2006/relationships/image" Target="../media/image1159.png"/><Relationship Id="rId39" Type="http://schemas.openxmlformats.org/officeDocument/2006/relationships/image" Target="../media/image1153.png"/><Relationship Id="rId38" Type="http://schemas.openxmlformats.org/officeDocument/2006/relationships/image" Target="../media/image1157.png"/><Relationship Id="rId20" Type="http://schemas.openxmlformats.org/officeDocument/2006/relationships/image" Target="../media/image1151.png"/><Relationship Id="rId22" Type="http://schemas.openxmlformats.org/officeDocument/2006/relationships/image" Target="../media/image1160.png"/><Relationship Id="rId21" Type="http://schemas.openxmlformats.org/officeDocument/2006/relationships/image" Target="../media/image1140.png"/><Relationship Id="rId24" Type="http://schemas.openxmlformats.org/officeDocument/2006/relationships/image" Target="../media/image1144.png"/><Relationship Id="rId23" Type="http://schemas.openxmlformats.org/officeDocument/2006/relationships/image" Target="../media/image1146.png"/><Relationship Id="rId26" Type="http://schemas.openxmlformats.org/officeDocument/2006/relationships/image" Target="../media/image1155.png"/><Relationship Id="rId25" Type="http://schemas.openxmlformats.org/officeDocument/2006/relationships/image" Target="../media/image1143.png"/><Relationship Id="rId28" Type="http://schemas.openxmlformats.org/officeDocument/2006/relationships/image" Target="../media/image1147.png"/><Relationship Id="rId27" Type="http://schemas.openxmlformats.org/officeDocument/2006/relationships/image" Target="../media/image1142.png"/><Relationship Id="rId29" Type="http://schemas.openxmlformats.org/officeDocument/2006/relationships/image" Target="../media/image1156.png"/><Relationship Id="rId11" Type="http://schemas.openxmlformats.org/officeDocument/2006/relationships/image" Target="../media/image1180.png"/><Relationship Id="rId10" Type="http://schemas.openxmlformats.org/officeDocument/2006/relationships/image" Target="../media/image1127.png"/><Relationship Id="rId13" Type="http://schemas.openxmlformats.org/officeDocument/2006/relationships/image" Target="../media/image1131.png"/><Relationship Id="rId12" Type="http://schemas.openxmlformats.org/officeDocument/2006/relationships/image" Target="../media/image1141.png"/><Relationship Id="rId15" Type="http://schemas.openxmlformats.org/officeDocument/2006/relationships/image" Target="../media/image1134.png"/><Relationship Id="rId14" Type="http://schemas.openxmlformats.org/officeDocument/2006/relationships/image" Target="../media/image1139.png"/><Relationship Id="rId17" Type="http://schemas.openxmlformats.org/officeDocument/2006/relationships/image" Target="../media/image1149.png"/><Relationship Id="rId16" Type="http://schemas.openxmlformats.org/officeDocument/2006/relationships/image" Target="../media/image1126.png"/><Relationship Id="rId19" Type="http://schemas.openxmlformats.org/officeDocument/2006/relationships/image" Target="../media/image1136.png"/><Relationship Id="rId18" Type="http://schemas.openxmlformats.org/officeDocument/2006/relationships/image" Target="../media/image11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18.png"/><Relationship Id="rId4" Type="http://schemas.openxmlformats.org/officeDocument/2006/relationships/image" Target="../media/image1123.png"/><Relationship Id="rId9" Type="http://schemas.openxmlformats.org/officeDocument/2006/relationships/image" Target="../media/image1120.png"/><Relationship Id="rId5" Type="http://schemas.openxmlformats.org/officeDocument/2006/relationships/image" Target="../media/image1133.png"/><Relationship Id="rId6" Type="http://schemas.openxmlformats.org/officeDocument/2006/relationships/image" Target="../media/image1166.png"/><Relationship Id="rId7" Type="http://schemas.openxmlformats.org/officeDocument/2006/relationships/image" Target="../media/image1128.png"/><Relationship Id="rId8" Type="http://schemas.openxmlformats.org/officeDocument/2006/relationships/image" Target="../media/image1121.png"/><Relationship Id="rId51" Type="http://schemas.openxmlformats.org/officeDocument/2006/relationships/image" Target="../media/image1167.png"/><Relationship Id="rId50" Type="http://schemas.openxmlformats.org/officeDocument/2006/relationships/image" Target="../media/image1177.png"/><Relationship Id="rId53" Type="http://schemas.openxmlformats.org/officeDocument/2006/relationships/image" Target="../media/image1179.png"/><Relationship Id="rId52" Type="http://schemas.openxmlformats.org/officeDocument/2006/relationships/image" Target="../media/image1197.png"/><Relationship Id="rId54" Type="http://schemas.openxmlformats.org/officeDocument/2006/relationships/image" Target="../media/image1178.png"/></Relationships>
</file>

<file path=ppt/slides/_rels/slide25.xml.rels><?xml version="1.0" encoding="UTF-8" standalone="yes"?><Relationships xmlns="http://schemas.openxmlformats.org/package/2006/relationships"><Relationship Id="rId40" Type="http://schemas.openxmlformats.org/officeDocument/2006/relationships/image" Target="../media/image1210.png"/><Relationship Id="rId42" Type="http://schemas.openxmlformats.org/officeDocument/2006/relationships/image" Target="../media/image1231.png"/><Relationship Id="rId41" Type="http://schemas.openxmlformats.org/officeDocument/2006/relationships/image" Target="../media/image1209.png"/><Relationship Id="rId44" Type="http://schemas.openxmlformats.org/officeDocument/2006/relationships/image" Target="../media/image1213.png"/><Relationship Id="rId43" Type="http://schemas.openxmlformats.org/officeDocument/2006/relationships/image" Target="../media/image1225.png"/><Relationship Id="rId46" Type="http://schemas.openxmlformats.org/officeDocument/2006/relationships/image" Target="../media/image1222.png"/><Relationship Id="rId45" Type="http://schemas.openxmlformats.org/officeDocument/2006/relationships/image" Target="../media/image1223.png"/><Relationship Id="rId48" Type="http://schemas.openxmlformats.org/officeDocument/2006/relationships/image" Target="../media/image1226.png"/><Relationship Id="rId47" Type="http://schemas.openxmlformats.org/officeDocument/2006/relationships/image" Target="../media/image1218.png"/><Relationship Id="rId49" Type="http://schemas.openxmlformats.org/officeDocument/2006/relationships/image" Target="../media/image1232.png"/><Relationship Id="rId31" Type="http://schemas.openxmlformats.org/officeDocument/2006/relationships/image" Target="../media/image1202.png"/><Relationship Id="rId30" Type="http://schemas.openxmlformats.org/officeDocument/2006/relationships/image" Target="../media/image1205.png"/><Relationship Id="rId33" Type="http://schemas.openxmlformats.org/officeDocument/2006/relationships/image" Target="../media/image1217.png"/><Relationship Id="rId32" Type="http://schemas.openxmlformats.org/officeDocument/2006/relationships/image" Target="../media/image1206.png"/><Relationship Id="rId35" Type="http://schemas.openxmlformats.org/officeDocument/2006/relationships/image" Target="../media/image1216.png"/><Relationship Id="rId34" Type="http://schemas.openxmlformats.org/officeDocument/2006/relationships/image" Target="../media/image1235.png"/><Relationship Id="rId37" Type="http://schemas.openxmlformats.org/officeDocument/2006/relationships/image" Target="../media/image1207.png"/><Relationship Id="rId36" Type="http://schemas.openxmlformats.org/officeDocument/2006/relationships/image" Target="../media/image1211.png"/><Relationship Id="rId39" Type="http://schemas.openxmlformats.org/officeDocument/2006/relationships/image" Target="../media/image1208.png"/><Relationship Id="rId38" Type="http://schemas.openxmlformats.org/officeDocument/2006/relationships/image" Target="../media/image1212.png"/><Relationship Id="rId20" Type="http://schemas.openxmlformats.org/officeDocument/2006/relationships/image" Target="../media/image1188.png"/><Relationship Id="rId22" Type="http://schemas.openxmlformats.org/officeDocument/2006/relationships/image" Target="../media/image1194.png"/><Relationship Id="rId21" Type="http://schemas.openxmlformats.org/officeDocument/2006/relationships/image" Target="../media/image1185.png"/><Relationship Id="rId24" Type="http://schemas.openxmlformats.org/officeDocument/2006/relationships/image" Target="../media/image1200.png"/><Relationship Id="rId23" Type="http://schemas.openxmlformats.org/officeDocument/2006/relationships/image" Target="../media/image1199.png"/><Relationship Id="rId26" Type="http://schemas.openxmlformats.org/officeDocument/2006/relationships/image" Target="../media/image1229.png"/><Relationship Id="rId25" Type="http://schemas.openxmlformats.org/officeDocument/2006/relationships/image" Target="../media/image1189.png"/><Relationship Id="rId28" Type="http://schemas.openxmlformats.org/officeDocument/2006/relationships/image" Target="../media/image1198.png"/><Relationship Id="rId27" Type="http://schemas.openxmlformats.org/officeDocument/2006/relationships/image" Target="../media/image1195.png"/><Relationship Id="rId29" Type="http://schemas.openxmlformats.org/officeDocument/2006/relationships/image" Target="../media/image1214.png"/><Relationship Id="rId11" Type="http://schemas.openxmlformats.org/officeDocument/2006/relationships/image" Target="../media/image1196.png"/><Relationship Id="rId10" Type="http://schemas.openxmlformats.org/officeDocument/2006/relationships/image" Target="../media/image1193.png"/><Relationship Id="rId13" Type="http://schemas.openxmlformats.org/officeDocument/2006/relationships/image" Target="../media/image1182.png"/><Relationship Id="rId12" Type="http://schemas.openxmlformats.org/officeDocument/2006/relationships/image" Target="../media/image1186.png"/><Relationship Id="rId15" Type="http://schemas.openxmlformats.org/officeDocument/2006/relationships/image" Target="../media/image1183.png"/><Relationship Id="rId14" Type="http://schemas.openxmlformats.org/officeDocument/2006/relationships/image" Target="../media/image1204.png"/><Relationship Id="rId17" Type="http://schemas.openxmlformats.org/officeDocument/2006/relationships/image" Target="../media/image1203.png"/><Relationship Id="rId16" Type="http://schemas.openxmlformats.org/officeDocument/2006/relationships/image" Target="../media/image1184.png"/><Relationship Id="rId19" Type="http://schemas.openxmlformats.org/officeDocument/2006/relationships/image" Target="../media/image1192.png"/><Relationship Id="rId18" Type="http://schemas.openxmlformats.org/officeDocument/2006/relationships/image" Target="../media/image119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76.png"/><Relationship Id="rId4" Type="http://schemas.openxmlformats.org/officeDocument/2006/relationships/image" Target="../media/image1169.png"/><Relationship Id="rId9" Type="http://schemas.openxmlformats.org/officeDocument/2006/relationships/image" Target="../media/image1191.png"/><Relationship Id="rId5" Type="http://schemas.openxmlformats.org/officeDocument/2006/relationships/image" Target="../media/image1168.png"/><Relationship Id="rId6" Type="http://schemas.openxmlformats.org/officeDocument/2006/relationships/image" Target="../media/image1175.png"/><Relationship Id="rId7" Type="http://schemas.openxmlformats.org/officeDocument/2006/relationships/image" Target="../media/image1170.png"/><Relationship Id="rId8" Type="http://schemas.openxmlformats.org/officeDocument/2006/relationships/image" Target="../media/image1181.png"/><Relationship Id="rId51" Type="http://schemas.openxmlformats.org/officeDocument/2006/relationships/image" Target="../media/image1220.png"/><Relationship Id="rId50" Type="http://schemas.openxmlformats.org/officeDocument/2006/relationships/image" Target="../media/image1221.png"/><Relationship Id="rId53" Type="http://schemas.openxmlformats.org/officeDocument/2006/relationships/image" Target="../media/image1227.png"/><Relationship Id="rId52" Type="http://schemas.openxmlformats.org/officeDocument/2006/relationships/image" Target="../media/image1215.png"/><Relationship Id="rId55" Type="http://schemas.openxmlformats.org/officeDocument/2006/relationships/image" Target="../media/image1230.png"/><Relationship Id="rId54" Type="http://schemas.openxmlformats.org/officeDocument/2006/relationships/image" Target="../media/image1224.png"/><Relationship Id="rId56" Type="http://schemas.openxmlformats.org/officeDocument/2006/relationships/image" Target="../media/image12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40" Type="http://schemas.openxmlformats.org/officeDocument/2006/relationships/image" Target="../media/image1260.png"/><Relationship Id="rId42" Type="http://schemas.openxmlformats.org/officeDocument/2006/relationships/image" Target="../media/image1281.png"/><Relationship Id="rId41" Type="http://schemas.openxmlformats.org/officeDocument/2006/relationships/image" Target="../media/image1259.png"/><Relationship Id="rId44" Type="http://schemas.openxmlformats.org/officeDocument/2006/relationships/image" Target="../media/image1272.png"/><Relationship Id="rId43" Type="http://schemas.openxmlformats.org/officeDocument/2006/relationships/image" Target="../media/image1279.png"/><Relationship Id="rId46" Type="http://schemas.openxmlformats.org/officeDocument/2006/relationships/image" Target="../media/image1265.png"/><Relationship Id="rId45" Type="http://schemas.openxmlformats.org/officeDocument/2006/relationships/image" Target="../media/image1268.png"/><Relationship Id="rId48" Type="http://schemas.openxmlformats.org/officeDocument/2006/relationships/image" Target="../media/image1282.png"/><Relationship Id="rId47" Type="http://schemas.openxmlformats.org/officeDocument/2006/relationships/image" Target="../media/image1289.png"/><Relationship Id="rId49" Type="http://schemas.openxmlformats.org/officeDocument/2006/relationships/image" Target="../media/image1278.png"/><Relationship Id="rId31" Type="http://schemas.openxmlformats.org/officeDocument/2006/relationships/image" Target="../media/image1258.png"/><Relationship Id="rId30" Type="http://schemas.openxmlformats.org/officeDocument/2006/relationships/image" Target="../media/image1280.png"/><Relationship Id="rId33" Type="http://schemas.openxmlformats.org/officeDocument/2006/relationships/image" Target="../media/image1276.png"/><Relationship Id="rId32" Type="http://schemas.openxmlformats.org/officeDocument/2006/relationships/image" Target="../media/image1270.png"/><Relationship Id="rId35" Type="http://schemas.openxmlformats.org/officeDocument/2006/relationships/image" Target="../media/image1287.png"/><Relationship Id="rId34" Type="http://schemas.openxmlformats.org/officeDocument/2006/relationships/image" Target="../media/image1262.png"/><Relationship Id="rId37" Type="http://schemas.openxmlformats.org/officeDocument/2006/relationships/image" Target="../media/image1264.png"/><Relationship Id="rId36" Type="http://schemas.openxmlformats.org/officeDocument/2006/relationships/image" Target="../media/image1267.png"/><Relationship Id="rId39" Type="http://schemas.openxmlformats.org/officeDocument/2006/relationships/image" Target="../media/image1266.png"/><Relationship Id="rId38" Type="http://schemas.openxmlformats.org/officeDocument/2006/relationships/image" Target="../media/image1273.png"/><Relationship Id="rId20" Type="http://schemas.openxmlformats.org/officeDocument/2006/relationships/image" Target="../media/image1252.png"/><Relationship Id="rId22" Type="http://schemas.openxmlformats.org/officeDocument/2006/relationships/image" Target="../media/image1271.png"/><Relationship Id="rId21" Type="http://schemas.openxmlformats.org/officeDocument/2006/relationships/image" Target="../media/image1261.png"/><Relationship Id="rId24" Type="http://schemas.openxmlformats.org/officeDocument/2006/relationships/image" Target="../media/image1255.png"/><Relationship Id="rId23" Type="http://schemas.openxmlformats.org/officeDocument/2006/relationships/image" Target="../media/image1254.png"/><Relationship Id="rId26" Type="http://schemas.openxmlformats.org/officeDocument/2006/relationships/image" Target="../media/image1244.png"/><Relationship Id="rId25" Type="http://schemas.openxmlformats.org/officeDocument/2006/relationships/image" Target="../media/image1245.png"/><Relationship Id="rId28" Type="http://schemas.openxmlformats.org/officeDocument/2006/relationships/image" Target="../media/image1251.png"/><Relationship Id="rId27" Type="http://schemas.openxmlformats.org/officeDocument/2006/relationships/image" Target="../media/image1257.png"/><Relationship Id="rId29" Type="http://schemas.openxmlformats.org/officeDocument/2006/relationships/image" Target="../media/image1263.png"/><Relationship Id="rId11" Type="http://schemas.openxmlformats.org/officeDocument/2006/relationships/image" Target="../media/image1250.png"/><Relationship Id="rId10" Type="http://schemas.openxmlformats.org/officeDocument/2006/relationships/image" Target="../media/image1233.png"/><Relationship Id="rId13" Type="http://schemas.openxmlformats.org/officeDocument/2006/relationships/image" Target="../media/image1253.png"/><Relationship Id="rId12" Type="http://schemas.openxmlformats.org/officeDocument/2006/relationships/image" Target="../media/image1236.png"/><Relationship Id="rId15" Type="http://schemas.openxmlformats.org/officeDocument/2006/relationships/image" Target="../media/image1240.png"/><Relationship Id="rId14" Type="http://schemas.openxmlformats.org/officeDocument/2006/relationships/image" Target="../media/image1247.png"/><Relationship Id="rId17" Type="http://schemas.openxmlformats.org/officeDocument/2006/relationships/image" Target="../media/image1246.png"/><Relationship Id="rId16" Type="http://schemas.openxmlformats.org/officeDocument/2006/relationships/image" Target="../media/image1239.png"/><Relationship Id="rId19" Type="http://schemas.openxmlformats.org/officeDocument/2006/relationships/image" Target="../media/image1256.png"/><Relationship Id="rId18" Type="http://schemas.openxmlformats.org/officeDocument/2006/relationships/image" Target="../media/image12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28.png"/><Relationship Id="rId4" Type="http://schemas.openxmlformats.org/officeDocument/2006/relationships/image" Target="../media/image1241.png"/><Relationship Id="rId9" Type="http://schemas.openxmlformats.org/officeDocument/2006/relationships/image" Target="../media/image1243.png"/><Relationship Id="rId5" Type="http://schemas.openxmlformats.org/officeDocument/2006/relationships/image" Target="../media/image1237.png"/><Relationship Id="rId6" Type="http://schemas.openxmlformats.org/officeDocument/2006/relationships/image" Target="../media/image1238.png"/><Relationship Id="rId7" Type="http://schemas.openxmlformats.org/officeDocument/2006/relationships/image" Target="../media/image1234.png"/><Relationship Id="rId8" Type="http://schemas.openxmlformats.org/officeDocument/2006/relationships/image" Target="../media/image1242.png"/><Relationship Id="rId50" Type="http://schemas.openxmlformats.org/officeDocument/2006/relationships/image" Target="../media/image1275.png"/></Relationships>
</file>

<file path=ppt/slides/_rels/slide28.xml.rels><?xml version="1.0" encoding="UTF-8" standalone="yes"?><Relationships xmlns="http://schemas.openxmlformats.org/package/2006/relationships"><Relationship Id="rId31" Type="http://schemas.openxmlformats.org/officeDocument/2006/relationships/image" Target="../media/image1305.png"/><Relationship Id="rId30" Type="http://schemas.openxmlformats.org/officeDocument/2006/relationships/image" Target="../media/image1308.png"/><Relationship Id="rId33" Type="http://schemas.openxmlformats.org/officeDocument/2006/relationships/image" Target="../media/image1311.png"/><Relationship Id="rId32" Type="http://schemas.openxmlformats.org/officeDocument/2006/relationships/image" Target="../media/image1309.png"/><Relationship Id="rId35" Type="http://schemas.openxmlformats.org/officeDocument/2006/relationships/image" Target="../media/image1310.png"/><Relationship Id="rId34" Type="http://schemas.openxmlformats.org/officeDocument/2006/relationships/image" Target="../media/image1307.png"/><Relationship Id="rId36" Type="http://schemas.openxmlformats.org/officeDocument/2006/relationships/image" Target="../media/image1318.png"/><Relationship Id="rId20" Type="http://schemas.openxmlformats.org/officeDocument/2006/relationships/image" Target="../media/image1296.png"/><Relationship Id="rId22" Type="http://schemas.openxmlformats.org/officeDocument/2006/relationships/image" Target="../media/image1316.png"/><Relationship Id="rId21" Type="http://schemas.openxmlformats.org/officeDocument/2006/relationships/image" Target="../media/image1290.png"/><Relationship Id="rId24" Type="http://schemas.openxmlformats.org/officeDocument/2006/relationships/image" Target="../media/image1302.png"/><Relationship Id="rId23" Type="http://schemas.openxmlformats.org/officeDocument/2006/relationships/image" Target="../media/image1295.png"/><Relationship Id="rId26" Type="http://schemas.openxmlformats.org/officeDocument/2006/relationships/image" Target="../media/image1297.png"/><Relationship Id="rId25" Type="http://schemas.openxmlformats.org/officeDocument/2006/relationships/image" Target="../media/image1298.png"/><Relationship Id="rId28" Type="http://schemas.openxmlformats.org/officeDocument/2006/relationships/image" Target="../media/image1300.png"/><Relationship Id="rId27" Type="http://schemas.openxmlformats.org/officeDocument/2006/relationships/image" Target="../media/image1301.png"/><Relationship Id="rId29" Type="http://schemas.openxmlformats.org/officeDocument/2006/relationships/image" Target="../media/image1306.png"/><Relationship Id="rId11" Type="http://schemas.openxmlformats.org/officeDocument/2006/relationships/image" Target="../media/image1304.png"/><Relationship Id="rId10" Type="http://schemas.openxmlformats.org/officeDocument/2006/relationships/image" Target="../media/image1291.png"/><Relationship Id="rId13" Type="http://schemas.openxmlformats.org/officeDocument/2006/relationships/image" Target="../media/image1286.png"/><Relationship Id="rId12" Type="http://schemas.openxmlformats.org/officeDocument/2006/relationships/image" Target="../media/image1283.png"/><Relationship Id="rId15" Type="http://schemas.openxmlformats.org/officeDocument/2006/relationships/image" Target="../media/image1292.png"/><Relationship Id="rId14" Type="http://schemas.openxmlformats.org/officeDocument/2006/relationships/image" Target="../media/image1303.png"/><Relationship Id="rId17" Type="http://schemas.openxmlformats.org/officeDocument/2006/relationships/image" Target="../media/image1293.png"/><Relationship Id="rId16" Type="http://schemas.openxmlformats.org/officeDocument/2006/relationships/image" Target="../media/image1288.png"/><Relationship Id="rId19" Type="http://schemas.openxmlformats.org/officeDocument/2006/relationships/image" Target="../media/image1299.png"/><Relationship Id="rId18" Type="http://schemas.openxmlformats.org/officeDocument/2006/relationships/image" Target="../media/image129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69.png"/><Relationship Id="rId4" Type="http://schemas.openxmlformats.org/officeDocument/2006/relationships/image" Target="../media/image1274.png"/><Relationship Id="rId9" Type="http://schemas.openxmlformats.org/officeDocument/2006/relationships/image" Target="../media/image1313.png"/><Relationship Id="rId5" Type="http://schemas.openxmlformats.org/officeDocument/2006/relationships/image" Target="../media/image1277.png"/><Relationship Id="rId6" Type="http://schemas.openxmlformats.org/officeDocument/2006/relationships/image" Target="../media/image1285.png"/><Relationship Id="rId7" Type="http://schemas.openxmlformats.org/officeDocument/2006/relationships/image" Target="../media/image1284.png"/><Relationship Id="rId8" Type="http://schemas.openxmlformats.org/officeDocument/2006/relationships/image" Target="../media/image1376.png"/></Relationships>
</file>

<file path=ppt/slides/_rels/slide29.xml.rels><?xml version="1.0" encoding="UTF-8" standalone="yes"?><Relationships xmlns="http://schemas.openxmlformats.org/package/2006/relationships"><Relationship Id="rId40" Type="http://schemas.openxmlformats.org/officeDocument/2006/relationships/image" Target="../media/image1358.png"/><Relationship Id="rId42" Type="http://schemas.openxmlformats.org/officeDocument/2006/relationships/image" Target="../media/image1356.png"/><Relationship Id="rId41" Type="http://schemas.openxmlformats.org/officeDocument/2006/relationships/image" Target="../media/image1354.png"/><Relationship Id="rId44" Type="http://schemas.openxmlformats.org/officeDocument/2006/relationships/image" Target="../media/image1353.png"/><Relationship Id="rId43" Type="http://schemas.openxmlformats.org/officeDocument/2006/relationships/image" Target="../media/image1350.png"/><Relationship Id="rId46" Type="http://schemas.openxmlformats.org/officeDocument/2006/relationships/image" Target="../media/image1369.png"/><Relationship Id="rId45" Type="http://schemas.openxmlformats.org/officeDocument/2006/relationships/image" Target="../media/image1351.png"/><Relationship Id="rId48" Type="http://schemas.openxmlformats.org/officeDocument/2006/relationships/image" Target="../media/image1359.png"/><Relationship Id="rId47" Type="http://schemas.openxmlformats.org/officeDocument/2006/relationships/image" Target="../media/image1357.png"/><Relationship Id="rId49" Type="http://schemas.openxmlformats.org/officeDocument/2006/relationships/image" Target="../media/image1360.png"/><Relationship Id="rId31" Type="http://schemas.openxmlformats.org/officeDocument/2006/relationships/image" Target="../media/image1337.png"/><Relationship Id="rId30" Type="http://schemas.openxmlformats.org/officeDocument/2006/relationships/image" Target="../media/image1352.png"/><Relationship Id="rId33" Type="http://schemas.openxmlformats.org/officeDocument/2006/relationships/image" Target="../media/image1348.png"/><Relationship Id="rId32" Type="http://schemas.openxmlformats.org/officeDocument/2006/relationships/image" Target="../media/image1338.png"/><Relationship Id="rId35" Type="http://schemas.openxmlformats.org/officeDocument/2006/relationships/image" Target="../media/image1344.png"/><Relationship Id="rId34" Type="http://schemas.openxmlformats.org/officeDocument/2006/relationships/image" Target="../media/image1342.png"/><Relationship Id="rId37" Type="http://schemas.openxmlformats.org/officeDocument/2006/relationships/image" Target="../media/image1370.png"/><Relationship Id="rId36" Type="http://schemas.openxmlformats.org/officeDocument/2006/relationships/image" Target="../media/image1347.png"/><Relationship Id="rId39" Type="http://schemas.openxmlformats.org/officeDocument/2006/relationships/image" Target="../media/image1346.png"/><Relationship Id="rId38" Type="http://schemas.openxmlformats.org/officeDocument/2006/relationships/image" Target="../media/image1345.png"/><Relationship Id="rId20" Type="http://schemas.openxmlformats.org/officeDocument/2006/relationships/image" Target="../media/image1340.png"/><Relationship Id="rId22" Type="http://schemas.openxmlformats.org/officeDocument/2006/relationships/image" Target="../media/image1336.png"/><Relationship Id="rId21" Type="http://schemas.openxmlformats.org/officeDocument/2006/relationships/image" Target="../media/image1325.png"/><Relationship Id="rId24" Type="http://schemas.openxmlformats.org/officeDocument/2006/relationships/image" Target="../media/image1332.png"/><Relationship Id="rId23" Type="http://schemas.openxmlformats.org/officeDocument/2006/relationships/image" Target="../media/image1331.png"/><Relationship Id="rId26" Type="http://schemas.openxmlformats.org/officeDocument/2006/relationships/image" Target="../media/image1327.png"/><Relationship Id="rId25" Type="http://schemas.openxmlformats.org/officeDocument/2006/relationships/image" Target="../media/image1349.png"/><Relationship Id="rId28" Type="http://schemas.openxmlformats.org/officeDocument/2006/relationships/image" Target="../media/image1341.png"/><Relationship Id="rId27" Type="http://schemas.openxmlformats.org/officeDocument/2006/relationships/image" Target="../media/image1333.png"/><Relationship Id="rId29" Type="http://schemas.openxmlformats.org/officeDocument/2006/relationships/image" Target="../media/image1343.png"/><Relationship Id="rId11" Type="http://schemas.openxmlformats.org/officeDocument/2006/relationships/image" Target="../media/image1322.png"/><Relationship Id="rId10" Type="http://schemas.openxmlformats.org/officeDocument/2006/relationships/image" Target="../media/image1330.png"/><Relationship Id="rId13" Type="http://schemas.openxmlformats.org/officeDocument/2006/relationships/image" Target="../media/image1320.png"/><Relationship Id="rId12" Type="http://schemas.openxmlformats.org/officeDocument/2006/relationships/image" Target="../media/image1319.png"/><Relationship Id="rId15" Type="http://schemas.openxmlformats.org/officeDocument/2006/relationships/image" Target="../media/image1328.png"/><Relationship Id="rId14" Type="http://schemas.openxmlformats.org/officeDocument/2006/relationships/image" Target="../media/image1323.png"/><Relationship Id="rId17" Type="http://schemas.openxmlformats.org/officeDocument/2006/relationships/image" Target="../media/image1321.png"/><Relationship Id="rId16" Type="http://schemas.openxmlformats.org/officeDocument/2006/relationships/image" Target="../media/image1334.png"/><Relationship Id="rId19" Type="http://schemas.openxmlformats.org/officeDocument/2006/relationships/image" Target="../media/image1339.png"/><Relationship Id="rId18" Type="http://schemas.openxmlformats.org/officeDocument/2006/relationships/image" Target="../media/image13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12.png"/><Relationship Id="rId4" Type="http://schemas.openxmlformats.org/officeDocument/2006/relationships/image" Target="../media/image1317.png"/><Relationship Id="rId9" Type="http://schemas.openxmlformats.org/officeDocument/2006/relationships/image" Target="../media/image1314.png"/><Relationship Id="rId5" Type="http://schemas.openxmlformats.org/officeDocument/2006/relationships/image" Target="../media/image1315.png"/><Relationship Id="rId6" Type="http://schemas.openxmlformats.org/officeDocument/2006/relationships/image" Target="../media/image1335.png"/><Relationship Id="rId7" Type="http://schemas.openxmlformats.org/officeDocument/2006/relationships/image" Target="../media/image1324.png"/><Relationship Id="rId8" Type="http://schemas.openxmlformats.org/officeDocument/2006/relationships/image" Target="../media/image1326.png"/><Relationship Id="rId71" Type="http://schemas.openxmlformats.org/officeDocument/2006/relationships/image" Target="../media/image1386.png"/><Relationship Id="rId70" Type="http://schemas.openxmlformats.org/officeDocument/2006/relationships/image" Target="../media/image1380.png"/><Relationship Id="rId62" Type="http://schemas.openxmlformats.org/officeDocument/2006/relationships/image" Target="../media/image1375.png"/><Relationship Id="rId61" Type="http://schemas.openxmlformats.org/officeDocument/2006/relationships/image" Target="../media/image1366.png"/><Relationship Id="rId64" Type="http://schemas.openxmlformats.org/officeDocument/2006/relationships/image" Target="../media/image1372.png"/><Relationship Id="rId63" Type="http://schemas.openxmlformats.org/officeDocument/2006/relationships/image" Target="../media/image1373.png"/><Relationship Id="rId66" Type="http://schemas.openxmlformats.org/officeDocument/2006/relationships/image" Target="../media/image1374.png"/><Relationship Id="rId65" Type="http://schemas.openxmlformats.org/officeDocument/2006/relationships/image" Target="../media/image1383.png"/><Relationship Id="rId68" Type="http://schemas.openxmlformats.org/officeDocument/2006/relationships/image" Target="../media/image1396.png"/><Relationship Id="rId67" Type="http://schemas.openxmlformats.org/officeDocument/2006/relationships/image" Target="../media/image1377.png"/><Relationship Id="rId60" Type="http://schemas.openxmlformats.org/officeDocument/2006/relationships/image" Target="../media/image1364.png"/><Relationship Id="rId69" Type="http://schemas.openxmlformats.org/officeDocument/2006/relationships/image" Target="../media/image1378.png"/><Relationship Id="rId51" Type="http://schemas.openxmlformats.org/officeDocument/2006/relationships/image" Target="../media/image1355.png"/><Relationship Id="rId50" Type="http://schemas.openxmlformats.org/officeDocument/2006/relationships/image" Target="../media/image1367.png"/><Relationship Id="rId53" Type="http://schemas.openxmlformats.org/officeDocument/2006/relationships/image" Target="../media/image1363.png"/><Relationship Id="rId52" Type="http://schemas.openxmlformats.org/officeDocument/2006/relationships/image" Target="../media/image1362.png"/><Relationship Id="rId55" Type="http://schemas.openxmlformats.org/officeDocument/2006/relationships/image" Target="../media/image1371.png"/><Relationship Id="rId54" Type="http://schemas.openxmlformats.org/officeDocument/2006/relationships/image" Target="../media/image1368.png"/><Relationship Id="rId57" Type="http://schemas.openxmlformats.org/officeDocument/2006/relationships/image" Target="../media/image1388.png"/><Relationship Id="rId56" Type="http://schemas.openxmlformats.org/officeDocument/2006/relationships/image" Target="../media/image1361.png"/><Relationship Id="rId59" Type="http://schemas.openxmlformats.org/officeDocument/2006/relationships/image" Target="../media/image1379.png"/><Relationship Id="rId58" Type="http://schemas.openxmlformats.org/officeDocument/2006/relationships/image" Target="../media/image1365.png"/></Relationships>
</file>

<file path=ppt/slides/_rels/slide30.xml.rels><?xml version="1.0" encoding="UTF-8" standalone="yes"?><Relationships xmlns="http://schemas.openxmlformats.org/package/2006/relationships"><Relationship Id="rId40" Type="http://schemas.openxmlformats.org/officeDocument/2006/relationships/image" Target="../media/image1414.png"/><Relationship Id="rId42" Type="http://schemas.openxmlformats.org/officeDocument/2006/relationships/image" Target="../media/image1445.png"/><Relationship Id="rId41" Type="http://schemas.openxmlformats.org/officeDocument/2006/relationships/image" Target="../media/image1440.png"/><Relationship Id="rId44" Type="http://schemas.openxmlformats.org/officeDocument/2006/relationships/image" Target="../media/image1425.png"/><Relationship Id="rId43" Type="http://schemas.openxmlformats.org/officeDocument/2006/relationships/image" Target="../media/image1428.png"/><Relationship Id="rId46" Type="http://schemas.openxmlformats.org/officeDocument/2006/relationships/image" Target="../media/image1434.png"/><Relationship Id="rId45" Type="http://schemas.openxmlformats.org/officeDocument/2006/relationships/image" Target="../media/image1417.png"/><Relationship Id="rId48" Type="http://schemas.openxmlformats.org/officeDocument/2006/relationships/image" Target="../media/image1423.png"/><Relationship Id="rId47" Type="http://schemas.openxmlformats.org/officeDocument/2006/relationships/image" Target="../media/image1430.png"/><Relationship Id="rId49" Type="http://schemas.openxmlformats.org/officeDocument/2006/relationships/image" Target="../media/image1420.png"/><Relationship Id="rId31" Type="http://schemas.openxmlformats.org/officeDocument/2006/relationships/image" Target="../media/image1406.png"/><Relationship Id="rId30" Type="http://schemas.openxmlformats.org/officeDocument/2006/relationships/image" Target="../media/image1407.png"/><Relationship Id="rId33" Type="http://schemas.openxmlformats.org/officeDocument/2006/relationships/image" Target="../media/image1429.png"/><Relationship Id="rId32" Type="http://schemas.openxmlformats.org/officeDocument/2006/relationships/image" Target="../media/image1408.png"/><Relationship Id="rId35" Type="http://schemas.openxmlformats.org/officeDocument/2006/relationships/image" Target="../media/image1415.png"/><Relationship Id="rId34" Type="http://schemas.openxmlformats.org/officeDocument/2006/relationships/image" Target="../media/image1412.png"/><Relationship Id="rId37" Type="http://schemas.openxmlformats.org/officeDocument/2006/relationships/image" Target="../media/image1418.png"/><Relationship Id="rId36" Type="http://schemas.openxmlformats.org/officeDocument/2006/relationships/image" Target="../media/image1439.png"/><Relationship Id="rId39" Type="http://schemas.openxmlformats.org/officeDocument/2006/relationships/image" Target="../media/image1416.png"/><Relationship Id="rId38" Type="http://schemas.openxmlformats.org/officeDocument/2006/relationships/image" Target="../media/image1419.png"/><Relationship Id="rId20" Type="http://schemas.openxmlformats.org/officeDocument/2006/relationships/image" Target="../media/image1393.png"/><Relationship Id="rId22" Type="http://schemas.openxmlformats.org/officeDocument/2006/relationships/image" Target="../media/image1409.png"/><Relationship Id="rId21" Type="http://schemas.openxmlformats.org/officeDocument/2006/relationships/image" Target="../media/image1413.png"/><Relationship Id="rId24" Type="http://schemas.openxmlformats.org/officeDocument/2006/relationships/image" Target="../media/image1395.png"/><Relationship Id="rId23" Type="http://schemas.openxmlformats.org/officeDocument/2006/relationships/image" Target="../media/image1410.png"/><Relationship Id="rId26" Type="http://schemas.openxmlformats.org/officeDocument/2006/relationships/image" Target="../media/image1403.png"/><Relationship Id="rId25" Type="http://schemas.openxmlformats.org/officeDocument/2006/relationships/image" Target="../media/image1397.png"/><Relationship Id="rId28" Type="http://schemas.openxmlformats.org/officeDocument/2006/relationships/image" Target="../media/image1405.png"/><Relationship Id="rId27" Type="http://schemas.openxmlformats.org/officeDocument/2006/relationships/image" Target="../media/image1401.png"/><Relationship Id="rId29" Type="http://schemas.openxmlformats.org/officeDocument/2006/relationships/image" Target="../media/image1411.png"/><Relationship Id="rId11" Type="http://schemas.openxmlformats.org/officeDocument/2006/relationships/image" Target="../media/image1422.png"/><Relationship Id="rId10" Type="http://schemas.openxmlformats.org/officeDocument/2006/relationships/image" Target="../media/image1384.png"/><Relationship Id="rId13" Type="http://schemas.openxmlformats.org/officeDocument/2006/relationships/image" Target="../media/image1398.png"/><Relationship Id="rId12" Type="http://schemas.openxmlformats.org/officeDocument/2006/relationships/image" Target="../media/image1391.png"/><Relationship Id="rId15" Type="http://schemas.openxmlformats.org/officeDocument/2006/relationships/image" Target="../media/image1399.png"/><Relationship Id="rId14" Type="http://schemas.openxmlformats.org/officeDocument/2006/relationships/image" Target="../media/image1400.png"/><Relationship Id="rId17" Type="http://schemas.openxmlformats.org/officeDocument/2006/relationships/image" Target="../media/image1390.png"/><Relationship Id="rId16" Type="http://schemas.openxmlformats.org/officeDocument/2006/relationships/image" Target="../media/image1387.png"/><Relationship Id="rId19" Type="http://schemas.openxmlformats.org/officeDocument/2006/relationships/image" Target="../media/image1404.png"/><Relationship Id="rId18" Type="http://schemas.openxmlformats.org/officeDocument/2006/relationships/image" Target="../media/image140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92.png"/><Relationship Id="rId4" Type="http://schemas.openxmlformats.org/officeDocument/2006/relationships/image" Target="../media/image1389.png"/><Relationship Id="rId9" Type="http://schemas.openxmlformats.org/officeDocument/2006/relationships/image" Target="../media/image1424.png"/><Relationship Id="rId5" Type="http://schemas.openxmlformats.org/officeDocument/2006/relationships/image" Target="../media/image1385.png"/><Relationship Id="rId6" Type="http://schemas.openxmlformats.org/officeDocument/2006/relationships/image" Target="../media/image1381.png"/><Relationship Id="rId7" Type="http://schemas.openxmlformats.org/officeDocument/2006/relationships/image" Target="../media/image1382.png"/><Relationship Id="rId8" Type="http://schemas.openxmlformats.org/officeDocument/2006/relationships/image" Target="../media/image1394.png"/><Relationship Id="rId51" Type="http://schemas.openxmlformats.org/officeDocument/2006/relationships/image" Target="../media/image1431.png"/><Relationship Id="rId50" Type="http://schemas.openxmlformats.org/officeDocument/2006/relationships/image" Target="../media/image1421.png"/></Relationships>
</file>

<file path=ppt/slides/_rels/slide31.xml.rels><?xml version="1.0" encoding="UTF-8" standalone="yes"?><Relationships xmlns="http://schemas.openxmlformats.org/package/2006/relationships"><Relationship Id="rId40" Type="http://schemas.openxmlformats.org/officeDocument/2006/relationships/image" Target="../media/image1461.png"/><Relationship Id="rId42" Type="http://schemas.openxmlformats.org/officeDocument/2006/relationships/image" Target="../media/image1478.png"/><Relationship Id="rId41" Type="http://schemas.openxmlformats.org/officeDocument/2006/relationships/image" Target="../media/image1485.png"/><Relationship Id="rId31" Type="http://schemas.openxmlformats.org/officeDocument/2006/relationships/image" Target="../media/image1456.png"/><Relationship Id="rId30" Type="http://schemas.openxmlformats.org/officeDocument/2006/relationships/image" Target="../media/image1451.png"/><Relationship Id="rId33" Type="http://schemas.openxmlformats.org/officeDocument/2006/relationships/image" Target="../media/image1497.png"/><Relationship Id="rId32" Type="http://schemas.openxmlformats.org/officeDocument/2006/relationships/image" Target="../media/image1458.png"/><Relationship Id="rId35" Type="http://schemas.openxmlformats.org/officeDocument/2006/relationships/image" Target="../media/image1468.png"/><Relationship Id="rId34" Type="http://schemas.openxmlformats.org/officeDocument/2006/relationships/image" Target="../media/image1460.png"/><Relationship Id="rId37" Type="http://schemas.openxmlformats.org/officeDocument/2006/relationships/image" Target="../media/image1465.png"/><Relationship Id="rId36" Type="http://schemas.openxmlformats.org/officeDocument/2006/relationships/image" Target="../media/image1459.png"/><Relationship Id="rId39" Type="http://schemas.openxmlformats.org/officeDocument/2006/relationships/image" Target="../media/image1463.png"/><Relationship Id="rId38" Type="http://schemas.openxmlformats.org/officeDocument/2006/relationships/image" Target="../media/image1462.png"/><Relationship Id="rId20" Type="http://schemas.openxmlformats.org/officeDocument/2006/relationships/image" Target="../media/image1449.png"/><Relationship Id="rId22" Type="http://schemas.openxmlformats.org/officeDocument/2006/relationships/image" Target="../media/image1457.png"/><Relationship Id="rId21" Type="http://schemas.openxmlformats.org/officeDocument/2006/relationships/image" Target="../media/image1447.png"/><Relationship Id="rId24" Type="http://schemas.openxmlformats.org/officeDocument/2006/relationships/image" Target="../media/image1448.png"/><Relationship Id="rId23" Type="http://schemas.openxmlformats.org/officeDocument/2006/relationships/image" Target="../media/image1455.png"/><Relationship Id="rId26" Type="http://schemas.openxmlformats.org/officeDocument/2006/relationships/image" Target="../media/image1450.png"/><Relationship Id="rId25" Type="http://schemas.openxmlformats.org/officeDocument/2006/relationships/image" Target="../media/image1467.png"/><Relationship Id="rId28" Type="http://schemas.openxmlformats.org/officeDocument/2006/relationships/image" Target="../media/image1452.png"/><Relationship Id="rId27" Type="http://schemas.openxmlformats.org/officeDocument/2006/relationships/image" Target="../media/image1474.png"/><Relationship Id="rId29" Type="http://schemas.openxmlformats.org/officeDocument/2006/relationships/image" Target="../media/image1481.png"/><Relationship Id="rId11" Type="http://schemas.openxmlformats.org/officeDocument/2006/relationships/image" Target="../media/image1454.png"/><Relationship Id="rId10" Type="http://schemas.openxmlformats.org/officeDocument/2006/relationships/image" Target="../media/image1436.png"/><Relationship Id="rId13" Type="http://schemas.openxmlformats.org/officeDocument/2006/relationships/image" Target="../media/image1442.png"/><Relationship Id="rId12" Type="http://schemas.openxmlformats.org/officeDocument/2006/relationships/image" Target="../media/image1427.png"/><Relationship Id="rId15" Type="http://schemas.openxmlformats.org/officeDocument/2006/relationships/image" Target="../media/image1443.png"/><Relationship Id="rId14" Type="http://schemas.openxmlformats.org/officeDocument/2006/relationships/image" Target="../media/image1441.png"/><Relationship Id="rId17" Type="http://schemas.openxmlformats.org/officeDocument/2006/relationships/image" Target="../media/image1470.png"/><Relationship Id="rId16" Type="http://schemas.openxmlformats.org/officeDocument/2006/relationships/image" Target="../media/image1472.png"/><Relationship Id="rId19" Type="http://schemas.openxmlformats.org/officeDocument/2006/relationships/image" Target="../media/image1453.png"/><Relationship Id="rId18" Type="http://schemas.openxmlformats.org/officeDocument/2006/relationships/image" Target="../media/image14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37.png"/><Relationship Id="rId4" Type="http://schemas.openxmlformats.org/officeDocument/2006/relationships/image" Target="../media/image1426.png"/><Relationship Id="rId9" Type="http://schemas.openxmlformats.org/officeDocument/2006/relationships/image" Target="../media/image1432.png"/><Relationship Id="rId5" Type="http://schemas.openxmlformats.org/officeDocument/2006/relationships/image" Target="../media/image1433.png"/><Relationship Id="rId6" Type="http://schemas.openxmlformats.org/officeDocument/2006/relationships/image" Target="../media/image1444.png"/><Relationship Id="rId7" Type="http://schemas.openxmlformats.org/officeDocument/2006/relationships/image" Target="../media/image1438.png"/><Relationship Id="rId8" Type="http://schemas.openxmlformats.org/officeDocument/2006/relationships/image" Target="../media/image1435.png"/></Relationships>
</file>

<file path=ppt/slides/_rels/slide32.xml.rels><?xml version="1.0" encoding="UTF-8" standalone="yes"?><Relationships xmlns="http://schemas.openxmlformats.org/package/2006/relationships"><Relationship Id="rId31" Type="http://schemas.openxmlformats.org/officeDocument/2006/relationships/image" Target="../media/image1498.png"/><Relationship Id="rId30" Type="http://schemas.openxmlformats.org/officeDocument/2006/relationships/image" Target="../media/image1496.png"/><Relationship Id="rId33" Type="http://schemas.openxmlformats.org/officeDocument/2006/relationships/image" Target="../media/image1514.png"/><Relationship Id="rId32" Type="http://schemas.openxmlformats.org/officeDocument/2006/relationships/image" Target="../media/image1494.png"/><Relationship Id="rId35" Type="http://schemas.openxmlformats.org/officeDocument/2006/relationships/image" Target="../media/image1504.png"/><Relationship Id="rId34" Type="http://schemas.openxmlformats.org/officeDocument/2006/relationships/image" Target="../media/image1507.png"/><Relationship Id="rId36" Type="http://schemas.openxmlformats.org/officeDocument/2006/relationships/image" Target="../media/image1540.png"/><Relationship Id="rId20" Type="http://schemas.openxmlformats.org/officeDocument/2006/relationships/image" Target="../media/image1493.png"/><Relationship Id="rId22" Type="http://schemas.openxmlformats.org/officeDocument/2006/relationships/image" Target="../media/image1487.png"/><Relationship Id="rId21" Type="http://schemas.openxmlformats.org/officeDocument/2006/relationships/image" Target="../media/image1503.png"/><Relationship Id="rId24" Type="http://schemas.openxmlformats.org/officeDocument/2006/relationships/image" Target="../media/image1515.png"/><Relationship Id="rId23" Type="http://schemas.openxmlformats.org/officeDocument/2006/relationships/image" Target="../media/image1486.png"/><Relationship Id="rId26" Type="http://schemas.openxmlformats.org/officeDocument/2006/relationships/image" Target="../media/image1492.png"/><Relationship Id="rId25" Type="http://schemas.openxmlformats.org/officeDocument/2006/relationships/image" Target="../media/image1510.png"/><Relationship Id="rId28" Type="http://schemas.openxmlformats.org/officeDocument/2006/relationships/image" Target="../media/image1495.png"/><Relationship Id="rId27" Type="http://schemas.openxmlformats.org/officeDocument/2006/relationships/image" Target="../media/image1511.png"/><Relationship Id="rId29" Type="http://schemas.openxmlformats.org/officeDocument/2006/relationships/image" Target="../media/image1491.png"/><Relationship Id="rId11" Type="http://schemas.openxmlformats.org/officeDocument/2006/relationships/image" Target="../media/image1473.png"/><Relationship Id="rId10" Type="http://schemas.openxmlformats.org/officeDocument/2006/relationships/image" Target="../media/image1469.png"/><Relationship Id="rId13" Type="http://schemas.openxmlformats.org/officeDocument/2006/relationships/image" Target="../media/image1484.png"/><Relationship Id="rId12" Type="http://schemas.openxmlformats.org/officeDocument/2006/relationships/image" Target="../media/image1479.png"/><Relationship Id="rId15" Type="http://schemas.openxmlformats.org/officeDocument/2006/relationships/image" Target="../media/image1489.png"/><Relationship Id="rId14" Type="http://schemas.openxmlformats.org/officeDocument/2006/relationships/image" Target="../media/image1529.png"/><Relationship Id="rId17" Type="http://schemas.openxmlformats.org/officeDocument/2006/relationships/image" Target="../media/image1490.png"/><Relationship Id="rId16" Type="http://schemas.openxmlformats.org/officeDocument/2006/relationships/image" Target="../media/image1482.png"/><Relationship Id="rId19" Type="http://schemas.openxmlformats.org/officeDocument/2006/relationships/image" Target="../media/image1483.png"/><Relationship Id="rId18" Type="http://schemas.openxmlformats.org/officeDocument/2006/relationships/image" Target="../media/image148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76.png"/><Relationship Id="rId4" Type="http://schemas.openxmlformats.org/officeDocument/2006/relationships/image" Target="../media/image1480.png"/><Relationship Id="rId9" Type="http://schemas.openxmlformats.org/officeDocument/2006/relationships/image" Target="../media/image1464.png"/><Relationship Id="rId5" Type="http://schemas.openxmlformats.org/officeDocument/2006/relationships/image" Target="../media/image1466.png"/><Relationship Id="rId6" Type="http://schemas.openxmlformats.org/officeDocument/2006/relationships/image" Target="../media/image1477.png"/><Relationship Id="rId7" Type="http://schemas.openxmlformats.org/officeDocument/2006/relationships/image" Target="../media/image1471.png"/><Relationship Id="rId8" Type="http://schemas.openxmlformats.org/officeDocument/2006/relationships/image" Target="../media/image1475.png"/></Relationships>
</file>

<file path=ppt/slides/_rels/slide33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12.png"/><Relationship Id="rId22" Type="http://schemas.openxmlformats.org/officeDocument/2006/relationships/image" Target="../media/image1517.png"/><Relationship Id="rId21" Type="http://schemas.openxmlformats.org/officeDocument/2006/relationships/image" Target="../media/image1513.png"/><Relationship Id="rId24" Type="http://schemas.openxmlformats.org/officeDocument/2006/relationships/image" Target="../media/image1518.png"/><Relationship Id="rId23" Type="http://schemas.openxmlformats.org/officeDocument/2006/relationships/image" Target="../media/image1526.png"/><Relationship Id="rId26" Type="http://schemas.openxmlformats.org/officeDocument/2006/relationships/image" Target="../media/image1527.png"/><Relationship Id="rId25" Type="http://schemas.openxmlformats.org/officeDocument/2006/relationships/image" Target="../media/image1522.png"/><Relationship Id="rId28" Type="http://schemas.openxmlformats.org/officeDocument/2006/relationships/image" Target="../media/image1528.png"/><Relationship Id="rId27" Type="http://schemas.openxmlformats.org/officeDocument/2006/relationships/image" Target="../media/image1525.png"/><Relationship Id="rId29" Type="http://schemas.openxmlformats.org/officeDocument/2006/relationships/image" Target="../media/image1538.png"/><Relationship Id="rId11" Type="http://schemas.openxmlformats.org/officeDocument/2006/relationships/image" Target="../media/image1523.png"/><Relationship Id="rId10" Type="http://schemas.openxmlformats.org/officeDocument/2006/relationships/image" Target="../media/image1537.png"/><Relationship Id="rId13" Type="http://schemas.openxmlformats.org/officeDocument/2006/relationships/image" Target="../media/image1521.png"/><Relationship Id="rId12" Type="http://schemas.openxmlformats.org/officeDocument/2006/relationships/image" Target="../media/image1530.png"/><Relationship Id="rId15" Type="http://schemas.openxmlformats.org/officeDocument/2006/relationships/image" Target="../media/image1520.png"/><Relationship Id="rId14" Type="http://schemas.openxmlformats.org/officeDocument/2006/relationships/image" Target="../media/image1524.png"/><Relationship Id="rId17" Type="http://schemas.openxmlformats.org/officeDocument/2006/relationships/image" Target="../media/image1508.png"/><Relationship Id="rId16" Type="http://schemas.openxmlformats.org/officeDocument/2006/relationships/image" Target="../media/image1509.png"/><Relationship Id="rId19" Type="http://schemas.openxmlformats.org/officeDocument/2006/relationships/image" Target="../media/image1532.png"/><Relationship Id="rId18" Type="http://schemas.openxmlformats.org/officeDocument/2006/relationships/image" Target="../media/image15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99.png"/><Relationship Id="rId4" Type="http://schemas.openxmlformats.org/officeDocument/2006/relationships/image" Target="../media/image1500.png"/><Relationship Id="rId9" Type="http://schemas.openxmlformats.org/officeDocument/2006/relationships/image" Target="../media/image1516.png"/><Relationship Id="rId5" Type="http://schemas.openxmlformats.org/officeDocument/2006/relationships/image" Target="../media/image1501.png"/><Relationship Id="rId6" Type="http://schemas.openxmlformats.org/officeDocument/2006/relationships/image" Target="../media/image1506.png"/><Relationship Id="rId7" Type="http://schemas.openxmlformats.org/officeDocument/2006/relationships/image" Target="../media/image1502.png"/><Relationship Id="rId8" Type="http://schemas.openxmlformats.org/officeDocument/2006/relationships/image" Target="../media/image1505.png"/></Relationships>
</file>

<file path=ppt/slides/_rels/slide3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50.png"/><Relationship Id="rId10" Type="http://schemas.openxmlformats.org/officeDocument/2006/relationships/image" Target="../media/image1544.png"/><Relationship Id="rId13" Type="http://schemas.openxmlformats.org/officeDocument/2006/relationships/image" Target="../media/image1539.png"/><Relationship Id="rId12" Type="http://schemas.openxmlformats.org/officeDocument/2006/relationships/image" Target="../media/image1534.png"/><Relationship Id="rId15" Type="http://schemas.openxmlformats.org/officeDocument/2006/relationships/image" Target="../media/image1536.png"/><Relationship Id="rId14" Type="http://schemas.openxmlformats.org/officeDocument/2006/relationships/image" Target="../media/image1556.png"/><Relationship Id="rId17" Type="http://schemas.openxmlformats.org/officeDocument/2006/relationships/image" Target="../media/image1546.png"/><Relationship Id="rId16" Type="http://schemas.openxmlformats.org/officeDocument/2006/relationships/image" Target="../media/image1543.png"/><Relationship Id="rId18" Type="http://schemas.openxmlformats.org/officeDocument/2006/relationships/image" Target="../media/image15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55.png"/><Relationship Id="rId4" Type="http://schemas.openxmlformats.org/officeDocument/2006/relationships/image" Target="../media/image1553.png"/><Relationship Id="rId9" Type="http://schemas.openxmlformats.org/officeDocument/2006/relationships/image" Target="../media/image1574.png"/><Relationship Id="rId5" Type="http://schemas.openxmlformats.org/officeDocument/2006/relationships/image" Target="../media/image1535.png"/><Relationship Id="rId6" Type="http://schemas.openxmlformats.org/officeDocument/2006/relationships/image" Target="../media/image1531.png"/><Relationship Id="rId7" Type="http://schemas.openxmlformats.org/officeDocument/2006/relationships/image" Target="../media/image1533.png"/><Relationship Id="rId8" Type="http://schemas.openxmlformats.org/officeDocument/2006/relationships/image" Target="../media/image1565.png"/></Relationships>
</file>

<file path=ppt/slides/_rels/slide35.xml.rels><?xml version="1.0" encoding="UTF-8" standalone="yes"?><Relationships xmlns="http://schemas.openxmlformats.org/package/2006/relationships"><Relationship Id="rId31" Type="http://schemas.openxmlformats.org/officeDocument/2006/relationships/image" Target="../media/image1583.png"/><Relationship Id="rId30" Type="http://schemas.openxmlformats.org/officeDocument/2006/relationships/image" Target="../media/image1582.png"/><Relationship Id="rId33" Type="http://schemas.openxmlformats.org/officeDocument/2006/relationships/image" Target="../media/image1585.png"/><Relationship Id="rId32" Type="http://schemas.openxmlformats.org/officeDocument/2006/relationships/image" Target="../media/image1581.png"/><Relationship Id="rId35" Type="http://schemas.openxmlformats.org/officeDocument/2006/relationships/image" Target="../media/image1577.png"/><Relationship Id="rId34" Type="http://schemas.openxmlformats.org/officeDocument/2006/relationships/image" Target="../media/image1575.png"/><Relationship Id="rId37" Type="http://schemas.openxmlformats.org/officeDocument/2006/relationships/image" Target="../media/image1578.png"/><Relationship Id="rId36" Type="http://schemas.openxmlformats.org/officeDocument/2006/relationships/image" Target="../media/image1584.png"/><Relationship Id="rId20" Type="http://schemas.openxmlformats.org/officeDocument/2006/relationships/image" Target="../media/image1579.png"/><Relationship Id="rId22" Type="http://schemas.openxmlformats.org/officeDocument/2006/relationships/image" Target="../media/image1562.png"/><Relationship Id="rId21" Type="http://schemas.openxmlformats.org/officeDocument/2006/relationships/image" Target="../media/image1554.png"/><Relationship Id="rId24" Type="http://schemas.openxmlformats.org/officeDocument/2006/relationships/image" Target="../media/image1572.png"/><Relationship Id="rId23" Type="http://schemas.openxmlformats.org/officeDocument/2006/relationships/image" Target="../media/image1563.png"/><Relationship Id="rId26" Type="http://schemas.openxmlformats.org/officeDocument/2006/relationships/image" Target="../media/image1576.png"/><Relationship Id="rId25" Type="http://schemas.openxmlformats.org/officeDocument/2006/relationships/image" Target="../media/image1559.png"/><Relationship Id="rId28" Type="http://schemas.openxmlformats.org/officeDocument/2006/relationships/image" Target="../media/image1573.png"/><Relationship Id="rId27" Type="http://schemas.openxmlformats.org/officeDocument/2006/relationships/image" Target="../media/image1580.png"/><Relationship Id="rId29" Type="http://schemas.openxmlformats.org/officeDocument/2006/relationships/image" Target="../media/image1571.png"/><Relationship Id="rId11" Type="http://schemas.openxmlformats.org/officeDocument/2006/relationships/image" Target="../media/image1548.png"/><Relationship Id="rId10" Type="http://schemas.openxmlformats.org/officeDocument/2006/relationships/image" Target="../media/image1552.png"/><Relationship Id="rId13" Type="http://schemas.openxmlformats.org/officeDocument/2006/relationships/image" Target="../media/image1569.png"/><Relationship Id="rId12" Type="http://schemas.openxmlformats.org/officeDocument/2006/relationships/image" Target="../media/image1561.png"/><Relationship Id="rId15" Type="http://schemas.openxmlformats.org/officeDocument/2006/relationships/image" Target="../media/image1558.png"/><Relationship Id="rId14" Type="http://schemas.openxmlformats.org/officeDocument/2006/relationships/image" Target="../media/image1567.png"/><Relationship Id="rId17" Type="http://schemas.openxmlformats.org/officeDocument/2006/relationships/image" Target="../media/image1564.png"/><Relationship Id="rId16" Type="http://schemas.openxmlformats.org/officeDocument/2006/relationships/image" Target="../media/image1560.png"/><Relationship Id="rId19" Type="http://schemas.openxmlformats.org/officeDocument/2006/relationships/image" Target="../media/image1566.png"/><Relationship Id="rId18" Type="http://schemas.openxmlformats.org/officeDocument/2006/relationships/image" Target="../media/image156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42.png"/><Relationship Id="rId4" Type="http://schemas.openxmlformats.org/officeDocument/2006/relationships/image" Target="../media/image1545.png"/><Relationship Id="rId9" Type="http://schemas.openxmlformats.org/officeDocument/2006/relationships/image" Target="../media/image1570.png"/><Relationship Id="rId5" Type="http://schemas.openxmlformats.org/officeDocument/2006/relationships/image" Target="../media/image1551.png"/><Relationship Id="rId6" Type="http://schemas.openxmlformats.org/officeDocument/2006/relationships/image" Target="../media/image1547.png"/><Relationship Id="rId7" Type="http://schemas.openxmlformats.org/officeDocument/2006/relationships/image" Target="../media/image1549.png"/><Relationship Id="rId8" Type="http://schemas.openxmlformats.org/officeDocument/2006/relationships/image" Target="../media/image15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"/>
          <p:cNvGrpSpPr/>
          <p:nvPr/>
        </p:nvGrpSpPr>
        <p:grpSpPr>
          <a:xfrm>
            <a:off x="3508878" y="2854796"/>
            <a:ext cx="480966" cy="246543"/>
            <a:chOff x="3508878" y="2854796"/>
            <a:chExt cx="480966" cy="246543"/>
          </a:xfrm>
        </p:grpSpPr>
        <p:pic>
          <p:nvPicPr>
            <p:cNvPr id="52" name="Google Shape;5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08878" y="2854796"/>
              <a:ext cx="162450" cy="1948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10927" y="2891777"/>
              <a:ext cx="64426" cy="114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07701" y="2868155"/>
              <a:ext cx="182143" cy="1440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" name="Google Shape;55;p1"/>
            <p:cNvSpPr/>
            <p:nvPr/>
          </p:nvSpPr>
          <p:spPr>
            <a:xfrm>
              <a:off x="3680459" y="3059429"/>
              <a:ext cx="257175" cy="41910"/>
            </a:xfrm>
            <a:custGeom>
              <a:rect b="b" l="l" r="r" t="t"/>
              <a:pathLst>
                <a:path extrusionOk="0" h="41910" w="257175">
                  <a:moveTo>
                    <a:pt x="0" y="37337"/>
                  </a:moveTo>
                  <a:lnTo>
                    <a:pt x="17252" y="40266"/>
                  </a:lnTo>
                  <a:lnTo>
                    <a:pt x="34004" y="41338"/>
                  </a:lnTo>
                  <a:lnTo>
                    <a:pt x="50899" y="40981"/>
                  </a:lnTo>
                  <a:lnTo>
                    <a:pt x="91880" y="36373"/>
                  </a:lnTo>
                  <a:lnTo>
                    <a:pt x="137910" y="28158"/>
                  </a:lnTo>
                  <a:lnTo>
                    <a:pt x="160782" y="23621"/>
                  </a:lnTo>
                  <a:lnTo>
                    <a:pt x="179070" y="20192"/>
                  </a:lnTo>
                  <a:lnTo>
                    <a:pt x="197358" y="16763"/>
                  </a:lnTo>
                  <a:lnTo>
                    <a:pt x="215646" y="13334"/>
                  </a:lnTo>
                  <a:lnTo>
                    <a:pt x="233934" y="9905"/>
                  </a:lnTo>
                  <a:lnTo>
                    <a:pt x="245364" y="8381"/>
                  </a:lnTo>
                  <a:lnTo>
                    <a:pt x="248411" y="7619"/>
                  </a:lnTo>
                  <a:lnTo>
                    <a:pt x="256794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1"/>
          <p:cNvSpPr/>
          <p:nvPr/>
        </p:nvSpPr>
        <p:spPr>
          <a:xfrm>
            <a:off x="4051553" y="2897123"/>
            <a:ext cx="1905" cy="21590"/>
          </a:xfrm>
          <a:custGeom>
            <a:rect b="b" l="l" r="r" t="t"/>
            <a:pathLst>
              <a:path extrusionOk="0" h="21589" w="1904">
                <a:moveTo>
                  <a:pt x="0" y="0"/>
                </a:moveTo>
                <a:lnTo>
                  <a:pt x="762" y="7620"/>
                </a:lnTo>
                <a:lnTo>
                  <a:pt x="1524" y="14478"/>
                </a:lnTo>
                <a:lnTo>
                  <a:pt x="1524" y="21336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57;p1"/>
          <p:cNvGrpSpPr/>
          <p:nvPr/>
        </p:nvGrpSpPr>
        <p:grpSpPr>
          <a:xfrm>
            <a:off x="4572284" y="2806433"/>
            <a:ext cx="477216" cy="210742"/>
            <a:chOff x="4572284" y="2806433"/>
            <a:chExt cx="477216" cy="210742"/>
          </a:xfrm>
        </p:grpSpPr>
        <p:pic>
          <p:nvPicPr>
            <p:cNvPr id="58" name="Google Shape;58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72284" y="2883395"/>
              <a:ext cx="97013" cy="133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03051" y="2861297"/>
              <a:ext cx="111277" cy="1402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842878" y="2806433"/>
              <a:ext cx="206622" cy="1512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" name="Google Shape;61;p1"/>
          <p:cNvGrpSpPr/>
          <p:nvPr/>
        </p:nvGrpSpPr>
        <p:grpSpPr>
          <a:xfrm>
            <a:off x="5103101" y="2793812"/>
            <a:ext cx="204241" cy="154378"/>
            <a:chOff x="5103101" y="2793812"/>
            <a:chExt cx="204241" cy="154378"/>
          </a:xfrm>
        </p:grpSpPr>
        <p:pic>
          <p:nvPicPr>
            <p:cNvPr id="62" name="Google Shape;62;p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103101" y="2793812"/>
              <a:ext cx="90036" cy="154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21211" y="2795765"/>
              <a:ext cx="86131" cy="1242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" name="Google Shape;64;p1"/>
          <p:cNvGrpSpPr/>
          <p:nvPr/>
        </p:nvGrpSpPr>
        <p:grpSpPr>
          <a:xfrm>
            <a:off x="5348478" y="2782252"/>
            <a:ext cx="97155" cy="117665"/>
            <a:chOff x="5348478" y="2782252"/>
            <a:chExt cx="97155" cy="117665"/>
          </a:xfrm>
        </p:grpSpPr>
        <p:sp>
          <p:nvSpPr>
            <p:cNvPr id="65" name="Google Shape;65;p1"/>
            <p:cNvSpPr/>
            <p:nvPr/>
          </p:nvSpPr>
          <p:spPr>
            <a:xfrm>
              <a:off x="5362324" y="2799587"/>
              <a:ext cx="4445" cy="100330"/>
            </a:xfrm>
            <a:custGeom>
              <a:rect b="b" l="l" r="r" t="t"/>
              <a:pathLst>
                <a:path extrusionOk="0" h="100330" w="4445">
                  <a:moveTo>
                    <a:pt x="631" y="0"/>
                  </a:moveTo>
                  <a:lnTo>
                    <a:pt x="0" y="11203"/>
                  </a:lnTo>
                  <a:lnTo>
                    <a:pt x="154" y="22193"/>
                  </a:lnTo>
                  <a:lnTo>
                    <a:pt x="738" y="33325"/>
                  </a:lnTo>
                  <a:lnTo>
                    <a:pt x="1393" y="44958"/>
                  </a:lnTo>
                  <a:lnTo>
                    <a:pt x="2274" y="55256"/>
                  </a:lnTo>
                  <a:lnTo>
                    <a:pt x="2726" y="65627"/>
                  </a:lnTo>
                  <a:lnTo>
                    <a:pt x="2893" y="76140"/>
                  </a:lnTo>
                  <a:lnTo>
                    <a:pt x="2917" y="86868"/>
                  </a:lnTo>
                  <a:lnTo>
                    <a:pt x="2917" y="92202"/>
                  </a:lnTo>
                  <a:lnTo>
                    <a:pt x="3679" y="95250"/>
                  </a:lnTo>
                  <a:lnTo>
                    <a:pt x="4441" y="9982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5348478" y="2782252"/>
              <a:ext cx="97155" cy="114935"/>
            </a:xfrm>
            <a:custGeom>
              <a:rect b="b" l="l" r="r" t="t"/>
              <a:pathLst>
                <a:path extrusionOk="0" h="114935" w="97154">
                  <a:moveTo>
                    <a:pt x="0" y="21145"/>
                  </a:moveTo>
                  <a:lnTo>
                    <a:pt x="38552" y="309"/>
                  </a:lnTo>
                  <a:lnTo>
                    <a:pt x="48577" y="0"/>
                  </a:lnTo>
                  <a:lnTo>
                    <a:pt x="58316" y="1119"/>
                  </a:lnTo>
                  <a:lnTo>
                    <a:pt x="67056" y="4381"/>
                  </a:lnTo>
                  <a:lnTo>
                    <a:pt x="72413" y="10048"/>
                  </a:lnTo>
                  <a:lnTo>
                    <a:pt x="73342" y="17145"/>
                  </a:lnTo>
                  <a:lnTo>
                    <a:pt x="71127" y="24526"/>
                  </a:lnTo>
                  <a:lnTo>
                    <a:pt x="42088" y="53232"/>
                  </a:lnTo>
                  <a:lnTo>
                    <a:pt x="32766" y="59245"/>
                  </a:lnTo>
                  <a:lnTo>
                    <a:pt x="29718" y="61531"/>
                  </a:lnTo>
                  <a:lnTo>
                    <a:pt x="25908" y="63817"/>
                  </a:lnTo>
                  <a:lnTo>
                    <a:pt x="22860" y="65341"/>
                  </a:lnTo>
                  <a:lnTo>
                    <a:pt x="25908" y="67627"/>
                  </a:lnTo>
                  <a:lnTo>
                    <a:pt x="62722" y="83855"/>
                  </a:lnTo>
                  <a:lnTo>
                    <a:pt x="93726" y="111823"/>
                  </a:lnTo>
                  <a:lnTo>
                    <a:pt x="95250" y="114109"/>
                  </a:lnTo>
                  <a:lnTo>
                    <a:pt x="95250" y="114871"/>
                  </a:lnTo>
                  <a:lnTo>
                    <a:pt x="96774" y="114871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1"/>
          <p:cNvGrpSpPr/>
          <p:nvPr/>
        </p:nvGrpSpPr>
        <p:grpSpPr>
          <a:xfrm>
            <a:off x="5533643" y="2743949"/>
            <a:ext cx="470357" cy="147853"/>
            <a:chOff x="5533643" y="2743949"/>
            <a:chExt cx="470357" cy="147853"/>
          </a:xfrm>
        </p:grpSpPr>
        <p:sp>
          <p:nvSpPr>
            <p:cNvPr id="68" name="Google Shape;68;p1"/>
            <p:cNvSpPr/>
            <p:nvPr/>
          </p:nvSpPr>
          <p:spPr>
            <a:xfrm>
              <a:off x="5533643" y="2797302"/>
              <a:ext cx="45720" cy="91440"/>
            </a:xfrm>
            <a:custGeom>
              <a:rect b="b" l="l" r="r" t="t"/>
              <a:pathLst>
                <a:path extrusionOk="0" h="91439" w="45720">
                  <a:moveTo>
                    <a:pt x="0" y="19050"/>
                  </a:moveTo>
                  <a:lnTo>
                    <a:pt x="4345" y="31742"/>
                  </a:lnTo>
                  <a:lnTo>
                    <a:pt x="8477" y="44577"/>
                  </a:lnTo>
                  <a:lnTo>
                    <a:pt x="12751" y="57411"/>
                  </a:lnTo>
                  <a:lnTo>
                    <a:pt x="17526" y="70104"/>
                  </a:lnTo>
                  <a:lnTo>
                    <a:pt x="19812" y="76962"/>
                  </a:lnTo>
                  <a:lnTo>
                    <a:pt x="23622" y="86868"/>
                  </a:lnTo>
                  <a:lnTo>
                    <a:pt x="31242" y="89153"/>
                  </a:lnTo>
                  <a:lnTo>
                    <a:pt x="38862" y="91439"/>
                  </a:lnTo>
                  <a:lnTo>
                    <a:pt x="41148" y="81533"/>
                  </a:lnTo>
                  <a:lnTo>
                    <a:pt x="42672" y="76199"/>
                  </a:lnTo>
                  <a:lnTo>
                    <a:pt x="44529" y="64543"/>
                  </a:lnTo>
                  <a:lnTo>
                    <a:pt x="45529" y="52673"/>
                  </a:lnTo>
                  <a:lnTo>
                    <a:pt x="45672" y="40945"/>
                  </a:lnTo>
                  <a:lnTo>
                    <a:pt x="44958" y="29717"/>
                  </a:lnTo>
                  <a:lnTo>
                    <a:pt x="42267" y="21538"/>
                  </a:lnTo>
                  <a:lnTo>
                    <a:pt x="37719" y="13430"/>
                  </a:lnTo>
                  <a:lnTo>
                    <a:pt x="34885" y="6036"/>
                  </a:lnTo>
                  <a:lnTo>
                    <a:pt x="37337" y="0"/>
                  </a:lnTo>
                  <a:lnTo>
                    <a:pt x="38861" y="0"/>
                  </a:lnTo>
                  <a:lnTo>
                    <a:pt x="40386" y="0"/>
                  </a:lnTo>
                  <a:lnTo>
                    <a:pt x="41909" y="761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9" name="Google Shape;69;p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613641" y="2746235"/>
              <a:ext cx="232435" cy="145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871197" y="2743949"/>
              <a:ext cx="132803" cy="12042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1" name="Google Shape;71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16205" y="2701277"/>
            <a:ext cx="174523" cy="1531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" name="Google Shape;72;p1"/>
          <p:cNvGrpSpPr/>
          <p:nvPr/>
        </p:nvGrpSpPr>
        <p:grpSpPr>
          <a:xfrm>
            <a:off x="6537185" y="2659379"/>
            <a:ext cx="327419" cy="161557"/>
            <a:chOff x="6537185" y="2659379"/>
            <a:chExt cx="327419" cy="161557"/>
          </a:xfrm>
        </p:grpSpPr>
        <p:pic>
          <p:nvPicPr>
            <p:cNvPr id="73" name="Google Shape;73;p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537185" y="2680798"/>
              <a:ext cx="188239" cy="1401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1"/>
            <p:cNvSpPr/>
            <p:nvPr/>
          </p:nvSpPr>
          <p:spPr>
            <a:xfrm>
              <a:off x="6775704" y="2692145"/>
              <a:ext cx="1905" cy="92710"/>
            </a:xfrm>
            <a:custGeom>
              <a:rect b="b" l="l" r="r" t="t"/>
              <a:pathLst>
                <a:path extrusionOk="0" h="92710" w="1904">
                  <a:moveTo>
                    <a:pt x="0" y="0"/>
                  </a:moveTo>
                  <a:lnTo>
                    <a:pt x="535" y="23086"/>
                  </a:lnTo>
                  <a:lnTo>
                    <a:pt x="1428" y="46386"/>
                  </a:lnTo>
                  <a:lnTo>
                    <a:pt x="1607" y="69544"/>
                  </a:lnTo>
                  <a:lnTo>
                    <a:pt x="0" y="9220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771894" y="2659379"/>
              <a:ext cx="92710" cy="116205"/>
            </a:xfrm>
            <a:custGeom>
              <a:rect b="b" l="l" r="r" t="t"/>
              <a:pathLst>
                <a:path extrusionOk="0" h="116205" w="92709">
                  <a:moveTo>
                    <a:pt x="0" y="42672"/>
                  </a:moveTo>
                  <a:lnTo>
                    <a:pt x="44362" y="64793"/>
                  </a:lnTo>
                  <a:lnTo>
                    <a:pt x="75438" y="100584"/>
                  </a:lnTo>
                  <a:lnTo>
                    <a:pt x="83820" y="112776"/>
                  </a:lnTo>
                  <a:lnTo>
                    <a:pt x="89916" y="115824"/>
                  </a:lnTo>
                  <a:lnTo>
                    <a:pt x="90678" y="115824"/>
                  </a:lnTo>
                  <a:lnTo>
                    <a:pt x="91440" y="115824"/>
                  </a:lnTo>
                  <a:lnTo>
                    <a:pt x="91440" y="110490"/>
                  </a:lnTo>
                  <a:lnTo>
                    <a:pt x="92202" y="103632"/>
                  </a:lnTo>
                  <a:lnTo>
                    <a:pt x="91440" y="97536"/>
                  </a:lnTo>
                  <a:lnTo>
                    <a:pt x="89665" y="86106"/>
                  </a:lnTo>
                  <a:lnTo>
                    <a:pt x="86963" y="74676"/>
                  </a:lnTo>
                  <a:lnTo>
                    <a:pt x="83831" y="63246"/>
                  </a:lnTo>
                  <a:lnTo>
                    <a:pt x="80772" y="51816"/>
                  </a:lnTo>
                  <a:lnTo>
                    <a:pt x="75437" y="9906"/>
                  </a:lnTo>
                  <a:lnTo>
                    <a:pt x="75437" y="5334"/>
                  </a:lnTo>
                  <a:lnTo>
                    <a:pt x="76199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" name="Google Shape;76;p1"/>
          <p:cNvGrpSpPr/>
          <p:nvPr/>
        </p:nvGrpSpPr>
        <p:grpSpPr>
          <a:xfrm>
            <a:off x="6927342" y="2637282"/>
            <a:ext cx="121665" cy="122047"/>
            <a:chOff x="6927342" y="2637282"/>
            <a:chExt cx="121665" cy="122047"/>
          </a:xfrm>
        </p:grpSpPr>
        <p:sp>
          <p:nvSpPr>
            <p:cNvPr id="77" name="Google Shape;77;p1"/>
            <p:cNvSpPr/>
            <p:nvPr/>
          </p:nvSpPr>
          <p:spPr>
            <a:xfrm>
              <a:off x="6927342" y="2671572"/>
              <a:ext cx="3810" cy="87630"/>
            </a:xfrm>
            <a:custGeom>
              <a:rect b="b" l="l" r="r" t="t"/>
              <a:pathLst>
                <a:path extrusionOk="0" h="87630" w="3809">
                  <a:moveTo>
                    <a:pt x="761" y="0"/>
                  </a:moveTo>
                  <a:lnTo>
                    <a:pt x="1131" y="9024"/>
                  </a:lnTo>
                  <a:lnTo>
                    <a:pt x="2000" y="17907"/>
                  </a:lnTo>
                  <a:lnTo>
                    <a:pt x="3012" y="26789"/>
                  </a:lnTo>
                  <a:lnTo>
                    <a:pt x="3809" y="35814"/>
                  </a:lnTo>
                  <a:lnTo>
                    <a:pt x="2285" y="74676"/>
                  </a:lnTo>
                  <a:lnTo>
                    <a:pt x="761" y="83058"/>
                  </a:lnTo>
                  <a:lnTo>
                    <a:pt x="0" y="8763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976872" y="2683764"/>
              <a:ext cx="1905" cy="75565"/>
            </a:xfrm>
            <a:custGeom>
              <a:rect b="b" l="l" r="r" t="t"/>
              <a:pathLst>
                <a:path extrusionOk="0" h="75564" w="1904">
                  <a:moveTo>
                    <a:pt x="1524" y="0"/>
                  </a:moveTo>
                  <a:lnTo>
                    <a:pt x="1524" y="9596"/>
                  </a:lnTo>
                  <a:lnTo>
                    <a:pt x="1524" y="19050"/>
                  </a:lnTo>
                  <a:lnTo>
                    <a:pt x="1524" y="28503"/>
                  </a:lnTo>
                  <a:lnTo>
                    <a:pt x="1524" y="38100"/>
                  </a:lnTo>
                  <a:lnTo>
                    <a:pt x="1178" y="46101"/>
                  </a:lnTo>
                  <a:lnTo>
                    <a:pt x="1047" y="54102"/>
                  </a:lnTo>
                  <a:lnTo>
                    <a:pt x="773" y="62102"/>
                  </a:lnTo>
                  <a:lnTo>
                    <a:pt x="0" y="70104"/>
                  </a:lnTo>
                  <a:lnTo>
                    <a:pt x="0" y="73152"/>
                  </a:lnTo>
                  <a:lnTo>
                    <a:pt x="0" y="73914"/>
                  </a:lnTo>
                  <a:lnTo>
                    <a:pt x="0" y="7543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6990588" y="2637282"/>
              <a:ext cx="58419" cy="109220"/>
            </a:xfrm>
            <a:custGeom>
              <a:rect b="b" l="l" r="r" t="t"/>
              <a:pathLst>
                <a:path extrusionOk="0" h="109219" w="58420">
                  <a:moveTo>
                    <a:pt x="0" y="45720"/>
                  </a:moveTo>
                  <a:lnTo>
                    <a:pt x="6988" y="54744"/>
                  </a:lnTo>
                  <a:lnTo>
                    <a:pt x="14192" y="63627"/>
                  </a:lnTo>
                  <a:lnTo>
                    <a:pt x="21538" y="72509"/>
                  </a:lnTo>
                  <a:lnTo>
                    <a:pt x="28956" y="81534"/>
                  </a:lnTo>
                  <a:lnTo>
                    <a:pt x="34540" y="87129"/>
                  </a:lnTo>
                  <a:lnTo>
                    <a:pt x="39909" y="92583"/>
                  </a:lnTo>
                  <a:lnTo>
                    <a:pt x="45136" y="98036"/>
                  </a:lnTo>
                  <a:lnTo>
                    <a:pt x="50292" y="103632"/>
                  </a:lnTo>
                  <a:lnTo>
                    <a:pt x="53340" y="105918"/>
                  </a:lnTo>
                  <a:lnTo>
                    <a:pt x="54864" y="107442"/>
                  </a:lnTo>
                  <a:lnTo>
                    <a:pt x="57912" y="108966"/>
                  </a:lnTo>
                  <a:lnTo>
                    <a:pt x="57792" y="97547"/>
                  </a:lnTo>
                  <a:lnTo>
                    <a:pt x="57531" y="86201"/>
                  </a:lnTo>
                  <a:lnTo>
                    <a:pt x="57269" y="74997"/>
                  </a:lnTo>
                  <a:lnTo>
                    <a:pt x="57150" y="64008"/>
                  </a:lnTo>
                  <a:lnTo>
                    <a:pt x="57566" y="49375"/>
                  </a:lnTo>
                  <a:lnTo>
                    <a:pt x="58197" y="34385"/>
                  </a:lnTo>
                  <a:lnTo>
                    <a:pt x="58114" y="19538"/>
                  </a:lnTo>
                  <a:lnTo>
                    <a:pt x="56387" y="5334"/>
                  </a:lnTo>
                  <a:lnTo>
                    <a:pt x="55625" y="3810"/>
                  </a:lnTo>
                  <a:lnTo>
                    <a:pt x="54863" y="1524"/>
                  </a:lnTo>
                  <a:lnTo>
                    <a:pt x="54863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0" name="Google Shape;80;p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112113" y="2606765"/>
            <a:ext cx="119278" cy="143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551859" y="3131045"/>
            <a:ext cx="147912" cy="184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1"/>
          <p:cNvGrpSpPr/>
          <p:nvPr/>
        </p:nvGrpSpPr>
        <p:grpSpPr>
          <a:xfrm>
            <a:off x="5882627" y="3227057"/>
            <a:ext cx="618007" cy="235483"/>
            <a:chOff x="5882627" y="3227057"/>
            <a:chExt cx="618007" cy="235483"/>
          </a:xfrm>
        </p:grpSpPr>
        <p:pic>
          <p:nvPicPr>
            <p:cNvPr id="83" name="Google Shape;83;p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882627" y="3227057"/>
              <a:ext cx="385692" cy="2354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309347" y="3238487"/>
              <a:ext cx="191287" cy="1669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" name="Google Shape;85;p1"/>
          <p:cNvGrpSpPr/>
          <p:nvPr/>
        </p:nvGrpSpPr>
        <p:grpSpPr>
          <a:xfrm>
            <a:off x="6546329" y="3204959"/>
            <a:ext cx="307873" cy="172689"/>
            <a:chOff x="6546329" y="3204959"/>
            <a:chExt cx="307873" cy="172689"/>
          </a:xfrm>
        </p:grpSpPr>
        <p:pic>
          <p:nvPicPr>
            <p:cNvPr id="86" name="Google Shape;86;p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6546329" y="3235439"/>
              <a:ext cx="86131" cy="1422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6660986" y="3246107"/>
              <a:ext cx="68248" cy="128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762737" y="3204959"/>
              <a:ext cx="91465" cy="1486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" name="Google Shape;89;p1"/>
          <p:cNvGrpSpPr/>
          <p:nvPr/>
        </p:nvGrpSpPr>
        <p:grpSpPr>
          <a:xfrm>
            <a:off x="6899135" y="3137903"/>
            <a:ext cx="493991" cy="201955"/>
            <a:chOff x="6899135" y="3137903"/>
            <a:chExt cx="493991" cy="201955"/>
          </a:xfrm>
        </p:grpSpPr>
        <p:pic>
          <p:nvPicPr>
            <p:cNvPr id="90" name="Google Shape;90;p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899135" y="3185909"/>
              <a:ext cx="232435" cy="1539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"/>
            <p:cNvSpPr/>
            <p:nvPr/>
          </p:nvSpPr>
          <p:spPr>
            <a:xfrm>
              <a:off x="7175754" y="3203447"/>
              <a:ext cx="13335" cy="83185"/>
            </a:xfrm>
            <a:custGeom>
              <a:rect b="b" l="l" r="r" t="t"/>
              <a:pathLst>
                <a:path extrusionOk="0" h="83185" w="13334">
                  <a:moveTo>
                    <a:pt x="0" y="0"/>
                  </a:moveTo>
                  <a:lnTo>
                    <a:pt x="7620" y="38100"/>
                  </a:lnTo>
                  <a:lnTo>
                    <a:pt x="8191" y="56102"/>
                  </a:lnTo>
                  <a:lnTo>
                    <a:pt x="8691" y="65424"/>
                  </a:lnTo>
                  <a:lnTo>
                    <a:pt x="9906" y="74676"/>
                  </a:lnTo>
                  <a:lnTo>
                    <a:pt x="10668" y="79248"/>
                  </a:lnTo>
                  <a:lnTo>
                    <a:pt x="10668" y="80772"/>
                  </a:lnTo>
                  <a:lnTo>
                    <a:pt x="12954" y="8305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" name="Google Shape;92;p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221461" y="3137903"/>
              <a:ext cx="171665" cy="1580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1"/>
          <p:cNvGrpSpPr/>
          <p:nvPr/>
        </p:nvGrpSpPr>
        <p:grpSpPr>
          <a:xfrm>
            <a:off x="7682471" y="3095993"/>
            <a:ext cx="573811" cy="178333"/>
            <a:chOff x="7682471" y="3095993"/>
            <a:chExt cx="573811" cy="178333"/>
          </a:xfrm>
        </p:grpSpPr>
        <p:pic>
          <p:nvPicPr>
            <p:cNvPr id="94" name="Google Shape;94;p1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682471" y="3120377"/>
              <a:ext cx="192811" cy="153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906499" y="3096945"/>
              <a:ext cx="215671" cy="153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8159483" y="3095993"/>
              <a:ext cx="96799" cy="1112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1"/>
          <p:cNvGrpSpPr/>
          <p:nvPr/>
        </p:nvGrpSpPr>
        <p:grpSpPr>
          <a:xfrm>
            <a:off x="8311133" y="3060179"/>
            <a:ext cx="258330" cy="138709"/>
            <a:chOff x="8311133" y="3060179"/>
            <a:chExt cx="258330" cy="138709"/>
          </a:xfrm>
        </p:grpSpPr>
        <p:sp>
          <p:nvSpPr>
            <p:cNvPr id="98" name="Google Shape;98;p1"/>
            <p:cNvSpPr/>
            <p:nvPr/>
          </p:nvSpPr>
          <p:spPr>
            <a:xfrm>
              <a:off x="8311133" y="3114293"/>
              <a:ext cx="3175" cy="76200"/>
            </a:xfrm>
            <a:custGeom>
              <a:rect b="b" l="l" r="r" t="t"/>
              <a:pathLst>
                <a:path extrusionOk="0" h="76200" w="3175">
                  <a:moveTo>
                    <a:pt x="0" y="0"/>
                  </a:moveTo>
                  <a:lnTo>
                    <a:pt x="690" y="11299"/>
                  </a:lnTo>
                  <a:lnTo>
                    <a:pt x="1524" y="22383"/>
                  </a:lnTo>
                  <a:lnTo>
                    <a:pt x="2357" y="33325"/>
                  </a:lnTo>
                  <a:lnTo>
                    <a:pt x="3048" y="44196"/>
                  </a:lnTo>
                  <a:lnTo>
                    <a:pt x="3048" y="52197"/>
                  </a:lnTo>
                  <a:lnTo>
                    <a:pt x="3048" y="60198"/>
                  </a:lnTo>
                  <a:lnTo>
                    <a:pt x="3048" y="68199"/>
                  </a:lnTo>
                  <a:lnTo>
                    <a:pt x="3048" y="7620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" name="Google Shape;99;p1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8353030" y="3083039"/>
              <a:ext cx="80035" cy="115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8470283" y="3060179"/>
              <a:ext cx="99180" cy="1242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"/>
          <p:cNvSpPr/>
          <p:nvPr/>
        </p:nvSpPr>
        <p:spPr>
          <a:xfrm>
            <a:off x="1453896" y="3936170"/>
            <a:ext cx="7941309" cy="199390"/>
          </a:xfrm>
          <a:custGeom>
            <a:rect b="b" l="l" r="r" t="t"/>
            <a:pathLst>
              <a:path extrusionOk="0" h="199389" w="7941309">
                <a:moveTo>
                  <a:pt x="0" y="199203"/>
                </a:moveTo>
                <a:lnTo>
                  <a:pt x="21597" y="195095"/>
                </a:lnTo>
                <a:lnTo>
                  <a:pt x="43053" y="190916"/>
                </a:lnTo>
                <a:lnTo>
                  <a:pt x="64508" y="186880"/>
                </a:lnTo>
                <a:lnTo>
                  <a:pt x="118121" y="178462"/>
                </a:lnTo>
                <a:lnTo>
                  <a:pt x="182439" y="170985"/>
                </a:lnTo>
                <a:lnTo>
                  <a:pt x="257175" y="164365"/>
                </a:lnTo>
                <a:lnTo>
                  <a:pt x="299466" y="161484"/>
                </a:lnTo>
                <a:lnTo>
                  <a:pt x="341756" y="159174"/>
                </a:lnTo>
                <a:lnTo>
                  <a:pt x="384048" y="157293"/>
                </a:lnTo>
                <a:lnTo>
                  <a:pt x="432625" y="155007"/>
                </a:lnTo>
                <a:lnTo>
                  <a:pt x="481202" y="152721"/>
                </a:lnTo>
                <a:lnTo>
                  <a:pt x="529780" y="150435"/>
                </a:lnTo>
                <a:lnTo>
                  <a:pt x="578358" y="148149"/>
                </a:lnTo>
                <a:lnTo>
                  <a:pt x="630495" y="145149"/>
                </a:lnTo>
                <a:lnTo>
                  <a:pt x="682847" y="141862"/>
                </a:lnTo>
                <a:lnTo>
                  <a:pt x="735341" y="138291"/>
                </a:lnTo>
                <a:lnTo>
                  <a:pt x="787908" y="134433"/>
                </a:lnTo>
                <a:lnTo>
                  <a:pt x="834627" y="131159"/>
                </a:lnTo>
                <a:lnTo>
                  <a:pt x="881493" y="127813"/>
                </a:lnTo>
                <a:lnTo>
                  <a:pt x="928469" y="124503"/>
                </a:lnTo>
                <a:lnTo>
                  <a:pt x="975518" y="121339"/>
                </a:lnTo>
                <a:lnTo>
                  <a:pt x="1022604" y="118431"/>
                </a:lnTo>
                <a:lnTo>
                  <a:pt x="1076553" y="115426"/>
                </a:lnTo>
                <a:lnTo>
                  <a:pt x="1130503" y="112859"/>
                </a:lnTo>
                <a:lnTo>
                  <a:pt x="1184452" y="110805"/>
                </a:lnTo>
                <a:lnTo>
                  <a:pt x="1238402" y="109336"/>
                </a:lnTo>
                <a:lnTo>
                  <a:pt x="1292352" y="108525"/>
                </a:lnTo>
                <a:lnTo>
                  <a:pt x="1342970" y="108081"/>
                </a:lnTo>
                <a:lnTo>
                  <a:pt x="1393589" y="107956"/>
                </a:lnTo>
                <a:lnTo>
                  <a:pt x="1444207" y="108005"/>
                </a:lnTo>
                <a:lnTo>
                  <a:pt x="1494826" y="108081"/>
                </a:lnTo>
                <a:lnTo>
                  <a:pt x="1545444" y="108036"/>
                </a:lnTo>
                <a:lnTo>
                  <a:pt x="1596063" y="107725"/>
                </a:lnTo>
                <a:lnTo>
                  <a:pt x="1646682" y="107001"/>
                </a:lnTo>
                <a:lnTo>
                  <a:pt x="1699302" y="106041"/>
                </a:lnTo>
                <a:lnTo>
                  <a:pt x="1751989" y="104548"/>
                </a:lnTo>
                <a:lnTo>
                  <a:pt x="1804715" y="102642"/>
                </a:lnTo>
                <a:lnTo>
                  <a:pt x="1857456" y="100443"/>
                </a:lnTo>
                <a:lnTo>
                  <a:pt x="1910182" y="98070"/>
                </a:lnTo>
                <a:lnTo>
                  <a:pt x="1962869" y="95644"/>
                </a:lnTo>
                <a:lnTo>
                  <a:pt x="2015489" y="93285"/>
                </a:lnTo>
                <a:lnTo>
                  <a:pt x="2066163" y="91070"/>
                </a:lnTo>
                <a:lnTo>
                  <a:pt x="2116836" y="89023"/>
                </a:lnTo>
                <a:lnTo>
                  <a:pt x="2167509" y="87189"/>
                </a:lnTo>
                <a:lnTo>
                  <a:pt x="2218182" y="85609"/>
                </a:lnTo>
                <a:lnTo>
                  <a:pt x="2268855" y="84324"/>
                </a:lnTo>
                <a:lnTo>
                  <a:pt x="2319528" y="83379"/>
                </a:lnTo>
                <a:lnTo>
                  <a:pt x="2370638" y="82352"/>
                </a:lnTo>
                <a:lnTo>
                  <a:pt x="2421833" y="81516"/>
                </a:lnTo>
                <a:lnTo>
                  <a:pt x="2473070" y="80807"/>
                </a:lnTo>
                <a:lnTo>
                  <a:pt x="2524308" y="80162"/>
                </a:lnTo>
                <a:lnTo>
                  <a:pt x="2575503" y="79516"/>
                </a:lnTo>
                <a:lnTo>
                  <a:pt x="2626614" y="78807"/>
                </a:lnTo>
                <a:lnTo>
                  <a:pt x="2677343" y="78045"/>
                </a:lnTo>
                <a:lnTo>
                  <a:pt x="2728157" y="77283"/>
                </a:lnTo>
                <a:lnTo>
                  <a:pt x="2779013" y="76521"/>
                </a:lnTo>
                <a:lnTo>
                  <a:pt x="2829870" y="75759"/>
                </a:lnTo>
                <a:lnTo>
                  <a:pt x="2880684" y="74997"/>
                </a:lnTo>
                <a:lnTo>
                  <a:pt x="2931414" y="74235"/>
                </a:lnTo>
                <a:lnTo>
                  <a:pt x="2981765" y="73413"/>
                </a:lnTo>
                <a:lnTo>
                  <a:pt x="3032223" y="72485"/>
                </a:lnTo>
                <a:lnTo>
                  <a:pt x="3082766" y="71473"/>
                </a:lnTo>
                <a:lnTo>
                  <a:pt x="3133372" y="70397"/>
                </a:lnTo>
                <a:lnTo>
                  <a:pt x="3184020" y="69278"/>
                </a:lnTo>
                <a:lnTo>
                  <a:pt x="3234690" y="68139"/>
                </a:lnTo>
                <a:lnTo>
                  <a:pt x="3285747" y="66499"/>
                </a:lnTo>
                <a:lnTo>
                  <a:pt x="3336826" y="64668"/>
                </a:lnTo>
                <a:lnTo>
                  <a:pt x="3387947" y="62710"/>
                </a:lnTo>
                <a:lnTo>
                  <a:pt x="3439131" y="60688"/>
                </a:lnTo>
                <a:lnTo>
                  <a:pt x="3490400" y="58667"/>
                </a:lnTo>
                <a:lnTo>
                  <a:pt x="3541776" y="56709"/>
                </a:lnTo>
                <a:lnTo>
                  <a:pt x="3592452" y="54927"/>
                </a:lnTo>
                <a:lnTo>
                  <a:pt x="3643150" y="53379"/>
                </a:lnTo>
                <a:lnTo>
                  <a:pt x="3693890" y="52042"/>
                </a:lnTo>
                <a:lnTo>
                  <a:pt x="3744693" y="50895"/>
                </a:lnTo>
                <a:lnTo>
                  <a:pt x="3795581" y="49918"/>
                </a:lnTo>
                <a:lnTo>
                  <a:pt x="3846576" y="49089"/>
                </a:lnTo>
                <a:lnTo>
                  <a:pt x="3894963" y="48122"/>
                </a:lnTo>
                <a:lnTo>
                  <a:pt x="3943350" y="47452"/>
                </a:lnTo>
                <a:lnTo>
                  <a:pt x="3991737" y="46993"/>
                </a:lnTo>
                <a:lnTo>
                  <a:pt x="4040124" y="46662"/>
                </a:lnTo>
                <a:lnTo>
                  <a:pt x="4088511" y="46373"/>
                </a:lnTo>
                <a:lnTo>
                  <a:pt x="4136898" y="46041"/>
                </a:lnTo>
                <a:lnTo>
                  <a:pt x="4184519" y="45596"/>
                </a:lnTo>
                <a:lnTo>
                  <a:pt x="4232119" y="45025"/>
                </a:lnTo>
                <a:lnTo>
                  <a:pt x="4279677" y="44326"/>
                </a:lnTo>
                <a:lnTo>
                  <a:pt x="4327172" y="43501"/>
                </a:lnTo>
                <a:lnTo>
                  <a:pt x="4374582" y="42548"/>
                </a:lnTo>
                <a:lnTo>
                  <a:pt x="4421886" y="41469"/>
                </a:lnTo>
                <a:lnTo>
                  <a:pt x="4469454" y="39892"/>
                </a:lnTo>
                <a:lnTo>
                  <a:pt x="4516938" y="38252"/>
                </a:lnTo>
                <a:lnTo>
                  <a:pt x="4564380" y="36611"/>
                </a:lnTo>
                <a:lnTo>
                  <a:pt x="4611821" y="35034"/>
                </a:lnTo>
                <a:lnTo>
                  <a:pt x="4659305" y="33584"/>
                </a:lnTo>
                <a:lnTo>
                  <a:pt x="4706874" y="32325"/>
                </a:lnTo>
                <a:lnTo>
                  <a:pt x="4760744" y="31124"/>
                </a:lnTo>
                <a:lnTo>
                  <a:pt x="4814504" y="30216"/>
                </a:lnTo>
                <a:lnTo>
                  <a:pt x="4868229" y="29527"/>
                </a:lnTo>
                <a:lnTo>
                  <a:pt x="4921989" y="28984"/>
                </a:lnTo>
                <a:lnTo>
                  <a:pt x="4975860" y="28515"/>
                </a:lnTo>
                <a:lnTo>
                  <a:pt x="5027901" y="27966"/>
                </a:lnTo>
                <a:lnTo>
                  <a:pt x="5079833" y="27235"/>
                </a:lnTo>
                <a:lnTo>
                  <a:pt x="5131728" y="26320"/>
                </a:lnTo>
                <a:lnTo>
                  <a:pt x="5183660" y="25223"/>
                </a:lnTo>
                <a:lnTo>
                  <a:pt x="5235702" y="23943"/>
                </a:lnTo>
                <a:lnTo>
                  <a:pt x="5285994" y="22858"/>
                </a:lnTo>
                <a:lnTo>
                  <a:pt x="5336286" y="21480"/>
                </a:lnTo>
                <a:lnTo>
                  <a:pt x="5386578" y="19883"/>
                </a:lnTo>
                <a:lnTo>
                  <a:pt x="5436870" y="18140"/>
                </a:lnTo>
                <a:lnTo>
                  <a:pt x="5487162" y="16323"/>
                </a:lnTo>
                <a:lnTo>
                  <a:pt x="5534259" y="15043"/>
                </a:lnTo>
                <a:lnTo>
                  <a:pt x="5581393" y="13946"/>
                </a:lnTo>
                <a:lnTo>
                  <a:pt x="5628601" y="13031"/>
                </a:lnTo>
                <a:lnTo>
                  <a:pt x="5675918" y="12300"/>
                </a:lnTo>
                <a:lnTo>
                  <a:pt x="5723382" y="11751"/>
                </a:lnTo>
                <a:lnTo>
                  <a:pt x="5777793" y="11299"/>
                </a:lnTo>
                <a:lnTo>
                  <a:pt x="5832348" y="10989"/>
                </a:lnTo>
                <a:lnTo>
                  <a:pt x="5886902" y="10679"/>
                </a:lnTo>
                <a:lnTo>
                  <a:pt x="5941314" y="10227"/>
                </a:lnTo>
                <a:lnTo>
                  <a:pt x="5993892" y="10306"/>
                </a:lnTo>
                <a:lnTo>
                  <a:pt x="6046470" y="10495"/>
                </a:lnTo>
                <a:lnTo>
                  <a:pt x="6099048" y="10721"/>
                </a:lnTo>
                <a:lnTo>
                  <a:pt x="6151626" y="10910"/>
                </a:lnTo>
                <a:lnTo>
                  <a:pt x="6204204" y="10989"/>
                </a:lnTo>
                <a:lnTo>
                  <a:pt x="6259061" y="10995"/>
                </a:lnTo>
                <a:lnTo>
                  <a:pt x="6313883" y="11038"/>
                </a:lnTo>
                <a:lnTo>
                  <a:pt x="6368631" y="11154"/>
                </a:lnTo>
                <a:lnTo>
                  <a:pt x="6423269" y="11379"/>
                </a:lnTo>
                <a:lnTo>
                  <a:pt x="6477762" y="11751"/>
                </a:lnTo>
                <a:lnTo>
                  <a:pt x="6532626" y="11751"/>
                </a:lnTo>
                <a:lnTo>
                  <a:pt x="6587489" y="11751"/>
                </a:lnTo>
                <a:lnTo>
                  <a:pt x="6642353" y="11751"/>
                </a:lnTo>
                <a:lnTo>
                  <a:pt x="6697218" y="11751"/>
                </a:lnTo>
                <a:lnTo>
                  <a:pt x="6749253" y="11215"/>
                </a:lnTo>
                <a:lnTo>
                  <a:pt x="6801142" y="10568"/>
                </a:lnTo>
                <a:lnTo>
                  <a:pt x="6852922" y="9886"/>
                </a:lnTo>
                <a:lnTo>
                  <a:pt x="6904628" y="9239"/>
                </a:lnTo>
                <a:lnTo>
                  <a:pt x="6956298" y="8703"/>
                </a:lnTo>
                <a:lnTo>
                  <a:pt x="7004756" y="7881"/>
                </a:lnTo>
                <a:lnTo>
                  <a:pt x="7053072" y="6703"/>
                </a:lnTo>
                <a:lnTo>
                  <a:pt x="7101387" y="5381"/>
                </a:lnTo>
                <a:lnTo>
                  <a:pt x="7149846" y="4131"/>
                </a:lnTo>
                <a:lnTo>
                  <a:pt x="7195435" y="2678"/>
                </a:lnTo>
                <a:lnTo>
                  <a:pt x="7240809" y="1654"/>
                </a:lnTo>
                <a:lnTo>
                  <a:pt x="7286041" y="916"/>
                </a:lnTo>
                <a:lnTo>
                  <a:pt x="7331202" y="321"/>
                </a:lnTo>
                <a:lnTo>
                  <a:pt x="7372469" y="0"/>
                </a:lnTo>
                <a:lnTo>
                  <a:pt x="7413879" y="35"/>
                </a:lnTo>
                <a:lnTo>
                  <a:pt x="7455288" y="214"/>
                </a:lnTo>
                <a:lnTo>
                  <a:pt x="7496556" y="321"/>
                </a:lnTo>
                <a:lnTo>
                  <a:pt x="7534715" y="345"/>
                </a:lnTo>
                <a:lnTo>
                  <a:pt x="7610463" y="964"/>
                </a:lnTo>
                <a:lnTo>
                  <a:pt x="7683615" y="3095"/>
                </a:lnTo>
                <a:lnTo>
                  <a:pt x="7718964" y="4417"/>
                </a:lnTo>
                <a:lnTo>
                  <a:pt x="7754171" y="5595"/>
                </a:lnTo>
                <a:lnTo>
                  <a:pt x="7789164" y="6417"/>
                </a:lnTo>
                <a:lnTo>
                  <a:pt x="7817036" y="6869"/>
                </a:lnTo>
                <a:lnTo>
                  <a:pt x="7844694" y="7179"/>
                </a:lnTo>
                <a:lnTo>
                  <a:pt x="7872210" y="7489"/>
                </a:lnTo>
                <a:lnTo>
                  <a:pt x="7899654" y="7941"/>
                </a:lnTo>
                <a:lnTo>
                  <a:pt x="7909488" y="8060"/>
                </a:lnTo>
                <a:lnTo>
                  <a:pt x="7919465" y="8322"/>
                </a:lnTo>
                <a:lnTo>
                  <a:pt x="7929443" y="8584"/>
                </a:lnTo>
                <a:lnTo>
                  <a:pt x="7939278" y="8703"/>
                </a:lnTo>
                <a:lnTo>
                  <a:pt x="7940040" y="8703"/>
                </a:lnTo>
                <a:lnTo>
                  <a:pt x="7940802" y="8703"/>
                </a:lnTo>
                <a:lnTo>
                  <a:pt x="7933944" y="8703"/>
                </a:lnTo>
                <a:lnTo>
                  <a:pt x="7928609" y="7179"/>
                </a:lnTo>
                <a:lnTo>
                  <a:pt x="7921752" y="4893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3132582" y="4557521"/>
            <a:ext cx="47625" cy="49530"/>
          </a:xfrm>
          <a:custGeom>
            <a:rect b="b" l="l" r="r" t="t"/>
            <a:pathLst>
              <a:path extrusionOk="0" h="49529" w="47625">
                <a:moveTo>
                  <a:pt x="17525" y="14477"/>
                </a:moveTo>
                <a:lnTo>
                  <a:pt x="27431" y="18287"/>
                </a:lnTo>
                <a:lnTo>
                  <a:pt x="33527" y="19049"/>
                </a:lnTo>
                <a:lnTo>
                  <a:pt x="35051" y="29717"/>
                </a:lnTo>
                <a:lnTo>
                  <a:pt x="35813" y="35813"/>
                </a:lnTo>
                <a:lnTo>
                  <a:pt x="35813" y="41147"/>
                </a:lnTo>
                <a:lnTo>
                  <a:pt x="32003" y="44957"/>
                </a:lnTo>
                <a:lnTo>
                  <a:pt x="28193" y="48005"/>
                </a:lnTo>
                <a:lnTo>
                  <a:pt x="22859" y="49529"/>
                </a:lnTo>
                <a:lnTo>
                  <a:pt x="18287" y="48767"/>
                </a:lnTo>
                <a:lnTo>
                  <a:pt x="9905" y="47243"/>
                </a:lnTo>
                <a:lnTo>
                  <a:pt x="8381" y="38099"/>
                </a:lnTo>
                <a:lnTo>
                  <a:pt x="6095" y="31241"/>
                </a:lnTo>
                <a:lnTo>
                  <a:pt x="4714" y="25134"/>
                </a:lnTo>
                <a:lnTo>
                  <a:pt x="3619" y="17240"/>
                </a:lnTo>
                <a:lnTo>
                  <a:pt x="3952" y="9489"/>
                </a:lnTo>
                <a:lnTo>
                  <a:pt x="6857" y="3809"/>
                </a:lnTo>
                <a:lnTo>
                  <a:pt x="10667" y="0"/>
                </a:lnTo>
                <a:lnTo>
                  <a:pt x="22097" y="0"/>
                </a:lnTo>
                <a:lnTo>
                  <a:pt x="26669" y="1523"/>
                </a:lnTo>
                <a:lnTo>
                  <a:pt x="33527" y="4571"/>
                </a:lnTo>
                <a:lnTo>
                  <a:pt x="38861" y="12191"/>
                </a:lnTo>
                <a:lnTo>
                  <a:pt x="41147" y="19049"/>
                </a:lnTo>
                <a:lnTo>
                  <a:pt x="43433" y="25907"/>
                </a:lnTo>
                <a:lnTo>
                  <a:pt x="19811" y="47243"/>
                </a:lnTo>
                <a:lnTo>
                  <a:pt x="11429" y="47243"/>
                </a:lnTo>
                <a:lnTo>
                  <a:pt x="6857" y="42671"/>
                </a:lnTo>
                <a:lnTo>
                  <a:pt x="3809" y="35051"/>
                </a:lnTo>
                <a:lnTo>
                  <a:pt x="2285" y="30479"/>
                </a:lnTo>
                <a:lnTo>
                  <a:pt x="0" y="15239"/>
                </a:lnTo>
                <a:lnTo>
                  <a:pt x="3047" y="10667"/>
                </a:lnTo>
                <a:lnTo>
                  <a:pt x="6857" y="4571"/>
                </a:lnTo>
                <a:lnTo>
                  <a:pt x="17525" y="5333"/>
                </a:lnTo>
                <a:lnTo>
                  <a:pt x="23621" y="6095"/>
                </a:lnTo>
                <a:lnTo>
                  <a:pt x="31241" y="6857"/>
                </a:lnTo>
                <a:lnTo>
                  <a:pt x="37337" y="11429"/>
                </a:lnTo>
                <a:lnTo>
                  <a:pt x="41147" y="19049"/>
                </a:lnTo>
                <a:lnTo>
                  <a:pt x="43433" y="24383"/>
                </a:lnTo>
                <a:lnTo>
                  <a:pt x="44195" y="33527"/>
                </a:lnTo>
                <a:lnTo>
                  <a:pt x="41147" y="38861"/>
                </a:lnTo>
                <a:lnTo>
                  <a:pt x="38099" y="44195"/>
                </a:lnTo>
                <a:lnTo>
                  <a:pt x="32765" y="48005"/>
                </a:lnTo>
                <a:lnTo>
                  <a:pt x="26669" y="48767"/>
                </a:lnTo>
                <a:lnTo>
                  <a:pt x="19811" y="48767"/>
                </a:lnTo>
                <a:lnTo>
                  <a:pt x="18287" y="44957"/>
                </a:lnTo>
                <a:lnTo>
                  <a:pt x="16763" y="38861"/>
                </a:lnTo>
                <a:lnTo>
                  <a:pt x="15239" y="33527"/>
                </a:lnTo>
                <a:lnTo>
                  <a:pt x="14477" y="22859"/>
                </a:lnTo>
                <a:lnTo>
                  <a:pt x="18287" y="18287"/>
                </a:lnTo>
                <a:lnTo>
                  <a:pt x="21335" y="14477"/>
                </a:lnTo>
                <a:lnTo>
                  <a:pt x="31241" y="13715"/>
                </a:lnTo>
                <a:lnTo>
                  <a:pt x="35813" y="16001"/>
                </a:lnTo>
                <a:lnTo>
                  <a:pt x="40385" y="17525"/>
                </a:lnTo>
                <a:lnTo>
                  <a:pt x="44957" y="24383"/>
                </a:lnTo>
                <a:lnTo>
                  <a:pt x="46481" y="28955"/>
                </a:lnTo>
                <a:lnTo>
                  <a:pt x="47243" y="32765"/>
                </a:lnTo>
                <a:lnTo>
                  <a:pt x="47243" y="38099"/>
                </a:lnTo>
                <a:lnTo>
                  <a:pt x="43433" y="40385"/>
                </a:lnTo>
                <a:lnTo>
                  <a:pt x="40385" y="42671"/>
                </a:lnTo>
                <a:lnTo>
                  <a:pt x="32003" y="44195"/>
                </a:lnTo>
                <a:lnTo>
                  <a:pt x="28193" y="42671"/>
                </a:lnTo>
                <a:lnTo>
                  <a:pt x="22097" y="40385"/>
                </a:lnTo>
                <a:lnTo>
                  <a:pt x="19049" y="29717"/>
                </a:lnTo>
                <a:lnTo>
                  <a:pt x="17525" y="23621"/>
                </a:lnTo>
                <a:lnTo>
                  <a:pt x="16763" y="19049"/>
                </a:lnTo>
                <a:lnTo>
                  <a:pt x="15239" y="10667"/>
                </a:lnTo>
                <a:lnTo>
                  <a:pt x="19811" y="8381"/>
                </a:lnTo>
                <a:lnTo>
                  <a:pt x="22097" y="6857"/>
                </a:lnTo>
                <a:lnTo>
                  <a:pt x="29717" y="6857"/>
                </a:lnTo>
                <a:lnTo>
                  <a:pt x="32003" y="8381"/>
                </a:lnTo>
                <a:lnTo>
                  <a:pt x="34289" y="10667"/>
                </a:lnTo>
                <a:lnTo>
                  <a:pt x="35813" y="21335"/>
                </a:lnTo>
                <a:lnTo>
                  <a:pt x="34289" y="24383"/>
                </a:lnTo>
                <a:lnTo>
                  <a:pt x="32765" y="26669"/>
                </a:lnTo>
                <a:lnTo>
                  <a:pt x="28193" y="27431"/>
                </a:lnTo>
                <a:lnTo>
                  <a:pt x="25907" y="26669"/>
                </a:lnTo>
                <a:lnTo>
                  <a:pt x="22859" y="26669"/>
                </a:lnTo>
                <a:lnTo>
                  <a:pt x="21335" y="21335"/>
                </a:lnTo>
                <a:lnTo>
                  <a:pt x="20573" y="19049"/>
                </a:lnTo>
                <a:lnTo>
                  <a:pt x="19811" y="17525"/>
                </a:lnTo>
                <a:lnTo>
                  <a:pt x="19049" y="16001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1"/>
          <p:cNvGrpSpPr/>
          <p:nvPr/>
        </p:nvGrpSpPr>
        <p:grpSpPr>
          <a:xfrm>
            <a:off x="3599198" y="4483595"/>
            <a:ext cx="426460" cy="215468"/>
            <a:chOff x="3599198" y="4483595"/>
            <a:chExt cx="426460" cy="215468"/>
          </a:xfrm>
        </p:grpSpPr>
        <p:pic>
          <p:nvPicPr>
            <p:cNvPr id="104" name="Google Shape;104;p1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3599198" y="4483595"/>
              <a:ext cx="181857" cy="2154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3803891" y="4546841"/>
              <a:ext cx="221767" cy="960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6" name="Google Shape;106;p1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4296583" y="4514837"/>
            <a:ext cx="154270" cy="11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4710671" y="4447781"/>
            <a:ext cx="279679" cy="154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5193445" y="4393679"/>
            <a:ext cx="163426" cy="182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5752325" y="4341101"/>
            <a:ext cx="70129" cy="686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" name="Google Shape;110;p1"/>
          <p:cNvGrpSpPr/>
          <p:nvPr/>
        </p:nvGrpSpPr>
        <p:grpSpPr>
          <a:xfrm>
            <a:off x="5910035" y="4354817"/>
            <a:ext cx="348282" cy="166998"/>
            <a:chOff x="5910035" y="4354817"/>
            <a:chExt cx="348282" cy="166998"/>
          </a:xfrm>
        </p:grpSpPr>
        <p:pic>
          <p:nvPicPr>
            <p:cNvPr id="111" name="Google Shape;111;p1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5910035" y="4354817"/>
              <a:ext cx="76249" cy="166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6009404" y="4386821"/>
              <a:ext cx="248913" cy="1341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" name="Google Shape;113;p1"/>
          <p:cNvGrpSpPr/>
          <p:nvPr/>
        </p:nvGrpSpPr>
        <p:grpSpPr>
          <a:xfrm>
            <a:off x="6338303" y="4294619"/>
            <a:ext cx="587526" cy="289585"/>
            <a:chOff x="6338303" y="4294619"/>
            <a:chExt cx="587526" cy="289585"/>
          </a:xfrm>
        </p:grpSpPr>
        <p:pic>
          <p:nvPicPr>
            <p:cNvPr id="114" name="Google Shape;114;p1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6338303" y="4357865"/>
              <a:ext cx="171094" cy="2263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"/>
            <p:cNvSpPr/>
            <p:nvPr/>
          </p:nvSpPr>
          <p:spPr>
            <a:xfrm>
              <a:off x="6548628" y="4405121"/>
              <a:ext cx="6985" cy="52069"/>
            </a:xfrm>
            <a:custGeom>
              <a:rect b="b" l="l" r="r" t="t"/>
              <a:pathLst>
                <a:path extrusionOk="0" h="52070" w="6984">
                  <a:moveTo>
                    <a:pt x="0" y="0"/>
                  </a:moveTo>
                  <a:lnTo>
                    <a:pt x="6096" y="40386"/>
                  </a:lnTo>
                  <a:lnTo>
                    <a:pt x="6858" y="46482"/>
                  </a:lnTo>
                  <a:lnTo>
                    <a:pt x="6858" y="5181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6530340" y="4357877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7" name="Google Shape;117;p1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6582714" y="4294619"/>
              <a:ext cx="343115" cy="20728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8" name="Google Shape;118;p1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7401293" y="4233659"/>
            <a:ext cx="67843" cy="792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"/>
          <p:cNvGrpSpPr/>
          <p:nvPr/>
        </p:nvGrpSpPr>
        <p:grpSpPr>
          <a:xfrm>
            <a:off x="7570743" y="4213860"/>
            <a:ext cx="1004551" cy="206943"/>
            <a:chOff x="7570743" y="4213860"/>
            <a:chExt cx="1004551" cy="206943"/>
          </a:xfrm>
        </p:grpSpPr>
        <p:pic>
          <p:nvPicPr>
            <p:cNvPr id="120" name="Google Shape;120;p1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7570743" y="4319765"/>
              <a:ext cx="176678" cy="1010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7784008" y="4261091"/>
              <a:ext cx="226148" cy="1547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1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8052398" y="4255757"/>
              <a:ext cx="347140" cy="141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8428469" y="4244327"/>
              <a:ext cx="83083" cy="1252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"/>
            <p:cNvSpPr/>
            <p:nvPr/>
          </p:nvSpPr>
          <p:spPr>
            <a:xfrm>
              <a:off x="8545830" y="4213860"/>
              <a:ext cx="14604" cy="44450"/>
            </a:xfrm>
            <a:custGeom>
              <a:rect b="b" l="l" r="r" t="t"/>
              <a:pathLst>
                <a:path extrusionOk="0" h="44450" w="14604">
                  <a:moveTo>
                    <a:pt x="14477" y="0"/>
                  </a:moveTo>
                  <a:lnTo>
                    <a:pt x="12168" y="9013"/>
                  </a:lnTo>
                  <a:lnTo>
                    <a:pt x="9715" y="17811"/>
                  </a:lnTo>
                  <a:lnTo>
                    <a:pt x="6977" y="26467"/>
                  </a:lnTo>
                  <a:lnTo>
                    <a:pt x="3809" y="35052"/>
                  </a:lnTo>
                  <a:lnTo>
                    <a:pt x="3047" y="38100"/>
                  </a:lnTo>
                  <a:lnTo>
                    <a:pt x="1523" y="41148"/>
                  </a:lnTo>
                  <a:lnTo>
                    <a:pt x="0" y="4419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8558784" y="4226052"/>
              <a:ext cx="16510" cy="48895"/>
            </a:xfrm>
            <a:custGeom>
              <a:rect b="b" l="l" r="r" t="t"/>
              <a:pathLst>
                <a:path extrusionOk="0" h="48895" w="16509">
                  <a:moveTo>
                    <a:pt x="16001" y="0"/>
                  </a:moveTo>
                  <a:lnTo>
                    <a:pt x="6857" y="44196"/>
                  </a:lnTo>
                  <a:lnTo>
                    <a:pt x="5333" y="46482"/>
                  </a:lnTo>
                  <a:lnTo>
                    <a:pt x="0" y="48768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"/>
          <p:cNvSpPr/>
          <p:nvPr/>
        </p:nvSpPr>
        <p:spPr>
          <a:xfrm>
            <a:off x="5923788" y="4534661"/>
            <a:ext cx="943610" cy="78105"/>
          </a:xfrm>
          <a:custGeom>
            <a:rect b="b" l="l" r="r" t="t"/>
            <a:pathLst>
              <a:path extrusionOk="0" h="78104" w="943609">
                <a:moveTo>
                  <a:pt x="0" y="77723"/>
                </a:moveTo>
                <a:lnTo>
                  <a:pt x="19431" y="74521"/>
                </a:lnTo>
                <a:lnTo>
                  <a:pt x="38862" y="70961"/>
                </a:lnTo>
                <a:lnTo>
                  <a:pt x="58293" y="67544"/>
                </a:lnTo>
                <a:lnTo>
                  <a:pt x="77724" y="64769"/>
                </a:lnTo>
                <a:lnTo>
                  <a:pt x="92583" y="63734"/>
                </a:lnTo>
                <a:lnTo>
                  <a:pt x="107442" y="62769"/>
                </a:lnTo>
                <a:lnTo>
                  <a:pt x="122301" y="61662"/>
                </a:lnTo>
                <a:lnTo>
                  <a:pt x="137160" y="60197"/>
                </a:lnTo>
                <a:lnTo>
                  <a:pt x="154876" y="58233"/>
                </a:lnTo>
                <a:lnTo>
                  <a:pt x="172593" y="55911"/>
                </a:lnTo>
                <a:lnTo>
                  <a:pt x="190309" y="53447"/>
                </a:lnTo>
                <a:lnTo>
                  <a:pt x="208026" y="51053"/>
                </a:lnTo>
                <a:lnTo>
                  <a:pt x="224599" y="48672"/>
                </a:lnTo>
                <a:lnTo>
                  <a:pt x="241172" y="46291"/>
                </a:lnTo>
                <a:lnTo>
                  <a:pt x="257746" y="44195"/>
                </a:lnTo>
                <a:lnTo>
                  <a:pt x="274320" y="42671"/>
                </a:lnTo>
                <a:lnTo>
                  <a:pt x="297168" y="41433"/>
                </a:lnTo>
                <a:lnTo>
                  <a:pt x="319944" y="40766"/>
                </a:lnTo>
                <a:lnTo>
                  <a:pt x="342578" y="40100"/>
                </a:lnTo>
                <a:lnTo>
                  <a:pt x="364998" y="38861"/>
                </a:lnTo>
                <a:lnTo>
                  <a:pt x="376880" y="37849"/>
                </a:lnTo>
                <a:lnTo>
                  <a:pt x="388620" y="37052"/>
                </a:lnTo>
                <a:lnTo>
                  <a:pt x="400359" y="36397"/>
                </a:lnTo>
                <a:lnTo>
                  <a:pt x="412242" y="35813"/>
                </a:lnTo>
                <a:lnTo>
                  <a:pt x="423672" y="35802"/>
                </a:lnTo>
                <a:lnTo>
                  <a:pt x="435102" y="35718"/>
                </a:lnTo>
                <a:lnTo>
                  <a:pt x="446531" y="35492"/>
                </a:lnTo>
                <a:lnTo>
                  <a:pt x="457962" y="35051"/>
                </a:lnTo>
                <a:lnTo>
                  <a:pt x="471558" y="34361"/>
                </a:lnTo>
                <a:lnTo>
                  <a:pt x="485013" y="33527"/>
                </a:lnTo>
                <a:lnTo>
                  <a:pt x="498467" y="32694"/>
                </a:lnTo>
                <a:lnTo>
                  <a:pt x="539972" y="30860"/>
                </a:lnTo>
                <a:lnTo>
                  <a:pt x="568452" y="29717"/>
                </a:lnTo>
                <a:lnTo>
                  <a:pt x="583299" y="29027"/>
                </a:lnTo>
                <a:lnTo>
                  <a:pt x="598074" y="28193"/>
                </a:lnTo>
                <a:lnTo>
                  <a:pt x="612707" y="27360"/>
                </a:lnTo>
                <a:lnTo>
                  <a:pt x="627126" y="26669"/>
                </a:lnTo>
                <a:lnTo>
                  <a:pt x="666880" y="25276"/>
                </a:lnTo>
                <a:lnTo>
                  <a:pt x="693491" y="25122"/>
                </a:lnTo>
                <a:lnTo>
                  <a:pt x="706374" y="24955"/>
                </a:lnTo>
                <a:lnTo>
                  <a:pt x="719256" y="24503"/>
                </a:lnTo>
                <a:lnTo>
                  <a:pt x="732282" y="23621"/>
                </a:lnTo>
                <a:lnTo>
                  <a:pt x="745295" y="22788"/>
                </a:lnTo>
                <a:lnTo>
                  <a:pt x="758094" y="21526"/>
                </a:lnTo>
                <a:lnTo>
                  <a:pt x="770751" y="19978"/>
                </a:lnTo>
                <a:lnTo>
                  <a:pt x="783336" y="18287"/>
                </a:lnTo>
                <a:lnTo>
                  <a:pt x="795349" y="16585"/>
                </a:lnTo>
                <a:lnTo>
                  <a:pt x="807434" y="14954"/>
                </a:lnTo>
                <a:lnTo>
                  <a:pt x="854582" y="10382"/>
                </a:lnTo>
                <a:lnTo>
                  <a:pt x="877062" y="9143"/>
                </a:lnTo>
                <a:lnTo>
                  <a:pt x="887229" y="8572"/>
                </a:lnTo>
                <a:lnTo>
                  <a:pt x="897254" y="8000"/>
                </a:lnTo>
                <a:lnTo>
                  <a:pt x="907280" y="7429"/>
                </a:lnTo>
                <a:lnTo>
                  <a:pt x="917447" y="6857"/>
                </a:lnTo>
                <a:lnTo>
                  <a:pt x="924306" y="6857"/>
                </a:lnTo>
                <a:lnTo>
                  <a:pt x="933450" y="6857"/>
                </a:lnTo>
                <a:lnTo>
                  <a:pt x="941069" y="5333"/>
                </a:lnTo>
                <a:lnTo>
                  <a:pt x="943356" y="4571"/>
                </a:lnTo>
                <a:lnTo>
                  <a:pt x="942594" y="4571"/>
                </a:lnTo>
                <a:lnTo>
                  <a:pt x="939546" y="2285"/>
                </a:lnTo>
                <a:lnTo>
                  <a:pt x="938784" y="1523"/>
                </a:lnTo>
                <a:lnTo>
                  <a:pt x="937260" y="761"/>
                </a:lnTo>
                <a:lnTo>
                  <a:pt x="936497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603235" y="4467605"/>
            <a:ext cx="942975" cy="67310"/>
          </a:xfrm>
          <a:custGeom>
            <a:rect b="b" l="l" r="r" t="t"/>
            <a:pathLst>
              <a:path extrusionOk="0" h="67310" w="942975">
                <a:moveTo>
                  <a:pt x="0" y="67056"/>
                </a:moveTo>
                <a:lnTo>
                  <a:pt x="50292" y="62484"/>
                </a:lnTo>
                <a:lnTo>
                  <a:pt x="71318" y="59090"/>
                </a:lnTo>
                <a:lnTo>
                  <a:pt x="92202" y="55911"/>
                </a:lnTo>
                <a:lnTo>
                  <a:pt x="134112" y="51054"/>
                </a:lnTo>
                <a:lnTo>
                  <a:pt x="188309" y="46672"/>
                </a:lnTo>
                <a:lnTo>
                  <a:pt x="243078" y="43434"/>
                </a:lnTo>
                <a:lnTo>
                  <a:pt x="299084" y="40481"/>
                </a:lnTo>
                <a:lnTo>
                  <a:pt x="355092" y="38100"/>
                </a:lnTo>
                <a:lnTo>
                  <a:pt x="416909" y="36385"/>
                </a:lnTo>
                <a:lnTo>
                  <a:pt x="479298" y="35814"/>
                </a:lnTo>
                <a:lnTo>
                  <a:pt x="502717" y="35361"/>
                </a:lnTo>
                <a:lnTo>
                  <a:pt x="549271" y="34742"/>
                </a:lnTo>
                <a:lnTo>
                  <a:pt x="599110" y="33468"/>
                </a:lnTo>
                <a:lnTo>
                  <a:pt x="652522" y="30968"/>
                </a:lnTo>
                <a:lnTo>
                  <a:pt x="678942" y="29718"/>
                </a:lnTo>
                <a:lnTo>
                  <a:pt x="698373" y="29265"/>
                </a:lnTo>
                <a:lnTo>
                  <a:pt x="717804" y="28956"/>
                </a:lnTo>
                <a:lnTo>
                  <a:pt x="737235" y="28646"/>
                </a:lnTo>
                <a:lnTo>
                  <a:pt x="756666" y="28194"/>
                </a:lnTo>
                <a:lnTo>
                  <a:pt x="774370" y="27932"/>
                </a:lnTo>
                <a:lnTo>
                  <a:pt x="792003" y="27241"/>
                </a:lnTo>
                <a:lnTo>
                  <a:pt x="843212" y="23872"/>
                </a:lnTo>
                <a:lnTo>
                  <a:pt x="891540" y="19050"/>
                </a:lnTo>
                <a:lnTo>
                  <a:pt x="923794" y="14978"/>
                </a:lnTo>
                <a:lnTo>
                  <a:pt x="934212" y="13716"/>
                </a:lnTo>
                <a:lnTo>
                  <a:pt x="937260" y="12954"/>
                </a:lnTo>
                <a:lnTo>
                  <a:pt x="940308" y="12954"/>
                </a:lnTo>
                <a:lnTo>
                  <a:pt x="942594" y="12192"/>
                </a:lnTo>
                <a:lnTo>
                  <a:pt x="939546" y="6858"/>
                </a:lnTo>
                <a:lnTo>
                  <a:pt x="938784" y="6096"/>
                </a:lnTo>
                <a:lnTo>
                  <a:pt x="932688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" name="Google Shape;128;p1"/>
          <p:cNvGrpSpPr/>
          <p:nvPr/>
        </p:nvGrpSpPr>
        <p:grpSpPr>
          <a:xfrm>
            <a:off x="3890759" y="4949177"/>
            <a:ext cx="418362" cy="183667"/>
            <a:chOff x="3890759" y="4949177"/>
            <a:chExt cx="418362" cy="183667"/>
          </a:xfrm>
        </p:grpSpPr>
        <p:pic>
          <p:nvPicPr>
            <p:cNvPr id="129" name="Google Shape;129;p1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3890759" y="4949177"/>
              <a:ext cx="190644" cy="1836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1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4106083" y="4991087"/>
              <a:ext cx="203038" cy="1178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1"/>
          <p:cNvGrpSpPr/>
          <p:nvPr/>
        </p:nvGrpSpPr>
        <p:grpSpPr>
          <a:xfrm>
            <a:off x="4356341" y="4942319"/>
            <a:ext cx="377711" cy="256933"/>
            <a:chOff x="4356341" y="4942319"/>
            <a:chExt cx="377711" cy="256933"/>
          </a:xfrm>
        </p:grpSpPr>
        <p:pic>
          <p:nvPicPr>
            <p:cNvPr id="132" name="Google Shape;132;p1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4356341" y="4942319"/>
              <a:ext cx="192049" cy="1493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1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4580274" y="4975561"/>
              <a:ext cx="73498" cy="833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1"/>
            <p:cNvSpPr/>
            <p:nvPr/>
          </p:nvSpPr>
          <p:spPr>
            <a:xfrm>
              <a:off x="4645152" y="4952237"/>
              <a:ext cx="88900" cy="247015"/>
            </a:xfrm>
            <a:custGeom>
              <a:rect b="b" l="l" r="r" t="t"/>
              <a:pathLst>
                <a:path extrusionOk="0" h="247014" w="88900">
                  <a:moveTo>
                    <a:pt x="62484" y="38100"/>
                  </a:moveTo>
                  <a:lnTo>
                    <a:pt x="59543" y="29979"/>
                  </a:lnTo>
                  <a:lnTo>
                    <a:pt x="57245" y="21717"/>
                  </a:lnTo>
                  <a:lnTo>
                    <a:pt x="55090" y="13454"/>
                  </a:lnTo>
                  <a:lnTo>
                    <a:pt x="52578" y="5333"/>
                  </a:lnTo>
                  <a:lnTo>
                    <a:pt x="50292" y="0"/>
                  </a:lnTo>
                  <a:lnTo>
                    <a:pt x="43434" y="1524"/>
                  </a:lnTo>
                  <a:lnTo>
                    <a:pt x="40386" y="4572"/>
                  </a:lnTo>
                  <a:lnTo>
                    <a:pt x="19812" y="43434"/>
                  </a:lnTo>
                  <a:lnTo>
                    <a:pt x="17049" y="61150"/>
                  </a:lnTo>
                  <a:lnTo>
                    <a:pt x="18204" y="70437"/>
                  </a:lnTo>
                  <a:lnTo>
                    <a:pt x="22860" y="77724"/>
                  </a:lnTo>
                  <a:lnTo>
                    <a:pt x="28944" y="80569"/>
                  </a:lnTo>
                  <a:lnTo>
                    <a:pt x="36099" y="80486"/>
                  </a:lnTo>
                  <a:lnTo>
                    <a:pt x="58090" y="50030"/>
                  </a:lnTo>
                  <a:lnTo>
                    <a:pt x="57912" y="41148"/>
                  </a:lnTo>
                  <a:lnTo>
                    <a:pt x="57150" y="36576"/>
                  </a:lnTo>
                  <a:lnTo>
                    <a:pt x="55626" y="34290"/>
                  </a:lnTo>
                  <a:lnTo>
                    <a:pt x="54102" y="31242"/>
                  </a:lnTo>
                  <a:lnTo>
                    <a:pt x="58674" y="69342"/>
                  </a:lnTo>
                  <a:lnTo>
                    <a:pt x="67246" y="106680"/>
                  </a:lnTo>
                  <a:lnTo>
                    <a:pt x="71318" y="125277"/>
                  </a:lnTo>
                  <a:lnTo>
                    <a:pt x="74676" y="144018"/>
                  </a:lnTo>
                  <a:lnTo>
                    <a:pt x="76962" y="162448"/>
                  </a:lnTo>
                  <a:lnTo>
                    <a:pt x="78676" y="181737"/>
                  </a:lnTo>
                  <a:lnTo>
                    <a:pt x="78962" y="201025"/>
                  </a:lnTo>
                  <a:lnTo>
                    <a:pt x="76962" y="219456"/>
                  </a:lnTo>
                  <a:lnTo>
                    <a:pt x="73878" y="230064"/>
                  </a:lnTo>
                  <a:lnTo>
                    <a:pt x="68865" y="239172"/>
                  </a:lnTo>
                  <a:lnTo>
                    <a:pt x="61424" y="245280"/>
                  </a:lnTo>
                  <a:lnTo>
                    <a:pt x="51054" y="246888"/>
                  </a:lnTo>
                  <a:lnTo>
                    <a:pt x="39469" y="243042"/>
                  </a:lnTo>
                  <a:lnTo>
                    <a:pt x="9429" y="200632"/>
                  </a:lnTo>
                  <a:lnTo>
                    <a:pt x="0" y="160020"/>
                  </a:lnTo>
                  <a:lnTo>
                    <a:pt x="952" y="148292"/>
                  </a:lnTo>
                  <a:lnTo>
                    <a:pt x="30920" y="115181"/>
                  </a:lnTo>
                  <a:lnTo>
                    <a:pt x="53994" y="101893"/>
                  </a:lnTo>
                  <a:lnTo>
                    <a:pt x="65532" y="95250"/>
                  </a:lnTo>
                  <a:lnTo>
                    <a:pt x="72318" y="91213"/>
                  </a:lnTo>
                  <a:lnTo>
                    <a:pt x="78105" y="86963"/>
                  </a:lnTo>
                  <a:lnTo>
                    <a:pt x="83319" y="82284"/>
                  </a:lnTo>
                  <a:lnTo>
                    <a:pt x="88392" y="7696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1"/>
          <p:cNvGrpSpPr/>
          <p:nvPr/>
        </p:nvGrpSpPr>
        <p:grpSpPr>
          <a:xfrm>
            <a:off x="4992624" y="4847843"/>
            <a:ext cx="553224" cy="201181"/>
            <a:chOff x="4992624" y="4847843"/>
            <a:chExt cx="553224" cy="201181"/>
          </a:xfrm>
        </p:grpSpPr>
        <p:sp>
          <p:nvSpPr>
            <p:cNvPr id="136" name="Google Shape;136;p1"/>
            <p:cNvSpPr/>
            <p:nvPr/>
          </p:nvSpPr>
          <p:spPr>
            <a:xfrm>
              <a:off x="4992624" y="4858511"/>
              <a:ext cx="7620" cy="24765"/>
            </a:xfrm>
            <a:custGeom>
              <a:rect b="b" l="l" r="r" t="t"/>
              <a:pathLst>
                <a:path extrusionOk="0" h="24764" w="7620">
                  <a:moveTo>
                    <a:pt x="0" y="0"/>
                  </a:moveTo>
                  <a:lnTo>
                    <a:pt x="1619" y="5953"/>
                  </a:lnTo>
                  <a:lnTo>
                    <a:pt x="3238" y="12192"/>
                  </a:lnTo>
                  <a:lnTo>
                    <a:pt x="5143" y="18430"/>
                  </a:lnTo>
                  <a:lnTo>
                    <a:pt x="7620" y="24384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5016246" y="4847843"/>
              <a:ext cx="19050" cy="47625"/>
            </a:xfrm>
            <a:custGeom>
              <a:rect b="b" l="l" r="r" t="t"/>
              <a:pathLst>
                <a:path extrusionOk="0" h="47625" w="19050">
                  <a:moveTo>
                    <a:pt x="0" y="0"/>
                  </a:moveTo>
                  <a:lnTo>
                    <a:pt x="5655" y="10310"/>
                  </a:lnTo>
                  <a:lnTo>
                    <a:pt x="11525" y="20764"/>
                  </a:lnTo>
                  <a:lnTo>
                    <a:pt x="16394" y="31503"/>
                  </a:lnTo>
                  <a:lnTo>
                    <a:pt x="19050" y="42672"/>
                  </a:lnTo>
                  <a:lnTo>
                    <a:pt x="19050" y="44196"/>
                  </a:lnTo>
                  <a:lnTo>
                    <a:pt x="19050" y="45720"/>
                  </a:lnTo>
                  <a:lnTo>
                    <a:pt x="19050" y="47244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8" name="Google Shape;138;p1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5083289" y="4856213"/>
              <a:ext cx="462559" cy="1928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1"/>
          <p:cNvSpPr/>
          <p:nvPr/>
        </p:nvSpPr>
        <p:spPr>
          <a:xfrm>
            <a:off x="5131308" y="5120640"/>
            <a:ext cx="407034" cy="18415"/>
          </a:xfrm>
          <a:custGeom>
            <a:rect b="b" l="l" r="r" t="t"/>
            <a:pathLst>
              <a:path extrusionOk="0" h="18414" w="407035">
                <a:moveTo>
                  <a:pt x="0" y="14478"/>
                </a:moveTo>
                <a:lnTo>
                  <a:pt x="4572" y="16002"/>
                </a:lnTo>
                <a:lnTo>
                  <a:pt x="7620" y="16002"/>
                </a:lnTo>
                <a:lnTo>
                  <a:pt x="12954" y="16764"/>
                </a:lnTo>
                <a:lnTo>
                  <a:pt x="22538" y="17204"/>
                </a:lnTo>
                <a:lnTo>
                  <a:pt x="31908" y="17430"/>
                </a:lnTo>
                <a:lnTo>
                  <a:pt x="41136" y="17514"/>
                </a:lnTo>
                <a:lnTo>
                  <a:pt x="50292" y="17526"/>
                </a:lnTo>
                <a:lnTo>
                  <a:pt x="74854" y="17740"/>
                </a:lnTo>
                <a:lnTo>
                  <a:pt x="99345" y="18097"/>
                </a:lnTo>
                <a:lnTo>
                  <a:pt x="123694" y="18168"/>
                </a:lnTo>
                <a:lnTo>
                  <a:pt x="147828" y="17526"/>
                </a:lnTo>
                <a:lnTo>
                  <a:pt x="160389" y="16490"/>
                </a:lnTo>
                <a:lnTo>
                  <a:pt x="172878" y="15525"/>
                </a:lnTo>
                <a:lnTo>
                  <a:pt x="185225" y="14418"/>
                </a:lnTo>
                <a:lnTo>
                  <a:pt x="197358" y="12954"/>
                </a:lnTo>
                <a:lnTo>
                  <a:pt x="207645" y="11251"/>
                </a:lnTo>
                <a:lnTo>
                  <a:pt x="217932" y="9620"/>
                </a:lnTo>
                <a:lnTo>
                  <a:pt x="263259" y="4393"/>
                </a:lnTo>
                <a:lnTo>
                  <a:pt x="284988" y="3048"/>
                </a:lnTo>
                <a:lnTo>
                  <a:pt x="291845" y="2738"/>
                </a:lnTo>
                <a:lnTo>
                  <a:pt x="298704" y="2286"/>
                </a:lnTo>
                <a:lnTo>
                  <a:pt x="307157" y="1285"/>
                </a:lnTo>
                <a:lnTo>
                  <a:pt x="315468" y="571"/>
                </a:lnTo>
                <a:lnTo>
                  <a:pt x="323778" y="142"/>
                </a:lnTo>
                <a:lnTo>
                  <a:pt x="332232" y="0"/>
                </a:lnTo>
                <a:lnTo>
                  <a:pt x="350972" y="0"/>
                </a:lnTo>
                <a:lnTo>
                  <a:pt x="369570" y="0"/>
                </a:lnTo>
                <a:lnTo>
                  <a:pt x="388167" y="0"/>
                </a:lnTo>
                <a:lnTo>
                  <a:pt x="406908" y="0"/>
                </a:lnTo>
                <a:lnTo>
                  <a:pt x="403860" y="3810"/>
                </a:lnTo>
                <a:lnTo>
                  <a:pt x="397764" y="381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1"/>
          <p:cNvGrpSpPr/>
          <p:nvPr/>
        </p:nvGrpSpPr>
        <p:grpSpPr>
          <a:xfrm>
            <a:off x="5599937" y="4834889"/>
            <a:ext cx="33147" cy="32257"/>
            <a:chOff x="5599937" y="4834889"/>
            <a:chExt cx="33147" cy="32257"/>
          </a:xfrm>
        </p:grpSpPr>
        <p:sp>
          <p:nvSpPr>
            <p:cNvPr id="141" name="Google Shape;141;p1"/>
            <p:cNvSpPr/>
            <p:nvPr/>
          </p:nvSpPr>
          <p:spPr>
            <a:xfrm>
              <a:off x="5599937" y="4837937"/>
              <a:ext cx="0" cy="29209"/>
            </a:xfrm>
            <a:custGeom>
              <a:rect b="b" l="l" r="r" t="t"/>
              <a:pathLst>
                <a:path extrusionOk="0" h="29210" w="120000">
                  <a:moveTo>
                    <a:pt x="0" y="0"/>
                  </a:moveTo>
                  <a:lnTo>
                    <a:pt x="0" y="6750"/>
                  </a:lnTo>
                  <a:lnTo>
                    <a:pt x="0" y="13430"/>
                  </a:lnTo>
                  <a:lnTo>
                    <a:pt x="0" y="20252"/>
                  </a:lnTo>
                  <a:lnTo>
                    <a:pt x="0" y="27431"/>
                  </a:lnTo>
                  <a:lnTo>
                    <a:pt x="0" y="28193"/>
                  </a:lnTo>
                  <a:lnTo>
                    <a:pt x="0" y="28955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5615939" y="4834889"/>
              <a:ext cx="17145" cy="29845"/>
            </a:xfrm>
            <a:custGeom>
              <a:rect b="b" l="l" r="r" t="t"/>
              <a:pathLst>
                <a:path extrusionOk="0" h="29845" w="17145">
                  <a:moveTo>
                    <a:pt x="16763" y="0"/>
                  </a:moveTo>
                  <a:lnTo>
                    <a:pt x="12430" y="7429"/>
                  </a:lnTo>
                  <a:lnTo>
                    <a:pt x="8381" y="14858"/>
                  </a:lnTo>
                  <a:lnTo>
                    <a:pt x="4333" y="22288"/>
                  </a:lnTo>
                  <a:lnTo>
                    <a:pt x="0" y="29717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"/>
          <p:cNvGrpSpPr/>
          <p:nvPr/>
        </p:nvGrpSpPr>
        <p:grpSpPr>
          <a:xfrm>
            <a:off x="5920632" y="4821923"/>
            <a:ext cx="427601" cy="177226"/>
            <a:chOff x="5920632" y="4821923"/>
            <a:chExt cx="427601" cy="177226"/>
          </a:xfrm>
        </p:grpSpPr>
        <p:pic>
          <p:nvPicPr>
            <p:cNvPr id="144" name="Google Shape;144;p1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5920632" y="4832591"/>
              <a:ext cx="188334" cy="1665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6129324" y="4821923"/>
              <a:ext cx="218909" cy="1455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" name="Google Shape;146;p1"/>
          <p:cNvGrpSpPr/>
          <p:nvPr/>
        </p:nvGrpSpPr>
        <p:grpSpPr>
          <a:xfrm>
            <a:off x="6617970" y="4803635"/>
            <a:ext cx="418338" cy="113169"/>
            <a:chOff x="6617970" y="4803635"/>
            <a:chExt cx="418338" cy="113169"/>
          </a:xfrm>
        </p:grpSpPr>
        <p:sp>
          <p:nvSpPr>
            <p:cNvPr id="147" name="Google Shape;147;p1"/>
            <p:cNvSpPr/>
            <p:nvPr/>
          </p:nvSpPr>
          <p:spPr>
            <a:xfrm>
              <a:off x="6646164" y="4808219"/>
              <a:ext cx="10160" cy="108585"/>
            </a:xfrm>
            <a:custGeom>
              <a:rect b="b" l="l" r="r" t="t"/>
              <a:pathLst>
                <a:path extrusionOk="0" h="108585" w="10159">
                  <a:moveTo>
                    <a:pt x="0" y="0"/>
                  </a:moveTo>
                  <a:lnTo>
                    <a:pt x="8786" y="42433"/>
                  </a:lnTo>
                  <a:lnTo>
                    <a:pt x="9155" y="70484"/>
                  </a:lnTo>
                  <a:lnTo>
                    <a:pt x="9239" y="83057"/>
                  </a:lnTo>
                  <a:lnTo>
                    <a:pt x="9465" y="95630"/>
                  </a:lnTo>
                  <a:lnTo>
                    <a:pt x="9906" y="108203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6617970" y="4807457"/>
              <a:ext cx="254000" cy="109220"/>
            </a:xfrm>
            <a:custGeom>
              <a:rect b="b" l="l" r="r" t="t"/>
              <a:pathLst>
                <a:path extrusionOk="0" h="109220" w="254000">
                  <a:moveTo>
                    <a:pt x="0" y="48768"/>
                  </a:moveTo>
                  <a:lnTo>
                    <a:pt x="36575" y="24384"/>
                  </a:lnTo>
                  <a:lnTo>
                    <a:pt x="47624" y="20907"/>
                  </a:lnTo>
                  <a:lnTo>
                    <a:pt x="58102" y="17145"/>
                  </a:lnTo>
                  <a:lnTo>
                    <a:pt x="68294" y="12811"/>
                  </a:lnTo>
                  <a:lnTo>
                    <a:pt x="78485" y="7620"/>
                  </a:lnTo>
                  <a:lnTo>
                    <a:pt x="83057" y="5334"/>
                  </a:lnTo>
                  <a:lnTo>
                    <a:pt x="86105" y="3048"/>
                  </a:lnTo>
                  <a:lnTo>
                    <a:pt x="89153" y="0"/>
                  </a:lnTo>
                  <a:lnTo>
                    <a:pt x="89094" y="20574"/>
                  </a:lnTo>
                  <a:lnTo>
                    <a:pt x="90118" y="61722"/>
                  </a:lnTo>
                  <a:lnTo>
                    <a:pt x="96595" y="102548"/>
                  </a:lnTo>
                  <a:lnTo>
                    <a:pt x="98298" y="108966"/>
                  </a:lnTo>
                  <a:lnTo>
                    <a:pt x="97536" y="108204"/>
                  </a:lnTo>
                  <a:lnTo>
                    <a:pt x="96012" y="99060"/>
                  </a:lnTo>
                  <a:lnTo>
                    <a:pt x="95250" y="96012"/>
                  </a:lnTo>
                  <a:lnTo>
                    <a:pt x="93618" y="88880"/>
                  </a:lnTo>
                  <a:lnTo>
                    <a:pt x="92487" y="80676"/>
                  </a:lnTo>
                  <a:lnTo>
                    <a:pt x="92356" y="72330"/>
                  </a:lnTo>
                  <a:lnTo>
                    <a:pt x="93726" y="64770"/>
                  </a:lnTo>
                  <a:lnTo>
                    <a:pt x="131445" y="45053"/>
                  </a:lnTo>
                  <a:lnTo>
                    <a:pt x="139303" y="44993"/>
                  </a:lnTo>
                  <a:lnTo>
                    <a:pt x="146304" y="45720"/>
                  </a:lnTo>
                  <a:lnTo>
                    <a:pt x="155448" y="48006"/>
                  </a:lnTo>
                  <a:lnTo>
                    <a:pt x="157734" y="54864"/>
                  </a:lnTo>
                  <a:lnTo>
                    <a:pt x="158496" y="64008"/>
                  </a:lnTo>
                  <a:lnTo>
                    <a:pt x="158436" y="71651"/>
                  </a:lnTo>
                  <a:lnTo>
                    <a:pt x="157448" y="78867"/>
                  </a:lnTo>
                  <a:lnTo>
                    <a:pt x="156031" y="86082"/>
                  </a:lnTo>
                  <a:lnTo>
                    <a:pt x="154686" y="93726"/>
                  </a:lnTo>
                  <a:lnTo>
                    <a:pt x="153162" y="102108"/>
                  </a:lnTo>
                  <a:lnTo>
                    <a:pt x="152400" y="106680"/>
                  </a:lnTo>
                  <a:lnTo>
                    <a:pt x="161544" y="108204"/>
                  </a:lnTo>
                  <a:lnTo>
                    <a:pt x="195834" y="89916"/>
                  </a:lnTo>
                  <a:lnTo>
                    <a:pt x="220218" y="48768"/>
                  </a:lnTo>
                  <a:lnTo>
                    <a:pt x="201168" y="27432"/>
                  </a:lnTo>
                  <a:lnTo>
                    <a:pt x="192024" y="28194"/>
                  </a:lnTo>
                  <a:lnTo>
                    <a:pt x="192035" y="69711"/>
                  </a:lnTo>
                  <a:lnTo>
                    <a:pt x="230124" y="80486"/>
                  </a:lnTo>
                  <a:lnTo>
                    <a:pt x="251460" y="75438"/>
                  </a:lnTo>
                  <a:lnTo>
                    <a:pt x="253746" y="7467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9" name="Google Shape;149;p1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6874846" y="4803635"/>
              <a:ext cx="118040" cy="93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"/>
            <p:cNvSpPr/>
            <p:nvPr/>
          </p:nvSpPr>
          <p:spPr>
            <a:xfrm>
              <a:off x="7021068" y="4869941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810" y="15239"/>
                  </a:lnTo>
                  <a:lnTo>
                    <a:pt x="12192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1"/>
          <p:cNvSpPr/>
          <p:nvPr/>
        </p:nvSpPr>
        <p:spPr>
          <a:xfrm>
            <a:off x="6230873" y="5855208"/>
            <a:ext cx="529590" cy="43180"/>
          </a:xfrm>
          <a:custGeom>
            <a:rect b="b" l="l" r="r" t="t"/>
            <a:pathLst>
              <a:path extrusionOk="0" h="43179" w="529590">
                <a:moveTo>
                  <a:pt x="0" y="42672"/>
                </a:moveTo>
                <a:lnTo>
                  <a:pt x="49613" y="32170"/>
                </a:lnTo>
                <a:lnTo>
                  <a:pt x="95059" y="28313"/>
                </a:lnTo>
                <a:lnTo>
                  <a:pt x="151066" y="24264"/>
                </a:lnTo>
                <a:lnTo>
                  <a:pt x="179070" y="22098"/>
                </a:lnTo>
                <a:lnTo>
                  <a:pt x="213479" y="19681"/>
                </a:lnTo>
                <a:lnTo>
                  <a:pt x="248031" y="17049"/>
                </a:lnTo>
                <a:lnTo>
                  <a:pt x="282582" y="14275"/>
                </a:lnTo>
                <a:lnTo>
                  <a:pt x="316992" y="11430"/>
                </a:lnTo>
                <a:lnTo>
                  <a:pt x="352996" y="8596"/>
                </a:lnTo>
                <a:lnTo>
                  <a:pt x="389001" y="5905"/>
                </a:lnTo>
                <a:lnTo>
                  <a:pt x="425005" y="3500"/>
                </a:lnTo>
                <a:lnTo>
                  <a:pt x="461009" y="1524"/>
                </a:lnTo>
                <a:lnTo>
                  <a:pt x="475738" y="642"/>
                </a:lnTo>
                <a:lnTo>
                  <a:pt x="490251" y="190"/>
                </a:lnTo>
                <a:lnTo>
                  <a:pt x="504622" y="23"/>
                </a:lnTo>
                <a:lnTo>
                  <a:pt x="518922" y="0"/>
                </a:lnTo>
                <a:lnTo>
                  <a:pt x="522731" y="0"/>
                </a:lnTo>
                <a:lnTo>
                  <a:pt x="526542" y="0"/>
                </a:lnTo>
                <a:lnTo>
                  <a:pt x="529590" y="0"/>
                </a:lnTo>
                <a:lnTo>
                  <a:pt x="522731" y="0"/>
                </a:lnTo>
                <a:lnTo>
                  <a:pt x="515112" y="762"/>
                </a:lnTo>
                <a:lnTo>
                  <a:pt x="507492" y="762"/>
                </a:lnTo>
                <a:lnTo>
                  <a:pt x="505206" y="762"/>
                </a:lnTo>
                <a:lnTo>
                  <a:pt x="502920" y="762"/>
                </a:lnTo>
                <a:lnTo>
                  <a:pt x="500634" y="76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1"/>
          <p:cNvGrpSpPr/>
          <p:nvPr/>
        </p:nvGrpSpPr>
        <p:grpSpPr>
          <a:xfrm>
            <a:off x="4033253" y="5692889"/>
            <a:ext cx="438937" cy="169951"/>
            <a:chOff x="4033253" y="5692889"/>
            <a:chExt cx="438937" cy="169951"/>
          </a:xfrm>
        </p:grpSpPr>
        <p:pic>
          <p:nvPicPr>
            <p:cNvPr id="153" name="Google Shape;153;p1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4033253" y="5692889"/>
              <a:ext cx="119540" cy="169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4190225" y="5703557"/>
              <a:ext cx="161569" cy="144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4376153" y="5716511"/>
              <a:ext cx="96037" cy="14023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1"/>
          <p:cNvSpPr/>
          <p:nvPr/>
        </p:nvSpPr>
        <p:spPr>
          <a:xfrm>
            <a:off x="4120896" y="5935217"/>
            <a:ext cx="375920" cy="24765"/>
          </a:xfrm>
          <a:custGeom>
            <a:rect b="b" l="l" r="r" t="t"/>
            <a:pathLst>
              <a:path extrusionOk="0" h="24764" w="375920">
                <a:moveTo>
                  <a:pt x="0" y="19812"/>
                </a:moveTo>
                <a:lnTo>
                  <a:pt x="41148" y="20776"/>
                </a:lnTo>
                <a:lnTo>
                  <a:pt x="77033" y="22348"/>
                </a:lnTo>
                <a:lnTo>
                  <a:pt x="99060" y="23145"/>
                </a:lnTo>
                <a:lnTo>
                  <a:pt x="121086" y="23800"/>
                </a:lnTo>
                <a:lnTo>
                  <a:pt x="143256" y="24384"/>
                </a:lnTo>
                <a:lnTo>
                  <a:pt x="172854" y="24181"/>
                </a:lnTo>
                <a:lnTo>
                  <a:pt x="231767" y="21490"/>
                </a:lnTo>
                <a:lnTo>
                  <a:pt x="286071" y="14287"/>
                </a:lnTo>
                <a:lnTo>
                  <a:pt x="310991" y="9715"/>
                </a:lnTo>
                <a:lnTo>
                  <a:pt x="336053" y="5429"/>
                </a:lnTo>
                <a:lnTo>
                  <a:pt x="361188" y="2286"/>
                </a:lnTo>
                <a:lnTo>
                  <a:pt x="364998" y="2286"/>
                </a:lnTo>
                <a:lnTo>
                  <a:pt x="375666" y="0"/>
                </a:lnTo>
                <a:lnTo>
                  <a:pt x="371856" y="7620"/>
                </a:lnTo>
                <a:lnTo>
                  <a:pt x="370332" y="9144"/>
                </a:lnTo>
                <a:lnTo>
                  <a:pt x="369570" y="9906"/>
                </a:lnTo>
                <a:lnTo>
                  <a:pt x="368046" y="914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1"/>
          <p:cNvGrpSpPr/>
          <p:nvPr/>
        </p:nvGrpSpPr>
        <p:grpSpPr>
          <a:xfrm>
            <a:off x="4614672" y="5660885"/>
            <a:ext cx="521220" cy="260490"/>
            <a:chOff x="4614672" y="5660885"/>
            <a:chExt cx="521220" cy="260490"/>
          </a:xfrm>
        </p:grpSpPr>
        <p:sp>
          <p:nvSpPr>
            <p:cNvPr id="158" name="Google Shape;158;p1"/>
            <p:cNvSpPr/>
            <p:nvPr/>
          </p:nvSpPr>
          <p:spPr>
            <a:xfrm>
              <a:off x="4614672" y="5706237"/>
              <a:ext cx="61594" cy="81915"/>
            </a:xfrm>
            <a:custGeom>
              <a:rect b="b" l="l" r="r" t="t"/>
              <a:pathLst>
                <a:path extrusionOk="0" h="81914" w="61595">
                  <a:moveTo>
                    <a:pt x="0" y="20955"/>
                  </a:moveTo>
                  <a:lnTo>
                    <a:pt x="35623" y="0"/>
                  </a:lnTo>
                  <a:lnTo>
                    <a:pt x="43910" y="1262"/>
                  </a:lnTo>
                  <a:lnTo>
                    <a:pt x="51053" y="4953"/>
                  </a:lnTo>
                  <a:lnTo>
                    <a:pt x="57400" y="12846"/>
                  </a:lnTo>
                  <a:lnTo>
                    <a:pt x="60674" y="22955"/>
                  </a:lnTo>
                  <a:lnTo>
                    <a:pt x="61233" y="33778"/>
                  </a:lnTo>
                  <a:lnTo>
                    <a:pt x="59436" y="43815"/>
                  </a:lnTo>
                  <a:lnTo>
                    <a:pt x="55661" y="52208"/>
                  </a:lnTo>
                  <a:lnTo>
                    <a:pt x="50387" y="60102"/>
                  </a:lnTo>
                  <a:lnTo>
                    <a:pt x="44112" y="67282"/>
                  </a:lnTo>
                  <a:lnTo>
                    <a:pt x="37338" y="73533"/>
                  </a:lnTo>
                  <a:lnTo>
                    <a:pt x="35814" y="75057"/>
                  </a:lnTo>
                  <a:lnTo>
                    <a:pt x="28194" y="81915"/>
                  </a:lnTo>
                  <a:lnTo>
                    <a:pt x="26670" y="78105"/>
                  </a:lnTo>
                  <a:lnTo>
                    <a:pt x="26670" y="76581"/>
                  </a:lnTo>
                  <a:lnTo>
                    <a:pt x="26670" y="75057"/>
                  </a:lnTo>
                  <a:lnTo>
                    <a:pt x="26670" y="7353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4624673" y="5705094"/>
              <a:ext cx="3810" cy="128905"/>
            </a:xfrm>
            <a:custGeom>
              <a:rect b="b" l="l" r="r" t="t"/>
              <a:pathLst>
                <a:path extrusionOk="0" h="128904" w="3810">
                  <a:moveTo>
                    <a:pt x="1428" y="0"/>
                  </a:moveTo>
                  <a:lnTo>
                    <a:pt x="250" y="14370"/>
                  </a:lnTo>
                  <a:lnTo>
                    <a:pt x="0" y="28098"/>
                  </a:lnTo>
                  <a:lnTo>
                    <a:pt x="464" y="41683"/>
                  </a:lnTo>
                  <a:lnTo>
                    <a:pt x="1428" y="55626"/>
                  </a:lnTo>
                  <a:lnTo>
                    <a:pt x="1654" y="73330"/>
                  </a:lnTo>
                  <a:lnTo>
                    <a:pt x="1524" y="90963"/>
                  </a:lnTo>
                  <a:lnTo>
                    <a:pt x="1535" y="108454"/>
                  </a:lnTo>
                  <a:lnTo>
                    <a:pt x="2190" y="125730"/>
                  </a:lnTo>
                  <a:lnTo>
                    <a:pt x="2952" y="128016"/>
                  </a:lnTo>
                  <a:lnTo>
                    <a:pt x="2190" y="128778"/>
                  </a:lnTo>
                  <a:lnTo>
                    <a:pt x="3714" y="12877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4645914" y="5863590"/>
              <a:ext cx="411480" cy="57785"/>
            </a:xfrm>
            <a:custGeom>
              <a:rect b="b" l="l" r="r" t="t"/>
              <a:pathLst>
                <a:path extrusionOk="0" h="57785" w="411479">
                  <a:moveTo>
                    <a:pt x="0" y="57150"/>
                  </a:moveTo>
                  <a:lnTo>
                    <a:pt x="46398" y="56292"/>
                  </a:lnTo>
                  <a:lnTo>
                    <a:pt x="91451" y="51280"/>
                  </a:lnTo>
                  <a:lnTo>
                    <a:pt x="151197" y="42969"/>
                  </a:lnTo>
                  <a:lnTo>
                    <a:pt x="213371" y="32837"/>
                  </a:lnTo>
                  <a:lnTo>
                    <a:pt x="245459" y="27431"/>
                  </a:lnTo>
                  <a:lnTo>
                    <a:pt x="277689" y="22026"/>
                  </a:lnTo>
                  <a:lnTo>
                    <a:pt x="330946" y="13489"/>
                  </a:lnTo>
                  <a:lnTo>
                    <a:pt x="373141" y="8084"/>
                  </a:lnTo>
                  <a:lnTo>
                    <a:pt x="393954" y="6095"/>
                  </a:lnTo>
                  <a:lnTo>
                    <a:pt x="400050" y="5333"/>
                  </a:lnTo>
                  <a:lnTo>
                    <a:pt x="406146" y="5333"/>
                  </a:lnTo>
                  <a:lnTo>
                    <a:pt x="411480" y="4571"/>
                  </a:lnTo>
                  <a:lnTo>
                    <a:pt x="406908" y="5333"/>
                  </a:lnTo>
                  <a:lnTo>
                    <a:pt x="395478" y="7619"/>
                  </a:lnTo>
                  <a:lnTo>
                    <a:pt x="390906" y="5333"/>
                  </a:lnTo>
                  <a:lnTo>
                    <a:pt x="390144" y="3809"/>
                  </a:lnTo>
                  <a:lnTo>
                    <a:pt x="388620" y="1523"/>
                  </a:lnTo>
                  <a:lnTo>
                    <a:pt x="38785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1" name="Google Shape;161;p1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4704670" y="5731751"/>
              <a:ext cx="69938" cy="891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"/>
            <p:cNvSpPr/>
            <p:nvPr/>
          </p:nvSpPr>
          <p:spPr>
            <a:xfrm>
              <a:off x="4815078" y="5712714"/>
              <a:ext cx="1905" cy="90805"/>
            </a:xfrm>
            <a:custGeom>
              <a:rect b="b" l="l" r="r" t="t"/>
              <a:pathLst>
                <a:path extrusionOk="0" h="90804" w="1904">
                  <a:moveTo>
                    <a:pt x="0" y="0"/>
                  </a:moveTo>
                  <a:lnTo>
                    <a:pt x="130" y="10167"/>
                  </a:lnTo>
                  <a:lnTo>
                    <a:pt x="476" y="20193"/>
                  </a:lnTo>
                  <a:lnTo>
                    <a:pt x="964" y="30218"/>
                  </a:lnTo>
                  <a:lnTo>
                    <a:pt x="1524" y="40386"/>
                  </a:lnTo>
                  <a:lnTo>
                    <a:pt x="1524" y="49541"/>
                  </a:lnTo>
                  <a:lnTo>
                    <a:pt x="1524" y="58769"/>
                  </a:lnTo>
                  <a:lnTo>
                    <a:pt x="1524" y="68139"/>
                  </a:lnTo>
                  <a:lnTo>
                    <a:pt x="1524" y="77724"/>
                  </a:lnTo>
                  <a:lnTo>
                    <a:pt x="1524" y="82296"/>
                  </a:lnTo>
                  <a:lnTo>
                    <a:pt x="1524" y="86868"/>
                  </a:lnTo>
                  <a:lnTo>
                    <a:pt x="1524" y="9067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3" name="Google Shape;163;p1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4859261" y="5660885"/>
              <a:ext cx="276631" cy="1539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"/>
          <p:cNvGrpSpPr/>
          <p:nvPr/>
        </p:nvGrpSpPr>
        <p:grpSpPr>
          <a:xfrm>
            <a:off x="5610605" y="5734049"/>
            <a:ext cx="196088" cy="81280"/>
            <a:chOff x="5610605" y="5734049"/>
            <a:chExt cx="196088" cy="81280"/>
          </a:xfrm>
        </p:grpSpPr>
        <p:sp>
          <p:nvSpPr>
            <p:cNvPr id="165" name="Google Shape;165;p1"/>
            <p:cNvSpPr/>
            <p:nvPr/>
          </p:nvSpPr>
          <p:spPr>
            <a:xfrm>
              <a:off x="5610605" y="5771387"/>
              <a:ext cx="140970" cy="3175"/>
            </a:xfrm>
            <a:custGeom>
              <a:rect b="b" l="l" r="r" t="t"/>
              <a:pathLst>
                <a:path extrusionOk="0" h="3175" w="140970">
                  <a:moveTo>
                    <a:pt x="0" y="2285"/>
                  </a:moveTo>
                  <a:lnTo>
                    <a:pt x="19311" y="2726"/>
                  </a:lnTo>
                  <a:lnTo>
                    <a:pt x="38481" y="2952"/>
                  </a:lnTo>
                  <a:lnTo>
                    <a:pt x="57650" y="3036"/>
                  </a:lnTo>
                  <a:lnTo>
                    <a:pt x="76962" y="3047"/>
                  </a:lnTo>
                  <a:lnTo>
                    <a:pt x="89665" y="3024"/>
                  </a:lnTo>
                  <a:lnTo>
                    <a:pt x="102584" y="2857"/>
                  </a:lnTo>
                  <a:lnTo>
                    <a:pt x="115645" y="2405"/>
                  </a:lnTo>
                  <a:lnTo>
                    <a:pt x="128778" y="1523"/>
                  </a:lnTo>
                  <a:lnTo>
                    <a:pt x="132588" y="1523"/>
                  </a:lnTo>
                  <a:lnTo>
                    <a:pt x="136398" y="1523"/>
                  </a:lnTo>
                  <a:lnTo>
                    <a:pt x="140970" y="1523"/>
                  </a:lnTo>
                  <a:lnTo>
                    <a:pt x="132588" y="1523"/>
                  </a:lnTo>
                  <a:lnTo>
                    <a:pt x="124968" y="1523"/>
                  </a:lnTo>
                  <a:lnTo>
                    <a:pt x="116586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5735573" y="5734049"/>
              <a:ext cx="71120" cy="81280"/>
            </a:xfrm>
            <a:custGeom>
              <a:rect b="b" l="l" r="r" t="t"/>
              <a:pathLst>
                <a:path extrusionOk="0" h="81279" w="71120">
                  <a:moveTo>
                    <a:pt x="2286" y="0"/>
                  </a:moveTo>
                  <a:lnTo>
                    <a:pt x="11430" y="3750"/>
                  </a:lnTo>
                  <a:lnTo>
                    <a:pt x="20574" y="7143"/>
                  </a:lnTo>
                  <a:lnTo>
                    <a:pt x="29718" y="10394"/>
                  </a:lnTo>
                  <a:lnTo>
                    <a:pt x="38862" y="13716"/>
                  </a:lnTo>
                  <a:lnTo>
                    <a:pt x="44696" y="15906"/>
                  </a:lnTo>
                  <a:lnTo>
                    <a:pt x="50673" y="18097"/>
                  </a:lnTo>
                  <a:lnTo>
                    <a:pt x="56649" y="20574"/>
                  </a:lnTo>
                  <a:lnTo>
                    <a:pt x="62484" y="23622"/>
                  </a:lnTo>
                  <a:lnTo>
                    <a:pt x="64008" y="23622"/>
                  </a:lnTo>
                  <a:lnTo>
                    <a:pt x="69342" y="25908"/>
                  </a:lnTo>
                  <a:lnTo>
                    <a:pt x="70104" y="27432"/>
                  </a:lnTo>
                  <a:lnTo>
                    <a:pt x="70866" y="30480"/>
                  </a:lnTo>
                  <a:lnTo>
                    <a:pt x="68580" y="33528"/>
                  </a:lnTo>
                  <a:lnTo>
                    <a:pt x="67056" y="35814"/>
                  </a:lnTo>
                  <a:lnTo>
                    <a:pt x="61722" y="42672"/>
                  </a:lnTo>
                  <a:lnTo>
                    <a:pt x="55626" y="48768"/>
                  </a:lnTo>
                  <a:lnTo>
                    <a:pt x="49530" y="54102"/>
                  </a:lnTo>
                  <a:lnTo>
                    <a:pt x="43291" y="60328"/>
                  </a:lnTo>
                  <a:lnTo>
                    <a:pt x="36195" y="66198"/>
                  </a:lnTo>
                  <a:lnTo>
                    <a:pt x="28527" y="71354"/>
                  </a:lnTo>
                  <a:lnTo>
                    <a:pt x="20574" y="75438"/>
                  </a:lnTo>
                  <a:lnTo>
                    <a:pt x="10668" y="79248"/>
                  </a:lnTo>
                  <a:lnTo>
                    <a:pt x="6858" y="80772"/>
                  </a:lnTo>
                  <a:lnTo>
                    <a:pt x="0" y="8001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" name="Google Shape;167;p1"/>
          <p:cNvGrpSpPr/>
          <p:nvPr/>
        </p:nvGrpSpPr>
        <p:grpSpPr>
          <a:xfrm>
            <a:off x="6107417" y="5614416"/>
            <a:ext cx="682256" cy="204228"/>
            <a:chOff x="6107417" y="5614416"/>
            <a:chExt cx="682256" cy="204228"/>
          </a:xfrm>
        </p:grpSpPr>
        <p:pic>
          <p:nvPicPr>
            <p:cNvPr id="168" name="Google Shape;168;p1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6107417" y="5702033"/>
              <a:ext cx="79273" cy="1166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"/>
            <p:cNvSpPr/>
            <p:nvPr/>
          </p:nvSpPr>
          <p:spPr>
            <a:xfrm>
              <a:off x="6234409" y="5697474"/>
              <a:ext cx="62865" cy="90170"/>
            </a:xfrm>
            <a:custGeom>
              <a:rect b="b" l="l" r="r" t="t"/>
              <a:pathLst>
                <a:path extrusionOk="0" h="90170" w="62864">
                  <a:moveTo>
                    <a:pt x="273" y="0"/>
                  </a:moveTo>
                  <a:lnTo>
                    <a:pt x="3321" y="41910"/>
                  </a:lnTo>
                  <a:lnTo>
                    <a:pt x="5024" y="50482"/>
                  </a:lnTo>
                  <a:lnTo>
                    <a:pt x="6655" y="59054"/>
                  </a:lnTo>
                  <a:lnTo>
                    <a:pt x="8143" y="67627"/>
                  </a:lnTo>
                  <a:lnTo>
                    <a:pt x="9417" y="76200"/>
                  </a:lnTo>
                  <a:lnTo>
                    <a:pt x="10179" y="80772"/>
                  </a:lnTo>
                  <a:lnTo>
                    <a:pt x="11703" y="84582"/>
                  </a:lnTo>
                  <a:lnTo>
                    <a:pt x="12465" y="89154"/>
                  </a:lnTo>
                  <a:lnTo>
                    <a:pt x="12465" y="89916"/>
                  </a:lnTo>
                  <a:lnTo>
                    <a:pt x="14751" y="89916"/>
                  </a:lnTo>
                  <a:lnTo>
                    <a:pt x="15513" y="89916"/>
                  </a:lnTo>
                  <a:lnTo>
                    <a:pt x="18561" y="88392"/>
                  </a:lnTo>
                  <a:lnTo>
                    <a:pt x="25443" y="85486"/>
                  </a:lnTo>
                  <a:lnTo>
                    <a:pt x="58185" y="79247"/>
                  </a:lnTo>
                  <a:lnTo>
                    <a:pt x="62757" y="7619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6235445" y="5724906"/>
              <a:ext cx="41275" cy="11430"/>
            </a:xfrm>
            <a:custGeom>
              <a:rect b="b" l="l" r="r" t="t"/>
              <a:pathLst>
                <a:path extrusionOk="0" h="11429" w="41275">
                  <a:moveTo>
                    <a:pt x="0" y="11430"/>
                  </a:moveTo>
                  <a:lnTo>
                    <a:pt x="8572" y="8703"/>
                  </a:lnTo>
                  <a:lnTo>
                    <a:pt x="17145" y="6191"/>
                  </a:lnTo>
                  <a:lnTo>
                    <a:pt x="25717" y="3821"/>
                  </a:lnTo>
                  <a:lnTo>
                    <a:pt x="34290" y="1524"/>
                  </a:lnTo>
                  <a:lnTo>
                    <a:pt x="36576" y="762"/>
                  </a:lnTo>
                  <a:lnTo>
                    <a:pt x="38862" y="762"/>
                  </a:lnTo>
                  <a:lnTo>
                    <a:pt x="4114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6240779" y="5680710"/>
              <a:ext cx="30480" cy="24130"/>
            </a:xfrm>
            <a:custGeom>
              <a:rect b="b" l="l" r="r" t="t"/>
              <a:pathLst>
                <a:path extrusionOk="0" h="24129" w="30479">
                  <a:moveTo>
                    <a:pt x="0" y="23622"/>
                  </a:moveTo>
                  <a:lnTo>
                    <a:pt x="7119" y="16180"/>
                  </a:lnTo>
                  <a:lnTo>
                    <a:pt x="14096" y="10382"/>
                  </a:lnTo>
                  <a:lnTo>
                    <a:pt x="21645" y="5298"/>
                  </a:lnTo>
                  <a:lnTo>
                    <a:pt x="30479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6329350" y="5683758"/>
              <a:ext cx="73025" cy="107314"/>
            </a:xfrm>
            <a:custGeom>
              <a:rect b="b" l="l" r="r" t="t"/>
              <a:pathLst>
                <a:path extrusionOk="0" h="107314" w="73025">
                  <a:moveTo>
                    <a:pt x="44017" y="14477"/>
                  </a:moveTo>
                  <a:lnTo>
                    <a:pt x="37302" y="8358"/>
                  </a:lnTo>
                  <a:lnTo>
                    <a:pt x="32015" y="3809"/>
                  </a:lnTo>
                  <a:lnTo>
                    <a:pt x="26443" y="976"/>
                  </a:lnTo>
                  <a:lnTo>
                    <a:pt x="18871" y="0"/>
                  </a:lnTo>
                  <a:lnTo>
                    <a:pt x="10489" y="0"/>
                  </a:lnTo>
                  <a:lnTo>
                    <a:pt x="488" y="42290"/>
                  </a:lnTo>
                  <a:lnTo>
                    <a:pt x="0" y="53673"/>
                  </a:lnTo>
                  <a:lnTo>
                    <a:pt x="583" y="64769"/>
                  </a:lnTo>
                  <a:lnTo>
                    <a:pt x="16585" y="99821"/>
                  </a:lnTo>
                  <a:lnTo>
                    <a:pt x="34801" y="106894"/>
                  </a:lnTo>
                  <a:lnTo>
                    <a:pt x="41731" y="106679"/>
                  </a:lnTo>
                  <a:lnTo>
                    <a:pt x="69163" y="86105"/>
                  </a:lnTo>
                  <a:lnTo>
                    <a:pt x="71449" y="83819"/>
                  </a:lnTo>
                  <a:lnTo>
                    <a:pt x="72973" y="8153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6398513" y="5672328"/>
              <a:ext cx="55880" cy="85725"/>
            </a:xfrm>
            <a:custGeom>
              <a:rect b="b" l="l" r="r" t="t"/>
              <a:pathLst>
                <a:path extrusionOk="0" h="85725" w="55879">
                  <a:moveTo>
                    <a:pt x="0" y="9906"/>
                  </a:moveTo>
                  <a:lnTo>
                    <a:pt x="12251" y="12001"/>
                  </a:lnTo>
                  <a:lnTo>
                    <a:pt x="22002" y="12382"/>
                  </a:lnTo>
                  <a:lnTo>
                    <a:pt x="31611" y="10763"/>
                  </a:lnTo>
                  <a:lnTo>
                    <a:pt x="43434" y="6858"/>
                  </a:lnTo>
                  <a:lnTo>
                    <a:pt x="47244" y="5334"/>
                  </a:lnTo>
                  <a:lnTo>
                    <a:pt x="52577" y="3048"/>
                  </a:lnTo>
                  <a:lnTo>
                    <a:pt x="55626" y="762"/>
                  </a:lnTo>
                  <a:lnTo>
                    <a:pt x="50292" y="762"/>
                  </a:lnTo>
                  <a:lnTo>
                    <a:pt x="44958" y="0"/>
                  </a:lnTo>
                  <a:lnTo>
                    <a:pt x="40386" y="3048"/>
                  </a:lnTo>
                  <a:lnTo>
                    <a:pt x="33528" y="7620"/>
                  </a:lnTo>
                  <a:lnTo>
                    <a:pt x="29718" y="13716"/>
                  </a:lnTo>
                  <a:lnTo>
                    <a:pt x="29718" y="21336"/>
                  </a:lnTo>
                  <a:lnTo>
                    <a:pt x="29253" y="28872"/>
                  </a:lnTo>
                  <a:lnTo>
                    <a:pt x="30003" y="36480"/>
                  </a:lnTo>
                  <a:lnTo>
                    <a:pt x="31753" y="43945"/>
                  </a:lnTo>
                  <a:lnTo>
                    <a:pt x="34290" y="51054"/>
                  </a:lnTo>
                  <a:lnTo>
                    <a:pt x="37135" y="57340"/>
                  </a:lnTo>
                  <a:lnTo>
                    <a:pt x="39909" y="63627"/>
                  </a:lnTo>
                  <a:lnTo>
                    <a:pt x="42541" y="69913"/>
                  </a:lnTo>
                  <a:lnTo>
                    <a:pt x="44958" y="76200"/>
                  </a:lnTo>
                  <a:lnTo>
                    <a:pt x="46482" y="79248"/>
                  </a:lnTo>
                  <a:lnTo>
                    <a:pt x="48006" y="82296"/>
                  </a:lnTo>
                  <a:lnTo>
                    <a:pt x="49530" y="8534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6486905" y="5682996"/>
              <a:ext cx="59690" cy="80010"/>
            </a:xfrm>
            <a:custGeom>
              <a:rect b="b" l="l" r="r" t="t"/>
              <a:pathLst>
                <a:path extrusionOk="0" h="80010" w="59690">
                  <a:moveTo>
                    <a:pt x="2286" y="16763"/>
                  </a:moveTo>
                  <a:lnTo>
                    <a:pt x="5810" y="60102"/>
                  </a:lnTo>
                  <a:lnTo>
                    <a:pt x="21336" y="80009"/>
                  </a:lnTo>
                  <a:lnTo>
                    <a:pt x="29718" y="79247"/>
                  </a:lnTo>
                  <a:lnTo>
                    <a:pt x="58578" y="43243"/>
                  </a:lnTo>
                  <a:lnTo>
                    <a:pt x="59090" y="32170"/>
                  </a:lnTo>
                  <a:lnTo>
                    <a:pt x="56388" y="22097"/>
                  </a:lnTo>
                  <a:lnTo>
                    <a:pt x="21336" y="2285"/>
                  </a:lnTo>
                  <a:lnTo>
                    <a:pt x="6858" y="0"/>
                  </a:lnTo>
                  <a:lnTo>
                    <a:pt x="3810" y="5333"/>
                  </a:lnTo>
                  <a:lnTo>
                    <a:pt x="0" y="9905"/>
                  </a:lnTo>
                  <a:lnTo>
                    <a:pt x="4572" y="9905"/>
                  </a:lnTo>
                  <a:lnTo>
                    <a:pt x="6858" y="1142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6578345" y="5674614"/>
              <a:ext cx="7620" cy="87630"/>
            </a:xfrm>
            <a:custGeom>
              <a:rect b="b" l="l" r="r" t="t"/>
              <a:pathLst>
                <a:path extrusionOk="0" h="87629" w="7620">
                  <a:moveTo>
                    <a:pt x="0" y="0"/>
                  </a:moveTo>
                  <a:lnTo>
                    <a:pt x="2797" y="12918"/>
                  </a:lnTo>
                  <a:lnTo>
                    <a:pt x="5238" y="25622"/>
                  </a:lnTo>
                  <a:lnTo>
                    <a:pt x="6965" y="38469"/>
                  </a:lnTo>
                  <a:lnTo>
                    <a:pt x="7620" y="51815"/>
                  </a:lnTo>
                  <a:lnTo>
                    <a:pt x="7596" y="59578"/>
                  </a:lnTo>
                  <a:lnTo>
                    <a:pt x="7429" y="67055"/>
                  </a:lnTo>
                  <a:lnTo>
                    <a:pt x="6977" y="74533"/>
                  </a:lnTo>
                  <a:lnTo>
                    <a:pt x="6096" y="82295"/>
                  </a:lnTo>
                  <a:lnTo>
                    <a:pt x="6096" y="85343"/>
                  </a:lnTo>
                  <a:lnTo>
                    <a:pt x="6096" y="86105"/>
                  </a:lnTo>
                  <a:lnTo>
                    <a:pt x="6096" y="8762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6565201" y="5660433"/>
              <a:ext cx="100330" cy="97790"/>
            </a:xfrm>
            <a:custGeom>
              <a:rect b="b" l="l" r="r" t="t"/>
              <a:pathLst>
                <a:path extrusionOk="0" h="97789" w="100329">
                  <a:moveTo>
                    <a:pt x="5524" y="32468"/>
                  </a:moveTo>
                  <a:lnTo>
                    <a:pt x="2119" y="25038"/>
                  </a:lnTo>
                  <a:lnTo>
                    <a:pt x="0" y="19323"/>
                  </a:lnTo>
                  <a:lnTo>
                    <a:pt x="1023" y="14466"/>
                  </a:lnTo>
                  <a:lnTo>
                    <a:pt x="39052" y="464"/>
                  </a:lnTo>
                  <a:lnTo>
                    <a:pt x="46124" y="0"/>
                  </a:lnTo>
                  <a:lnTo>
                    <a:pt x="53339" y="178"/>
                  </a:lnTo>
                  <a:lnTo>
                    <a:pt x="60269" y="1643"/>
                  </a:lnTo>
                  <a:lnTo>
                    <a:pt x="66484" y="5036"/>
                  </a:lnTo>
                  <a:lnTo>
                    <a:pt x="72580" y="11132"/>
                  </a:lnTo>
                  <a:lnTo>
                    <a:pt x="72580" y="21800"/>
                  </a:lnTo>
                  <a:lnTo>
                    <a:pt x="46672" y="53804"/>
                  </a:lnTo>
                  <a:lnTo>
                    <a:pt x="33718" y="60662"/>
                  </a:lnTo>
                  <a:lnTo>
                    <a:pt x="39814" y="60662"/>
                  </a:lnTo>
                  <a:lnTo>
                    <a:pt x="78676" y="77426"/>
                  </a:lnTo>
                  <a:lnTo>
                    <a:pt x="84772" y="81236"/>
                  </a:lnTo>
                  <a:lnTo>
                    <a:pt x="92392" y="85808"/>
                  </a:lnTo>
                  <a:lnTo>
                    <a:pt x="96964" y="91142"/>
                  </a:lnTo>
                  <a:lnTo>
                    <a:pt x="99250" y="93428"/>
                  </a:lnTo>
                  <a:lnTo>
                    <a:pt x="99250" y="94952"/>
                  </a:lnTo>
                  <a:lnTo>
                    <a:pt x="100012" y="9723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6699503" y="5614416"/>
              <a:ext cx="90170" cy="125730"/>
            </a:xfrm>
            <a:custGeom>
              <a:rect b="b" l="l" r="r" t="t"/>
              <a:pathLst>
                <a:path extrusionOk="0" h="125729" w="90170">
                  <a:moveTo>
                    <a:pt x="51816" y="28193"/>
                  </a:moveTo>
                  <a:lnTo>
                    <a:pt x="51816" y="23621"/>
                  </a:lnTo>
                  <a:lnTo>
                    <a:pt x="53340" y="10667"/>
                  </a:lnTo>
                  <a:lnTo>
                    <a:pt x="50292" y="5333"/>
                  </a:lnTo>
                  <a:lnTo>
                    <a:pt x="46482" y="0"/>
                  </a:lnTo>
                  <a:lnTo>
                    <a:pt x="41910" y="0"/>
                  </a:lnTo>
                  <a:lnTo>
                    <a:pt x="11287" y="25717"/>
                  </a:lnTo>
                  <a:lnTo>
                    <a:pt x="7096" y="45815"/>
                  </a:lnTo>
                  <a:lnTo>
                    <a:pt x="9144" y="54863"/>
                  </a:lnTo>
                  <a:lnTo>
                    <a:pt x="42600" y="66413"/>
                  </a:lnTo>
                  <a:lnTo>
                    <a:pt x="50292" y="66103"/>
                  </a:lnTo>
                  <a:lnTo>
                    <a:pt x="57983" y="66079"/>
                  </a:lnTo>
                  <a:lnTo>
                    <a:pt x="89916" y="88391"/>
                  </a:lnTo>
                  <a:lnTo>
                    <a:pt x="89916" y="94487"/>
                  </a:lnTo>
                  <a:lnTo>
                    <a:pt x="89916" y="102869"/>
                  </a:lnTo>
                  <a:lnTo>
                    <a:pt x="53435" y="119919"/>
                  </a:lnTo>
                  <a:lnTo>
                    <a:pt x="17145" y="125729"/>
                  </a:lnTo>
                  <a:lnTo>
                    <a:pt x="10144" y="124110"/>
                  </a:lnTo>
                  <a:lnTo>
                    <a:pt x="4572" y="119633"/>
                  </a:lnTo>
                  <a:lnTo>
                    <a:pt x="2286" y="114299"/>
                  </a:lnTo>
                  <a:lnTo>
                    <a:pt x="1524" y="112775"/>
                  </a:lnTo>
                  <a:lnTo>
                    <a:pt x="0" y="108965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1"/>
          <p:cNvSpPr/>
          <p:nvPr/>
        </p:nvSpPr>
        <p:spPr>
          <a:xfrm>
            <a:off x="6280403" y="5875782"/>
            <a:ext cx="509905" cy="62865"/>
          </a:xfrm>
          <a:custGeom>
            <a:rect b="b" l="l" r="r" t="t"/>
            <a:pathLst>
              <a:path extrusionOk="0" h="62864" w="509904">
                <a:moveTo>
                  <a:pt x="0" y="62484"/>
                </a:moveTo>
                <a:lnTo>
                  <a:pt x="16454" y="60317"/>
                </a:lnTo>
                <a:lnTo>
                  <a:pt x="32766" y="58293"/>
                </a:lnTo>
                <a:lnTo>
                  <a:pt x="49077" y="56268"/>
                </a:lnTo>
                <a:lnTo>
                  <a:pt x="65532" y="54102"/>
                </a:lnTo>
                <a:lnTo>
                  <a:pt x="92380" y="50792"/>
                </a:lnTo>
                <a:lnTo>
                  <a:pt x="119157" y="47625"/>
                </a:lnTo>
                <a:lnTo>
                  <a:pt x="145792" y="44457"/>
                </a:lnTo>
                <a:lnTo>
                  <a:pt x="172212" y="41148"/>
                </a:lnTo>
                <a:lnTo>
                  <a:pt x="204216" y="36718"/>
                </a:lnTo>
                <a:lnTo>
                  <a:pt x="236220" y="32575"/>
                </a:lnTo>
                <a:lnTo>
                  <a:pt x="300228" y="25146"/>
                </a:lnTo>
                <a:lnTo>
                  <a:pt x="368427" y="18573"/>
                </a:lnTo>
                <a:lnTo>
                  <a:pt x="436626" y="13716"/>
                </a:lnTo>
                <a:lnTo>
                  <a:pt x="478416" y="12965"/>
                </a:lnTo>
                <a:lnTo>
                  <a:pt x="492252" y="12954"/>
                </a:lnTo>
                <a:lnTo>
                  <a:pt x="498348" y="12954"/>
                </a:lnTo>
                <a:lnTo>
                  <a:pt x="503681" y="12954"/>
                </a:lnTo>
                <a:lnTo>
                  <a:pt x="509016" y="13716"/>
                </a:lnTo>
                <a:lnTo>
                  <a:pt x="509778" y="13716"/>
                </a:lnTo>
                <a:lnTo>
                  <a:pt x="504444" y="9906"/>
                </a:lnTo>
                <a:lnTo>
                  <a:pt x="502920" y="5334"/>
                </a:lnTo>
                <a:lnTo>
                  <a:pt x="499872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1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7831061" y="5401007"/>
            <a:ext cx="201193" cy="125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7856207" y="5654789"/>
            <a:ext cx="181381" cy="117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7889735" y="5920727"/>
            <a:ext cx="160509" cy="134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1"/>
          <p:cNvGrpSpPr/>
          <p:nvPr/>
        </p:nvGrpSpPr>
        <p:grpSpPr>
          <a:xfrm>
            <a:off x="8150351" y="5422392"/>
            <a:ext cx="286639" cy="59690"/>
            <a:chOff x="8150351" y="5422392"/>
            <a:chExt cx="286639" cy="59690"/>
          </a:xfrm>
        </p:grpSpPr>
        <p:sp>
          <p:nvSpPr>
            <p:cNvPr id="183" name="Google Shape;183;p1"/>
            <p:cNvSpPr/>
            <p:nvPr/>
          </p:nvSpPr>
          <p:spPr>
            <a:xfrm>
              <a:off x="8150351" y="5446014"/>
              <a:ext cx="229870" cy="16510"/>
            </a:xfrm>
            <a:custGeom>
              <a:rect b="b" l="l" r="r" t="t"/>
              <a:pathLst>
                <a:path extrusionOk="0" h="16510" w="229870">
                  <a:moveTo>
                    <a:pt x="0" y="16001"/>
                  </a:moveTo>
                  <a:lnTo>
                    <a:pt x="17728" y="15239"/>
                  </a:lnTo>
                  <a:lnTo>
                    <a:pt x="35528" y="15049"/>
                  </a:lnTo>
                  <a:lnTo>
                    <a:pt x="53470" y="15144"/>
                  </a:lnTo>
                  <a:lnTo>
                    <a:pt x="71628" y="15239"/>
                  </a:lnTo>
                  <a:lnTo>
                    <a:pt x="93916" y="14739"/>
                  </a:lnTo>
                  <a:lnTo>
                    <a:pt x="116205" y="13525"/>
                  </a:lnTo>
                  <a:lnTo>
                    <a:pt x="138493" y="12025"/>
                  </a:lnTo>
                  <a:lnTo>
                    <a:pt x="160782" y="10667"/>
                  </a:lnTo>
                  <a:lnTo>
                    <a:pt x="175069" y="10001"/>
                  </a:lnTo>
                  <a:lnTo>
                    <a:pt x="189357" y="9334"/>
                  </a:lnTo>
                  <a:lnTo>
                    <a:pt x="203644" y="8953"/>
                  </a:lnTo>
                  <a:lnTo>
                    <a:pt x="217932" y="9143"/>
                  </a:lnTo>
                  <a:lnTo>
                    <a:pt x="220979" y="9143"/>
                  </a:lnTo>
                  <a:lnTo>
                    <a:pt x="229361" y="10667"/>
                  </a:lnTo>
                  <a:lnTo>
                    <a:pt x="229361" y="8381"/>
                  </a:lnTo>
                  <a:lnTo>
                    <a:pt x="228600" y="6095"/>
                  </a:lnTo>
                  <a:lnTo>
                    <a:pt x="225552" y="3047"/>
                  </a:lnTo>
                  <a:lnTo>
                    <a:pt x="22479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8372855" y="5422392"/>
              <a:ext cx="64135" cy="59690"/>
            </a:xfrm>
            <a:custGeom>
              <a:rect b="b" l="l" r="r" t="t"/>
              <a:pathLst>
                <a:path extrusionOk="0" h="59689" w="64134">
                  <a:moveTo>
                    <a:pt x="0" y="0"/>
                  </a:moveTo>
                  <a:lnTo>
                    <a:pt x="42672" y="9143"/>
                  </a:lnTo>
                  <a:lnTo>
                    <a:pt x="50292" y="9143"/>
                  </a:lnTo>
                  <a:lnTo>
                    <a:pt x="58674" y="10667"/>
                  </a:lnTo>
                  <a:lnTo>
                    <a:pt x="63246" y="11429"/>
                  </a:lnTo>
                  <a:lnTo>
                    <a:pt x="61722" y="11429"/>
                  </a:lnTo>
                  <a:lnTo>
                    <a:pt x="64008" y="13715"/>
                  </a:lnTo>
                  <a:lnTo>
                    <a:pt x="62484" y="19049"/>
                  </a:lnTo>
                  <a:lnTo>
                    <a:pt x="60198" y="22097"/>
                  </a:lnTo>
                  <a:lnTo>
                    <a:pt x="54864" y="26669"/>
                  </a:lnTo>
                  <a:lnTo>
                    <a:pt x="48684" y="32361"/>
                  </a:lnTo>
                  <a:lnTo>
                    <a:pt x="15811" y="55435"/>
                  </a:lnTo>
                  <a:lnTo>
                    <a:pt x="8715" y="57864"/>
                  </a:lnTo>
                  <a:lnTo>
                    <a:pt x="762" y="59435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1"/>
          <p:cNvGrpSpPr/>
          <p:nvPr/>
        </p:nvGrpSpPr>
        <p:grpSpPr>
          <a:xfrm>
            <a:off x="8617231" y="5337048"/>
            <a:ext cx="412850" cy="168021"/>
            <a:chOff x="8617231" y="5337048"/>
            <a:chExt cx="412850" cy="168021"/>
          </a:xfrm>
        </p:grpSpPr>
        <p:sp>
          <p:nvSpPr>
            <p:cNvPr id="186" name="Google Shape;186;p1"/>
            <p:cNvSpPr/>
            <p:nvPr/>
          </p:nvSpPr>
          <p:spPr>
            <a:xfrm>
              <a:off x="8617231" y="5337048"/>
              <a:ext cx="69850" cy="133350"/>
            </a:xfrm>
            <a:custGeom>
              <a:rect b="b" l="l" r="r" t="t"/>
              <a:pathLst>
                <a:path extrusionOk="0" h="133350" w="69850">
                  <a:moveTo>
                    <a:pt x="226" y="0"/>
                  </a:moveTo>
                  <a:lnTo>
                    <a:pt x="0" y="15978"/>
                  </a:lnTo>
                  <a:lnTo>
                    <a:pt x="1273" y="31242"/>
                  </a:lnTo>
                  <a:lnTo>
                    <a:pt x="3548" y="46505"/>
                  </a:lnTo>
                  <a:lnTo>
                    <a:pt x="6322" y="62484"/>
                  </a:lnTo>
                  <a:lnTo>
                    <a:pt x="8584" y="76319"/>
                  </a:lnTo>
                  <a:lnTo>
                    <a:pt x="10703" y="90297"/>
                  </a:lnTo>
                  <a:lnTo>
                    <a:pt x="12537" y="104274"/>
                  </a:lnTo>
                  <a:lnTo>
                    <a:pt x="13942" y="118110"/>
                  </a:lnTo>
                  <a:lnTo>
                    <a:pt x="14704" y="123444"/>
                  </a:lnTo>
                  <a:lnTo>
                    <a:pt x="14704" y="128778"/>
                  </a:lnTo>
                  <a:lnTo>
                    <a:pt x="15466" y="133350"/>
                  </a:lnTo>
                  <a:lnTo>
                    <a:pt x="14942" y="122801"/>
                  </a:lnTo>
                  <a:lnTo>
                    <a:pt x="14132" y="111252"/>
                  </a:lnTo>
                  <a:lnTo>
                    <a:pt x="14180" y="99702"/>
                  </a:lnTo>
                  <a:lnTo>
                    <a:pt x="16228" y="89154"/>
                  </a:lnTo>
                  <a:lnTo>
                    <a:pt x="19276" y="80772"/>
                  </a:lnTo>
                  <a:lnTo>
                    <a:pt x="24610" y="79248"/>
                  </a:lnTo>
                  <a:lnTo>
                    <a:pt x="32230" y="79247"/>
                  </a:lnTo>
                  <a:lnTo>
                    <a:pt x="39933" y="80200"/>
                  </a:lnTo>
                  <a:lnTo>
                    <a:pt x="46993" y="82867"/>
                  </a:lnTo>
                  <a:lnTo>
                    <a:pt x="53339" y="86963"/>
                  </a:lnTo>
                  <a:lnTo>
                    <a:pt x="58900" y="92201"/>
                  </a:lnTo>
                  <a:lnTo>
                    <a:pt x="64234" y="96773"/>
                  </a:lnTo>
                  <a:lnTo>
                    <a:pt x="68044" y="105155"/>
                  </a:lnTo>
                  <a:lnTo>
                    <a:pt x="68806" y="112013"/>
                  </a:lnTo>
                  <a:lnTo>
                    <a:pt x="68806" y="117347"/>
                  </a:lnTo>
                  <a:lnTo>
                    <a:pt x="69568" y="123443"/>
                  </a:lnTo>
                  <a:lnTo>
                    <a:pt x="65758" y="128015"/>
                  </a:lnTo>
                  <a:lnTo>
                    <a:pt x="64996" y="129539"/>
                  </a:lnTo>
                  <a:lnTo>
                    <a:pt x="64234" y="130301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8713565" y="5399532"/>
              <a:ext cx="33020" cy="64135"/>
            </a:xfrm>
            <a:custGeom>
              <a:rect b="b" l="l" r="r" t="t"/>
              <a:pathLst>
                <a:path extrusionOk="0" h="64135" w="33020">
                  <a:moveTo>
                    <a:pt x="2952" y="0"/>
                  </a:moveTo>
                  <a:lnTo>
                    <a:pt x="1012" y="10013"/>
                  </a:lnTo>
                  <a:lnTo>
                    <a:pt x="0" y="18954"/>
                  </a:lnTo>
                  <a:lnTo>
                    <a:pt x="273" y="27753"/>
                  </a:lnTo>
                  <a:lnTo>
                    <a:pt x="2190" y="37338"/>
                  </a:lnTo>
                  <a:lnTo>
                    <a:pt x="4476" y="44958"/>
                  </a:lnTo>
                  <a:lnTo>
                    <a:pt x="7524" y="54102"/>
                  </a:lnTo>
                  <a:lnTo>
                    <a:pt x="13620" y="58674"/>
                  </a:lnTo>
                  <a:lnTo>
                    <a:pt x="15906" y="60960"/>
                  </a:lnTo>
                  <a:lnTo>
                    <a:pt x="23526" y="64008"/>
                  </a:lnTo>
                  <a:lnTo>
                    <a:pt x="26574" y="61722"/>
                  </a:lnTo>
                  <a:lnTo>
                    <a:pt x="30384" y="57150"/>
                  </a:lnTo>
                  <a:lnTo>
                    <a:pt x="31908" y="56388"/>
                  </a:lnTo>
                  <a:lnTo>
                    <a:pt x="32670" y="5257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8724900" y="5391150"/>
              <a:ext cx="38100" cy="27305"/>
            </a:xfrm>
            <a:custGeom>
              <a:rect b="b" l="l" r="r" t="t"/>
              <a:pathLst>
                <a:path extrusionOk="0" h="27304" w="38100">
                  <a:moveTo>
                    <a:pt x="2285" y="23621"/>
                  </a:moveTo>
                  <a:lnTo>
                    <a:pt x="10548" y="25955"/>
                  </a:lnTo>
                  <a:lnTo>
                    <a:pt x="16954" y="26860"/>
                  </a:lnTo>
                  <a:lnTo>
                    <a:pt x="23074" y="25765"/>
                  </a:lnTo>
                  <a:lnTo>
                    <a:pt x="30479" y="22097"/>
                  </a:lnTo>
                  <a:lnTo>
                    <a:pt x="33527" y="20573"/>
                  </a:lnTo>
                  <a:lnTo>
                    <a:pt x="38099" y="13715"/>
                  </a:lnTo>
                  <a:lnTo>
                    <a:pt x="35051" y="9143"/>
                  </a:lnTo>
                  <a:lnTo>
                    <a:pt x="31241" y="3809"/>
                  </a:lnTo>
                  <a:lnTo>
                    <a:pt x="21335" y="2285"/>
                  </a:lnTo>
                  <a:lnTo>
                    <a:pt x="15239" y="1523"/>
                  </a:lnTo>
                  <a:lnTo>
                    <a:pt x="8381" y="1523"/>
                  </a:lnTo>
                  <a:lnTo>
                    <a:pt x="1523" y="0"/>
                  </a:lnTo>
                  <a:lnTo>
                    <a:pt x="0" y="8381"/>
                  </a:lnTo>
                  <a:lnTo>
                    <a:pt x="0" y="11429"/>
                  </a:lnTo>
                  <a:lnTo>
                    <a:pt x="0" y="12191"/>
                  </a:lnTo>
                  <a:lnTo>
                    <a:pt x="0" y="14477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8797992" y="5397246"/>
              <a:ext cx="5715" cy="51435"/>
            </a:xfrm>
            <a:custGeom>
              <a:rect b="b" l="l" r="r" t="t"/>
              <a:pathLst>
                <a:path extrusionOk="0" h="51435" w="5715">
                  <a:moveTo>
                    <a:pt x="59" y="0"/>
                  </a:moveTo>
                  <a:lnTo>
                    <a:pt x="0" y="10334"/>
                  </a:lnTo>
                  <a:lnTo>
                    <a:pt x="726" y="19240"/>
                  </a:lnTo>
                  <a:lnTo>
                    <a:pt x="1881" y="27860"/>
                  </a:lnTo>
                  <a:lnTo>
                    <a:pt x="3107" y="37337"/>
                  </a:lnTo>
                  <a:lnTo>
                    <a:pt x="3869" y="41909"/>
                  </a:lnTo>
                  <a:lnTo>
                    <a:pt x="4631" y="48005"/>
                  </a:lnTo>
                  <a:lnTo>
                    <a:pt x="5393" y="51053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8780526" y="5346192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09"/>
                  </a:moveTo>
                  <a:lnTo>
                    <a:pt x="0" y="12191"/>
                  </a:lnTo>
                  <a:lnTo>
                    <a:pt x="3048" y="15239"/>
                  </a:lnTo>
                  <a:lnTo>
                    <a:pt x="11430" y="15239"/>
                  </a:lnTo>
                  <a:lnTo>
                    <a:pt x="15240" y="12191"/>
                  </a:lnTo>
                  <a:lnTo>
                    <a:pt x="15240" y="7619"/>
                  </a:lnTo>
                  <a:lnTo>
                    <a:pt x="15240" y="3809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8829294" y="5366004"/>
              <a:ext cx="53975" cy="139065"/>
            </a:xfrm>
            <a:custGeom>
              <a:rect b="b" l="l" r="r" t="t"/>
              <a:pathLst>
                <a:path extrusionOk="0" h="139064" w="53975">
                  <a:moveTo>
                    <a:pt x="42672" y="47244"/>
                  </a:moveTo>
                  <a:lnTo>
                    <a:pt x="43148" y="40183"/>
                  </a:lnTo>
                  <a:lnTo>
                    <a:pt x="44196" y="33623"/>
                  </a:lnTo>
                  <a:lnTo>
                    <a:pt x="45243" y="27205"/>
                  </a:lnTo>
                  <a:lnTo>
                    <a:pt x="45720" y="20574"/>
                  </a:lnTo>
                  <a:lnTo>
                    <a:pt x="46482" y="14478"/>
                  </a:lnTo>
                  <a:lnTo>
                    <a:pt x="47244" y="6858"/>
                  </a:lnTo>
                  <a:lnTo>
                    <a:pt x="41148" y="3810"/>
                  </a:lnTo>
                  <a:lnTo>
                    <a:pt x="34290" y="0"/>
                  </a:lnTo>
                  <a:lnTo>
                    <a:pt x="10739" y="38219"/>
                  </a:lnTo>
                  <a:lnTo>
                    <a:pt x="8774" y="55566"/>
                  </a:lnTo>
                  <a:lnTo>
                    <a:pt x="9620" y="62769"/>
                  </a:lnTo>
                  <a:lnTo>
                    <a:pt x="12894" y="68687"/>
                  </a:lnTo>
                  <a:lnTo>
                    <a:pt x="19812" y="72390"/>
                  </a:lnTo>
                  <a:lnTo>
                    <a:pt x="26705" y="72997"/>
                  </a:lnTo>
                  <a:lnTo>
                    <a:pt x="32670" y="71532"/>
                  </a:lnTo>
                  <a:lnTo>
                    <a:pt x="37921" y="68210"/>
                  </a:lnTo>
                  <a:lnTo>
                    <a:pt x="42672" y="63246"/>
                  </a:lnTo>
                  <a:lnTo>
                    <a:pt x="48006" y="57150"/>
                  </a:lnTo>
                  <a:lnTo>
                    <a:pt x="48768" y="49530"/>
                  </a:lnTo>
                  <a:lnTo>
                    <a:pt x="48768" y="41910"/>
                  </a:lnTo>
                  <a:lnTo>
                    <a:pt x="48768" y="38862"/>
                  </a:lnTo>
                  <a:lnTo>
                    <a:pt x="48768" y="38100"/>
                  </a:lnTo>
                  <a:lnTo>
                    <a:pt x="48768" y="35814"/>
                  </a:lnTo>
                  <a:lnTo>
                    <a:pt x="48898" y="43815"/>
                  </a:lnTo>
                  <a:lnTo>
                    <a:pt x="49244" y="51816"/>
                  </a:lnTo>
                  <a:lnTo>
                    <a:pt x="49732" y="59817"/>
                  </a:lnTo>
                  <a:lnTo>
                    <a:pt x="50292" y="67818"/>
                  </a:lnTo>
                  <a:lnTo>
                    <a:pt x="51411" y="79569"/>
                  </a:lnTo>
                  <a:lnTo>
                    <a:pt x="52387" y="90963"/>
                  </a:lnTo>
                  <a:lnTo>
                    <a:pt x="53078" y="102215"/>
                  </a:lnTo>
                  <a:lnTo>
                    <a:pt x="53340" y="113538"/>
                  </a:lnTo>
                  <a:lnTo>
                    <a:pt x="53542" y="120122"/>
                  </a:lnTo>
                  <a:lnTo>
                    <a:pt x="53244" y="126777"/>
                  </a:lnTo>
                  <a:lnTo>
                    <a:pt x="51089" y="132718"/>
                  </a:lnTo>
                  <a:lnTo>
                    <a:pt x="45720" y="137160"/>
                  </a:lnTo>
                  <a:lnTo>
                    <a:pt x="39397" y="138624"/>
                  </a:lnTo>
                  <a:lnTo>
                    <a:pt x="31718" y="138588"/>
                  </a:lnTo>
                  <a:lnTo>
                    <a:pt x="1357" y="109049"/>
                  </a:lnTo>
                  <a:lnTo>
                    <a:pt x="0" y="98298"/>
                  </a:lnTo>
                  <a:lnTo>
                    <a:pt x="0" y="94488"/>
                  </a:lnTo>
                  <a:lnTo>
                    <a:pt x="0" y="89916"/>
                  </a:lnTo>
                  <a:lnTo>
                    <a:pt x="0" y="8610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8914542" y="5340096"/>
              <a:ext cx="60325" cy="98425"/>
            </a:xfrm>
            <a:custGeom>
              <a:rect b="b" l="l" r="r" t="t"/>
              <a:pathLst>
                <a:path extrusionOk="0" h="98425" w="60325">
                  <a:moveTo>
                    <a:pt x="857" y="0"/>
                  </a:moveTo>
                  <a:lnTo>
                    <a:pt x="35" y="13680"/>
                  </a:lnTo>
                  <a:lnTo>
                    <a:pt x="0" y="26574"/>
                  </a:lnTo>
                  <a:lnTo>
                    <a:pt x="964" y="39326"/>
                  </a:lnTo>
                  <a:lnTo>
                    <a:pt x="10965" y="80760"/>
                  </a:lnTo>
                  <a:lnTo>
                    <a:pt x="13811" y="89916"/>
                  </a:lnTo>
                  <a:lnTo>
                    <a:pt x="14573" y="92964"/>
                  </a:lnTo>
                  <a:lnTo>
                    <a:pt x="15335" y="96012"/>
                  </a:lnTo>
                  <a:lnTo>
                    <a:pt x="16859" y="98298"/>
                  </a:lnTo>
                  <a:lnTo>
                    <a:pt x="16680" y="88475"/>
                  </a:lnTo>
                  <a:lnTo>
                    <a:pt x="16573" y="78581"/>
                  </a:lnTo>
                  <a:lnTo>
                    <a:pt x="34385" y="43433"/>
                  </a:lnTo>
                  <a:lnTo>
                    <a:pt x="43529" y="42671"/>
                  </a:lnTo>
                  <a:lnTo>
                    <a:pt x="47339" y="48005"/>
                  </a:lnTo>
                  <a:lnTo>
                    <a:pt x="51911" y="54863"/>
                  </a:lnTo>
                  <a:lnTo>
                    <a:pt x="56483" y="62483"/>
                  </a:lnTo>
                  <a:lnTo>
                    <a:pt x="58769" y="70865"/>
                  </a:lnTo>
                  <a:lnTo>
                    <a:pt x="58769" y="79247"/>
                  </a:lnTo>
                  <a:lnTo>
                    <a:pt x="59531" y="84581"/>
                  </a:lnTo>
                  <a:lnTo>
                    <a:pt x="60293" y="91439"/>
                  </a:lnTo>
                  <a:lnTo>
                    <a:pt x="57245" y="96773"/>
                  </a:lnTo>
                  <a:lnTo>
                    <a:pt x="56483" y="96773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8990076" y="5346192"/>
              <a:ext cx="40005" cy="93345"/>
            </a:xfrm>
            <a:custGeom>
              <a:rect b="b" l="l" r="r" t="t"/>
              <a:pathLst>
                <a:path extrusionOk="0" h="93345" w="40004">
                  <a:moveTo>
                    <a:pt x="0" y="0"/>
                  </a:moveTo>
                  <a:lnTo>
                    <a:pt x="2655" y="12311"/>
                  </a:lnTo>
                  <a:lnTo>
                    <a:pt x="4095" y="23621"/>
                  </a:lnTo>
                  <a:lnTo>
                    <a:pt x="4822" y="34932"/>
                  </a:lnTo>
                  <a:lnTo>
                    <a:pt x="5334" y="47243"/>
                  </a:lnTo>
                  <a:lnTo>
                    <a:pt x="4929" y="56542"/>
                  </a:lnTo>
                  <a:lnTo>
                    <a:pt x="4381" y="67341"/>
                  </a:lnTo>
                  <a:lnTo>
                    <a:pt x="4691" y="77997"/>
                  </a:lnTo>
                  <a:lnTo>
                    <a:pt x="6858" y="86867"/>
                  </a:lnTo>
                  <a:lnTo>
                    <a:pt x="9144" y="92201"/>
                  </a:lnTo>
                  <a:lnTo>
                    <a:pt x="19050" y="92963"/>
                  </a:lnTo>
                  <a:lnTo>
                    <a:pt x="23622" y="90677"/>
                  </a:lnTo>
                  <a:lnTo>
                    <a:pt x="30515" y="86772"/>
                  </a:lnTo>
                  <a:lnTo>
                    <a:pt x="35337" y="81152"/>
                  </a:lnTo>
                  <a:lnTo>
                    <a:pt x="38302" y="74390"/>
                  </a:lnTo>
                  <a:lnTo>
                    <a:pt x="39624" y="67055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8976360" y="5390388"/>
              <a:ext cx="45720" cy="12700"/>
            </a:xfrm>
            <a:custGeom>
              <a:rect b="b" l="l" r="r" t="t"/>
              <a:pathLst>
                <a:path extrusionOk="0" h="12700" w="45720">
                  <a:moveTo>
                    <a:pt x="0" y="12192"/>
                  </a:moveTo>
                  <a:lnTo>
                    <a:pt x="39624" y="2286"/>
                  </a:lnTo>
                  <a:lnTo>
                    <a:pt x="43434" y="762"/>
                  </a:lnTo>
                  <a:lnTo>
                    <a:pt x="4572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5" name="Google Shape;195;p1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8148053" y="5678411"/>
            <a:ext cx="274345" cy="823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1"/>
          <p:cNvGrpSpPr/>
          <p:nvPr/>
        </p:nvGrpSpPr>
        <p:grpSpPr>
          <a:xfrm>
            <a:off x="8588501" y="5602986"/>
            <a:ext cx="395732" cy="138795"/>
            <a:chOff x="8588501" y="5602986"/>
            <a:chExt cx="395732" cy="138795"/>
          </a:xfrm>
        </p:grpSpPr>
        <p:sp>
          <p:nvSpPr>
            <p:cNvPr id="197" name="Google Shape;197;p1"/>
            <p:cNvSpPr/>
            <p:nvPr/>
          </p:nvSpPr>
          <p:spPr>
            <a:xfrm>
              <a:off x="8588501" y="5648706"/>
              <a:ext cx="89535" cy="78105"/>
            </a:xfrm>
            <a:custGeom>
              <a:rect b="b" l="l" r="r" t="t"/>
              <a:pathLst>
                <a:path extrusionOk="0" h="78104" w="89534">
                  <a:moveTo>
                    <a:pt x="0" y="0"/>
                  </a:moveTo>
                  <a:lnTo>
                    <a:pt x="7620" y="42672"/>
                  </a:lnTo>
                  <a:lnTo>
                    <a:pt x="9334" y="50101"/>
                  </a:lnTo>
                  <a:lnTo>
                    <a:pt x="11049" y="57530"/>
                  </a:lnTo>
                  <a:lnTo>
                    <a:pt x="12763" y="64960"/>
                  </a:lnTo>
                  <a:lnTo>
                    <a:pt x="14478" y="72390"/>
                  </a:lnTo>
                  <a:lnTo>
                    <a:pt x="14478" y="73914"/>
                  </a:lnTo>
                  <a:lnTo>
                    <a:pt x="16002" y="76962"/>
                  </a:lnTo>
                  <a:lnTo>
                    <a:pt x="16764" y="77724"/>
                  </a:lnTo>
                  <a:lnTo>
                    <a:pt x="18288" y="73914"/>
                  </a:lnTo>
                  <a:lnTo>
                    <a:pt x="20574" y="67056"/>
                  </a:lnTo>
                  <a:lnTo>
                    <a:pt x="22860" y="62484"/>
                  </a:lnTo>
                  <a:lnTo>
                    <a:pt x="46541" y="42040"/>
                  </a:lnTo>
                  <a:lnTo>
                    <a:pt x="52673" y="43338"/>
                  </a:lnTo>
                  <a:lnTo>
                    <a:pt x="58376" y="46208"/>
                  </a:lnTo>
                  <a:lnTo>
                    <a:pt x="64008" y="50291"/>
                  </a:lnTo>
                  <a:lnTo>
                    <a:pt x="68627" y="54971"/>
                  </a:lnTo>
                  <a:lnTo>
                    <a:pt x="73533" y="60293"/>
                  </a:lnTo>
                  <a:lnTo>
                    <a:pt x="79009" y="65186"/>
                  </a:lnTo>
                  <a:lnTo>
                    <a:pt x="85344" y="68580"/>
                  </a:lnTo>
                  <a:lnTo>
                    <a:pt x="87630" y="68580"/>
                  </a:lnTo>
                  <a:lnTo>
                    <a:pt x="89154" y="68580"/>
                  </a:lnTo>
                  <a:lnTo>
                    <a:pt x="89213" y="61507"/>
                  </a:lnTo>
                  <a:lnTo>
                    <a:pt x="76676" y="21538"/>
                  </a:lnTo>
                  <a:lnTo>
                    <a:pt x="73152" y="15239"/>
                  </a:lnTo>
                  <a:lnTo>
                    <a:pt x="71628" y="12191"/>
                  </a:lnTo>
                  <a:lnTo>
                    <a:pt x="71628" y="11429"/>
                  </a:lnTo>
                  <a:lnTo>
                    <a:pt x="70866" y="9143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8692419" y="5656326"/>
              <a:ext cx="43180" cy="69215"/>
            </a:xfrm>
            <a:custGeom>
              <a:rect b="b" l="l" r="r" t="t"/>
              <a:pathLst>
                <a:path extrusionOk="0" h="69214" w="43179">
                  <a:moveTo>
                    <a:pt x="11144" y="0"/>
                  </a:moveTo>
                  <a:lnTo>
                    <a:pt x="5619" y="7762"/>
                  </a:lnTo>
                  <a:lnTo>
                    <a:pt x="1809" y="14097"/>
                  </a:lnTo>
                  <a:lnTo>
                    <a:pt x="0" y="21002"/>
                  </a:lnTo>
                  <a:lnTo>
                    <a:pt x="476" y="30480"/>
                  </a:lnTo>
                  <a:lnTo>
                    <a:pt x="15716" y="67818"/>
                  </a:lnTo>
                  <a:lnTo>
                    <a:pt x="28682" y="68710"/>
                  </a:lnTo>
                  <a:lnTo>
                    <a:pt x="33909" y="66198"/>
                  </a:lnTo>
                  <a:lnTo>
                    <a:pt x="38421" y="61829"/>
                  </a:lnTo>
                  <a:lnTo>
                    <a:pt x="43148" y="5638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8706611" y="5645658"/>
              <a:ext cx="35560" cy="27940"/>
            </a:xfrm>
            <a:custGeom>
              <a:rect b="b" l="l" r="r" t="t"/>
              <a:pathLst>
                <a:path extrusionOk="0" h="27939" w="35559">
                  <a:moveTo>
                    <a:pt x="0" y="25907"/>
                  </a:moveTo>
                  <a:lnTo>
                    <a:pt x="9155" y="27503"/>
                  </a:lnTo>
                  <a:lnTo>
                    <a:pt x="16668" y="27812"/>
                  </a:lnTo>
                  <a:lnTo>
                    <a:pt x="23467" y="25265"/>
                  </a:lnTo>
                  <a:lnTo>
                    <a:pt x="30480" y="18287"/>
                  </a:lnTo>
                  <a:lnTo>
                    <a:pt x="32766" y="15239"/>
                  </a:lnTo>
                  <a:lnTo>
                    <a:pt x="35051" y="7619"/>
                  </a:lnTo>
                  <a:lnTo>
                    <a:pt x="30479" y="4571"/>
                  </a:lnTo>
                  <a:lnTo>
                    <a:pt x="25145" y="1523"/>
                  </a:lnTo>
                  <a:lnTo>
                    <a:pt x="17525" y="0"/>
                  </a:lnTo>
                  <a:lnTo>
                    <a:pt x="12191" y="1523"/>
                  </a:lnTo>
                  <a:lnTo>
                    <a:pt x="6095" y="2285"/>
                  </a:lnTo>
                  <a:lnTo>
                    <a:pt x="6857" y="6095"/>
                  </a:lnTo>
                  <a:lnTo>
                    <a:pt x="6095" y="10667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8783192" y="5657850"/>
              <a:ext cx="6985" cy="49530"/>
            </a:xfrm>
            <a:custGeom>
              <a:rect b="b" l="l" r="r" t="t"/>
              <a:pathLst>
                <a:path extrusionOk="0" h="49529" w="6984">
                  <a:moveTo>
                    <a:pt x="2667" y="0"/>
                  </a:moveTo>
                  <a:lnTo>
                    <a:pt x="833" y="10275"/>
                  </a:lnTo>
                  <a:lnTo>
                    <a:pt x="0" y="17621"/>
                  </a:lnTo>
                  <a:lnTo>
                    <a:pt x="309" y="24538"/>
                  </a:lnTo>
                  <a:lnTo>
                    <a:pt x="1905" y="33528"/>
                  </a:lnTo>
                  <a:lnTo>
                    <a:pt x="3429" y="39624"/>
                  </a:lnTo>
                  <a:lnTo>
                    <a:pt x="4953" y="44196"/>
                  </a:lnTo>
                  <a:lnTo>
                    <a:pt x="6477" y="4953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8764523" y="5606034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810" y="15239"/>
                  </a:lnTo>
                  <a:lnTo>
                    <a:pt x="12192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8815577" y="5636371"/>
              <a:ext cx="43815" cy="105410"/>
            </a:xfrm>
            <a:custGeom>
              <a:rect b="b" l="l" r="r" t="t"/>
              <a:pathLst>
                <a:path extrusionOk="0" h="105410" w="43815">
                  <a:moveTo>
                    <a:pt x="32003" y="41290"/>
                  </a:moveTo>
                  <a:lnTo>
                    <a:pt x="32944" y="33432"/>
                  </a:lnTo>
                  <a:lnTo>
                    <a:pt x="34385" y="26431"/>
                  </a:lnTo>
                  <a:lnTo>
                    <a:pt x="35968" y="19430"/>
                  </a:lnTo>
                  <a:lnTo>
                    <a:pt x="37337" y="11572"/>
                  </a:lnTo>
                  <a:lnTo>
                    <a:pt x="38099" y="5476"/>
                  </a:lnTo>
                  <a:lnTo>
                    <a:pt x="38099" y="904"/>
                  </a:lnTo>
                  <a:lnTo>
                    <a:pt x="32003" y="142"/>
                  </a:lnTo>
                  <a:lnTo>
                    <a:pt x="25693" y="0"/>
                  </a:lnTo>
                  <a:lnTo>
                    <a:pt x="20383" y="2428"/>
                  </a:lnTo>
                  <a:lnTo>
                    <a:pt x="15930" y="6572"/>
                  </a:lnTo>
                  <a:lnTo>
                    <a:pt x="12191" y="11572"/>
                  </a:lnTo>
                  <a:lnTo>
                    <a:pt x="7191" y="18228"/>
                  </a:lnTo>
                  <a:lnTo>
                    <a:pt x="3619" y="24812"/>
                  </a:lnTo>
                  <a:lnTo>
                    <a:pt x="1476" y="31825"/>
                  </a:lnTo>
                  <a:lnTo>
                    <a:pt x="761" y="39766"/>
                  </a:lnTo>
                  <a:lnTo>
                    <a:pt x="0" y="49672"/>
                  </a:lnTo>
                  <a:lnTo>
                    <a:pt x="6095" y="50434"/>
                  </a:lnTo>
                  <a:lnTo>
                    <a:pt x="14477" y="50434"/>
                  </a:lnTo>
                  <a:lnTo>
                    <a:pt x="22859" y="51196"/>
                  </a:lnTo>
                  <a:lnTo>
                    <a:pt x="27431" y="48148"/>
                  </a:lnTo>
                  <a:lnTo>
                    <a:pt x="32003" y="41290"/>
                  </a:lnTo>
                  <a:lnTo>
                    <a:pt x="33527" y="38242"/>
                  </a:lnTo>
                  <a:lnTo>
                    <a:pt x="34289" y="35194"/>
                  </a:lnTo>
                  <a:lnTo>
                    <a:pt x="35051" y="32146"/>
                  </a:lnTo>
                  <a:lnTo>
                    <a:pt x="35516" y="38992"/>
                  </a:lnTo>
                  <a:lnTo>
                    <a:pt x="35909" y="45767"/>
                  </a:lnTo>
                  <a:lnTo>
                    <a:pt x="36445" y="52399"/>
                  </a:lnTo>
                  <a:lnTo>
                    <a:pt x="41147" y="91582"/>
                  </a:lnTo>
                  <a:lnTo>
                    <a:pt x="41909" y="99202"/>
                  </a:lnTo>
                  <a:lnTo>
                    <a:pt x="43433" y="102250"/>
                  </a:lnTo>
                  <a:lnTo>
                    <a:pt x="35813" y="103774"/>
                  </a:lnTo>
                  <a:lnTo>
                    <a:pt x="28193" y="105298"/>
                  </a:lnTo>
                  <a:lnTo>
                    <a:pt x="18287" y="105298"/>
                  </a:lnTo>
                  <a:lnTo>
                    <a:pt x="12191" y="99964"/>
                  </a:lnTo>
                  <a:lnTo>
                    <a:pt x="7072" y="94868"/>
                  </a:lnTo>
                  <a:lnTo>
                    <a:pt x="3809" y="88915"/>
                  </a:lnTo>
                  <a:lnTo>
                    <a:pt x="1690" y="82391"/>
                  </a:lnTo>
                  <a:lnTo>
                    <a:pt x="0" y="7558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8872727" y="5622036"/>
              <a:ext cx="52069" cy="77470"/>
            </a:xfrm>
            <a:custGeom>
              <a:rect b="b" l="l" r="r" t="t"/>
              <a:pathLst>
                <a:path extrusionOk="0" h="77470" w="52070">
                  <a:moveTo>
                    <a:pt x="0" y="0"/>
                  </a:moveTo>
                  <a:lnTo>
                    <a:pt x="4572" y="40386"/>
                  </a:lnTo>
                  <a:lnTo>
                    <a:pt x="6274" y="47934"/>
                  </a:lnTo>
                  <a:lnTo>
                    <a:pt x="7905" y="55626"/>
                  </a:lnTo>
                  <a:lnTo>
                    <a:pt x="9394" y="63317"/>
                  </a:lnTo>
                  <a:lnTo>
                    <a:pt x="10668" y="70866"/>
                  </a:lnTo>
                  <a:lnTo>
                    <a:pt x="11430" y="74676"/>
                  </a:lnTo>
                  <a:lnTo>
                    <a:pt x="11430" y="75438"/>
                  </a:lnTo>
                  <a:lnTo>
                    <a:pt x="11430" y="76962"/>
                  </a:lnTo>
                  <a:lnTo>
                    <a:pt x="12954" y="68580"/>
                  </a:lnTo>
                  <a:lnTo>
                    <a:pt x="13716" y="60960"/>
                  </a:lnTo>
                  <a:lnTo>
                    <a:pt x="16002" y="52577"/>
                  </a:lnTo>
                  <a:lnTo>
                    <a:pt x="19050" y="44957"/>
                  </a:lnTo>
                  <a:lnTo>
                    <a:pt x="22098" y="36575"/>
                  </a:lnTo>
                  <a:lnTo>
                    <a:pt x="29718" y="33527"/>
                  </a:lnTo>
                  <a:lnTo>
                    <a:pt x="35052" y="31241"/>
                  </a:lnTo>
                  <a:lnTo>
                    <a:pt x="41148" y="32003"/>
                  </a:lnTo>
                  <a:lnTo>
                    <a:pt x="44958" y="35813"/>
                  </a:lnTo>
                  <a:lnTo>
                    <a:pt x="50292" y="39623"/>
                  </a:lnTo>
                  <a:lnTo>
                    <a:pt x="51054" y="46481"/>
                  </a:lnTo>
                  <a:lnTo>
                    <a:pt x="51054" y="52577"/>
                  </a:lnTo>
                  <a:lnTo>
                    <a:pt x="51816" y="54863"/>
                  </a:lnTo>
                  <a:lnTo>
                    <a:pt x="51054" y="57911"/>
                  </a:lnTo>
                  <a:lnTo>
                    <a:pt x="51054" y="60197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8939783" y="5602986"/>
              <a:ext cx="10795" cy="75565"/>
            </a:xfrm>
            <a:custGeom>
              <a:rect b="b" l="l" r="r" t="t"/>
              <a:pathLst>
                <a:path extrusionOk="0" h="75564" w="10795">
                  <a:moveTo>
                    <a:pt x="0" y="0"/>
                  </a:moveTo>
                  <a:lnTo>
                    <a:pt x="9906" y="44196"/>
                  </a:lnTo>
                  <a:lnTo>
                    <a:pt x="10656" y="67556"/>
                  </a:lnTo>
                  <a:lnTo>
                    <a:pt x="10668" y="7543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8935973" y="5630418"/>
              <a:ext cx="48260" cy="11430"/>
            </a:xfrm>
            <a:custGeom>
              <a:rect b="b" l="l" r="r" t="t"/>
              <a:pathLst>
                <a:path extrusionOk="0" h="11429" w="48259">
                  <a:moveTo>
                    <a:pt x="0" y="11429"/>
                  </a:moveTo>
                  <a:lnTo>
                    <a:pt x="39624" y="3047"/>
                  </a:lnTo>
                  <a:lnTo>
                    <a:pt x="41910" y="1523"/>
                  </a:lnTo>
                  <a:lnTo>
                    <a:pt x="44958" y="761"/>
                  </a:lnTo>
                  <a:lnTo>
                    <a:pt x="48006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1"/>
          <p:cNvSpPr/>
          <p:nvPr/>
        </p:nvSpPr>
        <p:spPr>
          <a:xfrm>
            <a:off x="8069580" y="5295900"/>
            <a:ext cx="173990" cy="795655"/>
          </a:xfrm>
          <a:custGeom>
            <a:rect b="b" l="l" r="r" t="t"/>
            <a:pathLst>
              <a:path extrusionOk="0" h="795654" w="173990">
                <a:moveTo>
                  <a:pt x="0" y="14477"/>
                </a:moveTo>
                <a:lnTo>
                  <a:pt x="37719" y="6012"/>
                </a:lnTo>
                <a:lnTo>
                  <a:pt x="87379" y="2428"/>
                </a:lnTo>
                <a:lnTo>
                  <a:pt x="106680" y="2285"/>
                </a:lnTo>
                <a:lnTo>
                  <a:pt x="115823" y="0"/>
                </a:lnTo>
                <a:lnTo>
                  <a:pt x="119634" y="6857"/>
                </a:lnTo>
                <a:lnTo>
                  <a:pt x="122622" y="15501"/>
                </a:lnTo>
                <a:lnTo>
                  <a:pt x="124110" y="25717"/>
                </a:lnTo>
                <a:lnTo>
                  <a:pt x="124884" y="36218"/>
                </a:lnTo>
                <a:lnTo>
                  <a:pt x="125730" y="45719"/>
                </a:lnTo>
                <a:lnTo>
                  <a:pt x="128420" y="69020"/>
                </a:lnTo>
                <a:lnTo>
                  <a:pt x="131826" y="92106"/>
                </a:lnTo>
                <a:lnTo>
                  <a:pt x="135802" y="115050"/>
                </a:lnTo>
                <a:lnTo>
                  <a:pt x="140208" y="137921"/>
                </a:lnTo>
                <a:lnTo>
                  <a:pt x="146006" y="170830"/>
                </a:lnTo>
                <a:lnTo>
                  <a:pt x="157031" y="236077"/>
                </a:lnTo>
                <a:lnTo>
                  <a:pt x="164877" y="306704"/>
                </a:lnTo>
                <a:lnTo>
                  <a:pt x="168402" y="382142"/>
                </a:lnTo>
                <a:lnTo>
                  <a:pt x="169164" y="419861"/>
                </a:lnTo>
                <a:lnTo>
                  <a:pt x="169033" y="455735"/>
                </a:lnTo>
                <a:lnTo>
                  <a:pt x="168687" y="491394"/>
                </a:lnTo>
                <a:lnTo>
                  <a:pt x="168199" y="526911"/>
                </a:lnTo>
                <a:lnTo>
                  <a:pt x="167640" y="562355"/>
                </a:lnTo>
                <a:lnTo>
                  <a:pt x="167759" y="589204"/>
                </a:lnTo>
                <a:lnTo>
                  <a:pt x="168021" y="615981"/>
                </a:lnTo>
                <a:lnTo>
                  <a:pt x="168282" y="642616"/>
                </a:lnTo>
                <a:lnTo>
                  <a:pt x="168402" y="669035"/>
                </a:lnTo>
                <a:lnTo>
                  <a:pt x="169044" y="719399"/>
                </a:lnTo>
                <a:lnTo>
                  <a:pt x="171069" y="755141"/>
                </a:lnTo>
                <a:lnTo>
                  <a:pt x="171640" y="764595"/>
                </a:lnTo>
                <a:lnTo>
                  <a:pt x="172212" y="774191"/>
                </a:lnTo>
                <a:lnTo>
                  <a:pt x="172974" y="779525"/>
                </a:lnTo>
                <a:lnTo>
                  <a:pt x="172974" y="784859"/>
                </a:lnTo>
                <a:lnTo>
                  <a:pt x="173736" y="790193"/>
                </a:lnTo>
                <a:lnTo>
                  <a:pt x="173736" y="790955"/>
                </a:lnTo>
                <a:lnTo>
                  <a:pt x="173736" y="791717"/>
                </a:lnTo>
                <a:lnTo>
                  <a:pt x="173736" y="792479"/>
                </a:lnTo>
                <a:lnTo>
                  <a:pt x="153090" y="793694"/>
                </a:lnTo>
                <a:lnTo>
                  <a:pt x="128587" y="795337"/>
                </a:lnTo>
                <a:lnTo>
                  <a:pt x="104941" y="794408"/>
                </a:lnTo>
                <a:lnTo>
                  <a:pt x="86868" y="787907"/>
                </a:lnTo>
                <a:lnTo>
                  <a:pt x="80772" y="781811"/>
                </a:lnTo>
                <a:lnTo>
                  <a:pt x="78486" y="778763"/>
                </a:lnTo>
                <a:lnTo>
                  <a:pt x="77724" y="772667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"/>
          <p:cNvSpPr/>
          <p:nvPr/>
        </p:nvSpPr>
        <p:spPr>
          <a:xfrm>
            <a:off x="7681603" y="5319331"/>
            <a:ext cx="170815" cy="863600"/>
          </a:xfrm>
          <a:custGeom>
            <a:rect b="b" l="l" r="r" t="t"/>
            <a:pathLst>
              <a:path extrusionOk="0" h="863600" w="170815">
                <a:moveTo>
                  <a:pt x="122039" y="952"/>
                </a:moveTo>
                <a:lnTo>
                  <a:pt x="118991" y="952"/>
                </a:lnTo>
                <a:lnTo>
                  <a:pt x="116705" y="190"/>
                </a:lnTo>
                <a:lnTo>
                  <a:pt x="113657" y="190"/>
                </a:lnTo>
                <a:lnTo>
                  <a:pt x="101095" y="95"/>
                </a:lnTo>
                <a:lnTo>
                  <a:pt x="88606" y="0"/>
                </a:lnTo>
                <a:lnTo>
                  <a:pt x="76259" y="190"/>
                </a:lnTo>
                <a:lnTo>
                  <a:pt x="64127" y="952"/>
                </a:lnTo>
                <a:lnTo>
                  <a:pt x="51435" y="2786"/>
                </a:lnTo>
                <a:lnTo>
                  <a:pt x="38600" y="4762"/>
                </a:lnTo>
                <a:lnTo>
                  <a:pt x="25765" y="6738"/>
                </a:lnTo>
                <a:lnTo>
                  <a:pt x="13073" y="8572"/>
                </a:lnTo>
                <a:lnTo>
                  <a:pt x="12311" y="9334"/>
                </a:lnTo>
                <a:lnTo>
                  <a:pt x="2405" y="10096"/>
                </a:lnTo>
                <a:lnTo>
                  <a:pt x="881" y="11620"/>
                </a:lnTo>
                <a:lnTo>
                  <a:pt x="0" y="16954"/>
                </a:lnTo>
                <a:lnTo>
                  <a:pt x="1833" y="24574"/>
                </a:lnTo>
                <a:lnTo>
                  <a:pt x="4524" y="32194"/>
                </a:lnTo>
                <a:lnTo>
                  <a:pt x="6215" y="37528"/>
                </a:lnTo>
                <a:lnTo>
                  <a:pt x="13608" y="85855"/>
                </a:lnTo>
                <a:lnTo>
                  <a:pt x="18526" y="132587"/>
                </a:lnTo>
                <a:lnTo>
                  <a:pt x="23717" y="193166"/>
                </a:lnTo>
                <a:lnTo>
                  <a:pt x="27610" y="250447"/>
                </a:lnTo>
                <a:lnTo>
                  <a:pt x="30206" y="305002"/>
                </a:lnTo>
                <a:lnTo>
                  <a:pt x="31361" y="332422"/>
                </a:lnTo>
                <a:lnTo>
                  <a:pt x="32527" y="359723"/>
                </a:lnTo>
                <a:lnTo>
                  <a:pt x="35433" y="413754"/>
                </a:lnTo>
                <a:lnTo>
                  <a:pt x="40112" y="462914"/>
                </a:lnTo>
                <a:lnTo>
                  <a:pt x="46565" y="507491"/>
                </a:lnTo>
                <a:lnTo>
                  <a:pt x="49649" y="529780"/>
                </a:lnTo>
                <a:lnTo>
                  <a:pt x="53554" y="570547"/>
                </a:lnTo>
                <a:lnTo>
                  <a:pt x="55745" y="611314"/>
                </a:lnTo>
                <a:lnTo>
                  <a:pt x="57138" y="664463"/>
                </a:lnTo>
                <a:lnTo>
                  <a:pt x="57269" y="682180"/>
                </a:lnTo>
                <a:lnTo>
                  <a:pt x="57054" y="696134"/>
                </a:lnTo>
                <a:lnTo>
                  <a:pt x="56697" y="710374"/>
                </a:lnTo>
                <a:lnTo>
                  <a:pt x="56626" y="724614"/>
                </a:lnTo>
                <a:lnTo>
                  <a:pt x="57269" y="738568"/>
                </a:lnTo>
                <a:lnTo>
                  <a:pt x="58531" y="748283"/>
                </a:lnTo>
                <a:lnTo>
                  <a:pt x="59936" y="757999"/>
                </a:lnTo>
                <a:lnTo>
                  <a:pt x="61341" y="767714"/>
                </a:lnTo>
                <a:lnTo>
                  <a:pt x="65651" y="808672"/>
                </a:lnTo>
                <a:lnTo>
                  <a:pt x="66413" y="821626"/>
                </a:lnTo>
                <a:lnTo>
                  <a:pt x="66722" y="828174"/>
                </a:lnTo>
                <a:lnTo>
                  <a:pt x="67175" y="834580"/>
                </a:lnTo>
                <a:lnTo>
                  <a:pt x="67937" y="839914"/>
                </a:lnTo>
                <a:lnTo>
                  <a:pt x="67175" y="846010"/>
                </a:lnTo>
                <a:lnTo>
                  <a:pt x="67937" y="850582"/>
                </a:lnTo>
                <a:lnTo>
                  <a:pt x="68699" y="853630"/>
                </a:lnTo>
                <a:lnTo>
                  <a:pt x="69461" y="857440"/>
                </a:lnTo>
                <a:lnTo>
                  <a:pt x="70223" y="860488"/>
                </a:lnTo>
                <a:lnTo>
                  <a:pt x="70223" y="861250"/>
                </a:lnTo>
                <a:lnTo>
                  <a:pt x="70985" y="862774"/>
                </a:lnTo>
                <a:lnTo>
                  <a:pt x="70985" y="863536"/>
                </a:lnTo>
                <a:lnTo>
                  <a:pt x="75557" y="863536"/>
                </a:lnTo>
                <a:lnTo>
                  <a:pt x="77843" y="862774"/>
                </a:lnTo>
                <a:lnTo>
                  <a:pt x="81653" y="862012"/>
                </a:lnTo>
                <a:lnTo>
                  <a:pt x="86987" y="860488"/>
                </a:lnTo>
                <a:lnTo>
                  <a:pt x="93083" y="859726"/>
                </a:lnTo>
                <a:lnTo>
                  <a:pt x="98417" y="858202"/>
                </a:lnTo>
                <a:lnTo>
                  <a:pt x="141946" y="846581"/>
                </a:lnTo>
                <a:lnTo>
                  <a:pt x="167568" y="822626"/>
                </a:lnTo>
                <a:lnTo>
                  <a:pt x="170807" y="81705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1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8132813" y="5950445"/>
            <a:ext cx="261391" cy="78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"/>
          <p:cNvPicPr preferRelativeResize="0"/>
          <p:nvPr/>
        </p:nvPicPr>
        <p:blipFill rotWithShape="1">
          <a:blip r:embed="rId63">
            <a:alphaModFix/>
          </a:blip>
          <a:srcRect b="0" l="0" r="0" t="0"/>
          <a:stretch/>
        </p:blipFill>
        <p:spPr>
          <a:xfrm>
            <a:off x="8578297" y="5907428"/>
            <a:ext cx="229673" cy="169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"/>
          <p:cNvPicPr preferRelativeResize="0"/>
          <p:nvPr/>
        </p:nvPicPr>
        <p:blipFill rotWithShape="1">
          <a:blip r:embed="rId64">
            <a:alphaModFix/>
          </a:blip>
          <a:srcRect b="0" l="0" r="0" t="0"/>
          <a:stretch/>
        </p:blipFill>
        <p:spPr>
          <a:xfrm>
            <a:off x="9266859" y="5660885"/>
            <a:ext cx="118706" cy="124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9509747" y="5519034"/>
            <a:ext cx="182143" cy="255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"/>
          <p:cNvGrpSpPr/>
          <p:nvPr/>
        </p:nvGrpSpPr>
        <p:grpSpPr>
          <a:xfrm>
            <a:off x="4679429" y="2257031"/>
            <a:ext cx="864514" cy="207146"/>
            <a:chOff x="4679429" y="2257031"/>
            <a:chExt cx="864514" cy="207146"/>
          </a:xfrm>
        </p:grpSpPr>
        <p:pic>
          <p:nvPicPr>
            <p:cNvPr id="217" name="Google Shape;21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79429" y="2284463"/>
              <a:ext cx="439223" cy="1797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45773" y="2257031"/>
              <a:ext cx="398170" cy="18671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9" name="Google Shape;2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0120" y="2271509"/>
            <a:ext cx="75415" cy="15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2103" y="2196833"/>
            <a:ext cx="440461" cy="1962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2"/>
          <p:cNvGrpSpPr/>
          <p:nvPr/>
        </p:nvGrpSpPr>
        <p:grpSpPr>
          <a:xfrm>
            <a:off x="6786871" y="2178068"/>
            <a:ext cx="76951" cy="178797"/>
            <a:chOff x="6786871" y="2178068"/>
            <a:chExt cx="76951" cy="178797"/>
          </a:xfrm>
        </p:grpSpPr>
        <p:pic>
          <p:nvPicPr>
            <p:cNvPr id="222" name="Google Shape;222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786871" y="2178068"/>
              <a:ext cx="76951" cy="140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2"/>
            <p:cNvSpPr/>
            <p:nvPr/>
          </p:nvSpPr>
          <p:spPr>
            <a:xfrm>
              <a:off x="6838187" y="2353055"/>
              <a:ext cx="17145" cy="3810"/>
            </a:xfrm>
            <a:custGeom>
              <a:rect b="b" l="l" r="r" t="t"/>
              <a:pathLst>
                <a:path extrusionOk="0" h="3810" w="17145">
                  <a:moveTo>
                    <a:pt x="16764" y="3810"/>
                  </a:moveTo>
                  <a:lnTo>
                    <a:pt x="11430" y="2286"/>
                  </a:lnTo>
                  <a:lnTo>
                    <a:pt x="5334" y="1524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2"/>
          <p:cNvSpPr/>
          <p:nvPr/>
        </p:nvSpPr>
        <p:spPr>
          <a:xfrm>
            <a:off x="3491484" y="3080766"/>
            <a:ext cx="37465" cy="47625"/>
          </a:xfrm>
          <a:custGeom>
            <a:rect b="b" l="l" r="r" t="t"/>
            <a:pathLst>
              <a:path extrusionOk="0" h="47625" w="37464">
                <a:moveTo>
                  <a:pt x="9144" y="18287"/>
                </a:moveTo>
                <a:lnTo>
                  <a:pt x="9906" y="13715"/>
                </a:lnTo>
                <a:lnTo>
                  <a:pt x="10668" y="9905"/>
                </a:lnTo>
                <a:lnTo>
                  <a:pt x="10668" y="6095"/>
                </a:lnTo>
                <a:lnTo>
                  <a:pt x="16002" y="6095"/>
                </a:lnTo>
                <a:lnTo>
                  <a:pt x="21336" y="5333"/>
                </a:lnTo>
                <a:lnTo>
                  <a:pt x="24384" y="9905"/>
                </a:lnTo>
                <a:lnTo>
                  <a:pt x="28956" y="14477"/>
                </a:lnTo>
                <a:lnTo>
                  <a:pt x="27432" y="23621"/>
                </a:lnTo>
                <a:lnTo>
                  <a:pt x="27432" y="29717"/>
                </a:lnTo>
                <a:lnTo>
                  <a:pt x="26670" y="36575"/>
                </a:lnTo>
                <a:lnTo>
                  <a:pt x="22860" y="40385"/>
                </a:lnTo>
                <a:lnTo>
                  <a:pt x="16764" y="41147"/>
                </a:lnTo>
                <a:lnTo>
                  <a:pt x="8382" y="41909"/>
                </a:lnTo>
                <a:lnTo>
                  <a:pt x="5334" y="38099"/>
                </a:lnTo>
                <a:lnTo>
                  <a:pt x="3048" y="30479"/>
                </a:lnTo>
                <a:lnTo>
                  <a:pt x="762" y="23621"/>
                </a:lnTo>
                <a:lnTo>
                  <a:pt x="0" y="12191"/>
                </a:lnTo>
                <a:lnTo>
                  <a:pt x="5334" y="6857"/>
                </a:lnTo>
                <a:lnTo>
                  <a:pt x="9906" y="2285"/>
                </a:lnTo>
                <a:lnTo>
                  <a:pt x="20574" y="0"/>
                </a:lnTo>
                <a:lnTo>
                  <a:pt x="25908" y="2285"/>
                </a:lnTo>
                <a:lnTo>
                  <a:pt x="33528" y="6095"/>
                </a:lnTo>
                <a:lnTo>
                  <a:pt x="35814" y="16001"/>
                </a:lnTo>
                <a:lnTo>
                  <a:pt x="36576" y="23621"/>
                </a:lnTo>
                <a:lnTo>
                  <a:pt x="37338" y="31241"/>
                </a:lnTo>
                <a:lnTo>
                  <a:pt x="36576" y="37337"/>
                </a:lnTo>
                <a:lnTo>
                  <a:pt x="30480" y="42671"/>
                </a:lnTo>
                <a:lnTo>
                  <a:pt x="27432" y="45719"/>
                </a:lnTo>
                <a:lnTo>
                  <a:pt x="10013" y="20181"/>
                </a:lnTo>
                <a:lnTo>
                  <a:pt x="12192" y="13715"/>
                </a:lnTo>
                <a:lnTo>
                  <a:pt x="15240" y="10667"/>
                </a:lnTo>
                <a:lnTo>
                  <a:pt x="25146" y="10667"/>
                </a:lnTo>
                <a:lnTo>
                  <a:pt x="28194" y="12953"/>
                </a:lnTo>
                <a:lnTo>
                  <a:pt x="32004" y="16001"/>
                </a:lnTo>
                <a:lnTo>
                  <a:pt x="32004" y="20573"/>
                </a:lnTo>
                <a:lnTo>
                  <a:pt x="32004" y="24383"/>
                </a:lnTo>
                <a:lnTo>
                  <a:pt x="32766" y="28955"/>
                </a:lnTo>
                <a:lnTo>
                  <a:pt x="32004" y="25145"/>
                </a:lnTo>
                <a:lnTo>
                  <a:pt x="30480" y="27431"/>
                </a:lnTo>
                <a:lnTo>
                  <a:pt x="26670" y="25907"/>
                </a:lnTo>
                <a:lnTo>
                  <a:pt x="25146" y="25145"/>
                </a:lnTo>
                <a:lnTo>
                  <a:pt x="24384" y="19811"/>
                </a:lnTo>
                <a:lnTo>
                  <a:pt x="23622" y="17525"/>
                </a:lnTo>
                <a:lnTo>
                  <a:pt x="25146" y="16001"/>
                </a:lnTo>
                <a:lnTo>
                  <a:pt x="25146" y="13715"/>
                </a:lnTo>
                <a:lnTo>
                  <a:pt x="25146" y="12953"/>
                </a:lnTo>
                <a:lnTo>
                  <a:pt x="25146" y="12191"/>
                </a:lnTo>
                <a:lnTo>
                  <a:pt x="25146" y="11429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2"/>
          <p:cNvGrpSpPr/>
          <p:nvPr/>
        </p:nvGrpSpPr>
        <p:grpSpPr>
          <a:xfrm>
            <a:off x="3982175" y="3016626"/>
            <a:ext cx="823008" cy="191406"/>
            <a:chOff x="3982175" y="3016626"/>
            <a:chExt cx="823008" cy="191406"/>
          </a:xfrm>
        </p:grpSpPr>
        <p:pic>
          <p:nvPicPr>
            <p:cNvPr id="226" name="Google Shape;226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982175" y="3030556"/>
              <a:ext cx="195490" cy="177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2"/>
            <p:cNvSpPr/>
            <p:nvPr/>
          </p:nvSpPr>
          <p:spPr>
            <a:xfrm>
              <a:off x="4224528" y="3076194"/>
              <a:ext cx="5715" cy="108585"/>
            </a:xfrm>
            <a:custGeom>
              <a:rect b="b" l="l" r="r" t="t"/>
              <a:pathLst>
                <a:path extrusionOk="0" h="108585" w="5714">
                  <a:moveTo>
                    <a:pt x="5334" y="0"/>
                  </a:moveTo>
                  <a:lnTo>
                    <a:pt x="5012" y="45219"/>
                  </a:lnTo>
                  <a:lnTo>
                    <a:pt x="2321" y="89344"/>
                  </a:lnTo>
                  <a:lnTo>
                    <a:pt x="1524" y="99060"/>
                  </a:lnTo>
                  <a:lnTo>
                    <a:pt x="762" y="102870"/>
                  </a:lnTo>
                  <a:lnTo>
                    <a:pt x="762" y="104394"/>
                  </a:lnTo>
                  <a:lnTo>
                    <a:pt x="0" y="108204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4229862" y="3065526"/>
              <a:ext cx="78105" cy="112395"/>
            </a:xfrm>
            <a:custGeom>
              <a:rect b="b" l="l" r="r" t="t"/>
              <a:pathLst>
                <a:path extrusionOk="0" h="112394" w="78104">
                  <a:moveTo>
                    <a:pt x="0" y="17525"/>
                  </a:moveTo>
                  <a:lnTo>
                    <a:pt x="8131" y="27896"/>
                  </a:lnTo>
                  <a:lnTo>
                    <a:pt x="16478" y="37623"/>
                  </a:lnTo>
                  <a:lnTo>
                    <a:pt x="24967" y="47208"/>
                  </a:lnTo>
                  <a:lnTo>
                    <a:pt x="33528" y="57149"/>
                  </a:lnTo>
                  <a:lnTo>
                    <a:pt x="61722" y="92963"/>
                  </a:lnTo>
                  <a:lnTo>
                    <a:pt x="70104" y="107441"/>
                  </a:lnTo>
                  <a:lnTo>
                    <a:pt x="76200" y="111251"/>
                  </a:lnTo>
                  <a:lnTo>
                    <a:pt x="76962" y="112013"/>
                  </a:lnTo>
                  <a:lnTo>
                    <a:pt x="77724" y="112013"/>
                  </a:lnTo>
                  <a:lnTo>
                    <a:pt x="78045" y="103893"/>
                  </a:lnTo>
                  <a:lnTo>
                    <a:pt x="78009" y="95630"/>
                  </a:lnTo>
                  <a:lnTo>
                    <a:pt x="77831" y="87368"/>
                  </a:lnTo>
                  <a:lnTo>
                    <a:pt x="77724" y="79247"/>
                  </a:lnTo>
                  <a:lnTo>
                    <a:pt x="75473" y="31992"/>
                  </a:lnTo>
                  <a:lnTo>
                    <a:pt x="63246" y="4571"/>
                  </a:lnTo>
                  <a:lnTo>
                    <a:pt x="56388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9" name="Google Shape;229;p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359389" y="3040367"/>
              <a:ext cx="101371" cy="1409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2"/>
            <p:cNvSpPr/>
            <p:nvPr/>
          </p:nvSpPr>
          <p:spPr>
            <a:xfrm>
              <a:off x="4500372" y="3038856"/>
              <a:ext cx="12700" cy="107950"/>
            </a:xfrm>
            <a:custGeom>
              <a:rect b="b" l="l" r="r" t="t"/>
              <a:pathLst>
                <a:path extrusionOk="0" h="107950" w="12700">
                  <a:moveTo>
                    <a:pt x="0" y="0"/>
                  </a:moveTo>
                  <a:lnTo>
                    <a:pt x="1940" y="10858"/>
                  </a:lnTo>
                  <a:lnTo>
                    <a:pt x="4095" y="21717"/>
                  </a:lnTo>
                  <a:lnTo>
                    <a:pt x="6107" y="32575"/>
                  </a:lnTo>
                  <a:lnTo>
                    <a:pt x="9120" y="74723"/>
                  </a:lnTo>
                  <a:lnTo>
                    <a:pt x="9144" y="85344"/>
                  </a:lnTo>
                  <a:lnTo>
                    <a:pt x="9906" y="92202"/>
                  </a:lnTo>
                  <a:lnTo>
                    <a:pt x="9144" y="101346"/>
                  </a:lnTo>
                  <a:lnTo>
                    <a:pt x="12192" y="10744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4565904" y="3063240"/>
              <a:ext cx="5715" cy="96520"/>
            </a:xfrm>
            <a:custGeom>
              <a:rect b="b" l="l" r="r" t="t"/>
              <a:pathLst>
                <a:path extrusionOk="0" h="96519" w="5714">
                  <a:moveTo>
                    <a:pt x="5334" y="0"/>
                  </a:moveTo>
                  <a:lnTo>
                    <a:pt x="3810" y="39624"/>
                  </a:lnTo>
                  <a:lnTo>
                    <a:pt x="3798" y="49458"/>
                  </a:lnTo>
                  <a:lnTo>
                    <a:pt x="3714" y="59436"/>
                  </a:lnTo>
                  <a:lnTo>
                    <a:pt x="3488" y="69413"/>
                  </a:lnTo>
                  <a:lnTo>
                    <a:pt x="3048" y="79248"/>
                  </a:lnTo>
                  <a:lnTo>
                    <a:pt x="2286" y="85344"/>
                  </a:lnTo>
                  <a:lnTo>
                    <a:pt x="1524" y="90678"/>
                  </a:lnTo>
                  <a:lnTo>
                    <a:pt x="0" y="9601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4572762" y="3030474"/>
              <a:ext cx="75565" cy="113030"/>
            </a:xfrm>
            <a:custGeom>
              <a:rect b="b" l="l" r="r" t="t"/>
              <a:pathLst>
                <a:path extrusionOk="0" h="113030" w="75564">
                  <a:moveTo>
                    <a:pt x="0" y="37337"/>
                  </a:moveTo>
                  <a:lnTo>
                    <a:pt x="37338" y="69341"/>
                  </a:lnTo>
                  <a:lnTo>
                    <a:pt x="44303" y="76783"/>
                  </a:lnTo>
                  <a:lnTo>
                    <a:pt x="51339" y="84296"/>
                  </a:lnTo>
                  <a:lnTo>
                    <a:pt x="58233" y="91951"/>
                  </a:lnTo>
                  <a:lnTo>
                    <a:pt x="64770" y="99821"/>
                  </a:lnTo>
                  <a:lnTo>
                    <a:pt x="68580" y="104393"/>
                  </a:lnTo>
                  <a:lnTo>
                    <a:pt x="71628" y="108203"/>
                  </a:lnTo>
                  <a:lnTo>
                    <a:pt x="75438" y="112775"/>
                  </a:lnTo>
                  <a:lnTo>
                    <a:pt x="75187" y="101024"/>
                  </a:lnTo>
                  <a:lnTo>
                    <a:pt x="74580" y="89630"/>
                  </a:lnTo>
                  <a:lnTo>
                    <a:pt x="73830" y="78378"/>
                  </a:lnTo>
                  <a:lnTo>
                    <a:pt x="73152" y="67055"/>
                  </a:lnTo>
                  <a:lnTo>
                    <a:pt x="72223" y="53923"/>
                  </a:lnTo>
                  <a:lnTo>
                    <a:pt x="71437" y="40862"/>
                  </a:lnTo>
                  <a:lnTo>
                    <a:pt x="70365" y="27943"/>
                  </a:lnTo>
                  <a:lnTo>
                    <a:pt x="68580" y="15239"/>
                  </a:lnTo>
                  <a:lnTo>
                    <a:pt x="67818" y="8381"/>
                  </a:lnTo>
                  <a:lnTo>
                    <a:pt x="66293" y="5333"/>
                  </a:lnTo>
                  <a:lnTo>
                    <a:pt x="62483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3" name="Google Shape;233;p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99431" y="3016626"/>
              <a:ext cx="105752" cy="1403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2"/>
          <p:cNvGrpSpPr/>
          <p:nvPr/>
        </p:nvGrpSpPr>
        <p:grpSpPr>
          <a:xfrm>
            <a:off x="5058143" y="2928353"/>
            <a:ext cx="600481" cy="192049"/>
            <a:chOff x="5058143" y="2928353"/>
            <a:chExt cx="600481" cy="192049"/>
          </a:xfrm>
        </p:grpSpPr>
        <p:pic>
          <p:nvPicPr>
            <p:cNvPr id="235" name="Google Shape;235;p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058143" y="2990837"/>
              <a:ext cx="81559" cy="1219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174729" y="2971787"/>
              <a:ext cx="224053" cy="148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433047" y="2928353"/>
              <a:ext cx="225577" cy="1653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" name="Google Shape;238;p2"/>
          <p:cNvSpPr/>
          <p:nvPr/>
        </p:nvSpPr>
        <p:spPr>
          <a:xfrm>
            <a:off x="4034028" y="3243072"/>
            <a:ext cx="1556385" cy="64135"/>
          </a:xfrm>
          <a:custGeom>
            <a:rect b="b" l="l" r="r" t="t"/>
            <a:pathLst>
              <a:path extrusionOk="0" h="64135" w="1556385">
                <a:moveTo>
                  <a:pt x="0" y="49530"/>
                </a:moveTo>
                <a:lnTo>
                  <a:pt x="42969" y="60031"/>
                </a:lnTo>
                <a:lnTo>
                  <a:pt x="82498" y="63365"/>
                </a:lnTo>
                <a:lnTo>
                  <a:pt x="131956" y="64079"/>
                </a:lnTo>
                <a:lnTo>
                  <a:pt x="156972" y="64008"/>
                </a:lnTo>
                <a:lnTo>
                  <a:pt x="192416" y="64008"/>
                </a:lnTo>
                <a:lnTo>
                  <a:pt x="227933" y="64008"/>
                </a:lnTo>
                <a:lnTo>
                  <a:pt x="263592" y="64008"/>
                </a:lnTo>
                <a:lnTo>
                  <a:pt x="299466" y="64008"/>
                </a:lnTo>
                <a:lnTo>
                  <a:pt x="354866" y="63691"/>
                </a:lnTo>
                <a:lnTo>
                  <a:pt x="410376" y="63483"/>
                </a:lnTo>
                <a:lnTo>
                  <a:pt x="465923" y="63130"/>
                </a:lnTo>
                <a:lnTo>
                  <a:pt x="521433" y="62374"/>
                </a:lnTo>
                <a:lnTo>
                  <a:pt x="576834" y="60960"/>
                </a:lnTo>
                <a:lnTo>
                  <a:pt x="626126" y="59051"/>
                </a:lnTo>
                <a:lnTo>
                  <a:pt x="675272" y="57034"/>
                </a:lnTo>
                <a:lnTo>
                  <a:pt x="724308" y="54979"/>
                </a:lnTo>
                <a:lnTo>
                  <a:pt x="773271" y="52962"/>
                </a:lnTo>
                <a:lnTo>
                  <a:pt x="822197" y="51054"/>
                </a:lnTo>
                <a:lnTo>
                  <a:pt x="868358" y="49446"/>
                </a:lnTo>
                <a:lnTo>
                  <a:pt x="914304" y="47910"/>
                </a:lnTo>
                <a:lnTo>
                  <a:pt x="960108" y="46231"/>
                </a:lnTo>
                <a:lnTo>
                  <a:pt x="1005840" y="44196"/>
                </a:lnTo>
                <a:lnTo>
                  <a:pt x="1052846" y="42275"/>
                </a:lnTo>
                <a:lnTo>
                  <a:pt x="1099706" y="40172"/>
                </a:lnTo>
                <a:lnTo>
                  <a:pt x="1146456" y="37886"/>
                </a:lnTo>
                <a:lnTo>
                  <a:pt x="1193133" y="35417"/>
                </a:lnTo>
                <a:lnTo>
                  <a:pt x="1239774" y="32766"/>
                </a:lnTo>
                <a:lnTo>
                  <a:pt x="1287089" y="30027"/>
                </a:lnTo>
                <a:lnTo>
                  <a:pt x="1334262" y="27432"/>
                </a:lnTo>
                <a:lnTo>
                  <a:pt x="1381434" y="24836"/>
                </a:lnTo>
                <a:lnTo>
                  <a:pt x="1428750" y="22098"/>
                </a:lnTo>
                <a:lnTo>
                  <a:pt x="1451050" y="20812"/>
                </a:lnTo>
                <a:lnTo>
                  <a:pt x="1495936" y="17383"/>
                </a:lnTo>
                <a:lnTo>
                  <a:pt x="1532477" y="13430"/>
                </a:lnTo>
                <a:lnTo>
                  <a:pt x="1539561" y="12561"/>
                </a:lnTo>
                <a:lnTo>
                  <a:pt x="1546860" y="12192"/>
                </a:lnTo>
                <a:lnTo>
                  <a:pt x="1551432" y="11430"/>
                </a:lnTo>
                <a:lnTo>
                  <a:pt x="1554480" y="12954"/>
                </a:lnTo>
                <a:lnTo>
                  <a:pt x="1555242" y="7620"/>
                </a:lnTo>
                <a:lnTo>
                  <a:pt x="1556004" y="5334"/>
                </a:lnTo>
                <a:lnTo>
                  <a:pt x="1556004" y="2286"/>
                </a:lnTo>
                <a:lnTo>
                  <a:pt x="1556004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"/>
          <p:cNvSpPr/>
          <p:nvPr/>
        </p:nvSpPr>
        <p:spPr>
          <a:xfrm>
            <a:off x="6186678" y="4194047"/>
            <a:ext cx="63500" cy="14604"/>
          </a:xfrm>
          <a:custGeom>
            <a:rect b="b" l="l" r="r" t="t"/>
            <a:pathLst>
              <a:path extrusionOk="0" h="14604" w="63500">
                <a:moveTo>
                  <a:pt x="0" y="14477"/>
                </a:moveTo>
                <a:lnTo>
                  <a:pt x="44065" y="7393"/>
                </a:lnTo>
                <a:lnTo>
                  <a:pt x="56947" y="3036"/>
                </a:lnTo>
                <a:lnTo>
                  <a:pt x="63246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61080" y="4127741"/>
            <a:ext cx="123374" cy="164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2"/>
          <p:cNvGrpSpPr/>
          <p:nvPr/>
        </p:nvGrpSpPr>
        <p:grpSpPr>
          <a:xfrm>
            <a:off x="6643116" y="4118610"/>
            <a:ext cx="509905" cy="163195"/>
            <a:chOff x="6643116" y="4118610"/>
            <a:chExt cx="509905" cy="163195"/>
          </a:xfrm>
        </p:grpSpPr>
        <p:sp>
          <p:nvSpPr>
            <p:cNvPr id="242" name="Google Shape;242;p2"/>
            <p:cNvSpPr/>
            <p:nvPr/>
          </p:nvSpPr>
          <p:spPr>
            <a:xfrm>
              <a:off x="6643116" y="4179570"/>
              <a:ext cx="63500" cy="102235"/>
            </a:xfrm>
            <a:custGeom>
              <a:rect b="b" l="l" r="r" t="t"/>
              <a:pathLst>
                <a:path extrusionOk="0" h="102235" w="63500">
                  <a:moveTo>
                    <a:pt x="0" y="0"/>
                  </a:moveTo>
                  <a:lnTo>
                    <a:pt x="2512" y="13144"/>
                  </a:lnTo>
                  <a:lnTo>
                    <a:pt x="5238" y="26288"/>
                  </a:lnTo>
                  <a:lnTo>
                    <a:pt x="7822" y="39433"/>
                  </a:lnTo>
                  <a:lnTo>
                    <a:pt x="9906" y="52577"/>
                  </a:lnTo>
                  <a:lnTo>
                    <a:pt x="10810" y="61721"/>
                  </a:lnTo>
                  <a:lnTo>
                    <a:pt x="11430" y="70865"/>
                  </a:lnTo>
                  <a:lnTo>
                    <a:pt x="12049" y="80009"/>
                  </a:lnTo>
                  <a:lnTo>
                    <a:pt x="12954" y="89154"/>
                  </a:lnTo>
                  <a:lnTo>
                    <a:pt x="12954" y="92202"/>
                  </a:lnTo>
                  <a:lnTo>
                    <a:pt x="12192" y="99060"/>
                  </a:lnTo>
                  <a:lnTo>
                    <a:pt x="15240" y="100584"/>
                  </a:lnTo>
                  <a:lnTo>
                    <a:pt x="18288" y="102107"/>
                  </a:lnTo>
                  <a:lnTo>
                    <a:pt x="24384" y="99822"/>
                  </a:lnTo>
                  <a:lnTo>
                    <a:pt x="26670" y="99060"/>
                  </a:lnTo>
                  <a:lnTo>
                    <a:pt x="59436" y="81533"/>
                  </a:lnTo>
                  <a:lnTo>
                    <a:pt x="63246" y="7696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6665214" y="4202430"/>
              <a:ext cx="41275" cy="17780"/>
            </a:xfrm>
            <a:custGeom>
              <a:rect b="b" l="l" r="r" t="t"/>
              <a:pathLst>
                <a:path extrusionOk="0" h="17779" w="41275">
                  <a:moveTo>
                    <a:pt x="0" y="17525"/>
                  </a:moveTo>
                  <a:lnTo>
                    <a:pt x="8012" y="13894"/>
                  </a:lnTo>
                  <a:lnTo>
                    <a:pt x="16097" y="10763"/>
                  </a:lnTo>
                  <a:lnTo>
                    <a:pt x="24324" y="7774"/>
                  </a:lnTo>
                  <a:lnTo>
                    <a:pt x="32766" y="4571"/>
                  </a:lnTo>
                  <a:lnTo>
                    <a:pt x="37338" y="3047"/>
                  </a:lnTo>
                  <a:lnTo>
                    <a:pt x="38862" y="3047"/>
                  </a:lnTo>
                  <a:lnTo>
                    <a:pt x="41148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6663690" y="4161282"/>
              <a:ext cx="59690" cy="20320"/>
            </a:xfrm>
            <a:custGeom>
              <a:rect b="b" l="l" r="r" t="t"/>
              <a:pathLst>
                <a:path extrusionOk="0" h="20320" w="59690">
                  <a:moveTo>
                    <a:pt x="0" y="19812"/>
                  </a:moveTo>
                  <a:lnTo>
                    <a:pt x="35468" y="5345"/>
                  </a:lnTo>
                  <a:lnTo>
                    <a:pt x="52577" y="1524"/>
                  </a:lnTo>
                  <a:lnTo>
                    <a:pt x="55626" y="762"/>
                  </a:lnTo>
                  <a:lnTo>
                    <a:pt x="59436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6751320" y="4168140"/>
              <a:ext cx="54610" cy="85090"/>
            </a:xfrm>
            <a:custGeom>
              <a:rect b="b" l="l" r="r" t="t"/>
              <a:pathLst>
                <a:path extrusionOk="0" h="85089" w="54609">
                  <a:moveTo>
                    <a:pt x="8381" y="6096"/>
                  </a:moveTo>
                  <a:lnTo>
                    <a:pt x="3821" y="16668"/>
                  </a:lnTo>
                  <a:lnTo>
                    <a:pt x="2190" y="24955"/>
                  </a:lnTo>
                  <a:lnTo>
                    <a:pt x="2702" y="33528"/>
                  </a:lnTo>
                  <a:lnTo>
                    <a:pt x="4571" y="44958"/>
                  </a:lnTo>
                  <a:lnTo>
                    <a:pt x="5667" y="53411"/>
                  </a:lnTo>
                  <a:lnTo>
                    <a:pt x="7048" y="62293"/>
                  </a:lnTo>
                  <a:lnTo>
                    <a:pt x="9286" y="70889"/>
                  </a:lnTo>
                  <a:lnTo>
                    <a:pt x="12953" y="78486"/>
                  </a:lnTo>
                  <a:lnTo>
                    <a:pt x="17525" y="84582"/>
                  </a:lnTo>
                  <a:lnTo>
                    <a:pt x="28955" y="83820"/>
                  </a:lnTo>
                  <a:lnTo>
                    <a:pt x="52506" y="49351"/>
                  </a:lnTo>
                  <a:lnTo>
                    <a:pt x="54101" y="37338"/>
                  </a:lnTo>
                  <a:lnTo>
                    <a:pt x="53399" y="27860"/>
                  </a:lnTo>
                  <a:lnTo>
                    <a:pt x="22955" y="1809"/>
                  </a:lnTo>
                  <a:lnTo>
                    <a:pt x="7619" y="762"/>
                  </a:lnTo>
                  <a:lnTo>
                    <a:pt x="0" y="0"/>
                  </a:lnTo>
                  <a:lnTo>
                    <a:pt x="7619" y="1524"/>
                  </a:lnTo>
                  <a:lnTo>
                    <a:pt x="6095" y="152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6841236" y="4152138"/>
              <a:ext cx="8890" cy="90805"/>
            </a:xfrm>
            <a:custGeom>
              <a:rect b="b" l="l" r="r" t="t"/>
              <a:pathLst>
                <a:path extrusionOk="0" h="90804" w="8890">
                  <a:moveTo>
                    <a:pt x="0" y="0"/>
                  </a:moveTo>
                  <a:lnTo>
                    <a:pt x="488" y="13585"/>
                  </a:lnTo>
                  <a:lnTo>
                    <a:pt x="1619" y="26955"/>
                  </a:lnTo>
                  <a:lnTo>
                    <a:pt x="2893" y="40183"/>
                  </a:lnTo>
                  <a:lnTo>
                    <a:pt x="3810" y="53340"/>
                  </a:lnTo>
                  <a:lnTo>
                    <a:pt x="4310" y="62924"/>
                  </a:lnTo>
                  <a:lnTo>
                    <a:pt x="4953" y="72294"/>
                  </a:lnTo>
                  <a:lnTo>
                    <a:pt x="6167" y="81522"/>
                  </a:lnTo>
                  <a:lnTo>
                    <a:pt x="8382" y="9067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6825341" y="4137529"/>
              <a:ext cx="95250" cy="93345"/>
            </a:xfrm>
            <a:custGeom>
              <a:rect b="b" l="l" r="r" t="t"/>
              <a:pathLst>
                <a:path extrusionOk="0" h="93345" w="95250">
                  <a:moveTo>
                    <a:pt x="13608" y="36706"/>
                  </a:moveTo>
                  <a:lnTo>
                    <a:pt x="10310" y="32468"/>
                  </a:lnTo>
                  <a:lnTo>
                    <a:pt x="4369" y="23371"/>
                  </a:lnTo>
                  <a:lnTo>
                    <a:pt x="0" y="13132"/>
                  </a:lnTo>
                  <a:lnTo>
                    <a:pt x="1416" y="5464"/>
                  </a:lnTo>
                  <a:lnTo>
                    <a:pt x="8382" y="1738"/>
                  </a:lnTo>
                  <a:lnTo>
                    <a:pt x="17704" y="226"/>
                  </a:lnTo>
                  <a:lnTo>
                    <a:pt x="27455" y="0"/>
                  </a:lnTo>
                  <a:lnTo>
                    <a:pt x="35706" y="130"/>
                  </a:lnTo>
                  <a:lnTo>
                    <a:pt x="45612" y="47"/>
                  </a:lnTo>
                  <a:lnTo>
                    <a:pt x="78569" y="22609"/>
                  </a:lnTo>
                  <a:lnTo>
                    <a:pt x="77116" y="29944"/>
                  </a:lnTo>
                  <a:lnTo>
                    <a:pt x="46374" y="59566"/>
                  </a:lnTo>
                  <a:lnTo>
                    <a:pt x="37230" y="62614"/>
                  </a:lnTo>
                  <a:lnTo>
                    <a:pt x="42564" y="63376"/>
                  </a:lnTo>
                  <a:lnTo>
                    <a:pt x="46374" y="64138"/>
                  </a:lnTo>
                  <a:lnTo>
                    <a:pt x="51708" y="64900"/>
                  </a:lnTo>
                  <a:lnTo>
                    <a:pt x="59686" y="68163"/>
                  </a:lnTo>
                  <a:lnTo>
                    <a:pt x="90570" y="90046"/>
                  </a:lnTo>
                  <a:lnTo>
                    <a:pt x="95142" y="9309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6953559" y="4118610"/>
              <a:ext cx="107314" cy="109855"/>
            </a:xfrm>
            <a:custGeom>
              <a:rect b="b" l="l" r="r" t="t"/>
              <a:pathLst>
                <a:path extrusionOk="0" h="109854" w="107315">
                  <a:moveTo>
                    <a:pt x="33980" y="11429"/>
                  </a:moveTo>
                  <a:lnTo>
                    <a:pt x="25598" y="4571"/>
                  </a:lnTo>
                  <a:lnTo>
                    <a:pt x="24836" y="0"/>
                  </a:lnTo>
                  <a:lnTo>
                    <a:pt x="18740" y="3047"/>
                  </a:lnTo>
                  <a:lnTo>
                    <a:pt x="2619" y="44065"/>
                  </a:lnTo>
                  <a:lnTo>
                    <a:pt x="0" y="75902"/>
                  </a:lnTo>
                  <a:lnTo>
                    <a:pt x="1976" y="90677"/>
                  </a:lnTo>
                  <a:lnTo>
                    <a:pt x="6048" y="99548"/>
                  </a:lnTo>
                  <a:lnTo>
                    <a:pt x="12263" y="105632"/>
                  </a:lnTo>
                  <a:lnTo>
                    <a:pt x="20192" y="109001"/>
                  </a:lnTo>
                  <a:lnTo>
                    <a:pt x="29408" y="109727"/>
                  </a:lnTo>
                  <a:lnTo>
                    <a:pt x="40147" y="107656"/>
                  </a:lnTo>
                  <a:lnTo>
                    <a:pt x="67996" y="79771"/>
                  </a:lnTo>
                  <a:lnTo>
                    <a:pt x="69127" y="71818"/>
                  </a:lnTo>
                  <a:lnTo>
                    <a:pt x="68115" y="64150"/>
                  </a:lnTo>
                  <a:lnTo>
                    <a:pt x="45410" y="49529"/>
                  </a:lnTo>
                  <a:lnTo>
                    <a:pt x="44648" y="49529"/>
                  </a:lnTo>
                  <a:lnTo>
                    <a:pt x="51851" y="51292"/>
                  </a:lnTo>
                  <a:lnTo>
                    <a:pt x="58840" y="52196"/>
                  </a:lnTo>
                  <a:lnTo>
                    <a:pt x="65972" y="52530"/>
                  </a:lnTo>
                  <a:lnTo>
                    <a:pt x="73604" y="52577"/>
                  </a:lnTo>
                  <a:lnTo>
                    <a:pt x="80902" y="52280"/>
                  </a:lnTo>
                  <a:lnTo>
                    <a:pt x="87987" y="51339"/>
                  </a:lnTo>
                  <a:lnTo>
                    <a:pt x="94928" y="49684"/>
                  </a:lnTo>
                  <a:lnTo>
                    <a:pt x="101798" y="47243"/>
                  </a:lnTo>
                  <a:lnTo>
                    <a:pt x="104846" y="46481"/>
                  </a:lnTo>
                  <a:lnTo>
                    <a:pt x="104846" y="45719"/>
                  </a:lnTo>
                  <a:lnTo>
                    <a:pt x="107132" y="45719"/>
                  </a:lnTo>
                  <a:lnTo>
                    <a:pt x="105608" y="52577"/>
                  </a:lnTo>
                  <a:lnTo>
                    <a:pt x="104084" y="57149"/>
                  </a:lnTo>
                  <a:lnTo>
                    <a:pt x="101798" y="63245"/>
                  </a:lnTo>
                  <a:lnTo>
                    <a:pt x="99048" y="71758"/>
                  </a:lnTo>
                  <a:lnTo>
                    <a:pt x="96940" y="81629"/>
                  </a:lnTo>
                  <a:lnTo>
                    <a:pt x="96119" y="91642"/>
                  </a:lnTo>
                  <a:lnTo>
                    <a:pt x="97226" y="100583"/>
                  </a:lnTo>
                  <a:lnTo>
                    <a:pt x="99512" y="104393"/>
                  </a:lnTo>
                  <a:lnTo>
                    <a:pt x="100274" y="105155"/>
                  </a:lnTo>
                  <a:lnTo>
                    <a:pt x="103322" y="10515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7092696" y="4147566"/>
              <a:ext cx="60325" cy="85090"/>
            </a:xfrm>
            <a:custGeom>
              <a:rect b="b" l="l" r="r" t="t"/>
              <a:pathLst>
                <a:path extrusionOk="0" h="85089" w="60325">
                  <a:moveTo>
                    <a:pt x="0" y="0"/>
                  </a:moveTo>
                  <a:lnTo>
                    <a:pt x="6858" y="42672"/>
                  </a:lnTo>
                  <a:lnTo>
                    <a:pt x="6869" y="51804"/>
                  </a:lnTo>
                  <a:lnTo>
                    <a:pt x="6953" y="60864"/>
                  </a:lnTo>
                  <a:lnTo>
                    <a:pt x="7179" y="69782"/>
                  </a:lnTo>
                  <a:lnTo>
                    <a:pt x="7620" y="78486"/>
                  </a:lnTo>
                  <a:lnTo>
                    <a:pt x="7620" y="84582"/>
                  </a:lnTo>
                  <a:lnTo>
                    <a:pt x="10668" y="83820"/>
                  </a:lnTo>
                  <a:lnTo>
                    <a:pt x="16002" y="84582"/>
                  </a:lnTo>
                  <a:lnTo>
                    <a:pt x="23633" y="84296"/>
                  </a:lnTo>
                  <a:lnTo>
                    <a:pt x="30765" y="83438"/>
                  </a:lnTo>
                  <a:lnTo>
                    <a:pt x="37754" y="82010"/>
                  </a:lnTo>
                  <a:lnTo>
                    <a:pt x="44958" y="80009"/>
                  </a:lnTo>
                  <a:lnTo>
                    <a:pt x="50292" y="77723"/>
                  </a:lnTo>
                  <a:lnTo>
                    <a:pt x="56388" y="76961"/>
                  </a:lnTo>
                  <a:lnTo>
                    <a:pt x="60198" y="7238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7101840" y="4172712"/>
              <a:ext cx="40640" cy="13335"/>
            </a:xfrm>
            <a:custGeom>
              <a:rect b="b" l="l" r="r" t="t"/>
              <a:pathLst>
                <a:path extrusionOk="0" h="13335" w="40640">
                  <a:moveTo>
                    <a:pt x="0" y="12953"/>
                  </a:moveTo>
                  <a:lnTo>
                    <a:pt x="9036" y="10429"/>
                  </a:lnTo>
                  <a:lnTo>
                    <a:pt x="18573" y="8191"/>
                  </a:lnTo>
                  <a:lnTo>
                    <a:pt x="27967" y="5667"/>
                  </a:lnTo>
                  <a:lnTo>
                    <a:pt x="36576" y="2285"/>
                  </a:lnTo>
                  <a:lnTo>
                    <a:pt x="38100" y="1523"/>
                  </a:lnTo>
                  <a:lnTo>
                    <a:pt x="39624" y="761"/>
                  </a:lnTo>
                  <a:lnTo>
                    <a:pt x="40386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7098792" y="4135374"/>
              <a:ext cx="36195" cy="17780"/>
            </a:xfrm>
            <a:custGeom>
              <a:rect b="b" l="l" r="r" t="t"/>
              <a:pathLst>
                <a:path extrusionOk="0" h="17779" w="36195">
                  <a:moveTo>
                    <a:pt x="0" y="17525"/>
                  </a:moveTo>
                  <a:lnTo>
                    <a:pt x="8131" y="14180"/>
                  </a:lnTo>
                  <a:lnTo>
                    <a:pt x="17049" y="10763"/>
                  </a:lnTo>
                  <a:lnTo>
                    <a:pt x="25824" y="6917"/>
                  </a:lnTo>
                  <a:lnTo>
                    <a:pt x="33528" y="2285"/>
                  </a:lnTo>
                  <a:lnTo>
                    <a:pt x="34290" y="1523"/>
                  </a:lnTo>
                  <a:lnTo>
                    <a:pt x="35051" y="761"/>
                  </a:lnTo>
                  <a:lnTo>
                    <a:pt x="35813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" name="Google Shape;252;p2"/>
          <p:cNvGrpSpPr/>
          <p:nvPr/>
        </p:nvGrpSpPr>
        <p:grpSpPr>
          <a:xfrm>
            <a:off x="7417699" y="4039349"/>
            <a:ext cx="632748" cy="207491"/>
            <a:chOff x="7417699" y="4039349"/>
            <a:chExt cx="632748" cy="207491"/>
          </a:xfrm>
        </p:grpSpPr>
        <p:pic>
          <p:nvPicPr>
            <p:cNvPr id="253" name="Google Shape;253;p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417699" y="4094213"/>
              <a:ext cx="325756" cy="1526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765969" y="4076687"/>
              <a:ext cx="150460" cy="102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948409" y="4039349"/>
              <a:ext cx="102038" cy="1394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6" name="Google Shape;256;p2"/>
          <p:cNvGrpSpPr/>
          <p:nvPr/>
        </p:nvGrpSpPr>
        <p:grpSpPr>
          <a:xfrm>
            <a:off x="3171444" y="3612642"/>
            <a:ext cx="39624" cy="82042"/>
            <a:chOff x="3171444" y="3612642"/>
            <a:chExt cx="39624" cy="82042"/>
          </a:xfrm>
        </p:grpSpPr>
        <p:sp>
          <p:nvSpPr>
            <p:cNvPr id="257" name="Google Shape;257;p2"/>
            <p:cNvSpPr/>
            <p:nvPr/>
          </p:nvSpPr>
          <p:spPr>
            <a:xfrm>
              <a:off x="3171444" y="3640074"/>
              <a:ext cx="18415" cy="54610"/>
            </a:xfrm>
            <a:custGeom>
              <a:rect b="b" l="l" r="r" t="t"/>
              <a:pathLst>
                <a:path extrusionOk="0" h="54610" w="18414">
                  <a:moveTo>
                    <a:pt x="0" y="0"/>
                  </a:moveTo>
                  <a:lnTo>
                    <a:pt x="13716" y="36576"/>
                  </a:lnTo>
                  <a:lnTo>
                    <a:pt x="17526" y="43433"/>
                  </a:lnTo>
                  <a:lnTo>
                    <a:pt x="18288" y="51053"/>
                  </a:lnTo>
                  <a:lnTo>
                    <a:pt x="18288" y="53340"/>
                  </a:lnTo>
                  <a:lnTo>
                    <a:pt x="18288" y="5410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3199638" y="3612642"/>
              <a:ext cx="11430" cy="62865"/>
            </a:xfrm>
            <a:custGeom>
              <a:rect b="b" l="l" r="r" t="t"/>
              <a:pathLst>
                <a:path extrusionOk="0" h="62864" w="11430">
                  <a:moveTo>
                    <a:pt x="0" y="0"/>
                  </a:moveTo>
                  <a:lnTo>
                    <a:pt x="309" y="7822"/>
                  </a:lnTo>
                  <a:lnTo>
                    <a:pt x="1333" y="14001"/>
                  </a:lnTo>
                  <a:lnTo>
                    <a:pt x="3214" y="20038"/>
                  </a:lnTo>
                  <a:lnTo>
                    <a:pt x="6096" y="27432"/>
                  </a:lnTo>
                  <a:lnTo>
                    <a:pt x="8858" y="36016"/>
                  </a:lnTo>
                  <a:lnTo>
                    <a:pt x="10477" y="44672"/>
                  </a:lnTo>
                  <a:lnTo>
                    <a:pt x="11239" y="53470"/>
                  </a:lnTo>
                  <a:lnTo>
                    <a:pt x="11430" y="6248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p2"/>
          <p:cNvGrpSpPr/>
          <p:nvPr/>
        </p:nvGrpSpPr>
        <p:grpSpPr>
          <a:xfrm>
            <a:off x="3379457" y="3567671"/>
            <a:ext cx="1688653" cy="455050"/>
            <a:chOff x="3379457" y="3567671"/>
            <a:chExt cx="1688653" cy="455050"/>
          </a:xfrm>
        </p:grpSpPr>
        <p:sp>
          <p:nvSpPr>
            <p:cNvPr id="260" name="Google Shape;260;p2"/>
            <p:cNvSpPr/>
            <p:nvPr/>
          </p:nvSpPr>
          <p:spPr>
            <a:xfrm>
              <a:off x="3412235" y="3871591"/>
              <a:ext cx="1591310" cy="151130"/>
            </a:xfrm>
            <a:custGeom>
              <a:rect b="b" l="l" r="r" t="t"/>
              <a:pathLst>
                <a:path extrusionOk="0" h="151129" w="1591310">
                  <a:moveTo>
                    <a:pt x="0" y="151006"/>
                  </a:moveTo>
                  <a:lnTo>
                    <a:pt x="23895" y="146470"/>
                  </a:lnTo>
                  <a:lnTo>
                    <a:pt x="47720" y="143863"/>
                  </a:lnTo>
                  <a:lnTo>
                    <a:pt x="71687" y="142541"/>
                  </a:lnTo>
                  <a:lnTo>
                    <a:pt x="96012" y="141862"/>
                  </a:lnTo>
                  <a:lnTo>
                    <a:pt x="125027" y="140684"/>
                  </a:lnTo>
                  <a:lnTo>
                    <a:pt x="182487" y="137469"/>
                  </a:lnTo>
                  <a:lnTo>
                    <a:pt x="252674" y="130051"/>
                  </a:lnTo>
                  <a:lnTo>
                    <a:pt x="294132" y="124527"/>
                  </a:lnTo>
                  <a:lnTo>
                    <a:pt x="335589" y="118717"/>
                  </a:lnTo>
                  <a:lnTo>
                    <a:pt x="377190" y="112906"/>
                  </a:lnTo>
                  <a:lnTo>
                    <a:pt x="429077" y="105251"/>
                  </a:lnTo>
                  <a:lnTo>
                    <a:pt x="480822" y="97381"/>
                  </a:lnTo>
                  <a:lnTo>
                    <a:pt x="532566" y="89654"/>
                  </a:lnTo>
                  <a:lnTo>
                    <a:pt x="584454" y="82426"/>
                  </a:lnTo>
                  <a:lnTo>
                    <a:pt x="631088" y="76215"/>
                  </a:lnTo>
                  <a:lnTo>
                    <a:pt x="677722" y="70405"/>
                  </a:lnTo>
                  <a:lnTo>
                    <a:pt x="724357" y="65035"/>
                  </a:lnTo>
                  <a:lnTo>
                    <a:pt x="770991" y="60139"/>
                  </a:lnTo>
                  <a:lnTo>
                    <a:pt x="817626" y="55756"/>
                  </a:lnTo>
                  <a:lnTo>
                    <a:pt x="866168" y="51825"/>
                  </a:lnTo>
                  <a:lnTo>
                    <a:pt x="914820" y="48258"/>
                  </a:lnTo>
                  <a:lnTo>
                    <a:pt x="963509" y="45058"/>
                  </a:lnTo>
                  <a:lnTo>
                    <a:pt x="1012161" y="42223"/>
                  </a:lnTo>
                  <a:lnTo>
                    <a:pt x="1060704" y="39754"/>
                  </a:lnTo>
                  <a:lnTo>
                    <a:pt x="1106423" y="37084"/>
                  </a:lnTo>
                  <a:lnTo>
                    <a:pt x="1152143" y="34488"/>
                  </a:lnTo>
                  <a:lnTo>
                    <a:pt x="1197863" y="31854"/>
                  </a:lnTo>
                  <a:lnTo>
                    <a:pt x="1243583" y="29074"/>
                  </a:lnTo>
                  <a:lnTo>
                    <a:pt x="1289304" y="26038"/>
                  </a:lnTo>
                  <a:lnTo>
                    <a:pt x="1345311" y="21216"/>
                  </a:lnTo>
                  <a:lnTo>
                    <a:pt x="1401318" y="16037"/>
                  </a:lnTo>
                  <a:lnTo>
                    <a:pt x="1457325" y="10715"/>
                  </a:lnTo>
                  <a:lnTo>
                    <a:pt x="1513332" y="5464"/>
                  </a:lnTo>
                  <a:lnTo>
                    <a:pt x="1532310" y="3452"/>
                  </a:lnTo>
                  <a:lnTo>
                    <a:pt x="1551432" y="1369"/>
                  </a:lnTo>
                  <a:lnTo>
                    <a:pt x="1570553" y="0"/>
                  </a:lnTo>
                  <a:lnTo>
                    <a:pt x="1589532" y="130"/>
                  </a:lnTo>
                  <a:lnTo>
                    <a:pt x="1590853" y="988"/>
                  </a:lnTo>
                  <a:lnTo>
                    <a:pt x="1581816" y="2988"/>
                  </a:lnTo>
                  <a:lnTo>
                    <a:pt x="1568636" y="5274"/>
                  </a:lnTo>
                  <a:lnTo>
                    <a:pt x="1557528" y="698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1" name="Google Shape;261;p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379457" y="3694425"/>
              <a:ext cx="149377" cy="1802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549776" y="3720833"/>
              <a:ext cx="87345" cy="127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672827" y="3662897"/>
              <a:ext cx="214135" cy="1608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3915905" y="3624952"/>
              <a:ext cx="148615" cy="1865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085831" y="3628631"/>
              <a:ext cx="92227" cy="1432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274045" y="3638537"/>
              <a:ext cx="118897" cy="130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2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416539" y="3615677"/>
              <a:ext cx="73177" cy="149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"/>
            <p:cNvSpPr/>
            <p:nvPr/>
          </p:nvSpPr>
          <p:spPr>
            <a:xfrm>
              <a:off x="4552188" y="3656838"/>
              <a:ext cx="1905" cy="89535"/>
            </a:xfrm>
            <a:custGeom>
              <a:rect b="b" l="l" r="r" t="t"/>
              <a:pathLst>
                <a:path extrusionOk="0" h="89535" w="1904">
                  <a:moveTo>
                    <a:pt x="1524" y="0"/>
                  </a:moveTo>
                  <a:lnTo>
                    <a:pt x="654" y="9715"/>
                  </a:lnTo>
                  <a:lnTo>
                    <a:pt x="285" y="19431"/>
                  </a:lnTo>
                  <a:lnTo>
                    <a:pt x="345" y="29146"/>
                  </a:lnTo>
                  <a:lnTo>
                    <a:pt x="762" y="38862"/>
                  </a:lnTo>
                  <a:lnTo>
                    <a:pt x="642" y="48589"/>
                  </a:lnTo>
                  <a:lnTo>
                    <a:pt x="381" y="58388"/>
                  </a:lnTo>
                  <a:lnTo>
                    <a:pt x="119" y="68329"/>
                  </a:lnTo>
                  <a:lnTo>
                    <a:pt x="0" y="78486"/>
                  </a:lnTo>
                  <a:lnTo>
                    <a:pt x="0" y="81534"/>
                  </a:lnTo>
                  <a:lnTo>
                    <a:pt x="0" y="85344"/>
                  </a:lnTo>
                  <a:lnTo>
                    <a:pt x="0" y="8915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4549902" y="3606546"/>
              <a:ext cx="95250" cy="132080"/>
            </a:xfrm>
            <a:custGeom>
              <a:rect b="b" l="l" r="r" t="t"/>
              <a:pathLst>
                <a:path extrusionOk="0" h="132079" w="95250">
                  <a:moveTo>
                    <a:pt x="0" y="39624"/>
                  </a:moveTo>
                  <a:lnTo>
                    <a:pt x="38862" y="70866"/>
                  </a:lnTo>
                  <a:lnTo>
                    <a:pt x="60186" y="101298"/>
                  </a:lnTo>
                  <a:lnTo>
                    <a:pt x="67056" y="111252"/>
                  </a:lnTo>
                  <a:lnTo>
                    <a:pt x="95250" y="131826"/>
                  </a:lnTo>
                  <a:lnTo>
                    <a:pt x="94488" y="118872"/>
                  </a:lnTo>
                  <a:lnTo>
                    <a:pt x="94488" y="114300"/>
                  </a:lnTo>
                  <a:lnTo>
                    <a:pt x="94607" y="103108"/>
                  </a:lnTo>
                  <a:lnTo>
                    <a:pt x="93726" y="92202"/>
                  </a:lnTo>
                  <a:lnTo>
                    <a:pt x="91701" y="81295"/>
                  </a:lnTo>
                  <a:lnTo>
                    <a:pt x="88392" y="70104"/>
                  </a:lnTo>
                  <a:lnTo>
                    <a:pt x="84677" y="57435"/>
                  </a:lnTo>
                  <a:lnTo>
                    <a:pt x="70104" y="20574"/>
                  </a:lnTo>
                  <a:lnTo>
                    <a:pt x="62483" y="6858"/>
                  </a:lnTo>
                  <a:lnTo>
                    <a:pt x="57911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0" name="Google Shape;270;p2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4689966" y="3581387"/>
              <a:ext cx="101407" cy="1588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"/>
            <p:cNvSpPr/>
            <p:nvPr/>
          </p:nvSpPr>
          <p:spPr>
            <a:xfrm>
              <a:off x="4835652" y="3609594"/>
              <a:ext cx="10160" cy="93980"/>
            </a:xfrm>
            <a:custGeom>
              <a:rect b="b" l="l" r="r" t="t"/>
              <a:pathLst>
                <a:path extrusionOk="0" h="93979" w="10160">
                  <a:moveTo>
                    <a:pt x="0" y="0"/>
                  </a:moveTo>
                  <a:lnTo>
                    <a:pt x="5334" y="41910"/>
                  </a:lnTo>
                  <a:lnTo>
                    <a:pt x="5905" y="50934"/>
                  </a:lnTo>
                  <a:lnTo>
                    <a:pt x="6477" y="59817"/>
                  </a:lnTo>
                  <a:lnTo>
                    <a:pt x="7048" y="68699"/>
                  </a:lnTo>
                  <a:lnTo>
                    <a:pt x="7620" y="77724"/>
                  </a:lnTo>
                  <a:lnTo>
                    <a:pt x="7620" y="83820"/>
                  </a:lnTo>
                  <a:lnTo>
                    <a:pt x="8382" y="88392"/>
                  </a:lnTo>
                  <a:lnTo>
                    <a:pt x="9906" y="9372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2" name="Google Shape;272;p2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4875263" y="3614153"/>
              <a:ext cx="71748" cy="1097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4975847" y="3567671"/>
              <a:ext cx="92263" cy="1425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4" name="Google Shape;274;p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392661" y="3541560"/>
            <a:ext cx="166141" cy="132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5951111" y="3522713"/>
            <a:ext cx="229042" cy="16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6" name="Google Shape;276;p2"/>
          <p:cNvGrpSpPr/>
          <p:nvPr/>
        </p:nvGrpSpPr>
        <p:grpSpPr>
          <a:xfrm>
            <a:off x="6227051" y="3460229"/>
            <a:ext cx="1041869" cy="192049"/>
            <a:chOff x="6227051" y="3460229"/>
            <a:chExt cx="1041869" cy="192049"/>
          </a:xfrm>
        </p:grpSpPr>
        <p:pic>
          <p:nvPicPr>
            <p:cNvPr id="277" name="Google Shape;277;p2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6227051" y="3493281"/>
              <a:ext cx="249961" cy="158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2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6519659" y="3504639"/>
              <a:ext cx="112801" cy="1346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2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6669773" y="3499091"/>
              <a:ext cx="79273" cy="130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6784073" y="3493912"/>
              <a:ext cx="92989" cy="1278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2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6899135" y="3491161"/>
              <a:ext cx="81559" cy="1214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2"/>
            <p:cNvSpPr/>
            <p:nvPr/>
          </p:nvSpPr>
          <p:spPr>
            <a:xfrm>
              <a:off x="7011923" y="3514344"/>
              <a:ext cx="13335" cy="80010"/>
            </a:xfrm>
            <a:custGeom>
              <a:rect b="b" l="l" r="r" t="t"/>
              <a:pathLst>
                <a:path extrusionOk="0" h="80010" w="13334">
                  <a:moveTo>
                    <a:pt x="0" y="0"/>
                  </a:moveTo>
                  <a:lnTo>
                    <a:pt x="12192" y="41148"/>
                  </a:lnTo>
                  <a:lnTo>
                    <a:pt x="13049" y="55149"/>
                  </a:lnTo>
                  <a:lnTo>
                    <a:pt x="12942" y="62043"/>
                  </a:lnTo>
                  <a:lnTo>
                    <a:pt x="12192" y="68580"/>
                  </a:lnTo>
                  <a:lnTo>
                    <a:pt x="12192" y="72390"/>
                  </a:lnTo>
                  <a:lnTo>
                    <a:pt x="10668" y="76962"/>
                  </a:lnTo>
                  <a:lnTo>
                    <a:pt x="9906" y="8001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3" name="Google Shape;283;p2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7057345" y="3496043"/>
              <a:ext cx="76630" cy="1059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2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7160501" y="3460229"/>
              <a:ext cx="108419" cy="1348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" name="Google Shape;285;p2"/>
          <p:cNvGrpSpPr/>
          <p:nvPr/>
        </p:nvGrpSpPr>
        <p:grpSpPr>
          <a:xfrm>
            <a:off x="7323582" y="3364230"/>
            <a:ext cx="90678" cy="102870"/>
            <a:chOff x="7323582" y="3364230"/>
            <a:chExt cx="90678" cy="102870"/>
          </a:xfrm>
        </p:grpSpPr>
        <p:sp>
          <p:nvSpPr>
            <p:cNvPr id="286" name="Google Shape;286;p2"/>
            <p:cNvSpPr/>
            <p:nvPr/>
          </p:nvSpPr>
          <p:spPr>
            <a:xfrm>
              <a:off x="7323582" y="3368040"/>
              <a:ext cx="14604" cy="26670"/>
            </a:xfrm>
            <a:custGeom>
              <a:rect b="b" l="l" r="r" t="t"/>
              <a:pathLst>
                <a:path extrusionOk="0" h="26670" w="14604">
                  <a:moveTo>
                    <a:pt x="0" y="0"/>
                  </a:moveTo>
                  <a:lnTo>
                    <a:pt x="8382" y="3809"/>
                  </a:lnTo>
                  <a:lnTo>
                    <a:pt x="13716" y="3047"/>
                  </a:lnTo>
                  <a:lnTo>
                    <a:pt x="14478" y="12953"/>
                  </a:lnTo>
                  <a:lnTo>
                    <a:pt x="14478" y="17525"/>
                  </a:lnTo>
                  <a:lnTo>
                    <a:pt x="14478" y="22859"/>
                  </a:lnTo>
                  <a:lnTo>
                    <a:pt x="10668" y="25908"/>
                  </a:lnTo>
                  <a:lnTo>
                    <a:pt x="9906" y="25908"/>
                  </a:lnTo>
                  <a:lnTo>
                    <a:pt x="9144" y="2667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7354824" y="3364230"/>
              <a:ext cx="5080" cy="45085"/>
            </a:xfrm>
            <a:custGeom>
              <a:rect b="b" l="l" r="r" t="t"/>
              <a:pathLst>
                <a:path extrusionOk="0" h="45085" w="5079">
                  <a:moveTo>
                    <a:pt x="4572" y="0"/>
                  </a:moveTo>
                  <a:lnTo>
                    <a:pt x="0" y="34290"/>
                  </a:lnTo>
                  <a:lnTo>
                    <a:pt x="762" y="39624"/>
                  </a:lnTo>
                  <a:lnTo>
                    <a:pt x="762" y="4495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7399020" y="345186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Google Shape;289;p2"/>
          <p:cNvGrpSpPr/>
          <p:nvPr/>
        </p:nvGrpSpPr>
        <p:grpSpPr>
          <a:xfrm>
            <a:off x="4269200" y="4113275"/>
            <a:ext cx="273094" cy="704101"/>
            <a:chOff x="4269200" y="4113275"/>
            <a:chExt cx="273094" cy="704101"/>
          </a:xfrm>
        </p:grpSpPr>
        <p:sp>
          <p:nvSpPr>
            <p:cNvPr id="290" name="Google Shape;290;p2"/>
            <p:cNvSpPr/>
            <p:nvPr/>
          </p:nvSpPr>
          <p:spPr>
            <a:xfrm>
              <a:off x="4269200" y="4113275"/>
              <a:ext cx="196215" cy="656590"/>
            </a:xfrm>
            <a:custGeom>
              <a:rect b="b" l="l" r="r" t="t"/>
              <a:pathLst>
                <a:path extrusionOk="0" h="656589" w="196214">
                  <a:moveTo>
                    <a:pt x="285" y="0"/>
                  </a:moveTo>
                  <a:lnTo>
                    <a:pt x="285" y="39243"/>
                  </a:lnTo>
                  <a:lnTo>
                    <a:pt x="2571" y="78486"/>
                  </a:lnTo>
                  <a:lnTo>
                    <a:pt x="5619" y="113799"/>
                  </a:lnTo>
                  <a:lnTo>
                    <a:pt x="8096" y="148971"/>
                  </a:lnTo>
                  <a:lnTo>
                    <a:pt x="12477" y="219456"/>
                  </a:lnTo>
                  <a:lnTo>
                    <a:pt x="14930" y="259472"/>
                  </a:lnTo>
                  <a:lnTo>
                    <a:pt x="16668" y="299561"/>
                  </a:lnTo>
                  <a:lnTo>
                    <a:pt x="17835" y="339792"/>
                  </a:lnTo>
                  <a:lnTo>
                    <a:pt x="18573" y="380238"/>
                  </a:lnTo>
                  <a:lnTo>
                    <a:pt x="19276" y="429494"/>
                  </a:lnTo>
                  <a:lnTo>
                    <a:pt x="20192" y="478821"/>
                  </a:lnTo>
                  <a:lnTo>
                    <a:pt x="22967" y="528006"/>
                  </a:lnTo>
                  <a:lnTo>
                    <a:pt x="29241" y="576834"/>
                  </a:lnTo>
                  <a:lnTo>
                    <a:pt x="40707" y="622161"/>
                  </a:lnTo>
                  <a:lnTo>
                    <a:pt x="47529" y="640842"/>
                  </a:lnTo>
                  <a:lnTo>
                    <a:pt x="49815" y="647700"/>
                  </a:lnTo>
                  <a:lnTo>
                    <a:pt x="53625" y="651510"/>
                  </a:lnTo>
                  <a:lnTo>
                    <a:pt x="55149" y="653034"/>
                  </a:lnTo>
                  <a:lnTo>
                    <a:pt x="56673" y="653034"/>
                  </a:lnTo>
                  <a:lnTo>
                    <a:pt x="58197" y="653796"/>
                  </a:lnTo>
                  <a:lnTo>
                    <a:pt x="65055" y="656082"/>
                  </a:lnTo>
                  <a:lnTo>
                    <a:pt x="74199" y="654558"/>
                  </a:lnTo>
                  <a:lnTo>
                    <a:pt x="81819" y="654558"/>
                  </a:lnTo>
                  <a:lnTo>
                    <a:pt x="105596" y="655081"/>
                  </a:lnTo>
                  <a:lnTo>
                    <a:pt x="129730" y="655891"/>
                  </a:lnTo>
                  <a:lnTo>
                    <a:pt x="153721" y="655843"/>
                  </a:lnTo>
                  <a:lnTo>
                    <a:pt x="177069" y="653796"/>
                  </a:lnTo>
                  <a:lnTo>
                    <a:pt x="185451" y="652272"/>
                  </a:lnTo>
                  <a:lnTo>
                    <a:pt x="190023" y="648462"/>
                  </a:lnTo>
                  <a:lnTo>
                    <a:pt x="196119" y="64312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1" name="Google Shape;291;p2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4465307" y="4698479"/>
              <a:ext cx="76987" cy="1188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2" name="Google Shape;292;p2"/>
          <p:cNvGrpSpPr/>
          <p:nvPr/>
        </p:nvGrpSpPr>
        <p:grpSpPr>
          <a:xfrm>
            <a:off x="4709147" y="4636757"/>
            <a:ext cx="928903" cy="236376"/>
            <a:chOff x="4709147" y="4636757"/>
            <a:chExt cx="928903" cy="236376"/>
          </a:xfrm>
        </p:grpSpPr>
        <p:pic>
          <p:nvPicPr>
            <p:cNvPr id="293" name="Google Shape;293;p2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4709147" y="4751057"/>
              <a:ext cx="189763" cy="1220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2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4932544" y="4682477"/>
              <a:ext cx="128672" cy="160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2"/>
            <p:cNvSpPr/>
            <p:nvPr/>
          </p:nvSpPr>
          <p:spPr>
            <a:xfrm>
              <a:off x="5097018" y="4747259"/>
              <a:ext cx="31750" cy="86995"/>
            </a:xfrm>
            <a:custGeom>
              <a:rect b="b" l="l" r="r" t="t"/>
              <a:pathLst>
                <a:path extrusionOk="0" h="86995" w="31750">
                  <a:moveTo>
                    <a:pt x="0" y="22098"/>
                  </a:moveTo>
                  <a:lnTo>
                    <a:pt x="28194" y="53340"/>
                  </a:lnTo>
                  <a:lnTo>
                    <a:pt x="31623" y="76164"/>
                  </a:lnTo>
                  <a:lnTo>
                    <a:pt x="31242" y="83820"/>
                  </a:lnTo>
                  <a:lnTo>
                    <a:pt x="31242" y="84582"/>
                  </a:lnTo>
                  <a:lnTo>
                    <a:pt x="31242" y="86106"/>
                  </a:lnTo>
                  <a:lnTo>
                    <a:pt x="30480" y="86868"/>
                  </a:lnTo>
                  <a:lnTo>
                    <a:pt x="24384" y="82296"/>
                  </a:lnTo>
                  <a:lnTo>
                    <a:pt x="24384" y="77724"/>
                  </a:lnTo>
                  <a:lnTo>
                    <a:pt x="23622" y="67056"/>
                  </a:lnTo>
                  <a:lnTo>
                    <a:pt x="23229" y="54506"/>
                  </a:lnTo>
                  <a:lnTo>
                    <a:pt x="23336" y="42100"/>
                  </a:lnTo>
                  <a:lnTo>
                    <a:pt x="24157" y="29979"/>
                  </a:lnTo>
                  <a:lnTo>
                    <a:pt x="25908" y="18288"/>
                  </a:lnTo>
                  <a:lnTo>
                    <a:pt x="27432" y="11430"/>
                  </a:lnTo>
                  <a:lnTo>
                    <a:pt x="28955" y="6096"/>
                  </a:lnTo>
                  <a:lnTo>
                    <a:pt x="29717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6" name="Google Shape;296;p2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5157965" y="4715195"/>
              <a:ext cx="94513" cy="127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2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272265" y="4670285"/>
              <a:ext cx="252247" cy="163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5547442" y="4636757"/>
              <a:ext cx="90608" cy="1878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9" name="Google Shape;299;p2"/>
          <p:cNvGrpSpPr/>
          <p:nvPr/>
        </p:nvGrpSpPr>
        <p:grpSpPr>
          <a:xfrm>
            <a:off x="4307871" y="4979669"/>
            <a:ext cx="264141" cy="284239"/>
            <a:chOff x="4307871" y="4979669"/>
            <a:chExt cx="264141" cy="284239"/>
          </a:xfrm>
        </p:grpSpPr>
        <p:sp>
          <p:nvSpPr>
            <p:cNvPr id="300" name="Google Shape;300;p2"/>
            <p:cNvSpPr/>
            <p:nvPr/>
          </p:nvSpPr>
          <p:spPr>
            <a:xfrm>
              <a:off x="4307871" y="4979669"/>
              <a:ext cx="183515" cy="251460"/>
            </a:xfrm>
            <a:custGeom>
              <a:rect b="b" l="l" r="r" t="t"/>
              <a:pathLst>
                <a:path extrusionOk="0" h="251460" w="183514">
                  <a:moveTo>
                    <a:pt x="2000" y="0"/>
                  </a:moveTo>
                  <a:lnTo>
                    <a:pt x="107" y="15704"/>
                  </a:lnTo>
                  <a:lnTo>
                    <a:pt x="0" y="29622"/>
                  </a:lnTo>
                  <a:lnTo>
                    <a:pt x="1464" y="43398"/>
                  </a:lnTo>
                  <a:lnTo>
                    <a:pt x="4286" y="58674"/>
                  </a:lnTo>
                  <a:lnTo>
                    <a:pt x="9417" y="80260"/>
                  </a:lnTo>
                  <a:lnTo>
                    <a:pt x="14478" y="101631"/>
                  </a:lnTo>
                  <a:lnTo>
                    <a:pt x="24098" y="144018"/>
                  </a:lnTo>
                  <a:lnTo>
                    <a:pt x="31908" y="185547"/>
                  </a:lnTo>
                  <a:lnTo>
                    <a:pt x="38576" y="227076"/>
                  </a:lnTo>
                  <a:lnTo>
                    <a:pt x="39338" y="232410"/>
                  </a:lnTo>
                  <a:lnTo>
                    <a:pt x="39338" y="244602"/>
                  </a:lnTo>
                  <a:lnTo>
                    <a:pt x="44672" y="248411"/>
                  </a:lnTo>
                  <a:lnTo>
                    <a:pt x="47720" y="251460"/>
                  </a:lnTo>
                  <a:lnTo>
                    <a:pt x="59912" y="249174"/>
                  </a:lnTo>
                  <a:lnTo>
                    <a:pt x="62960" y="249174"/>
                  </a:lnTo>
                  <a:lnTo>
                    <a:pt x="74259" y="248638"/>
                  </a:lnTo>
                  <a:lnTo>
                    <a:pt x="85344" y="247173"/>
                  </a:lnTo>
                  <a:lnTo>
                    <a:pt x="96285" y="244994"/>
                  </a:lnTo>
                  <a:lnTo>
                    <a:pt x="107156" y="242315"/>
                  </a:lnTo>
                  <a:lnTo>
                    <a:pt x="124753" y="239029"/>
                  </a:lnTo>
                  <a:lnTo>
                    <a:pt x="177260" y="224027"/>
                  </a:lnTo>
                  <a:lnTo>
                    <a:pt x="181070" y="220979"/>
                  </a:lnTo>
                  <a:lnTo>
                    <a:pt x="183356" y="219455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1" name="Google Shape;301;p2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4490453" y="5151869"/>
              <a:ext cx="81559" cy="1120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2" name="Google Shape;302;p2"/>
          <p:cNvGrpSpPr/>
          <p:nvPr/>
        </p:nvGrpSpPr>
        <p:grpSpPr>
          <a:xfrm>
            <a:off x="4872596" y="5101577"/>
            <a:ext cx="427125" cy="192811"/>
            <a:chOff x="4872596" y="5101577"/>
            <a:chExt cx="427125" cy="192811"/>
          </a:xfrm>
        </p:grpSpPr>
        <p:pic>
          <p:nvPicPr>
            <p:cNvPr id="303" name="Google Shape;303;p2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4872596" y="5101577"/>
              <a:ext cx="295300" cy="192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2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5197398" y="5162275"/>
              <a:ext cx="102323" cy="993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3"/>
          <p:cNvGrpSpPr/>
          <p:nvPr/>
        </p:nvGrpSpPr>
        <p:grpSpPr>
          <a:xfrm>
            <a:off x="2603741" y="2106155"/>
            <a:ext cx="651776" cy="295161"/>
            <a:chOff x="2603741" y="2106155"/>
            <a:chExt cx="651776" cy="295161"/>
          </a:xfrm>
        </p:grpSpPr>
        <p:pic>
          <p:nvPicPr>
            <p:cNvPr id="310" name="Google Shape;31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03741" y="2111489"/>
              <a:ext cx="92227" cy="205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18803" y="2187689"/>
              <a:ext cx="162819" cy="105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00766" y="2106155"/>
              <a:ext cx="353260" cy="170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3"/>
            <p:cNvSpPr/>
            <p:nvPr/>
          </p:nvSpPr>
          <p:spPr>
            <a:xfrm>
              <a:off x="2723387" y="2322576"/>
              <a:ext cx="532130" cy="78740"/>
            </a:xfrm>
            <a:custGeom>
              <a:rect b="b" l="l" r="r" t="t"/>
              <a:pathLst>
                <a:path extrusionOk="0" h="78739" w="532129">
                  <a:moveTo>
                    <a:pt x="0" y="78486"/>
                  </a:moveTo>
                  <a:lnTo>
                    <a:pt x="16121" y="75378"/>
                  </a:lnTo>
                  <a:lnTo>
                    <a:pt x="32385" y="71913"/>
                  </a:lnTo>
                  <a:lnTo>
                    <a:pt x="48648" y="68306"/>
                  </a:lnTo>
                  <a:lnTo>
                    <a:pt x="64769" y="64770"/>
                  </a:lnTo>
                  <a:lnTo>
                    <a:pt x="120110" y="56007"/>
                  </a:lnTo>
                  <a:lnTo>
                    <a:pt x="176022" y="49530"/>
                  </a:lnTo>
                  <a:lnTo>
                    <a:pt x="248507" y="43910"/>
                  </a:lnTo>
                  <a:lnTo>
                    <a:pt x="284999" y="41493"/>
                  </a:lnTo>
                  <a:lnTo>
                    <a:pt x="321564" y="38862"/>
                  </a:lnTo>
                  <a:lnTo>
                    <a:pt x="386714" y="32766"/>
                  </a:lnTo>
                  <a:lnTo>
                    <a:pt x="451866" y="24384"/>
                  </a:lnTo>
                  <a:lnTo>
                    <a:pt x="502336" y="14525"/>
                  </a:lnTo>
                  <a:lnTo>
                    <a:pt x="521970" y="9905"/>
                  </a:lnTo>
                  <a:lnTo>
                    <a:pt x="529590" y="9143"/>
                  </a:lnTo>
                  <a:lnTo>
                    <a:pt x="531876" y="6095"/>
                  </a:lnTo>
                  <a:lnTo>
                    <a:pt x="530352" y="3809"/>
                  </a:lnTo>
                  <a:lnTo>
                    <a:pt x="529590" y="2285"/>
                  </a:lnTo>
                  <a:lnTo>
                    <a:pt x="530352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4" name="Google Shape;314;p3"/>
          <p:cNvSpPr/>
          <p:nvPr/>
        </p:nvSpPr>
        <p:spPr>
          <a:xfrm>
            <a:off x="3354323" y="2173223"/>
            <a:ext cx="3810" cy="11430"/>
          </a:xfrm>
          <a:custGeom>
            <a:rect b="b" l="l" r="r" t="t"/>
            <a:pathLst>
              <a:path extrusionOk="0" h="11430" w="3810">
                <a:moveTo>
                  <a:pt x="0" y="0"/>
                </a:moveTo>
                <a:lnTo>
                  <a:pt x="1524" y="3810"/>
                </a:lnTo>
                <a:lnTo>
                  <a:pt x="2286" y="7620"/>
                </a:lnTo>
                <a:lnTo>
                  <a:pt x="3810" y="1143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"/>
          <p:cNvSpPr/>
          <p:nvPr/>
        </p:nvSpPr>
        <p:spPr>
          <a:xfrm>
            <a:off x="3364229" y="2292857"/>
            <a:ext cx="15240" cy="1270"/>
          </a:xfrm>
          <a:custGeom>
            <a:rect b="b" l="l" r="r" t="t"/>
            <a:pathLst>
              <a:path extrusionOk="0" h="1269" w="15239">
                <a:moveTo>
                  <a:pt x="15239" y="0"/>
                </a:moveTo>
                <a:lnTo>
                  <a:pt x="9905" y="0"/>
                </a:lnTo>
                <a:lnTo>
                  <a:pt x="5333" y="762"/>
                </a:lnTo>
                <a:lnTo>
                  <a:pt x="0" y="762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3649" y="2205977"/>
            <a:ext cx="82321" cy="1140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"/>
          <p:cNvGrpSpPr/>
          <p:nvPr/>
        </p:nvGrpSpPr>
        <p:grpSpPr>
          <a:xfrm>
            <a:off x="8152637" y="2221991"/>
            <a:ext cx="194818" cy="70485"/>
            <a:chOff x="8152637" y="2221991"/>
            <a:chExt cx="194818" cy="70485"/>
          </a:xfrm>
        </p:grpSpPr>
        <p:sp>
          <p:nvSpPr>
            <p:cNvPr id="318" name="Google Shape;318;p3"/>
            <p:cNvSpPr/>
            <p:nvPr/>
          </p:nvSpPr>
          <p:spPr>
            <a:xfrm>
              <a:off x="8186165" y="2257805"/>
              <a:ext cx="161290" cy="2540"/>
            </a:xfrm>
            <a:custGeom>
              <a:rect b="b" l="l" r="r" t="t"/>
              <a:pathLst>
                <a:path extrusionOk="0" h="2539" w="161290">
                  <a:moveTo>
                    <a:pt x="0" y="1524"/>
                  </a:moveTo>
                  <a:lnTo>
                    <a:pt x="15311" y="642"/>
                  </a:lnTo>
                  <a:lnTo>
                    <a:pt x="30480" y="190"/>
                  </a:lnTo>
                  <a:lnTo>
                    <a:pt x="45648" y="23"/>
                  </a:lnTo>
                  <a:lnTo>
                    <a:pt x="60960" y="0"/>
                  </a:lnTo>
                  <a:lnTo>
                    <a:pt x="77652" y="11"/>
                  </a:lnTo>
                  <a:lnTo>
                    <a:pt x="94488" y="95"/>
                  </a:lnTo>
                  <a:lnTo>
                    <a:pt x="111323" y="321"/>
                  </a:lnTo>
                  <a:lnTo>
                    <a:pt x="128016" y="762"/>
                  </a:lnTo>
                  <a:lnTo>
                    <a:pt x="136136" y="1214"/>
                  </a:lnTo>
                  <a:lnTo>
                    <a:pt x="144399" y="1524"/>
                  </a:lnTo>
                  <a:lnTo>
                    <a:pt x="152661" y="1833"/>
                  </a:lnTo>
                  <a:lnTo>
                    <a:pt x="160782" y="2286"/>
                  </a:lnTo>
                  <a:lnTo>
                    <a:pt x="147066" y="2286"/>
                  </a:lnTo>
                  <a:lnTo>
                    <a:pt x="146304" y="228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8152637" y="2221991"/>
              <a:ext cx="80010" cy="70485"/>
            </a:xfrm>
            <a:custGeom>
              <a:rect b="b" l="l" r="r" t="t"/>
              <a:pathLst>
                <a:path extrusionOk="0" h="70485" w="80009">
                  <a:moveTo>
                    <a:pt x="79248" y="0"/>
                  </a:moveTo>
                  <a:lnTo>
                    <a:pt x="70104" y="4143"/>
                  </a:lnTo>
                  <a:lnTo>
                    <a:pt x="60960" y="8572"/>
                  </a:lnTo>
                  <a:lnTo>
                    <a:pt x="51816" y="13287"/>
                  </a:lnTo>
                  <a:lnTo>
                    <a:pt x="42672" y="18288"/>
                  </a:lnTo>
                  <a:lnTo>
                    <a:pt x="34218" y="22407"/>
                  </a:lnTo>
                  <a:lnTo>
                    <a:pt x="25908" y="26670"/>
                  </a:lnTo>
                  <a:lnTo>
                    <a:pt x="17597" y="30932"/>
                  </a:lnTo>
                  <a:lnTo>
                    <a:pt x="9144" y="35052"/>
                  </a:lnTo>
                  <a:lnTo>
                    <a:pt x="5334" y="36576"/>
                  </a:lnTo>
                  <a:lnTo>
                    <a:pt x="3048" y="38100"/>
                  </a:lnTo>
                  <a:lnTo>
                    <a:pt x="0" y="40386"/>
                  </a:lnTo>
                  <a:lnTo>
                    <a:pt x="762" y="40386"/>
                  </a:lnTo>
                  <a:lnTo>
                    <a:pt x="6858" y="41910"/>
                  </a:lnTo>
                  <a:lnTo>
                    <a:pt x="8382" y="42672"/>
                  </a:lnTo>
                  <a:lnTo>
                    <a:pt x="16502" y="44160"/>
                  </a:lnTo>
                  <a:lnTo>
                    <a:pt x="24765" y="45434"/>
                  </a:lnTo>
                  <a:lnTo>
                    <a:pt x="33027" y="46851"/>
                  </a:lnTo>
                  <a:lnTo>
                    <a:pt x="72390" y="62484"/>
                  </a:lnTo>
                  <a:lnTo>
                    <a:pt x="77724" y="67056"/>
                  </a:lnTo>
                  <a:lnTo>
                    <a:pt x="80010" y="70104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0" name="Google Shape;32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26767" y="2169401"/>
            <a:ext cx="113563" cy="1196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3"/>
          <p:cNvGrpSpPr/>
          <p:nvPr/>
        </p:nvGrpSpPr>
        <p:grpSpPr>
          <a:xfrm>
            <a:off x="8712695" y="2152637"/>
            <a:ext cx="577621" cy="140995"/>
            <a:chOff x="8712695" y="2152637"/>
            <a:chExt cx="577621" cy="140995"/>
          </a:xfrm>
        </p:grpSpPr>
        <p:pic>
          <p:nvPicPr>
            <p:cNvPr id="322" name="Google Shape;322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712695" y="2152637"/>
              <a:ext cx="419125" cy="140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153893" y="2171687"/>
              <a:ext cx="136423" cy="1028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4" name="Google Shape;324;p3"/>
          <p:cNvGrpSpPr/>
          <p:nvPr/>
        </p:nvGrpSpPr>
        <p:grpSpPr>
          <a:xfrm>
            <a:off x="3405008" y="3547097"/>
            <a:ext cx="498730" cy="261759"/>
            <a:chOff x="3405008" y="3547097"/>
            <a:chExt cx="498730" cy="261759"/>
          </a:xfrm>
        </p:grpSpPr>
        <p:pic>
          <p:nvPicPr>
            <p:cNvPr id="325" name="Google Shape;325;p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405008" y="3547097"/>
              <a:ext cx="498730" cy="2552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"/>
            <p:cNvSpPr/>
            <p:nvPr/>
          </p:nvSpPr>
          <p:spPr>
            <a:xfrm>
              <a:off x="3518915" y="3753612"/>
              <a:ext cx="379095" cy="55244"/>
            </a:xfrm>
            <a:custGeom>
              <a:rect b="b" l="l" r="r" t="t"/>
              <a:pathLst>
                <a:path extrusionOk="0" h="55245" w="379095">
                  <a:moveTo>
                    <a:pt x="0" y="54863"/>
                  </a:moveTo>
                  <a:lnTo>
                    <a:pt x="17025" y="53339"/>
                  </a:lnTo>
                  <a:lnTo>
                    <a:pt x="33909" y="51244"/>
                  </a:lnTo>
                  <a:lnTo>
                    <a:pt x="50792" y="48863"/>
                  </a:lnTo>
                  <a:lnTo>
                    <a:pt x="67818" y="46481"/>
                  </a:lnTo>
                  <a:lnTo>
                    <a:pt x="97095" y="43064"/>
                  </a:lnTo>
                  <a:lnTo>
                    <a:pt x="126587" y="39719"/>
                  </a:lnTo>
                  <a:lnTo>
                    <a:pt x="156221" y="36516"/>
                  </a:lnTo>
                  <a:lnTo>
                    <a:pt x="185928" y="33527"/>
                  </a:lnTo>
                  <a:lnTo>
                    <a:pt x="214503" y="30325"/>
                  </a:lnTo>
                  <a:lnTo>
                    <a:pt x="271653" y="24205"/>
                  </a:lnTo>
                  <a:lnTo>
                    <a:pt x="316920" y="18121"/>
                  </a:lnTo>
                  <a:lnTo>
                    <a:pt x="367284" y="7619"/>
                  </a:lnTo>
                  <a:lnTo>
                    <a:pt x="375666" y="5333"/>
                  </a:lnTo>
                  <a:lnTo>
                    <a:pt x="376428" y="6095"/>
                  </a:lnTo>
                  <a:lnTo>
                    <a:pt x="378714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3"/>
          <p:cNvSpPr/>
          <p:nvPr/>
        </p:nvSpPr>
        <p:spPr>
          <a:xfrm>
            <a:off x="3986021" y="3586734"/>
            <a:ext cx="3175" cy="20955"/>
          </a:xfrm>
          <a:custGeom>
            <a:rect b="b" l="l" r="r" t="t"/>
            <a:pathLst>
              <a:path extrusionOk="0" h="20954" w="3175">
                <a:moveTo>
                  <a:pt x="0" y="0"/>
                </a:moveTo>
                <a:lnTo>
                  <a:pt x="2286" y="12192"/>
                </a:lnTo>
                <a:lnTo>
                  <a:pt x="3048" y="13716"/>
                </a:lnTo>
                <a:lnTo>
                  <a:pt x="3048" y="20574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"/>
          <p:cNvSpPr/>
          <p:nvPr/>
        </p:nvSpPr>
        <p:spPr>
          <a:xfrm>
            <a:off x="3998214" y="3706367"/>
            <a:ext cx="15240" cy="15240"/>
          </a:xfrm>
          <a:custGeom>
            <a:rect b="b" l="l" r="r" t="t"/>
            <a:pathLst>
              <a:path extrusionOk="0" h="15239" w="15239">
                <a:moveTo>
                  <a:pt x="0" y="3048"/>
                </a:moveTo>
                <a:lnTo>
                  <a:pt x="0" y="12192"/>
                </a:lnTo>
                <a:lnTo>
                  <a:pt x="3809" y="15240"/>
                </a:lnTo>
                <a:lnTo>
                  <a:pt x="12191" y="15240"/>
                </a:lnTo>
                <a:lnTo>
                  <a:pt x="15239" y="12192"/>
                </a:lnTo>
                <a:lnTo>
                  <a:pt x="15239" y="7620"/>
                </a:lnTo>
                <a:lnTo>
                  <a:pt x="15239" y="3048"/>
                </a:lnTo>
                <a:lnTo>
                  <a:pt x="12191" y="0"/>
                </a:lnTo>
                <a:lnTo>
                  <a:pt x="3809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74785" y="3539477"/>
            <a:ext cx="365273" cy="1866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" name="Google Shape;330;p3"/>
          <p:cNvGrpSpPr/>
          <p:nvPr/>
        </p:nvGrpSpPr>
        <p:grpSpPr>
          <a:xfrm>
            <a:off x="5159501" y="3509772"/>
            <a:ext cx="45466" cy="54610"/>
            <a:chOff x="5159501" y="3509772"/>
            <a:chExt cx="45466" cy="54610"/>
          </a:xfrm>
        </p:grpSpPr>
        <p:sp>
          <p:nvSpPr>
            <p:cNvPr id="331" name="Google Shape;331;p3"/>
            <p:cNvSpPr/>
            <p:nvPr/>
          </p:nvSpPr>
          <p:spPr>
            <a:xfrm>
              <a:off x="5159501" y="3512058"/>
              <a:ext cx="20955" cy="46990"/>
            </a:xfrm>
            <a:custGeom>
              <a:rect b="b" l="l" r="r" t="t"/>
              <a:pathLst>
                <a:path extrusionOk="0" h="46989" w="20954">
                  <a:moveTo>
                    <a:pt x="0" y="0"/>
                  </a:moveTo>
                  <a:lnTo>
                    <a:pt x="13716" y="41910"/>
                  </a:lnTo>
                  <a:lnTo>
                    <a:pt x="14478" y="45720"/>
                  </a:lnTo>
                  <a:lnTo>
                    <a:pt x="20574" y="4648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5188457" y="3509772"/>
              <a:ext cx="16510" cy="54610"/>
            </a:xfrm>
            <a:custGeom>
              <a:rect b="b" l="l" r="r" t="t"/>
              <a:pathLst>
                <a:path extrusionOk="0" h="54610" w="16510">
                  <a:moveTo>
                    <a:pt x="0" y="0"/>
                  </a:moveTo>
                  <a:lnTo>
                    <a:pt x="14478" y="39624"/>
                  </a:lnTo>
                  <a:lnTo>
                    <a:pt x="15240" y="47244"/>
                  </a:lnTo>
                  <a:lnTo>
                    <a:pt x="16002" y="49529"/>
                  </a:lnTo>
                  <a:lnTo>
                    <a:pt x="16002" y="5410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3" name="Google Shape;333;p3"/>
          <p:cNvGrpSpPr/>
          <p:nvPr/>
        </p:nvGrpSpPr>
        <p:grpSpPr>
          <a:xfrm>
            <a:off x="5302518" y="3432810"/>
            <a:ext cx="849488" cy="274463"/>
            <a:chOff x="5302518" y="3432810"/>
            <a:chExt cx="849488" cy="274463"/>
          </a:xfrm>
        </p:grpSpPr>
        <p:pic>
          <p:nvPicPr>
            <p:cNvPr id="334" name="Google Shape;334;p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302518" y="3567445"/>
              <a:ext cx="119790" cy="139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441429" y="3541001"/>
              <a:ext cx="329971" cy="144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794235" y="3508997"/>
              <a:ext cx="291883" cy="1326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3"/>
            <p:cNvSpPr/>
            <p:nvPr/>
          </p:nvSpPr>
          <p:spPr>
            <a:xfrm>
              <a:off x="6118728" y="3432810"/>
              <a:ext cx="5715" cy="40005"/>
            </a:xfrm>
            <a:custGeom>
              <a:rect b="b" l="l" r="r" t="t"/>
              <a:pathLst>
                <a:path extrusionOk="0" h="40004" w="5714">
                  <a:moveTo>
                    <a:pt x="5464" y="0"/>
                  </a:moveTo>
                  <a:lnTo>
                    <a:pt x="4214" y="7667"/>
                  </a:lnTo>
                  <a:lnTo>
                    <a:pt x="1750" y="19050"/>
                  </a:lnTo>
                  <a:lnTo>
                    <a:pt x="0" y="30432"/>
                  </a:lnTo>
                  <a:lnTo>
                    <a:pt x="892" y="38100"/>
                  </a:lnTo>
                  <a:lnTo>
                    <a:pt x="1654" y="38862"/>
                  </a:lnTo>
                  <a:lnTo>
                    <a:pt x="3178" y="38862"/>
                  </a:lnTo>
                  <a:lnTo>
                    <a:pt x="3940" y="3962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6134861" y="3442716"/>
              <a:ext cx="17145" cy="46990"/>
            </a:xfrm>
            <a:custGeom>
              <a:rect b="b" l="l" r="r" t="t"/>
              <a:pathLst>
                <a:path extrusionOk="0" h="46989" w="17145">
                  <a:moveTo>
                    <a:pt x="16763" y="0"/>
                  </a:moveTo>
                  <a:lnTo>
                    <a:pt x="6857" y="38100"/>
                  </a:lnTo>
                  <a:lnTo>
                    <a:pt x="3809" y="42672"/>
                  </a:lnTo>
                  <a:lnTo>
                    <a:pt x="3047" y="44196"/>
                  </a:lnTo>
                  <a:lnTo>
                    <a:pt x="0" y="4648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" name="Google Shape;339;p3"/>
          <p:cNvGrpSpPr/>
          <p:nvPr/>
        </p:nvGrpSpPr>
        <p:grpSpPr>
          <a:xfrm>
            <a:off x="6378689" y="3390137"/>
            <a:ext cx="1069432" cy="279018"/>
            <a:chOff x="6378689" y="3390137"/>
            <a:chExt cx="1069432" cy="279018"/>
          </a:xfrm>
        </p:grpSpPr>
        <p:pic>
          <p:nvPicPr>
            <p:cNvPr id="340" name="Google Shape;340;p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378689" y="3496805"/>
              <a:ext cx="162331" cy="1104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" name="Google Shape;341;p3"/>
            <p:cNvSpPr/>
            <p:nvPr/>
          </p:nvSpPr>
          <p:spPr>
            <a:xfrm>
              <a:off x="6569964" y="3445001"/>
              <a:ext cx="83185" cy="224154"/>
            </a:xfrm>
            <a:custGeom>
              <a:rect b="b" l="l" r="r" t="t"/>
              <a:pathLst>
                <a:path extrusionOk="0" h="224154" w="83184">
                  <a:moveTo>
                    <a:pt x="0" y="0"/>
                  </a:moveTo>
                  <a:lnTo>
                    <a:pt x="5893" y="48006"/>
                  </a:lnTo>
                  <a:lnTo>
                    <a:pt x="11811" y="106679"/>
                  </a:lnTo>
                  <a:lnTo>
                    <a:pt x="13835" y="128087"/>
                  </a:lnTo>
                  <a:lnTo>
                    <a:pt x="16002" y="149352"/>
                  </a:lnTo>
                  <a:lnTo>
                    <a:pt x="17395" y="164080"/>
                  </a:lnTo>
                  <a:lnTo>
                    <a:pt x="19145" y="178593"/>
                  </a:lnTo>
                  <a:lnTo>
                    <a:pt x="21038" y="192964"/>
                  </a:lnTo>
                  <a:lnTo>
                    <a:pt x="22860" y="207264"/>
                  </a:lnTo>
                  <a:lnTo>
                    <a:pt x="23622" y="213360"/>
                  </a:lnTo>
                  <a:lnTo>
                    <a:pt x="24384" y="218694"/>
                  </a:lnTo>
                  <a:lnTo>
                    <a:pt x="25146" y="224028"/>
                  </a:lnTo>
                  <a:lnTo>
                    <a:pt x="24729" y="211252"/>
                  </a:lnTo>
                  <a:lnTo>
                    <a:pt x="23526" y="198977"/>
                  </a:lnTo>
                  <a:lnTo>
                    <a:pt x="21609" y="186844"/>
                  </a:lnTo>
                  <a:lnTo>
                    <a:pt x="19050" y="174498"/>
                  </a:lnTo>
                  <a:lnTo>
                    <a:pt x="14870" y="158722"/>
                  </a:lnTo>
                  <a:lnTo>
                    <a:pt x="10763" y="143160"/>
                  </a:lnTo>
                  <a:lnTo>
                    <a:pt x="7369" y="127456"/>
                  </a:lnTo>
                  <a:lnTo>
                    <a:pt x="5334" y="111252"/>
                  </a:lnTo>
                  <a:lnTo>
                    <a:pt x="4548" y="101310"/>
                  </a:lnTo>
                  <a:lnTo>
                    <a:pt x="5334" y="92297"/>
                  </a:lnTo>
                  <a:lnTo>
                    <a:pt x="48375" y="73449"/>
                  </a:lnTo>
                  <a:lnTo>
                    <a:pt x="58674" y="73913"/>
                  </a:lnTo>
                  <a:lnTo>
                    <a:pt x="67306" y="75033"/>
                  </a:lnTo>
                  <a:lnTo>
                    <a:pt x="74580" y="77723"/>
                  </a:lnTo>
                  <a:lnTo>
                    <a:pt x="79998" y="82700"/>
                  </a:lnTo>
                  <a:lnTo>
                    <a:pt x="83058" y="90677"/>
                  </a:lnTo>
                  <a:lnTo>
                    <a:pt x="81843" y="101405"/>
                  </a:lnTo>
                  <a:lnTo>
                    <a:pt x="76200" y="110775"/>
                  </a:lnTo>
                  <a:lnTo>
                    <a:pt x="68270" y="118860"/>
                  </a:lnTo>
                  <a:lnTo>
                    <a:pt x="60198" y="125730"/>
                  </a:lnTo>
                  <a:lnTo>
                    <a:pt x="52482" y="132611"/>
                  </a:lnTo>
                  <a:lnTo>
                    <a:pt x="44196" y="139065"/>
                  </a:lnTo>
                  <a:lnTo>
                    <a:pt x="35337" y="144375"/>
                  </a:lnTo>
                  <a:lnTo>
                    <a:pt x="25908" y="147828"/>
                  </a:lnTo>
                  <a:lnTo>
                    <a:pt x="22860" y="147828"/>
                  </a:lnTo>
                  <a:lnTo>
                    <a:pt x="22098" y="147066"/>
                  </a:lnTo>
                  <a:lnTo>
                    <a:pt x="23622" y="14325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6664452" y="3479660"/>
              <a:ext cx="124460" cy="76200"/>
            </a:xfrm>
            <a:custGeom>
              <a:rect b="b" l="l" r="r" t="t"/>
              <a:pathLst>
                <a:path extrusionOk="0" h="76200" w="124459">
                  <a:moveTo>
                    <a:pt x="0" y="11822"/>
                  </a:moveTo>
                  <a:lnTo>
                    <a:pt x="38457" y="35278"/>
                  </a:lnTo>
                  <a:lnTo>
                    <a:pt x="48006" y="68210"/>
                  </a:lnTo>
                  <a:lnTo>
                    <a:pt x="48768" y="72782"/>
                  </a:lnTo>
                  <a:lnTo>
                    <a:pt x="39624" y="74306"/>
                  </a:lnTo>
                  <a:lnTo>
                    <a:pt x="29718" y="75068"/>
                  </a:lnTo>
                  <a:lnTo>
                    <a:pt x="24384" y="69734"/>
                  </a:lnTo>
                  <a:lnTo>
                    <a:pt x="21336" y="60590"/>
                  </a:lnTo>
                  <a:lnTo>
                    <a:pt x="19800" y="51899"/>
                  </a:lnTo>
                  <a:lnTo>
                    <a:pt x="19907" y="42493"/>
                  </a:lnTo>
                  <a:lnTo>
                    <a:pt x="48089" y="6572"/>
                  </a:lnTo>
                  <a:lnTo>
                    <a:pt x="77509" y="0"/>
                  </a:lnTo>
                  <a:lnTo>
                    <a:pt x="81534" y="2678"/>
                  </a:lnTo>
                  <a:lnTo>
                    <a:pt x="82903" y="13930"/>
                  </a:lnTo>
                  <a:lnTo>
                    <a:pt x="82200" y="26396"/>
                  </a:lnTo>
                  <a:lnTo>
                    <a:pt x="80783" y="39004"/>
                  </a:lnTo>
                  <a:lnTo>
                    <a:pt x="80010" y="50684"/>
                  </a:lnTo>
                  <a:lnTo>
                    <a:pt x="80010" y="58304"/>
                  </a:lnTo>
                  <a:lnTo>
                    <a:pt x="78486" y="67448"/>
                  </a:lnTo>
                  <a:lnTo>
                    <a:pt x="85344" y="72782"/>
                  </a:lnTo>
                  <a:lnTo>
                    <a:pt x="92118" y="75747"/>
                  </a:lnTo>
                  <a:lnTo>
                    <a:pt x="100107" y="75926"/>
                  </a:lnTo>
                  <a:lnTo>
                    <a:pt x="107953" y="73961"/>
                  </a:lnTo>
                  <a:lnTo>
                    <a:pt x="114300" y="70496"/>
                  </a:lnTo>
                  <a:lnTo>
                    <a:pt x="120396" y="65162"/>
                  </a:lnTo>
                  <a:lnTo>
                    <a:pt x="121920" y="62876"/>
                  </a:lnTo>
                  <a:lnTo>
                    <a:pt x="124205" y="5754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6751320" y="3467290"/>
              <a:ext cx="47625" cy="37465"/>
            </a:xfrm>
            <a:custGeom>
              <a:rect b="b" l="l" r="r" t="t"/>
              <a:pathLst>
                <a:path extrusionOk="0" h="37464" w="47625">
                  <a:moveTo>
                    <a:pt x="1524" y="29527"/>
                  </a:moveTo>
                  <a:lnTo>
                    <a:pt x="10203" y="33873"/>
                  </a:lnTo>
                  <a:lnTo>
                    <a:pt x="18383" y="36861"/>
                  </a:lnTo>
                  <a:lnTo>
                    <a:pt x="26705" y="37135"/>
                  </a:lnTo>
                  <a:lnTo>
                    <a:pt x="35814" y="33337"/>
                  </a:lnTo>
                  <a:lnTo>
                    <a:pt x="43434" y="28003"/>
                  </a:lnTo>
                  <a:lnTo>
                    <a:pt x="46482" y="22669"/>
                  </a:lnTo>
                  <a:lnTo>
                    <a:pt x="47244" y="14287"/>
                  </a:lnTo>
                  <a:lnTo>
                    <a:pt x="47244" y="4381"/>
                  </a:lnTo>
                  <a:lnTo>
                    <a:pt x="37338" y="2095"/>
                  </a:lnTo>
                  <a:lnTo>
                    <a:pt x="28956" y="571"/>
                  </a:lnTo>
                  <a:lnTo>
                    <a:pt x="22419" y="0"/>
                  </a:lnTo>
                  <a:lnTo>
                    <a:pt x="14954" y="0"/>
                  </a:lnTo>
                  <a:lnTo>
                    <a:pt x="7631" y="1428"/>
                  </a:lnTo>
                  <a:lnTo>
                    <a:pt x="1524" y="5143"/>
                  </a:lnTo>
                  <a:lnTo>
                    <a:pt x="762" y="8191"/>
                  </a:lnTo>
                  <a:lnTo>
                    <a:pt x="0" y="8953"/>
                  </a:lnTo>
                  <a:lnTo>
                    <a:pt x="0" y="10477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6813804" y="3437381"/>
              <a:ext cx="202565" cy="129539"/>
            </a:xfrm>
            <a:custGeom>
              <a:rect b="b" l="l" r="r" t="t"/>
              <a:pathLst>
                <a:path extrusionOk="0" h="129539" w="202565">
                  <a:moveTo>
                    <a:pt x="52577" y="49529"/>
                  </a:moveTo>
                  <a:lnTo>
                    <a:pt x="51649" y="39576"/>
                  </a:lnTo>
                  <a:lnTo>
                    <a:pt x="50863" y="29336"/>
                  </a:lnTo>
                  <a:lnTo>
                    <a:pt x="49791" y="19097"/>
                  </a:lnTo>
                  <a:lnTo>
                    <a:pt x="48005" y="9143"/>
                  </a:lnTo>
                  <a:lnTo>
                    <a:pt x="45719" y="0"/>
                  </a:lnTo>
                  <a:lnTo>
                    <a:pt x="37337" y="7619"/>
                  </a:lnTo>
                  <a:lnTo>
                    <a:pt x="34289" y="11429"/>
                  </a:lnTo>
                  <a:lnTo>
                    <a:pt x="27443" y="22181"/>
                  </a:lnTo>
                  <a:lnTo>
                    <a:pt x="22383" y="35147"/>
                  </a:lnTo>
                  <a:lnTo>
                    <a:pt x="20038" y="48827"/>
                  </a:lnTo>
                  <a:lnTo>
                    <a:pt x="21335" y="61721"/>
                  </a:lnTo>
                  <a:lnTo>
                    <a:pt x="48005" y="89153"/>
                  </a:lnTo>
                  <a:lnTo>
                    <a:pt x="64007" y="96011"/>
                  </a:lnTo>
                  <a:lnTo>
                    <a:pt x="62483" y="103631"/>
                  </a:lnTo>
                  <a:lnTo>
                    <a:pt x="24645" y="124610"/>
                  </a:lnTo>
                  <a:lnTo>
                    <a:pt x="0" y="129539"/>
                  </a:lnTo>
                  <a:lnTo>
                    <a:pt x="6977" y="126813"/>
                  </a:lnTo>
                  <a:lnTo>
                    <a:pt x="14096" y="124301"/>
                  </a:lnTo>
                  <a:lnTo>
                    <a:pt x="21216" y="121931"/>
                  </a:lnTo>
                  <a:lnTo>
                    <a:pt x="28193" y="119633"/>
                  </a:lnTo>
                  <a:lnTo>
                    <a:pt x="40850" y="115335"/>
                  </a:lnTo>
                  <a:lnTo>
                    <a:pt x="76961" y="98297"/>
                  </a:lnTo>
                  <a:lnTo>
                    <a:pt x="104822" y="64650"/>
                  </a:lnTo>
                  <a:lnTo>
                    <a:pt x="92201" y="34289"/>
                  </a:lnTo>
                  <a:lnTo>
                    <a:pt x="86867" y="37337"/>
                  </a:lnTo>
                  <a:lnTo>
                    <a:pt x="74437" y="80248"/>
                  </a:lnTo>
                  <a:lnTo>
                    <a:pt x="104774" y="105441"/>
                  </a:lnTo>
                  <a:lnTo>
                    <a:pt x="139612" y="83558"/>
                  </a:lnTo>
                  <a:lnTo>
                    <a:pt x="141731" y="75437"/>
                  </a:lnTo>
                  <a:lnTo>
                    <a:pt x="141612" y="67937"/>
                  </a:lnTo>
                  <a:lnTo>
                    <a:pt x="140207" y="61150"/>
                  </a:lnTo>
                  <a:lnTo>
                    <a:pt x="137660" y="54649"/>
                  </a:lnTo>
                  <a:lnTo>
                    <a:pt x="134111" y="48005"/>
                  </a:lnTo>
                  <a:lnTo>
                    <a:pt x="131825" y="44195"/>
                  </a:lnTo>
                  <a:lnTo>
                    <a:pt x="129539" y="41909"/>
                  </a:lnTo>
                  <a:lnTo>
                    <a:pt x="129456" y="49780"/>
                  </a:lnTo>
                  <a:lnTo>
                    <a:pt x="129444" y="57435"/>
                  </a:lnTo>
                  <a:lnTo>
                    <a:pt x="129861" y="64948"/>
                  </a:lnTo>
                  <a:lnTo>
                    <a:pt x="131063" y="72389"/>
                  </a:lnTo>
                  <a:lnTo>
                    <a:pt x="132028" y="79676"/>
                  </a:lnTo>
                  <a:lnTo>
                    <a:pt x="133635" y="86677"/>
                  </a:lnTo>
                  <a:lnTo>
                    <a:pt x="135671" y="93392"/>
                  </a:lnTo>
                  <a:lnTo>
                    <a:pt x="137921" y="99821"/>
                  </a:lnTo>
                  <a:lnTo>
                    <a:pt x="138683" y="102107"/>
                  </a:lnTo>
                  <a:lnTo>
                    <a:pt x="138683" y="102869"/>
                  </a:lnTo>
                  <a:lnTo>
                    <a:pt x="139445" y="103631"/>
                  </a:lnTo>
                  <a:lnTo>
                    <a:pt x="139219" y="92773"/>
                  </a:lnTo>
                  <a:lnTo>
                    <a:pt x="138779" y="81914"/>
                  </a:lnTo>
                  <a:lnTo>
                    <a:pt x="138481" y="71056"/>
                  </a:lnTo>
                  <a:lnTo>
                    <a:pt x="159043" y="26443"/>
                  </a:lnTo>
                  <a:lnTo>
                    <a:pt x="172973" y="22859"/>
                  </a:lnTo>
                  <a:lnTo>
                    <a:pt x="181201" y="23657"/>
                  </a:lnTo>
                  <a:lnTo>
                    <a:pt x="202501" y="62198"/>
                  </a:lnTo>
                  <a:lnTo>
                    <a:pt x="201025" y="74235"/>
                  </a:lnTo>
                  <a:lnTo>
                    <a:pt x="198119" y="85343"/>
                  </a:lnTo>
                  <a:lnTo>
                    <a:pt x="196595" y="91439"/>
                  </a:lnTo>
                  <a:lnTo>
                    <a:pt x="194309" y="96011"/>
                  </a:lnTo>
                  <a:lnTo>
                    <a:pt x="193547" y="102107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7050024" y="3412235"/>
              <a:ext cx="3810" cy="102870"/>
            </a:xfrm>
            <a:custGeom>
              <a:rect b="b" l="l" r="r" t="t"/>
              <a:pathLst>
                <a:path extrusionOk="0" h="102870" w="3809">
                  <a:moveTo>
                    <a:pt x="0" y="0"/>
                  </a:moveTo>
                  <a:lnTo>
                    <a:pt x="3048" y="48006"/>
                  </a:lnTo>
                  <a:lnTo>
                    <a:pt x="3143" y="61722"/>
                  </a:lnTo>
                  <a:lnTo>
                    <a:pt x="3238" y="75438"/>
                  </a:lnTo>
                  <a:lnTo>
                    <a:pt x="3048" y="89154"/>
                  </a:lnTo>
                  <a:lnTo>
                    <a:pt x="2286" y="10287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7027164" y="3461003"/>
              <a:ext cx="57150" cy="15240"/>
            </a:xfrm>
            <a:custGeom>
              <a:rect b="b" l="l" r="r" t="t"/>
              <a:pathLst>
                <a:path extrusionOk="0" h="15239" w="57150">
                  <a:moveTo>
                    <a:pt x="0" y="15239"/>
                  </a:moveTo>
                  <a:lnTo>
                    <a:pt x="11989" y="12489"/>
                  </a:lnTo>
                  <a:lnTo>
                    <a:pt x="23907" y="9810"/>
                  </a:lnTo>
                  <a:lnTo>
                    <a:pt x="35683" y="6988"/>
                  </a:lnTo>
                  <a:lnTo>
                    <a:pt x="47244" y="3809"/>
                  </a:lnTo>
                  <a:lnTo>
                    <a:pt x="50292" y="2285"/>
                  </a:lnTo>
                  <a:lnTo>
                    <a:pt x="53340" y="1523"/>
                  </a:lnTo>
                  <a:lnTo>
                    <a:pt x="5715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7095744" y="3456431"/>
              <a:ext cx="85090" cy="70485"/>
            </a:xfrm>
            <a:custGeom>
              <a:rect b="b" l="l" r="r" t="t"/>
              <a:pathLst>
                <a:path extrusionOk="0" h="70485" w="85090">
                  <a:moveTo>
                    <a:pt x="46481" y="43434"/>
                  </a:moveTo>
                  <a:lnTo>
                    <a:pt x="45719" y="35349"/>
                  </a:lnTo>
                  <a:lnTo>
                    <a:pt x="45529" y="27908"/>
                  </a:lnTo>
                  <a:lnTo>
                    <a:pt x="45624" y="20609"/>
                  </a:lnTo>
                  <a:lnTo>
                    <a:pt x="45719" y="12954"/>
                  </a:lnTo>
                  <a:lnTo>
                    <a:pt x="45719" y="6858"/>
                  </a:lnTo>
                  <a:lnTo>
                    <a:pt x="45719" y="1524"/>
                  </a:lnTo>
                  <a:lnTo>
                    <a:pt x="38861" y="0"/>
                  </a:lnTo>
                  <a:lnTo>
                    <a:pt x="6572" y="32004"/>
                  </a:lnTo>
                  <a:lnTo>
                    <a:pt x="0" y="64008"/>
                  </a:lnTo>
                  <a:lnTo>
                    <a:pt x="2285" y="68580"/>
                  </a:lnTo>
                  <a:lnTo>
                    <a:pt x="13715" y="70104"/>
                  </a:lnTo>
                  <a:lnTo>
                    <a:pt x="22538" y="69199"/>
                  </a:lnTo>
                  <a:lnTo>
                    <a:pt x="51053" y="37147"/>
                  </a:lnTo>
                  <a:lnTo>
                    <a:pt x="54101" y="19812"/>
                  </a:lnTo>
                  <a:lnTo>
                    <a:pt x="54101" y="14478"/>
                  </a:lnTo>
                  <a:lnTo>
                    <a:pt x="54101" y="9144"/>
                  </a:lnTo>
                  <a:lnTo>
                    <a:pt x="54101" y="3810"/>
                  </a:lnTo>
                  <a:lnTo>
                    <a:pt x="54863" y="6096"/>
                  </a:lnTo>
                  <a:lnTo>
                    <a:pt x="56387" y="12192"/>
                  </a:lnTo>
                  <a:lnTo>
                    <a:pt x="57149" y="15240"/>
                  </a:lnTo>
                  <a:lnTo>
                    <a:pt x="73913" y="48768"/>
                  </a:lnTo>
                  <a:lnTo>
                    <a:pt x="76961" y="48006"/>
                  </a:lnTo>
                  <a:lnTo>
                    <a:pt x="84581" y="4876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7201281" y="3390137"/>
              <a:ext cx="7620" cy="118110"/>
            </a:xfrm>
            <a:custGeom>
              <a:rect b="b" l="l" r="r" t="t"/>
              <a:pathLst>
                <a:path extrusionOk="0" h="118110" w="7620">
                  <a:moveTo>
                    <a:pt x="2667" y="0"/>
                  </a:moveTo>
                  <a:lnTo>
                    <a:pt x="2107" y="14275"/>
                  </a:lnTo>
                  <a:lnTo>
                    <a:pt x="1619" y="28479"/>
                  </a:lnTo>
                  <a:lnTo>
                    <a:pt x="1273" y="42541"/>
                  </a:lnTo>
                  <a:lnTo>
                    <a:pt x="1143" y="56388"/>
                  </a:lnTo>
                  <a:lnTo>
                    <a:pt x="500" y="68746"/>
                  </a:lnTo>
                  <a:lnTo>
                    <a:pt x="0" y="81534"/>
                  </a:lnTo>
                  <a:lnTo>
                    <a:pt x="71" y="94321"/>
                  </a:lnTo>
                  <a:lnTo>
                    <a:pt x="1143" y="106680"/>
                  </a:lnTo>
                  <a:lnTo>
                    <a:pt x="3429" y="113538"/>
                  </a:lnTo>
                  <a:lnTo>
                    <a:pt x="3429" y="115062"/>
                  </a:lnTo>
                  <a:lnTo>
                    <a:pt x="7239" y="11811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7202424" y="3435857"/>
              <a:ext cx="72390" cy="56515"/>
            </a:xfrm>
            <a:custGeom>
              <a:rect b="b" l="l" r="r" t="t"/>
              <a:pathLst>
                <a:path extrusionOk="0" h="56514" w="72390">
                  <a:moveTo>
                    <a:pt x="0" y="22098"/>
                  </a:moveTo>
                  <a:lnTo>
                    <a:pt x="10167" y="18907"/>
                  </a:lnTo>
                  <a:lnTo>
                    <a:pt x="20193" y="16002"/>
                  </a:lnTo>
                  <a:lnTo>
                    <a:pt x="30218" y="13096"/>
                  </a:lnTo>
                  <a:lnTo>
                    <a:pt x="40386" y="9906"/>
                  </a:lnTo>
                  <a:lnTo>
                    <a:pt x="48006" y="7620"/>
                  </a:lnTo>
                  <a:lnTo>
                    <a:pt x="55626" y="3810"/>
                  </a:lnTo>
                  <a:lnTo>
                    <a:pt x="63246" y="0"/>
                  </a:lnTo>
                  <a:lnTo>
                    <a:pt x="64008" y="0"/>
                  </a:lnTo>
                  <a:lnTo>
                    <a:pt x="64008" y="6858"/>
                  </a:lnTo>
                  <a:lnTo>
                    <a:pt x="64008" y="13716"/>
                  </a:lnTo>
                  <a:lnTo>
                    <a:pt x="64008" y="20574"/>
                  </a:lnTo>
                  <a:lnTo>
                    <a:pt x="64008" y="27432"/>
                  </a:lnTo>
                  <a:lnTo>
                    <a:pt x="64769" y="35814"/>
                  </a:lnTo>
                  <a:lnTo>
                    <a:pt x="63246" y="43434"/>
                  </a:lnTo>
                  <a:lnTo>
                    <a:pt x="66294" y="51816"/>
                  </a:lnTo>
                  <a:lnTo>
                    <a:pt x="67818" y="56388"/>
                  </a:lnTo>
                  <a:lnTo>
                    <a:pt x="68580" y="54102"/>
                  </a:lnTo>
                  <a:lnTo>
                    <a:pt x="72390" y="5562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7255002" y="3396995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1" name="Google Shape;351;p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301566" y="3399269"/>
              <a:ext cx="146555" cy="1059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2" name="Google Shape;352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735751" y="3310877"/>
            <a:ext cx="157818" cy="16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053565" y="3293351"/>
            <a:ext cx="237007" cy="152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3"/>
          <p:cNvGrpSpPr/>
          <p:nvPr/>
        </p:nvGrpSpPr>
        <p:grpSpPr>
          <a:xfrm>
            <a:off x="8486108" y="3199638"/>
            <a:ext cx="521620" cy="170942"/>
            <a:chOff x="8486108" y="3199638"/>
            <a:chExt cx="521620" cy="170942"/>
          </a:xfrm>
        </p:grpSpPr>
        <p:sp>
          <p:nvSpPr>
            <p:cNvPr id="355" name="Google Shape;355;p3"/>
            <p:cNvSpPr/>
            <p:nvPr/>
          </p:nvSpPr>
          <p:spPr>
            <a:xfrm>
              <a:off x="8530280" y="3222498"/>
              <a:ext cx="5715" cy="147320"/>
            </a:xfrm>
            <a:custGeom>
              <a:rect b="b" l="l" r="r" t="t"/>
              <a:pathLst>
                <a:path extrusionOk="0" h="147320" w="5715">
                  <a:moveTo>
                    <a:pt x="1071" y="0"/>
                  </a:moveTo>
                  <a:lnTo>
                    <a:pt x="523" y="22407"/>
                  </a:lnTo>
                  <a:lnTo>
                    <a:pt x="119" y="44957"/>
                  </a:lnTo>
                  <a:lnTo>
                    <a:pt x="0" y="67508"/>
                  </a:lnTo>
                  <a:lnTo>
                    <a:pt x="309" y="89916"/>
                  </a:lnTo>
                  <a:lnTo>
                    <a:pt x="333" y="102036"/>
                  </a:lnTo>
                  <a:lnTo>
                    <a:pt x="500" y="114300"/>
                  </a:lnTo>
                  <a:lnTo>
                    <a:pt x="952" y="126563"/>
                  </a:lnTo>
                  <a:lnTo>
                    <a:pt x="1833" y="138684"/>
                  </a:lnTo>
                  <a:lnTo>
                    <a:pt x="2595" y="146304"/>
                  </a:lnTo>
                  <a:lnTo>
                    <a:pt x="3357" y="143256"/>
                  </a:lnTo>
                  <a:lnTo>
                    <a:pt x="5643" y="14706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8486108" y="3301365"/>
              <a:ext cx="69850" cy="69215"/>
            </a:xfrm>
            <a:custGeom>
              <a:rect b="b" l="l" r="r" t="t"/>
              <a:pathLst>
                <a:path extrusionOk="0" h="69214" w="69850">
                  <a:moveTo>
                    <a:pt x="42957" y="10287"/>
                  </a:moveTo>
                  <a:lnTo>
                    <a:pt x="37207" y="6381"/>
                  </a:lnTo>
                  <a:lnTo>
                    <a:pt x="31242" y="2476"/>
                  </a:lnTo>
                  <a:lnTo>
                    <a:pt x="24848" y="0"/>
                  </a:lnTo>
                  <a:lnTo>
                    <a:pt x="17811" y="381"/>
                  </a:lnTo>
                  <a:lnTo>
                    <a:pt x="0" y="39052"/>
                  </a:lnTo>
                  <a:lnTo>
                    <a:pt x="1178" y="49006"/>
                  </a:lnTo>
                  <a:lnTo>
                    <a:pt x="38433" y="69211"/>
                  </a:lnTo>
                  <a:lnTo>
                    <a:pt x="46577" y="68675"/>
                  </a:lnTo>
                  <a:lnTo>
                    <a:pt x="54435" y="67139"/>
                  </a:lnTo>
                  <a:lnTo>
                    <a:pt x="62007" y="64389"/>
                  </a:lnTo>
                  <a:lnTo>
                    <a:pt x="65055" y="62865"/>
                  </a:lnTo>
                  <a:lnTo>
                    <a:pt x="67341" y="61341"/>
                  </a:lnTo>
                  <a:lnTo>
                    <a:pt x="69627" y="59817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8562593" y="3278124"/>
              <a:ext cx="81915" cy="80010"/>
            </a:xfrm>
            <a:custGeom>
              <a:rect b="b" l="l" r="r" t="t"/>
              <a:pathLst>
                <a:path extrusionOk="0" h="80010" w="81915">
                  <a:moveTo>
                    <a:pt x="60959" y="53339"/>
                  </a:moveTo>
                  <a:lnTo>
                    <a:pt x="58912" y="45910"/>
                  </a:lnTo>
                  <a:lnTo>
                    <a:pt x="57149" y="38480"/>
                  </a:lnTo>
                  <a:lnTo>
                    <a:pt x="55387" y="31051"/>
                  </a:lnTo>
                  <a:lnTo>
                    <a:pt x="53339" y="23621"/>
                  </a:lnTo>
                  <a:lnTo>
                    <a:pt x="50137" y="15966"/>
                  </a:lnTo>
                  <a:lnTo>
                    <a:pt x="46005" y="8667"/>
                  </a:lnTo>
                  <a:lnTo>
                    <a:pt x="40588" y="2940"/>
                  </a:lnTo>
                  <a:lnTo>
                    <a:pt x="33527" y="0"/>
                  </a:lnTo>
                  <a:lnTo>
                    <a:pt x="26015" y="238"/>
                  </a:lnTo>
                  <a:lnTo>
                    <a:pt x="3524" y="35623"/>
                  </a:lnTo>
                  <a:lnTo>
                    <a:pt x="0" y="57149"/>
                  </a:lnTo>
                  <a:lnTo>
                    <a:pt x="0" y="67055"/>
                  </a:lnTo>
                  <a:lnTo>
                    <a:pt x="761" y="76961"/>
                  </a:lnTo>
                  <a:lnTo>
                    <a:pt x="12191" y="79247"/>
                  </a:lnTo>
                  <a:lnTo>
                    <a:pt x="20597" y="79950"/>
                  </a:lnTo>
                  <a:lnTo>
                    <a:pt x="28574" y="78581"/>
                  </a:lnTo>
                  <a:lnTo>
                    <a:pt x="51565" y="45553"/>
                  </a:lnTo>
                  <a:lnTo>
                    <a:pt x="48767" y="5333"/>
                  </a:lnTo>
                  <a:lnTo>
                    <a:pt x="48767" y="2285"/>
                  </a:lnTo>
                  <a:lnTo>
                    <a:pt x="48767" y="761"/>
                  </a:lnTo>
                  <a:lnTo>
                    <a:pt x="51053" y="8381"/>
                  </a:lnTo>
                  <a:lnTo>
                    <a:pt x="54101" y="15239"/>
                  </a:lnTo>
                  <a:lnTo>
                    <a:pt x="57149" y="22859"/>
                  </a:lnTo>
                  <a:lnTo>
                    <a:pt x="60578" y="30860"/>
                  </a:lnTo>
                  <a:lnTo>
                    <a:pt x="64007" y="38861"/>
                  </a:lnTo>
                  <a:lnTo>
                    <a:pt x="67436" y="46862"/>
                  </a:lnTo>
                  <a:lnTo>
                    <a:pt x="70865" y="54863"/>
                  </a:lnTo>
                  <a:lnTo>
                    <a:pt x="73913" y="61721"/>
                  </a:lnTo>
                  <a:lnTo>
                    <a:pt x="76961" y="65531"/>
                  </a:lnTo>
                  <a:lnTo>
                    <a:pt x="81533" y="6934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8648699" y="3234690"/>
              <a:ext cx="8890" cy="115570"/>
            </a:xfrm>
            <a:custGeom>
              <a:rect b="b" l="l" r="r" t="t"/>
              <a:pathLst>
                <a:path extrusionOk="0" h="115570" w="8890">
                  <a:moveTo>
                    <a:pt x="0" y="0"/>
                  </a:moveTo>
                  <a:lnTo>
                    <a:pt x="369" y="12453"/>
                  </a:lnTo>
                  <a:lnTo>
                    <a:pt x="1238" y="24764"/>
                  </a:lnTo>
                  <a:lnTo>
                    <a:pt x="2250" y="37076"/>
                  </a:lnTo>
                  <a:lnTo>
                    <a:pt x="3048" y="49530"/>
                  </a:lnTo>
                  <a:lnTo>
                    <a:pt x="3405" y="62102"/>
                  </a:lnTo>
                  <a:lnTo>
                    <a:pt x="3619" y="74676"/>
                  </a:lnTo>
                  <a:lnTo>
                    <a:pt x="4119" y="87249"/>
                  </a:lnTo>
                  <a:lnTo>
                    <a:pt x="5334" y="99822"/>
                  </a:lnTo>
                  <a:lnTo>
                    <a:pt x="6858" y="108204"/>
                  </a:lnTo>
                  <a:lnTo>
                    <a:pt x="6858" y="109728"/>
                  </a:lnTo>
                  <a:lnTo>
                    <a:pt x="8382" y="11506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8636507" y="3286506"/>
              <a:ext cx="60960" cy="20320"/>
            </a:xfrm>
            <a:custGeom>
              <a:rect b="b" l="l" r="r" t="t"/>
              <a:pathLst>
                <a:path extrusionOk="0" h="20320" w="60959">
                  <a:moveTo>
                    <a:pt x="0" y="19812"/>
                  </a:moveTo>
                  <a:lnTo>
                    <a:pt x="36325" y="6203"/>
                  </a:lnTo>
                  <a:lnTo>
                    <a:pt x="53340" y="2286"/>
                  </a:lnTo>
                  <a:lnTo>
                    <a:pt x="57150" y="762"/>
                  </a:lnTo>
                  <a:lnTo>
                    <a:pt x="6096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8696789" y="3267456"/>
              <a:ext cx="81280" cy="82550"/>
            </a:xfrm>
            <a:custGeom>
              <a:rect b="b" l="l" r="r" t="t"/>
              <a:pathLst>
                <a:path extrusionOk="0" h="82550" w="81279">
                  <a:moveTo>
                    <a:pt x="55542" y="57150"/>
                  </a:moveTo>
                  <a:lnTo>
                    <a:pt x="51863" y="49077"/>
                  </a:lnTo>
                  <a:lnTo>
                    <a:pt x="49541" y="42291"/>
                  </a:lnTo>
                  <a:lnTo>
                    <a:pt x="47934" y="35504"/>
                  </a:lnTo>
                  <a:lnTo>
                    <a:pt x="46398" y="27432"/>
                  </a:lnTo>
                  <a:lnTo>
                    <a:pt x="44874" y="19812"/>
                  </a:lnTo>
                  <a:lnTo>
                    <a:pt x="42588" y="10667"/>
                  </a:lnTo>
                  <a:lnTo>
                    <a:pt x="37254" y="4572"/>
                  </a:lnTo>
                  <a:lnTo>
                    <a:pt x="32682" y="0"/>
                  </a:lnTo>
                  <a:lnTo>
                    <a:pt x="26586" y="761"/>
                  </a:lnTo>
                  <a:lnTo>
                    <a:pt x="5250" y="42672"/>
                  </a:lnTo>
                  <a:lnTo>
                    <a:pt x="0" y="66782"/>
                  </a:lnTo>
                  <a:lnTo>
                    <a:pt x="678" y="74676"/>
                  </a:lnTo>
                  <a:lnTo>
                    <a:pt x="2964" y="82296"/>
                  </a:lnTo>
                  <a:lnTo>
                    <a:pt x="15918" y="80010"/>
                  </a:lnTo>
                  <a:lnTo>
                    <a:pt x="46398" y="51816"/>
                  </a:lnTo>
                  <a:lnTo>
                    <a:pt x="50208" y="25146"/>
                  </a:lnTo>
                  <a:lnTo>
                    <a:pt x="50208" y="22859"/>
                  </a:lnTo>
                  <a:lnTo>
                    <a:pt x="50208" y="22098"/>
                  </a:lnTo>
                  <a:lnTo>
                    <a:pt x="50208" y="21336"/>
                  </a:lnTo>
                  <a:lnTo>
                    <a:pt x="49446" y="22859"/>
                  </a:lnTo>
                  <a:lnTo>
                    <a:pt x="48684" y="28955"/>
                  </a:lnTo>
                  <a:lnTo>
                    <a:pt x="49446" y="32004"/>
                  </a:lnTo>
                  <a:lnTo>
                    <a:pt x="75354" y="62484"/>
                  </a:lnTo>
                  <a:lnTo>
                    <a:pt x="80688" y="63245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8772143" y="3237738"/>
              <a:ext cx="69850" cy="98425"/>
            </a:xfrm>
            <a:custGeom>
              <a:rect b="b" l="l" r="r" t="t"/>
              <a:pathLst>
                <a:path extrusionOk="0" h="98425" w="69850">
                  <a:moveTo>
                    <a:pt x="49529" y="3810"/>
                  </a:moveTo>
                  <a:lnTo>
                    <a:pt x="46481" y="2286"/>
                  </a:lnTo>
                  <a:lnTo>
                    <a:pt x="42671" y="1524"/>
                  </a:lnTo>
                  <a:lnTo>
                    <a:pt x="38861" y="0"/>
                  </a:lnTo>
                  <a:lnTo>
                    <a:pt x="27217" y="42326"/>
                  </a:lnTo>
                  <a:lnTo>
                    <a:pt x="27241" y="49434"/>
                  </a:lnTo>
                  <a:lnTo>
                    <a:pt x="52935" y="70294"/>
                  </a:lnTo>
                  <a:lnTo>
                    <a:pt x="59435" y="72390"/>
                  </a:lnTo>
                  <a:lnTo>
                    <a:pt x="64007" y="73914"/>
                  </a:lnTo>
                  <a:lnTo>
                    <a:pt x="65531" y="75438"/>
                  </a:lnTo>
                  <a:lnTo>
                    <a:pt x="69341" y="78486"/>
                  </a:lnTo>
                  <a:lnTo>
                    <a:pt x="65531" y="84582"/>
                  </a:lnTo>
                  <a:lnTo>
                    <a:pt x="63245" y="85344"/>
                  </a:lnTo>
                  <a:lnTo>
                    <a:pt x="55625" y="88392"/>
                  </a:lnTo>
                  <a:lnTo>
                    <a:pt x="12953" y="97536"/>
                  </a:lnTo>
                  <a:lnTo>
                    <a:pt x="6857" y="98298"/>
                  </a:lnTo>
                  <a:lnTo>
                    <a:pt x="3047" y="96774"/>
                  </a:lnTo>
                  <a:lnTo>
                    <a:pt x="0" y="9525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8863679" y="3249168"/>
              <a:ext cx="53340" cy="81915"/>
            </a:xfrm>
            <a:custGeom>
              <a:rect b="b" l="l" r="r" t="t"/>
              <a:pathLst>
                <a:path extrusionOk="0" h="81914" w="53340">
                  <a:moveTo>
                    <a:pt x="3714" y="0"/>
                  </a:moveTo>
                  <a:lnTo>
                    <a:pt x="3452" y="10620"/>
                  </a:lnTo>
                  <a:lnTo>
                    <a:pt x="2762" y="20955"/>
                  </a:lnTo>
                  <a:lnTo>
                    <a:pt x="1785" y="31289"/>
                  </a:lnTo>
                  <a:lnTo>
                    <a:pt x="666" y="41910"/>
                  </a:lnTo>
                  <a:lnTo>
                    <a:pt x="154" y="49018"/>
                  </a:lnTo>
                  <a:lnTo>
                    <a:pt x="0" y="57054"/>
                  </a:lnTo>
                  <a:lnTo>
                    <a:pt x="559" y="64948"/>
                  </a:lnTo>
                  <a:lnTo>
                    <a:pt x="2190" y="71628"/>
                  </a:lnTo>
                  <a:lnTo>
                    <a:pt x="6762" y="81534"/>
                  </a:lnTo>
                  <a:lnTo>
                    <a:pt x="14382" y="80772"/>
                  </a:lnTo>
                  <a:lnTo>
                    <a:pt x="23526" y="80772"/>
                  </a:lnTo>
                  <a:lnTo>
                    <a:pt x="32349" y="80010"/>
                  </a:lnTo>
                  <a:lnTo>
                    <a:pt x="39814" y="76961"/>
                  </a:lnTo>
                  <a:lnTo>
                    <a:pt x="46565" y="72199"/>
                  </a:lnTo>
                  <a:lnTo>
                    <a:pt x="53244" y="66293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8871203" y="3251454"/>
              <a:ext cx="39370" cy="34290"/>
            </a:xfrm>
            <a:custGeom>
              <a:rect b="b" l="l" r="r" t="t"/>
              <a:pathLst>
                <a:path extrusionOk="0" h="34289" w="39370">
                  <a:moveTo>
                    <a:pt x="0" y="32765"/>
                  </a:moveTo>
                  <a:lnTo>
                    <a:pt x="8620" y="34087"/>
                  </a:lnTo>
                  <a:lnTo>
                    <a:pt x="15811" y="34194"/>
                  </a:lnTo>
                  <a:lnTo>
                    <a:pt x="22717" y="32444"/>
                  </a:lnTo>
                  <a:lnTo>
                    <a:pt x="30480" y="28193"/>
                  </a:lnTo>
                  <a:lnTo>
                    <a:pt x="36576" y="23621"/>
                  </a:lnTo>
                  <a:lnTo>
                    <a:pt x="38862" y="20573"/>
                  </a:lnTo>
                  <a:lnTo>
                    <a:pt x="38861" y="14477"/>
                  </a:lnTo>
                  <a:lnTo>
                    <a:pt x="38861" y="7619"/>
                  </a:lnTo>
                  <a:lnTo>
                    <a:pt x="31241" y="4571"/>
                  </a:lnTo>
                  <a:lnTo>
                    <a:pt x="25145" y="2285"/>
                  </a:lnTo>
                  <a:lnTo>
                    <a:pt x="19049" y="0"/>
                  </a:lnTo>
                  <a:lnTo>
                    <a:pt x="11429" y="761"/>
                  </a:lnTo>
                  <a:lnTo>
                    <a:pt x="5333" y="761"/>
                  </a:lnTo>
                  <a:lnTo>
                    <a:pt x="3047" y="761"/>
                  </a:lnTo>
                  <a:lnTo>
                    <a:pt x="2285" y="76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8955023" y="3199638"/>
              <a:ext cx="52705" cy="129539"/>
            </a:xfrm>
            <a:custGeom>
              <a:rect b="b" l="l" r="r" t="t"/>
              <a:pathLst>
                <a:path extrusionOk="0" h="129539" w="52704">
                  <a:moveTo>
                    <a:pt x="1524" y="0"/>
                  </a:moveTo>
                  <a:lnTo>
                    <a:pt x="642" y="10858"/>
                  </a:lnTo>
                  <a:lnTo>
                    <a:pt x="190" y="21717"/>
                  </a:lnTo>
                  <a:lnTo>
                    <a:pt x="23" y="32575"/>
                  </a:lnTo>
                  <a:lnTo>
                    <a:pt x="0" y="43434"/>
                  </a:lnTo>
                  <a:lnTo>
                    <a:pt x="130" y="55423"/>
                  </a:lnTo>
                  <a:lnTo>
                    <a:pt x="476" y="67341"/>
                  </a:lnTo>
                  <a:lnTo>
                    <a:pt x="964" y="79117"/>
                  </a:lnTo>
                  <a:lnTo>
                    <a:pt x="1524" y="90678"/>
                  </a:lnTo>
                  <a:lnTo>
                    <a:pt x="1583" y="100131"/>
                  </a:lnTo>
                  <a:lnTo>
                    <a:pt x="25908" y="129540"/>
                  </a:lnTo>
                  <a:lnTo>
                    <a:pt x="32980" y="127349"/>
                  </a:lnTo>
                  <a:lnTo>
                    <a:pt x="52578" y="99059"/>
                  </a:lnTo>
                  <a:lnTo>
                    <a:pt x="52578" y="90677"/>
                  </a:lnTo>
                  <a:lnTo>
                    <a:pt x="52578" y="87630"/>
                  </a:lnTo>
                  <a:lnTo>
                    <a:pt x="49530" y="83057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8948165" y="3256026"/>
              <a:ext cx="52705" cy="6985"/>
            </a:xfrm>
            <a:custGeom>
              <a:rect b="b" l="l" r="r" t="t"/>
              <a:pathLst>
                <a:path extrusionOk="0" h="6985" w="52704">
                  <a:moveTo>
                    <a:pt x="0" y="6858"/>
                  </a:moveTo>
                  <a:lnTo>
                    <a:pt x="40386" y="2286"/>
                  </a:lnTo>
                  <a:lnTo>
                    <a:pt x="44196" y="1524"/>
                  </a:lnTo>
                  <a:lnTo>
                    <a:pt x="48768" y="762"/>
                  </a:lnTo>
                  <a:lnTo>
                    <a:pt x="52577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" name="Google Shape;366;p3"/>
          <p:cNvSpPr/>
          <p:nvPr/>
        </p:nvSpPr>
        <p:spPr>
          <a:xfrm>
            <a:off x="9073133" y="3284220"/>
            <a:ext cx="21590" cy="5715"/>
          </a:xfrm>
          <a:custGeom>
            <a:rect b="b" l="l" r="r" t="t"/>
            <a:pathLst>
              <a:path extrusionOk="0" h="5714" w="21590">
                <a:moveTo>
                  <a:pt x="21335" y="5334"/>
                </a:moveTo>
                <a:lnTo>
                  <a:pt x="9905" y="5334"/>
                </a:lnTo>
                <a:lnTo>
                  <a:pt x="6095" y="5334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7" name="Google Shape;367;p3"/>
          <p:cNvGrpSpPr/>
          <p:nvPr/>
        </p:nvGrpSpPr>
        <p:grpSpPr>
          <a:xfrm>
            <a:off x="3244583" y="2581643"/>
            <a:ext cx="618757" cy="272301"/>
            <a:chOff x="3244583" y="2581643"/>
            <a:chExt cx="618757" cy="272301"/>
          </a:xfrm>
        </p:grpSpPr>
        <p:pic>
          <p:nvPicPr>
            <p:cNvPr id="368" name="Google Shape;368;p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244583" y="2583167"/>
              <a:ext cx="358165" cy="251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624059" y="2581643"/>
              <a:ext cx="169189" cy="1463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" name="Google Shape;370;p3"/>
            <p:cNvSpPr/>
            <p:nvPr/>
          </p:nvSpPr>
          <p:spPr>
            <a:xfrm>
              <a:off x="3329940" y="2798064"/>
              <a:ext cx="437515" cy="55880"/>
            </a:xfrm>
            <a:custGeom>
              <a:rect b="b" l="l" r="r" t="t"/>
              <a:pathLst>
                <a:path extrusionOk="0" h="55880" w="437514">
                  <a:moveTo>
                    <a:pt x="0" y="55625"/>
                  </a:moveTo>
                  <a:lnTo>
                    <a:pt x="36861" y="44767"/>
                  </a:lnTo>
                  <a:lnTo>
                    <a:pt x="75438" y="39623"/>
                  </a:lnTo>
                  <a:lnTo>
                    <a:pt x="135254" y="35337"/>
                  </a:lnTo>
                  <a:lnTo>
                    <a:pt x="165234" y="33087"/>
                  </a:lnTo>
                  <a:lnTo>
                    <a:pt x="195072" y="30479"/>
                  </a:lnTo>
                  <a:lnTo>
                    <a:pt x="228088" y="27372"/>
                  </a:lnTo>
                  <a:lnTo>
                    <a:pt x="260889" y="23907"/>
                  </a:lnTo>
                  <a:lnTo>
                    <a:pt x="293548" y="20300"/>
                  </a:lnTo>
                  <a:lnTo>
                    <a:pt x="326136" y="16763"/>
                  </a:lnTo>
                  <a:lnTo>
                    <a:pt x="368808" y="13049"/>
                  </a:lnTo>
                  <a:lnTo>
                    <a:pt x="411480" y="7619"/>
                  </a:lnTo>
                  <a:lnTo>
                    <a:pt x="412242" y="6857"/>
                  </a:lnTo>
                  <a:lnTo>
                    <a:pt x="435102" y="5333"/>
                  </a:lnTo>
                  <a:lnTo>
                    <a:pt x="435864" y="3047"/>
                  </a:lnTo>
                  <a:lnTo>
                    <a:pt x="437388" y="1523"/>
                  </a:lnTo>
                  <a:lnTo>
                    <a:pt x="434340" y="1523"/>
                  </a:lnTo>
                  <a:lnTo>
                    <a:pt x="43281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3842004" y="2641854"/>
              <a:ext cx="2540" cy="24130"/>
            </a:xfrm>
            <a:custGeom>
              <a:rect b="b" l="l" r="r" t="t"/>
              <a:pathLst>
                <a:path extrusionOk="0" h="24130" w="2539">
                  <a:moveTo>
                    <a:pt x="1524" y="0"/>
                  </a:moveTo>
                  <a:lnTo>
                    <a:pt x="1524" y="9906"/>
                  </a:lnTo>
                  <a:lnTo>
                    <a:pt x="2286" y="15240"/>
                  </a:lnTo>
                  <a:lnTo>
                    <a:pt x="0" y="2362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3848100" y="2769870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2191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2191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3" name="Google Shape;373;p3"/>
          <p:cNvSpPr/>
          <p:nvPr/>
        </p:nvSpPr>
        <p:spPr>
          <a:xfrm>
            <a:off x="4168378" y="2442781"/>
            <a:ext cx="144145" cy="600710"/>
          </a:xfrm>
          <a:custGeom>
            <a:rect b="b" l="l" r="r" t="t"/>
            <a:pathLst>
              <a:path extrusionOk="0" h="600710" w="144145">
                <a:moveTo>
                  <a:pt x="114823" y="17716"/>
                </a:moveTo>
                <a:lnTo>
                  <a:pt x="111775" y="13906"/>
                </a:lnTo>
                <a:lnTo>
                  <a:pt x="110251" y="11620"/>
                </a:lnTo>
                <a:lnTo>
                  <a:pt x="104917" y="9334"/>
                </a:lnTo>
                <a:lnTo>
                  <a:pt x="62245" y="0"/>
                </a:lnTo>
                <a:lnTo>
                  <a:pt x="51006" y="761"/>
                </a:lnTo>
                <a:lnTo>
                  <a:pt x="14227" y="24241"/>
                </a:lnTo>
                <a:lnTo>
                  <a:pt x="0" y="70365"/>
                </a:lnTo>
                <a:lnTo>
                  <a:pt x="1285" y="82486"/>
                </a:lnTo>
                <a:lnTo>
                  <a:pt x="18109" y="119026"/>
                </a:lnTo>
                <a:lnTo>
                  <a:pt x="42624" y="151256"/>
                </a:lnTo>
                <a:lnTo>
                  <a:pt x="60721" y="171640"/>
                </a:lnTo>
                <a:lnTo>
                  <a:pt x="68663" y="180713"/>
                </a:lnTo>
                <a:lnTo>
                  <a:pt x="92166" y="220372"/>
                </a:lnTo>
                <a:lnTo>
                  <a:pt x="93773" y="231171"/>
                </a:lnTo>
                <a:lnTo>
                  <a:pt x="93523" y="242113"/>
                </a:lnTo>
                <a:lnTo>
                  <a:pt x="76819" y="277939"/>
                </a:lnTo>
                <a:lnTo>
                  <a:pt x="51446" y="308931"/>
                </a:lnTo>
                <a:lnTo>
                  <a:pt x="36897" y="323576"/>
                </a:lnTo>
                <a:lnTo>
                  <a:pt x="29479" y="330898"/>
                </a:lnTo>
                <a:lnTo>
                  <a:pt x="26431" y="333184"/>
                </a:lnTo>
                <a:lnTo>
                  <a:pt x="26431" y="333946"/>
                </a:lnTo>
                <a:lnTo>
                  <a:pt x="24907" y="336994"/>
                </a:lnTo>
                <a:lnTo>
                  <a:pt x="30241" y="339280"/>
                </a:lnTo>
                <a:lnTo>
                  <a:pt x="35575" y="341566"/>
                </a:lnTo>
                <a:lnTo>
                  <a:pt x="40909" y="343852"/>
                </a:lnTo>
                <a:lnTo>
                  <a:pt x="47482" y="347114"/>
                </a:lnTo>
                <a:lnTo>
                  <a:pt x="75771" y="383012"/>
                </a:lnTo>
                <a:lnTo>
                  <a:pt x="78724" y="413480"/>
                </a:lnTo>
                <a:lnTo>
                  <a:pt x="77807" y="424636"/>
                </a:lnTo>
                <a:lnTo>
                  <a:pt x="75961" y="435292"/>
                </a:lnTo>
                <a:lnTo>
                  <a:pt x="72294" y="448436"/>
                </a:lnTo>
                <a:lnTo>
                  <a:pt x="68341" y="461581"/>
                </a:lnTo>
                <a:lnTo>
                  <a:pt x="64388" y="474725"/>
                </a:lnTo>
                <a:lnTo>
                  <a:pt x="60721" y="487870"/>
                </a:lnTo>
                <a:lnTo>
                  <a:pt x="58185" y="501134"/>
                </a:lnTo>
                <a:lnTo>
                  <a:pt x="56435" y="514540"/>
                </a:lnTo>
                <a:lnTo>
                  <a:pt x="55685" y="527946"/>
                </a:lnTo>
                <a:lnTo>
                  <a:pt x="56149" y="541210"/>
                </a:lnTo>
                <a:lnTo>
                  <a:pt x="73640" y="577167"/>
                </a:lnTo>
                <a:lnTo>
                  <a:pt x="108061" y="599217"/>
                </a:lnTo>
                <a:lnTo>
                  <a:pt x="116931" y="600205"/>
                </a:lnTo>
                <a:lnTo>
                  <a:pt x="124729" y="599122"/>
                </a:lnTo>
                <a:lnTo>
                  <a:pt x="134635" y="593026"/>
                </a:lnTo>
                <a:lnTo>
                  <a:pt x="137683" y="590740"/>
                </a:lnTo>
                <a:lnTo>
                  <a:pt x="143779" y="585406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4" name="Google Shape;374;p3"/>
          <p:cNvGrpSpPr/>
          <p:nvPr/>
        </p:nvGrpSpPr>
        <p:grpSpPr>
          <a:xfrm>
            <a:off x="4427207" y="2640317"/>
            <a:ext cx="128790" cy="147841"/>
            <a:chOff x="4427207" y="2640317"/>
            <a:chExt cx="128790" cy="147841"/>
          </a:xfrm>
        </p:grpSpPr>
        <p:pic>
          <p:nvPicPr>
            <p:cNvPr id="375" name="Google Shape;375;p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427207" y="2640317"/>
              <a:ext cx="92989" cy="1112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3"/>
            <p:cNvSpPr/>
            <p:nvPr/>
          </p:nvSpPr>
          <p:spPr>
            <a:xfrm>
              <a:off x="4555997" y="2731008"/>
              <a:ext cx="0" cy="57150"/>
            </a:xfrm>
            <a:custGeom>
              <a:rect b="b" l="l" r="r" t="t"/>
              <a:pathLst>
                <a:path extrusionOk="0" h="57150" w="120000">
                  <a:moveTo>
                    <a:pt x="0" y="0"/>
                  </a:moveTo>
                  <a:lnTo>
                    <a:pt x="0" y="14287"/>
                  </a:lnTo>
                  <a:lnTo>
                    <a:pt x="0" y="28575"/>
                  </a:lnTo>
                  <a:lnTo>
                    <a:pt x="0" y="42862"/>
                  </a:lnTo>
                  <a:lnTo>
                    <a:pt x="0" y="5715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3"/>
          <p:cNvSpPr/>
          <p:nvPr/>
        </p:nvSpPr>
        <p:spPr>
          <a:xfrm>
            <a:off x="4672584" y="2716529"/>
            <a:ext cx="28575" cy="66675"/>
          </a:xfrm>
          <a:custGeom>
            <a:rect b="b" l="l" r="r" t="t"/>
            <a:pathLst>
              <a:path extrusionOk="0" h="66675" w="28575">
                <a:moveTo>
                  <a:pt x="762" y="0"/>
                </a:moveTo>
                <a:lnTo>
                  <a:pt x="28384" y="27050"/>
                </a:lnTo>
                <a:lnTo>
                  <a:pt x="27932" y="34909"/>
                </a:lnTo>
                <a:lnTo>
                  <a:pt x="5334" y="66294"/>
                </a:lnTo>
                <a:lnTo>
                  <a:pt x="2286" y="66294"/>
                </a:lnTo>
                <a:lnTo>
                  <a:pt x="1524" y="66294"/>
                </a:lnTo>
                <a:lnTo>
                  <a:pt x="0" y="66294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808969" y="2608313"/>
            <a:ext cx="80035" cy="99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936223" y="2689406"/>
            <a:ext cx="76225" cy="8885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"/>
          <p:cNvSpPr/>
          <p:nvPr/>
        </p:nvSpPr>
        <p:spPr>
          <a:xfrm>
            <a:off x="5089397" y="2721864"/>
            <a:ext cx="40005" cy="70485"/>
          </a:xfrm>
          <a:custGeom>
            <a:rect b="b" l="l" r="r" t="t"/>
            <a:pathLst>
              <a:path extrusionOk="0" h="70485" w="40004">
                <a:moveTo>
                  <a:pt x="25908" y="0"/>
                </a:moveTo>
                <a:lnTo>
                  <a:pt x="33194" y="4750"/>
                </a:lnTo>
                <a:lnTo>
                  <a:pt x="37338" y="8858"/>
                </a:lnTo>
                <a:lnTo>
                  <a:pt x="39195" y="14251"/>
                </a:lnTo>
                <a:lnTo>
                  <a:pt x="39624" y="22859"/>
                </a:lnTo>
                <a:lnTo>
                  <a:pt x="39112" y="31480"/>
                </a:lnTo>
                <a:lnTo>
                  <a:pt x="16668" y="63722"/>
                </a:lnTo>
                <a:lnTo>
                  <a:pt x="3048" y="70104"/>
                </a:lnTo>
                <a:lnTo>
                  <a:pt x="2286" y="70104"/>
                </a:lnTo>
                <a:lnTo>
                  <a:pt x="1524" y="70104"/>
                </a:lnTo>
                <a:lnTo>
                  <a:pt x="0" y="70104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"/>
          <p:cNvSpPr/>
          <p:nvPr/>
        </p:nvSpPr>
        <p:spPr>
          <a:xfrm>
            <a:off x="5359146" y="2663951"/>
            <a:ext cx="15240" cy="15240"/>
          </a:xfrm>
          <a:custGeom>
            <a:rect b="b" l="l" r="r" t="t"/>
            <a:pathLst>
              <a:path extrusionOk="0" h="15239" w="15239">
                <a:moveTo>
                  <a:pt x="0" y="3048"/>
                </a:moveTo>
                <a:lnTo>
                  <a:pt x="0" y="11430"/>
                </a:lnTo>
                <a:lnTo>
                  <a:pt x="3047" y="15240"/>
                </a:lnTo>
                <a:lnTo>
                  <a:pt x="11429" y="15240"/>
                </a:lnTo>
                <a:lnTo>
                  <a:pt x="15239" y="11430"/>
                </a:lnTo>
                <a:lnTo>
                  <a:pt x="15239" y="7620"/>
                </a:lnTo>
                <a:lnTo>
                  <a:pt x="15239" y="3048"/>
                </a:lnTo>
                <a:lnTo>
                  <a:pt x="11429" y="0"/>
                </a:lnTo>
                <a:lnTo>
                  <a:pt x="3047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"/>
          <p:cNvSpPr/>
          <p:nvPr/>
        </p:nvSpPr>
        <p:spPr>
          <a:xfrm>
            <a:off x="5497829" y="2658617"/>
            <a:ext cx="15240" cy="15240"/>
          </a:xfrm>
          <a:custGeom>
            <a:rect b="b" l="l" r="r" t="t"/>
            <a:pathLst>
              <a:path extrusionOk="0" h="15239" w="15239">
                <a:moveTo>
                  <a:pt x="0" y="3810"/>
                </a:moveTo>
                <a:lnTo>
                  <a:pt x="0" y="12192"/>
                </a:lnTo>
                <a:lnTo>
                  <a:pt x="3047" y="15240"/>
                </a:lnTo>
                <a:lnTo>
                  <a:pt x="11429" y="15240"/>
                </a:lnTo>
                <a:lnTo>
                  <a:pt x="15239" y="12192"/>
                </a:lnTo>
                <a:lnTo>
                  <a:pt x="15239" y="7620"/>
                </a:lnTo>
                <a:lnTo>
                  <a:pt x="15239" y="3810"/>
                </a:lnTo>
                <a:lnTo>
                  <a:pt x="11429" y="0"/>
                </a:lnTo>
                <a:lnTo>
                  <a:pt x="3047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"/>
          <p:cNvSpPr/>
          <p:nvPr/>
        </p:nvSpPr>
        <p:spPr>
          <a:xfrm>
            <a:off x="5596128" y="2654807"/>
            <a:ext cx="15240" cy="15240"/>
          </a:xfrm>
          <a:custGeom>
            <a:rect b="b" l="l" r="r" t="t"/>
            <a:pathLst>
              <a:path extrusionOk="0" h="15239" w="15239">
                <a:moveTo>
                  <a:pt x="0" y="3048"/>
                </a:moveTo>
                <a:lnTo>
                  <a:pt x="0" y="11430"/>
                </a:lnTo>
                <a:lnTo>
                  <a:pt x="3809" y="15240"/>
                </a:lnTo>
                <a:lnTo>
                  <a:pt x="12191" y="15240"/>
                </a:lnTo>
                <a:lnTo>
                  <a:pt x="15239" y="11430"/>
                </a:lnTo>
                <a:lnTo>
                  <a:pt x="15239" y="7620"/>
                </a:lnTo>
                <a:lnTo>
                  <a:pt x="15239" y="3048"/>
                </a:lnTo>
                <a:lnTo>
                  <a:pt x="12191" y="0"/>
                </a:lnTo>
                <a:lnTo>
                  <a:pt x="3809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"/>
          <p:cNvSpPr/>
          <p:nvPr/>
        </p:nvSpPr>
        <p:spPr>
          <a:xfrm>
            <a:off x="5683758" y="2648711"/>
            <a:ext cx="15240" cy="15240"/>
          </a:xfrm>
          <a:custGeom>
            <a:rect b="b" l="l" r="r" t="t"/>
            <a:pathLst>
              <a:path extrusionOk="0" h="15239" w="15239">
                <a:moveTo>
                  <a:pt x="0" y="3810"/>
                </a:moveTo>
                <a:lnTo>
                  <a:pt x="0" y="12192"/>
                </a:lnTo>
                <a:lnTo>
                  <a:pt x="3047" y="15240"/>
                </a:lnTo>
                <a:lnTo>
                  <a:pt x="11429" y="15240"/>
                </a:lnTo>
                <a:lnTo>
                  <a:pt x="15239" y="12192"/>
                </a:lnTo>
                <a:lnTo>
                  <a:pt x="15239" y="7620"/>
                </a:lnTo>
                <a:lnTo>
                  <a:pt x="15239" y="3810"/>
                </a:lnTo>
                <a:lnTo>
                  <a:pt x="11429" y="0"/>
                </a:lnTo>
                <a:lnTo>
                  <a:pt x="3047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935967" y="2676893"/>
            <a:ext cx="64188" cy="9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115037" y="2532875"/>
            <a:ext cx="104419" cy="140233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"/>
          <p:cNvSpPr/>
          <p:nvPr/>
        </p:nvSpPr>
        <p:spPr>
          <a:xfrm>
            <a:off x="6278879" y="2644139"/>
            <a:ext cx="55244" cy="43180"/>
          </a:xfrm>
          <a:custGeom>
            <a:rect b="b" l="l" r="r" t="t"/>
            <a:pathLst>
              <a:path extrusionOk="0" h="43180" w="55245">
                <a:moveTo>
                  <a:pt x="0" y="3048"/>
                </a:moveTo>
                <a:lnTo>
                  <a:pt x="1381" y="9906"/>
                </a:lnTo>
                <a:lnTo>
                  <a:pt x="3048" y="16764"/>
                </a:lnTo>
                <a:lnTo>
                  <a:pt x="4714" y="23622"/>
                </a:lnTo>
                <a:lnTo>
                  <a:pt x="6096" y="30480"/>
                </a:lnTo>
                <a:lnTo>
                  <a:pt x="6096" y="33528"/>
                </a:lnTo>
                <a:lnTo>
                  <a:pt x="6858" y="35814"/>
                </a:lnTo>
                <a:lnTo>
                  <a:pt x="7620" y="38862"/>
                </a:lnTo>
                <a:lnTo>
                  <a:pt x="7620" y="38100"/>
                </a:lnTo>
                <a:lnTo>
                  <a:pt x="7620" y="37338"/>
                </a:lnTo>
                <a:lnTo>
                  <a:pt x="4572" y="33528"/>
                </a:lnTo>
                <a:lnTo>
                  <a:pt x="3048" y="28956"/>
                </a:lnTo>
                <a:lnTo>
                  <a:pt x="2286" y="23622"/>
                </a:lnTo>
                <a:lnTo>
                  <a:pt x="2286" y="16764"/>
                </a:lnTo>
                <a:lnTo>
                  <a:pt x="1524" y="10668"/>
                </a:lnTo>
                <a:lnTo>
                  <a:pt x="6096" y="6096"/>
                </a:lnTo>
                <a:lnTo>
                  <a:pt x="12192" y="762"/>
                </a:lnTo>
                <a:lnTo>
                  <a:pt x="18288" y="0"/>
                </a:lnTo>
                <a:lnTo>
                  <a:pt x="26670" y="0"/>
                </a:lnTo>
                <a:lnTo>
                  <a:pt x="35052" y="0"/>
                </a:lnTo>
                <a:lnTo>
                  <a:pt x="40386" y="762"/>
                </a:lnTo>
                <a:lnTo>
                  <a:pt x="47244" y="6858"/>
                </a:lnTo>
                <a:lnTo>
                  <a:pt x="51816" y="11430"/>
                </a:lnTo>
                <a:lnTo>
                  <a:pt x="53340" y="17526"/>
                </a:lnTo>
                <a:lnTo>
                  <a:pt x="53340" y="23622"/>
                </a:lnTo>
                <a:lnTo>
                  <a:pt x="53340" y="29718"/>
                </a:lnTo>
                <a:lnTo>
                  <a:pt x="52578" y="38862"/>
                </a:lnTo>
                <a:lnTo>
                  <a:pt x="54864" y="42672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"/>
          <p:cNvSpPr/>
          <p:nvPr/>
        </p:nvSpPr>
        <p:spPr>
          <a:xfrm>
            <a:off x="6398252" y="2382202"/>
            <a:ext cx="182245" cy="480059"/>
          </a:xfrm>
          <a:custGeom>
            <a:rect b="b" l="l" r="r" t="t"/>
            <a:pathLst>
              <a:path extrusionOk="0" h="480060" w="182245">
                <a:moveTo>
                  <a:pt x="261" y="26479"/>
                </a:moveTo>
                <a:lnTo>
                  <a:pt x="27027" y="0"/>
                </a:lnTo>
                <a:lnTo>
                  <a:pt x="35468" y="71"/>
                </a:lnTo>
                <a:lnTo>
                  <a:pt x="77771" y="11287"/>
                </a:lnTo>
                <a:lnTo>
                  <a:pt x="112430" y="43160"/>
                </a:lnTo>
                <a:lnTo>
                  <a:pt x="120943" y="84391"/>
                </a:lnTo>
                <a:lnTo>
                  <a:pt x="120812" y="99679"/>
                </a:lnTo>
                <a:lnTo>
                  <a:pt x="119895" y="114109"/>
                </a:lnTo>
                <a:lnTo>
                  <a:pt x="118276" y="131016"/>
                </a:lnTo>
                <a:lnTo>
                  <a:pt x="116085" y="147637"/>
                </a:lnTo>
                <a:lnTo>
                  <a:pt x="113895" y="164258"/>
                </a:lnTo>
                <a:lnTo>
                  <a:pt x="112275" y="181165"/>
                </a:lnTo>
                <a:lnTo>
                  <a:pt x="111775" y="195119"/>
                </a:lnTo>
                <a:lnTo>
                  <a:pt x="111704" y="209359"/>
                </a:lnTo>
                <a:lnTo>
                  <a:pt x="112490" y="223599"/>
                </a:lnTo>
                <a:lnTo>
                  <a:pt x="123991" y="266592"/>
                </a:lnTo>
                <a:lnTo>
                  <a:pt x="151137" y="286321"/>
                </a:lnTo>
                <a:lnTo>
                  <a:pt x="158757" y="287083"/>
                </a:lnTo>
                <a:lnTo>
                  <a:pt x="167139" y="287083"/>
                </a:lnTo>
                <a:lnTo>
                  <a:pt x="174759" y="283273"/>
                </a:lnTo>
                <a:lnTo>
                  <a:pt x="177045" y="282511"/>
                </a:lnTo>
                <a:lnTo>
                  <a:pt x="179331" y="280225"/>
                </a:lnTo>
                <a:lnTo>
                  <a:pt x="181617" y="279463"/>
                </a:lnTo>
                <a:lnTo>
                  <a:pt x="176283" y="283273"/>
                </a:lnTo>
                <a:lnTo>
                  <a:pt x="171711" y="287083"/>
                </a:lnTo>
                <a:lnTo>
                  <a:pt x="167901" y="292417"/>
                </a:lnTo>
                <a:lnTo>
                  <a:pt x="160758" y="302073"/>
                </a:lnTo>
                <a:lnTo>
                  <a:pt x="155328" y="311943"/>
                </a:lnTo>
                <a:lnTo>
                  <a:pt x="151614" y="322528"/>
                </a:lnTo>
                <a:lnTo>
                  <a:pt x="149613" y="334327"/>
                </a:lnTo>
                <a:lnTo>
                  <a:pt x="149185" y="344173"/>
                </a:lnTo>
                <a:lnTo>
                  <a:pt x="149042" y="354234"/>
                </a:lnTo>
                <a:lnTo>
                  <a:pt x="149185" y="364438"/>
                </a:lnTo>
                <a:lnTo>
                  <a:pt x="149613" y="374713"/>
                </a:lnTo>
                <a:lnTo>
                  <a:pt x="150304" y="383988"/>
                </a:lnTo>
                <a:lnTo>
                  <a:pt x="151137" y="393477"/>
                </a:lnTo>
                <a:lnTo>
                  <a:pt x="151971" y="403109"/>
                </a:lnTo>
                <a:lnTo>
                  <a:pt x="152661" y="412813"/>
                </a:lnTo>
                <a:lnTo>
                  <a:pt x="152626" y="421374"/>
                </a:lnTo>
                <a:lnTo>
                  <a:pt x="152376" y="429863"/>
                </a:lnTo>
                <a:lnTo>
                  <a:pt x="141231" y="469201"/>
                </a:lnTo>
                <a:lnTo>
                  <a:pt x="112966" y="479512"/>
                </a:lnTo>
                <a:lnTo>
                  <a:pt x="104655" y="479488"/>
                </a:lnTo>
                <a:lnTo>
                  <a:pt x="59388" y="467189"/>
                </a:lnTo>
                <a:lnTo>
                  <a:pt x="49791" y="463867"/>
                </a:lnTo>
                <a:lnTo>
                  <a:pt x="42171" y="462343"/>
                </a:lnTo>
                <a:lnTo>
                  <a:pt x="41409" y="461581"/>
                </a:lnTo>
                <a:lnTo>
                  <a:pt x="37599" y="454723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411961" y="2446769"/>
            <a:ext cx="128803" cy="130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659611" y="2436256"/>
            <a:ext cx="95275" cy="135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849349" y="2379225"/>
            <a:ext cx="156235" cy="15977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"/>
          <p:cNvSpPr/>
          <p:nvPr/>
        </p:nvSpPr>
        <p:spPr>
          <a:xfrm>
            <a:off x="7736585" y="4541329"/>
            <a:ext cx="102235" cy="379095"/>
          </a:xfrm>
          <a:custGeom>
            <a:rect b="b" l="l" r="r" t="t"/>
            <a:pathLst>
              <a:path extrusionOk="0" h="379095" w="102234">
                <a:moveTo>
                  <a:pt x="83057" y="4000"/>
                </a:moveTo>
                <a:lnTo>
                  <a:pt x="44195" y="190"/>
                </a:lnTo>
                <a:lnTo>
                  <a:pt x="22097" y="0"/>
                </a:lnTo>
                <a:lnTo>
                  <a:pt x="10977" y="190"/>
                </a:lnTo>
                <a:lnTo>
                  <a:pt x="0" y="952"/>
                </a:lnTo>
                <a:lnTo>
                  <a:pt x="35" y="7572"/>
                </a:lnTo>
                <a:lnTo>
                  <a:pt x="285" y="13906"/>
                </a:lnTo>
                <a:lnTo>
                  <a:pt x="964" y="20240"/>
                </a:lnTo>
                <a:lnTo>
                  <a:pt x="2285" y="26860"/>
                </a:lnTo>
                <a:lnTo>
                  <a:pt x="6572" y="44588"/>
                </a:lnTo>
                <a:lnTo>
                  <a:pt x="10286" y="62388"/>
                </a:lnTo>
                <a:lnTo>
                  <a:pt x="13430" y="80331"/>
                </a:lnTo>
                <a:lnTo>
                  <a:pt x="16001" y="98488"/>
                </a:lnTo>
                <a:lnTo>
                  <a:pt x="19490" y="121360"/>
                </a:lnTo>
                <a:lnTo>
                  <a:pt x="24467" y="167389"/>
                </a:lnTo>
                <a:lnTo>
                  <a:pt x="28229" y="211847"/>
                </a:lnTo>
                <a:lnTo>
                  <a:pt x="30206" y="254448"/>
                </a:lnTo>
                <a:lnTo>
                  <a:pt x="30599" y="292048"/>
                </a:lnTo>
                <a:lnTo>
                  <a:pt x="30860" y="308133"/>
                </a:lnTo>
                <a:lnTo>
                  <a:pt x="31122" y="324361"/>
                </a:lnTo>
                <a:lnTo>
                  <a:pt x="31241" y="340804"/>
                </a:lnTo>
                <a:lnTo>
                  <a:pt x="30646" y="348912"/>
                </a:lnTo>
                <a:lnTo>
                  <a:pt x="29908" y="357092"/>
                </a:lnTo>
                <a:lnTo>
                  <a:pt x="28884" y="365128"/>
                </a:lnTo>
                <a:lnTo>
                  <a:pt x="27431" y="372808"/>
                </a:lnTo>
                <a:lnTo>
                  <a:pt x="26669" y="375856"/>
                </a:lnTo>
                <a:lnTo>
                  <a:pt x="26669" y="376618"/>
                </a:lnTo>
                <a:lnTo>
                  <a:pt x="26669" y="378904"/>
                </a:lnTo>
                <a:lnTo>
                  <a:pt x="32765" y="378904"/>
                </a:lnTo>
                <a:lnTo>
                  <a:pt x="38861" y="378904"/>
                </a:lnTo>
                <a:lnTo>
                  <a:pt x="84581" y="363664"/>
                </a:lnTo>
                <a:lnTo>
                  <a:pt x="93725" y="361378"/>
                </a:lnTo>
                <a:lnTo>
                  <a:pt x="96773" y="360616"/>
                </a:lnTo>
                <a:lnTo>
                  <a:pt x="102107" y="35833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895831" y="4530839"/>
            <a:ext cx="86893" cy="1044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p3"/>
          <p:cNvGrpSpPr/>
          <p:nvPr/>
        </p:nvGrpSpPr>
        <p:grpSpPr>
          <a:xfrm>
            <a:off x="7868399" y="4493371"/>
            <a:ext cx="364630" cy="355600"/>
            <a:chOff x="7868399" y="4493371"/>
            <a:chExt cx="364630" cy="355600"/>
          </a:xfrm>
        </p:grpSpPr>
        <p:pic>
          <p:nvPicPr>
            <p:cNvPr id="395" name="Google Shape;395;p3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7868399" y="4754581"/>
              <a:ext cx="170700" cy="80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3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8059661" y="4723625"/>
              <a:ext cx="68605" cy="929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7" name="Google Shape;397;p3"/>
            <p:cNvSpPr/>
            <p:nvPr/>
          </p:nvSpPr>
          <p:spPr>
            <a:xfrm>
              <a:off x="8124444" y="4493371"/>
              <a:ext cx="108585" cy="355600"/>
            </a:xfrm>
            <a:custGeom>
              <a:rect b="b" l="l" r="r" t="t"/>
              <a:pathLst>
                <a:path extrusionOk="0" h="355600" w="108584">
                  <a:moveTo>
                    <a:pt x="0" y="7762"/>
                  </a:moveTo>
                  <a:lnTo>
                    <a:pt x="44958" y="4714"/>
                  </a:lnTo>
                  <a:lnTo>
                    <a:pt x="69723" y="904"/>
                  </a:lnTo>
                  <a:lnTo>
                    <a:pt x="82891" y="0"/>
                  </a:lnTo>
                  <a:lnTo>
                    <a:pt x="94488" y="1666"/>
                  </a:lnTo>
                  <a:lnTo>
                    <a:pt x="98738" y="5810"/>
                  </a:lnTo>
                  <a:lnTo>
                    <a:pt x="99917" y="13096"/>
                  </a:lnTo>
                  <a:lnTo>
                    <a:pt x="99524" y="20954"/>
                  </a:lnTo>
                  <a:lnTo>
                    <a:pt x="99060" y="26812"/>
                  </a:lnTo>
                  <a:lnTo>
                    <a:pt x="98202" y="50256"/>
                  </a:lnTo>
                  <a:lnTo>
                    <a:pt x="96202" y="73771"/>
                  </a:lnTo>
                  <a:lnTo>
                    <a:pt x="93916" y="97428"/>
                  </a:lnTo>
                  <a:lnTo>
                    <a:pt x="92202" y="121300"/>
                  </a:lnTo>
                  <a:lnTo>
                    <a:pt x="91368" y="142553"/>
                  </a:lnTo>
                  <a:lnTo>
                    <a:pt x="91249" y="163877"/>
                  </a:lnTo>
                  <a:lnTo>
                    <a:pt x="91987" y="185058"/>
                  </a:lnTo>
                  <a:lnTo>
                    <a:pt x="93726" y="205882"/>
                  </a:lnTo>
                  <a:lnTo>
                    <a:pt x="96059" y="223920"/>
                  </a:lnTo>
                  <a:lnTo>
                    <a:pt x="99250" y="241601"/>
                  </a:lnTo>
                  <a:lnTo>
                    <a:pt x="102727" y="259139"/>
                  </a:lnTo>
                  <a:lnTo>
                    <a:pt x="105918" y="276748"/>
                  </a:lnTo>
                  <a:lnTo>
                    <a:pt x="107013" y="284987"/>
                  </a:lnTo>
                  <a:lnTo>
                    <a:pt x="107823" y="293512"/>
                  </a:lnTo>
                  <a:lnTo>
                    <a:pt x="108061" y="302037"/>
                  </a:lnTo>
                  <a:lnTo>
                    <a:pt x="107442" y="310276"/>
                  </a:lnTo>
                  <a:lnTo>
                    <a:pt x="82784" y="339982"/>
                  </a:lnTo>
                  <a:lnTo>
                    <a:pt x="50339" y="354972"/>
                  </a:lnTo>
                  <a:lnTo>
                    <a:pt x="44005" y="354282"/>
                  </a:lnTo>
                  <a:lnTo>
                    <a:pt x="38528" y="351020"/>
                  </a:lnTo>
                  <a:lnTo>
                    <a:pt x="32766" y="34532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3"/>
          <p:cNvSpPr/>
          <p:nvPr/>
        </p:nvSpPr>
        <p:spPr>
          <a:xfrm>
            <a:off x="8374380" y="4361842"/>
            <a:ext cx="193040" cy="623570"/>
          </a:xfrm>
          <a:custGeom>
            <a:rect b="b" l="l" r="r" t="t"/>
            <a:pathLst>
              <a:path extrusionOk="0" h="623570" w="193040">
                <a:moveTo>
                  <a:pt x="20574" y="15847"/>
                </a:moveTo>
                <a:lnTo>
                  <a:pt x="64674" y="0"/>
                </a:lnTo>
                <a:lnTo>
                  <a:pt x="74676" y="892"/>
                </a:lnTo>
                <a:lnTo>
                  <a:pt x="107823" y="32896"/>
                </a:lnTo>
                <a:lnTo>
                  <a:pt x="115014" y="79152"/>
                </a:lnTo>
                <a:lnTo>
                  <a:pt x="115062" y="98619"/>
                </a:lnTo>
                <a:lnTo>
                  <a:pt x="113966" y="118229"/>
                </a:lnTo>
                <a:lnTo>
                  <a:pt x="112014" y="137767"/>
                </a:lnTo>
                <a:lnTo>
                  <a:pt x="108954" y="159603"/>
                </a:lnTo>
                <a:lnTo>
                  <a:pt x="105822" y="181582"/>
                </a:lnTo>
                <a:lnTo>
                  <a:pt x="103120" y="203561"/>
                </a:lnTo>
                <a:lnTo>
                  <a:pt x="101346" y="225397"/>
                </a:lnTo>
                <a:lnTo>
                  <a:pt x="99881" y="249412"/>
                </a:lnTo>
                <a:lnTo>
                  <a:pt x="99345" y="274069"/>
                </a:lnTo>
                <a:lnTo>
                  <a:pt x="100381" y="298584"/>
                </a:lnTo>
                <a:lnTo>
                  <a:pt x="111537" y="345888"/>
                </a:lnTo>
                <a:lnTo>
                  <a:pt x="136017" y="381607"/>
                </a:lnTo>
                <a:lnTo>
                  <a:pt x="169306" y="400752"/>
                </a:lnTo>
                <a:lnTo>
                  <a:pt x="181356" y="402943"/>
                </a:lnTo>
                <a:lnTo>
                  <a:pt x="186690" y="402181"/>
                </a:lnTo>
                <a:lnTo>
                  <a:pt x="192786" y="402181"/>
                </a:lnTo>
                <a:lnTo>
                  <a:pt x="185928" y="405991"/>
                </a:lnTo>
                <a:lnTo>
                  <a:pt x="179832" y="409039"/>
                </a:lnTo>
                <a:lnTo>
                  <a:pt x="173736" y="412849"/>
                </a:lnTo>
                <a:lnTo>
                  <a:pt x="138267" y="437066"/>
                </a:lnTo>
                <a:lnTo>
                  <a:pt x="106358" y="472630"/>
                </a:lnTo>
                <a:lnTo>
                  <a:pt x="103632" y="483715"/>
                </a:lnTo>
                <a:lnTo>
                  <a:pt x="103870" y="493835"/>
                </a:lnTo>
                <a:lnTo>
                  <a:pt x="116895" y="532614"/>
                </a:lnTo>
                <a:lnTo>
                  <a:pt x="121920" y="544389"/>
                </a:lnTo>
                <a:lnTo>
                  <a:pt x="126372" y="556307"/>
                </a:lnTo>
                <a:lnTo>
                  <a:pt x="129540" y="568297"/>
                </a:lnTo>
                <a:lnTo>
                  <a:pt x="130302" y="575155"/>
                </a:lnTo>
                <a:lnTo>
                  <a:pt x="131064" y="586585"/>
                </a:lnTo>
                <a:lnTo>
                  <a:pt x="129540" y="593443"/>
                </a:lnTo>
                <a:lnTo>
                  <a:pt x="97619" y="620518"/>
                </a:lnTo>
                <a:lnTo>
                  <a:pt x="73247" y="623065"/>
                </a:lnTo>
                <a:lnTo>
                  <a:pt x="64115" y="622815"/>
                </a:lnTo>
                <a:lnTo>
                  <a:pt x="23622" y="607921"/>
                </a:lnTo>
                <a:lnTo>
                  <a:pt x="17168" y="604420"/>
                </a:lnTo>
                <a:lnTo>
                  <a:pt x="10858" y="600491"/>
                </a:lnTo>
                <a:lnTo>
                  <a:pt x="5405" y="595705"/>
                </a:lnTo>
                <a:lnTo>
                  <a:pt x="1524" y="589633"/>
                </a:lnTo>
                <a:lnTo>
                  <a:pt x="762" y="584299"/>
                </a:lnTo>
                <a:lnTo>
                  <a:pt x="0" y="582775"/>
                </a:lnTo>
                <a:lnTo>
                  <a:pt x="762" y="578965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9" name="Google Shape;399;p3"/>
          <p:cNvGrpSpPr/>
          <p:nvPr/>
        </p:nvGrpSpPr>
        <p:grpSpPr>
          <a:xfrm>
            <a:off x="3706355" y="5655551"/>
            <a:ext cx="781952" cy="296049"/>
            <a:chOff x="3706355" y="5655551"/>
            <a:chExt cx="781952" cy="296049"/>
          </a:xfrm>
        </p:grpSpPr>
        <p:pic>
          <p:nvPicPr>
            <p:cNvPr id="400" name="Google Shape;400;p3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3706355" y="5690603"/>
              <a:ext cx="108229" cy="1669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" name="Google Shape;401;p3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3838181" y="5706700"/>
              <a:ext cx="166141" cy="12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p3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4036301" y="5655551"/>
              <a:ext cx="241591" cy="1746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3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4299631" y="5705843"/>
              <a:ext cx="73903" cy="1326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"/>
            <p:cNvSpPr/>
            <p:nvPr/>
          </p:nvSpPr>
          <p:spPr>
            <a:xfrm>
              <a:off x="3874769" y="5862065"/>
              <a:ext cx="584835" cy="89535"/>
            </a:xfrm>
            <a:custGeom>
              <a:rect b="b" l="l" r="r" t="t"/>
              <a:pathLst>
                <a:path extrusionOk="0" h="89535" w="584835">
                  <a:moveTo>
                    <a:pt x="0" y="89154"/>
                  </a:moveTo>
                  <a:lnTo>
                    <a:pt x="18037" y="85915"/>
                  </a:lnTo>
                  <a:lnTo>
                    <a:pt x="35718" y="82105"/>
                  </a:lnTo>
                  <a:lnTo>
                    <a:pt x="53256" y="78009"/>
                  </a:lnTo>
                  <a:lnTo>
                    <a:pt x="70866" y="73914"/>
                  </a:lnTo>
                  <a:lnTo>
                    <a:pt x="137922" y="61245"/>
                  </a:lnTo>
                  <a:lnTo>
                    <a:pt x="204978" y="50292"/>
                  </a:lnTo>
                  <a:lnTo>
                    <a:pt x="246828" y="44862"/>
                  </a:lnTo>
                  <a:lnTo>
                    <a:pt x="288893" y="40005"/>
                  </a:lnTo>
                  <a:lnTo>
                    <a:pt x="331100" y="35718"/>
                  </a:lnTo>
                  <a:lnTo>
                    <a:pt x="373380" y="32004"/>
                  </a:lnTo>
                  <a:lnTo>
                    <a:pt x="408360" y="28658"/>
                  </a:lnTo>
                  <a:lnTo>
                    <a:pt x="478607" y="21395"/>
                  </a:lnTo>
                  <a:lnTo>
                    <a:pt x="530161" y="14192"/>
                  </a:lnTo>
                  <a:lnTo>
                    <a:pt x="579882" y="3048"/>
                  </a:lnTo>
                  <a:lnTo>
                    <a:pt x="582930" y="2286"/>
                  </a:lnTo>
                  <a:lnTo>
                    <a:pt x="584454" y="3048"/>
                  </a:lnTo>
                  <a:lnTo>
                    <a:pt x="584454" y="1524"/>
                  </a:lnTo>
                  <a:lnTo>
                    <a:pt x="577143" y="1393"/>
                  </a:lnTo>
                  <a:lnTo>
                    <a:pt x="569976" y="1047"/>
                  </a:lnTo>
                  <a:lnTo>
                    <a:pt x="562808" y="559"/>
                  </a:lnTo>
                  <a:lnTo>
                    <a:pt x="55549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4447032" y="5737097"/>
              <a:ext cx="41275" cy="120650"/>
            </a:xfrm>
            <a:custGeom>
              <a:rect b="b" l="l" r="r" t="t"/>
              <a:pathLst>
                <a:path extrusionOk="0" h="120650" w="41275">
                  <a:moveTo>
                    <a:pt x="15240" y="3810"/>
                  </a:move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close/>
                </a:path>
                <a:path extrusionOk="0" h="120650" w="41275">
                  <a:moveTo>
                    <a:pt x="41148" y="108966"/>
                  </a:moveTo>
                  <a:lnTo>
                    <a:pt x="37338" y="105156"/>
                  </a:lnTo>
                  <a:lnTo>
                    <a:pt x="28956" y="105156"/>
                  </a:lnTo>
                  <a:lnTo>
                    <a:pt x="25908" y="108966"/>
                  </a:lnTo>
                  <a:lnTo>
                    <a:pt x="25908" y="117348"/>
                  </a:lnTo>
                  <a:lnTo>
                    <a:pt x="28956" y="120396"/>
                  </a:lnTo>
                  <a:lnTo>
                    <a:pt x="37338" y="120396"/>
                  </a:lnTo>
                  <a:lnTo>
                    <a:pt x="41148" y="117348"/>
                  </a:lnTo>
                  <a:lnTo>
                    <a:pt x="41148" y="112776"/>
                  </a:lnTo>
                  <a:lnTo>
                    <a:pt x="41148" y="108966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3"/>
          <p:cNvGrpSpPr/>
          <p:nvPr/>
        </p:nvGrpSpPr>
        <p:grpSpPr>
          <a:xfrm>
            <a:off x="4845545" y="5683745"/>
            <a:ext cx="320827" cy="169951"/>
            <a:chOff x="4845545" y="5683745"/>
            <a:chExt cx="320827" cy="169951"/>
          </a:xfrm>
        </p:grpSpPr>
        <p:pic>
          <p:nvPicPr>
            <p:cNvPr id="407" name="Google Shape;407;p3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4845545" y="5683745"/>
              <a:ext cx="111277" cy="1699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"/>
            <p:cNvSpPr/>
            <p:nvPr/>
          </p:nvSpPr>
          <p:spPr>
            <a:xfrm>
              <a:off x="4985646" y="5750052"/>
              <a:ext cx="43815" cy="86360"/>
            </a:xfrm>
            <a:custGeom>
              <a:rect b="b" l="l" r="r" t="t"/>
              <a:pathLst>
                <a:path extrusionOk="0" h="86360" w="43814">
                  <a:moveTo>
                    <a:pt x="6215" y="13716"/>
                  </a:moveTo>
                  <a:lnTo>
                    <a:pt x="2905" y="24300"/>
                  </a:lnTo>
                  <a:lnTo>
                    <a:pt x="881" y="33242"/>
                  </a:lnTo>
                  <a:lnTo>
                    <a:pt x="0" y="42326"/>
                  </a:lnTo>
                  <a:lnTo>
                    <a:pt x="119" y="53340"/>
                  </a:lnTo>
                  <a:lnTo>
                    <a:pt x="20693" y="86106"/>
                  </a:lnTo>
                  <a:lnTo>
                    <a:pt x="25265" y="82296"/>
                  </a:lnTo>
                  <a:lnTo>
                    <a:pt x="43481" y="44660"/>
                  </a:lnTo>
                  <a:lnTo>
                    <a:pt x="43362" y="35909"/>
                  </a:lnTo>
                  <a:lnTo>
                    <a:pt x="22217" y="1524"/>
                  </a:lnTo>
                  <a:lnTo>
                    <a:pt x="18407" y="0"/>
                  </a:lnTo>
                  <a:lnTo>
                    <a:pt x="15359" y="762"/>
                  </a:lnTo>
                  <a:lnTo>
                    <a:pt x="12311" y="152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9" name="Google Shape;409;p3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5058905" y="5703557"/>
              <a:ext cx="107467" cy="11889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0" name="Google Shape;410;p3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5445048" y="5702033"/>
            <a:ext cx="350926" cy="211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1" name="Google Shape;411;p3"/>
          <p:cNvGrpSpPr/>
          <p:nvPr/>
        </p:nvGrpSpPr>
        <p:grpSpPr>
          <a:xfrm>
            <a:off x="6063983" y="5628881"/>
            <a:ext cx="661441" cy="177571"/>
            <a:chOff x="6063983" y="5628881"/>
            <a:chExt cx="661441" cy="177571"/>
          </a:xfrm>
        </p:grpSpPr>
        <p:pic>
          <p:nvPicPr>
            <p:cNvPr id="412" name="Google Shape;412;p3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6063983" y="5686031"/>
              <a:ext cx="304063" cy="120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3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6391643" y="5628881"/>
              <a:ext cx="333781" cy="1547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4" name="Google Shape;414;p3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6986955" y="5604497"/>
            <a:ext cx="240626" cy="1288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" name="Google Shape;415;p3"/>
          <p:cNvGrpSpPr/>
          <p:nvPr/>
        </p:nvGrpSpPr>
        <p:grpSpPr>
          <a:xfrm>
            <a:off x="7405865" y="5551919"/>
            <a:ext cx="513613" cy="160807"/>
            <a:chOff x="7405865" y="5551919"/>
            <a:chExt cx="513613" cy="160807"/>
          </a:xfrm>
        </p:grpSpPr>
        <p:pic>
          <p:nvPicPr>
            <p:cNvPr id="416" name="Google Shape;416;p3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7405865" y="5604497"/>
              <a:ext cx="175285" cy="108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7" name="Google Shape;417;p3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7605509" y="5607545"/>
              <a:ext cx="65557" cy="965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8" name="Google Shape;418;p3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7705331" y="5551919"/>
              <a:ext cx="214147" cy="1451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9" name="Google Shape;419;p3"/>
          <p:cNvGrpSpPr/>
          <p:nvPr/>
        </p:nvGrpSpPr>
        <p:grpSpPr>
          <a:xfrm>
            <a:off x="8116061" y="5499354"/>
            <a:ext cx="123189" cy="132715"/>
            <a:chOff x="8116061" y="5499354"/>
            <a:chExt cx="123189" cy="132715"/>
          </a:xfrm>
        </p:grpSpPr>
        <p:sp>
          <p:nvSpPr>
            <p:cNvPr id="420" name="Google Shape;420;p3"/>
            <p:cNvSpPr/>
            <p:nvPr/>
          </p:nvSpPr>
          <p:spPr>
            <a:xfrm>
              <a:off x="8119550" y="5499354"/>
              <a:ext cx="3175" cy="132715"/>
            </a:xfrm>
            <a:custGeom>
              <a:rect b="b" l="l" r="r" t="t"/>
              <a:pathLst>
                <a:path extrusionOk="0" h="132714" w="3175">
                  <a:moveTo>
                    <a:pt x="1083" y="0"/>
                  </a:moveTo>
                  <a:lnTo>
                    <a:pt x="761" y="55506"/>
                  </a:lnTo>
                  <a:lnTo>
                    <a:pt x="0" y="85784"/>
                  </a:lnTo>
                  <a:lnTo>
                    <a:pt x="35" y="97440"/>
                  </a:lnTo>
                  <a:lnTo>
                    <a:pt x="214" y="108954"/>
                  </a:lnTo>
                  <a:lnTo>
                    <a:pt x="321" y="120395"/>
                  </a:lnTo>
                  <a:lnTo>
                    <a:pt x="321" y="125729"/>
                  </a:lnTo>
                  <a:lnTo>
                    <a:pt x="1083" y="128015"/>
                  </a:lnTo>
                  <a:lnTo>
                    <a:pt x="2607" y="13258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8116061" y="5549646"/>
              <a:ext cx="123189" cy="74930"/>
            </a:xfrm>
            <a:custGeom>
              <a:rect b="b" l="l" r="r" t="t"/>
              <a:pathLst>
                <a:path extrusionOk="0" h="74929" w="123190">
                  <a:moveTo>
                    <a:pt x="0" y="39624"/>
                  </a:moveTo>
                  <a:lnTo>
                    <a:pt x="1559" y="29182"/>
                  </a:lnTo>
                  <a:lnTo>
                    <a:pt x="5619" y="23526"/>
                  </a:lnTo>
                  <a:lnTo>
                    <a:pt x="12965" y="20014"/>
                  </a:lnTo>
                  <a:lnTo>
                    <a:pt x="24383" y="16002"/>
                  </a:lnTo>
                  <a:lnTo>
                    <a:pt x="34813" y="11501"/>
                  </a:lnTo>
                  <a:lnTo>
                    <a:pt x="45529" y="7429"/>
                  </a:lnTo>
                  <a:lnTo>
                    <a:pt x="56530" y="4214"/>
                  </a:lnTo>
                  <a:lnTo>
                    <a:pt x="67817" y="2286"/>
                  </a:lnTo>
                  <a:lnTo>
                    <a:pt x="73913" y="2286"/>
                  </a:lnTo>
                  <a:lnTo>
                    <a:pt x="74675" y="2286"/>
                  </a:lnTo>
                  <a:lnTo>
                    <a:pt x="78485" y="2286"/>
                  </a:lnTo>
                  <a:lnTo>
                    <a:pt x="79402" y="8453"/>
                  </a:lnTo>
                  <a:lnTo>
                    <a:pt x="78962" y="14478"/>
                  </a:lnTo>
                  <a:lnTo>
                    <a:pt x="77521" y="20502"/>
                  </a:lnTo>
                  <a:lnTo>
                    <a:pt x="75438" y="26670"/>
                  </a:lnTo>
                  <a:lnTo>
                    <a:pt x="72187" y="34575"/>
                  </a:lnTo>
                  <a:lnTo>
                    <a:pt x="69437" y="42481"/>
                  </a:lnTo>
                  <a:lnTo>
                    <a:pt x="67401" y="50673"/>
                  </a:lnTo>
                  <a:lnTo>
                    <a:pt x="66294" y="59436"/>
                  </a:lnTo>
                  <a:lnTo>
                    <a:pt x="65532" y="69342"/>
                  </a:lnTo>
                  <a:lnTo>
                    <a:pt x="71628" y="73152"/>
                  </a:lnTo>
                  <a:lnTo>
                    <a:pt x="81534" y="74676"/>
                  </a:lnTo>
                  <a:lnTo>
                    <a:pt x="90392" y="74140"/>
                  </a:lnTo>
                  <a:lnTo>
                    <a:pt x="121443" y="45339"/>
                  </a:lnTo>
                  <a:lnTo>
                    <a:pt x="122860" y="36099"/>
                  </a:lnTo>
                  <a:lnTo>
                    <a:pt x="121920" y="27432"/>
                  </a:lnTo>
                  <a:lnTo>
                    <a:pt x="84665" y="2464"/>
                  </a:lnTo>
                  <a:lnTo>
                    <a:pt x="77057" y="2190"/>
                  </a:lnTo>
                  <a:lnTo>
                    <a:pt x="69592" y="1774"/>
                  </a:lnTo>
                  <a:lnTo>
                    <a:pt x="62483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22" name="Google Shape;422;p3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5852147" y="6003023"/>
            <a:ext cx="368071" cy="15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6451841" y="5964935"/>
            <a:ext cx="308635" cy="151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4" name="Google Shape;424;p3"/>
          <p:cNvGrpSpPr/>
          <p:nvPr/>
        </p:nvGrpSpPr>
        <p:grpSpPr>
          <a:xfrm>
            <a:off x="6963953" y="5892533"/>
            <a:ext cx="614149" cy="188239"/>
            <a:chOff x="6963953" y="5892533"/>
            <a:chExt cx="614149" cy="188239"/>
          </a:xfrm>
        </p:grpSpPr>
        <p:pic>
          <p:nvPicPr>
            <p:cNvPr id="425" name="Google Shape;425;p3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963953" y="5892533"/>
              <a:ext cx="343639" cy="1882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6" name="Google Shape;426;p3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7329998" y="5915393"/>
              <a:ext cx="248104" cy="14028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7" name="Google Shape;427;p3"/>
          <p:cNvGrpSpPr/>
          <p:nvPr/>
        </p:nvGrpSpPr>
        <p:grpSpPr>
          <a:xfrm>
            <a:off x="7717523" y="5914631"/>
            <a:ext cx="64033" cy="172986"/>
            <a:chOff x="7717523" y="5914631"/>
            <a:chExt cx="64033" cy="172986"/>
          </a:xfrm>
        </p:grpSpPr>
        <p:pic>
          <p:nvPicPr>
            <p:cNvPr id="428" name="Google Shape;428;p3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7717523" y="5914631"/>
              <a:ext cx="64033" cy="134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"/>
            <p:cNvSpPr/>
            <p:nvPr/>
          </p:nvSpPr>
          <p:spPr>
            <a:xfrm>
              <a:off x="7754874" y="6072377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0" name="Google Shape;430;p3"/>
          <p:cNvGrpSpPr/>
          <p:nvPr/>
        </p:nvGrpSpPr>
        <p:grpSpPr>
          <a:xfrm>
            <a:off x="8016239" y="5855207"/>
            <a:ext cx="276860" cy="283845"/>
            <a:chOff x="8016239" y="5855207"/>
            <a:chExt cx="276860" cy="283845"/>
          </a:xfrm>
        </p:grpSpPr>
        <p:pic>
          <p:nvPicPr>
            <p:cNvPr id="431" name="Google Shape;431;p3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8077949" y="5912345"/>
              <a:ext cx="89941" cy="150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"/>
            <p:cNvSpPr/>
            <p:nvPr/>
          </p:nvSpPr>
          <p:spPr>
            <a:xfrm>
              <a:off x="8016239" y="5875781"/>
              <a:ext cx="24765" cy="250825"/>
            </a:xfrm>
            <a:custGeom>
              <a:rect b="b" l="l" r="r" t="t"/>
              <a:pathLst>
                <a:path extrusionOk="0" h="250825" w="24765">
                  <a:moveTo>
                    <a:pt x="0" y="0"/>
                  </a:moveTo>
                  <a:lnTo>
                    <a:pt x="1964" y="16454"/>
                  </a:lnTo>
                  <a:lnTo>
                    <a:pt x="4286" y="32766"/>
                  </a:lnTo>
                  <a:lnTo>
                    <a:pt x="6750" y="49077"/>
                  </a:lnTo>
                  <a:lnTo>
                    <a:pt x="9144" y="65532"/>
                  </a:lnTo>
                  <a:lnTo>
                    <a:pt x="15621" y="120015"/>
                  </a:lnTo>
                  <a:lnTo>
                    <a:pt x="19812" y="174498"/>
                  </a:lnTo>
                  <a:lnTo>
                    <a:pt x="20574" y="202692"/>
                  </a:lnTo>
                  <a:lnTo>
                    <a:pt x="20883" y="216717"/>
                  </a:lnTo>
                  <a:lnTo>
                    <a:pt x="21336" y="230886"/>
                  </a:lnTo>
                  <a:lnTo>
                    <a:pt x="22098" y="236220"/>
                  </a:lnTo>
                  <a:lnTo>
                    <a:pt x="22098" y="240792"/>
                  </a:lnTo>
                  <a:lnTo>
                    <a:pt x="23622" y="246888"/>
                  </a:lnTo>
                  <a:lnTo>
                    <a:pt x="24384" y="250698"/>
                  </a:lnTo>
                  <a:lnTo>
                    <a:pt x="22860" y="239268"/>
                  </a:lnTo>
                  <a:lnTo>
                    <a:pt x="22098" y="23469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8035289" y="5855207"/>
              <a:ext cx="257810" cy="283845"/>
            </a:xfrm>
            <a:custGeom>
              <a:rect b="b" l="l" r="r" t="t"/>
              <a:pathLst>
                <a:path extrusionOk="0" h="283845" w="257809">
                  <a:moveTo>
                    <a:pt x="0" y="14478"/>
                  </a:moveTo>
                  <a:lnTo>
                    <a:pt x="44362" y="8048"/>
                  </a:lnTo>
                  <a:lnTo>
                    <a:pt x="101346" y="5810"/>
                  </a:lnTo>
                  <a:lnTo>
                    <a:pt x="122229" y="5679"/>
                  </a:lnTo>
                  <a:lnTo>
                    <a:pt x="143256" y="5334"/>
                  </a:lnTo>
                  <a:lnTo>
                    <a:pt x="161424" y="4953"/>
                  </a:lnTo>
                  <a:lnTo>
                    <a:pt x="179451" y="4000"/>
                  </a:lnTo>
                  <a:lnTo>
                    <a:pt x="197477" y="2762"/>
                  </a:lnTo>
                  <a:lnTo>
                    <a:pt x="215646" y="1524"/>
                  </a:lnTo>
                  <a:lnTo>
                    <a:pt x="224206" y="1393"/>
                  </a:lnTo>
                  <a:lnTo>
                    <a:pt x="232695" y="1047"/>
                  </a:lnTo>
                  <a:lnTo>
                    <a:pt x="241042" y="559"/>
                  </a:lnTo>
                  <a:lnTo>
                    <a:pt x="249174" y="0"/>
                  </a:lnTo>
                  <a:lnTo>
                    <a:pt x="255270" y="0"/>
                  </a:lnTo>
                  <a:lnTo>
                    <a:pt x="255270" y="3810"/>
                  </a:lnTo>
                  <a:lnTo>
                    <a:pt x="255270" y="9144"/>
                  </a:lnTo>
                  <a:lnTo>
                    <a:pt x="255591" y="42291"/>
                  </a:lnTo>
                  <a:lnTo>
                    <a:pt x="255555" y="75438"/>
                  </a:lnTo>
                  <a:lnTo>
                    <a:pt x="255377" y="108585"/>
                  </a:lnTo>
                  <a:lnTo>
                    <a:pt x="255270" y="141732"/>
                  </a:lnTo>
                  <a:lnTo>
                    <a:pt x="255508" y="160722"/>
                  </a:lnTo>
                  <a:lnTo>
                    <a:pt x="256032" y="179927"/>
                  </a:lnTo>
                  <a:lnTo>
                    <a:pt x="256555" y="199274"/>
                  </a:lnTo>
                  <a:lnTo>
                    <a:pt x="256794" y="218694"/>
                  </a:lnTo>
                  <a:lnTo>
                    <a:pt x="257091" y="230362"/>
                  </a:lnTo>
                  <a:lnTo>
                    <a:pt x="257460" y="242316"/>
                  </a:lnTo>
                  <a:lnTo>
                    <a:pt x="257115" y="254269"/>
                  </a:lnTo>
                  <a:lnTo>
                    <a:pt x="248412" y="281940"/>
                  </a:lnTo>
                  <a:lnTo>
                    <a:pt x="244602" y="282702"/>
                  </a:lnTo>
                  <a:lnTo>
                    <a:pt x="237744" y="283464"/>
                  </a:lnTo>
                  <a:lnTo>
                    <a:pt x="230886" y="281940"/>
                  </a:lnTo>
                  <a:lnTo>
                    <a:pt x="224028" y="280416"/>
                  </a:lnTo>
                  <a:lnTo>
                    <a:pt x="176022" y="275082"/>
                  </a:lnTo>
                  <a:lnTo>
                    <a:pt x="158674" y="275034"/>
                  </a:lnTo>
                  <a:lnTo>
                    <a:pt x="141827" y="275844"/>
                  </a:lnTo>
                  <a:lnTo>
                    <a:pt x="125122" y="277225"/>
                  </a:lnTo>
                  <a:lnTo>
                    <a:pt x="108204" y="278892"/>
                  </a:lnTo>
                  <a:lnTo>
                    <a:pt x="95631" y="279892"/>
                  </a:lnTo>
                  <a:lnTo>
                    <a:pt x="83058" y="280606"/>
                  </a:lnTo>
                  <a:lnTo>
                    <a:pt x="70485" y="281035"/>
                  </a:lnTo>
                  <a:lnTo>
                    <a:pt x="57912" y="281178"/>
                  </a:lnTo>
                  <a:lnTo>
                    <a:pt x="50292" y="281178"/>
                  </a:lnTo>
                  <a:lnTo>
                    <a:pt x="43434" y="280416"/>
                  </a:lnTo>
                  <a:lnTo>
                    <a:pt x="36576" y="279654"/>
                  </a:lnTo>
                  <a:lnTo>
                    <a:pt x="33528" y="279654"/>
                  </a:lnTo>
                  <a:lnTo>
                    <a:pt x="31242" y="280416"/>
                  </a:lnTo>
                  <a:lnTo>
                    <a:pt x="32004" y="278130"/>
                  </a:lnTo>
                  <a:lnTo>
                    <a:pt x="32766" y="276606"/>
                  </a:lnTo>
                  <a:lnTo>
                    <a:pt x="33528" y="275844"/>
                  </a:lnTo>
                  <a:lnTo>
                    <a:pt x="35052" y="27508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4" name="Google Shape;434;p3"/>
          <p:cNvSpPr/>
          <p:nvPr/>
        </p:nvSpPr>
        <p:spPr>
          <a:xfrm>
            <a:off x="3676650" y="4463796"/>
            <a:ext cx="0" cy="10160"/>
          </a:xfrm>
          <a:custGeom>
            <a:rect b="b" l="l" r="r" t="t"/>
            <a:pathLst>
              <a:path extrusionOk="0" h="10160" w="120000">
                <a:moveTo>
                  <a:pt x="0" y="0"/>
                </a:moveTo>
                <a:lnTo>
                  <a:pt x="0" y="3048"/>
                </a:lnTo>
                <a:lnTo>
                  <a:pt x="0" y="6858"/>
                </a:lnTo>
                <a:lnTo>
                  <a:pt x="0" y="9906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5" name="Google Shape;435;p3"/>
          <p:cNvGrpSpPr/>
          <p:nvPr/>
        </p:nvGrpSpPr>
        <p:grpSpPr>
          <a:xfrm>
            <a:off x="1459979" y="4120883"/>
            <a:ext cx="8266201" cy="1130833"/>
            <a:chOff x="1459979" y="4120883"/>
            <a:chExt cx="8266201" cy="1130833"/>
          </a:xfrm>
        </p:grpSpPr>
        <p:sp>
          <p:nvSpPr>
            <p:cNvPr id="436" name="Google Shape;436;p3"/>
            <p:cNvSpPr/>
            <p:nvPr/>
          </p:nvSpPr>
          <p:spPr>
            <a:xfrm>
              <a:off x="3685032" y="4543044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7" name="Google Shape;437;p3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1459979" y="4120883"/>
              <a:ext cx="8266201" cy="11308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442;p4"/>
          <p:cNvGrpSpPr/>
          <p:nvPr/>
        </p:nvGrpSpPr>
        <p:grpSpPr>
          <a:xfrm>
            <a:off x="3539489" y="2076450"/>
            <a:ext cx="1106170" cy="312673"/>
            <a:chOff x="3539489" y="2076450"/>
            <a:chExt cx="1106170" cy="312673"/>
          </a:xfrm>
        </p:grpSpPr>
        <p:sp>
          <p:nvSpPr>
            <p:cNvPr id="443" name="Google Shape;443;p4"/>
            <p:cNvSpPr/>
            <p:nvPr/>
          </p:nvSpPr>
          <p:spPr>
            <a:xfrm>
              <a:off x="3541775" y="2114550"/>
              <a:ext cx="9525" cy="171450"/>
            </a:xfrm>
            <a:custGeom>
              <a:rect b="b" l="l" r="r" t="t"/>
              <a:pathLst>
                <a:path extrusionOk="0" h="171450" w="9525">
                  <a:moveTo>
                    <a:pt x="2286" y="16001"/>
                  </a:moveTo>
                  <a:lnTo>
                    <a:pt x="762" y="13715"/>
                  </a:lnTo>
                  <a:lnTo>
                    <a:pt x="0" y="12191"/>
                  </a:lnTo>
                  <a:lnTo>
                    <a:pt x="0" y="9143"/>
                  </a:lnTo>
                  <a:lnTo>
                    <a:pt x="0" y="5333"/>
                  </a:lnTo>
                  <a:lnTo>
                    <a:pt x="0" y="4571"/>
                  </a:lnTo>
                  <a:lnTo>
                    <a:pt x="0" y="0"/>
                  </a:lnTo>
                  <a:lnTo>
                    <a:pt x="964" y="50363"/>
                  </a:lnTo>
                  <a:lnTo>
                    <a:pt x="3869" y="81914"/>
                  </a:lnTo>
                  <a:lnTo>
                    <a:pt x="5238" y="96773"/>
                  </a:lnTo>
                  <a:lnTo>
                    <a:pt x="8179" y="135183"/>
                  </a:lnTo>
                  <a:lnTo>
                    <a:pt x="9144" y="161543"/>
                  </a:lnTo>
                  <a:lnTo>
                    <a:pt x="9144" y="164591"/>
                  </a:lnTo>
                  <a:lnTo>
                    <a:pt x="9144" y="168401"/>
                  </a:lnTo>
                  <a:lnTo>
                    <a:pt x="9144" y="171449"/>
                  </a:lnTo>
                  <a:lnTo>
                    <a:pt x="7620" y="167639"/>
                  </a:lnTo>
                  <a:lnTo>
                    <a:pt x="7620" y="166115"/>
                  </a:lnTo>
                  <a:lnTo>
                    <a:pt x="6858" y="160781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"/>
            <p:cNvSpPr/>
            <p:nvPr/>
          </p:nvSpPr>
          <p:spPr>
            <a:xfrm>
              <a:off x="3539489" y="2109311"/>
              <a:ext cx="86995" cy="165100"/>
            </a:xfrm>
            <a:custGeom>
              <a:rect b="b" l="l" r="r" t="t"/>
              <a:pathLst>
                <a:path extrusionOk="0" h="165100" w="86995">
                  <a:moveTo>
                    <a:pt x="0" y="5238"/>
                  </a:moveTo>
                  <a:lnTo>
                    <a:pt x="12156" y="1512"/>
                  </a:lnTo>
                  <a:lnTo>
                    <a:pt x="22383" y="0"/>
                  </a:lnTo>
                  <a:lnTo>
                    <a:pt x="32468" y="1488"/>
                  </a:lnTo>
                  <a:lnTo>
                    <a:pt x="67663" y="25943"/>
                  </a:lnTo>
                  <a:lnTo>
                    <a:pt x="75652" y="43314"/>
                  </a:lnTo>
                  <a:lnTo>
                    <a:pt x="75438" y="52292"/>
                  </a:lnTo>
                  <a:lnTo>
                    <a:pt x="53911" y="85439"/>
                  </a:lnTo>
                  <a:lnTo>
                    <a:pt x="23622" y="102012"/>
                  </a:lnTo>
                  <a:lnTo>
                    <a:pt x="17526" y="104298"/>
                  </a:lnTo>
                  <a:lnTo>
                    <a:pt x="16764" y="105060"/>
                  </a:lnTo>
                  <a:lnTo>
                    <a:pt x="16764" y="105822"/>
                  </a:lnTo>
                  <a:lnTo>
                    <a:pt x="21336" y="108108"/>
                  </a:lnTo>
                  <a:lnTo>
                    <a:pt x="26670" y="111918"/>
                  </a:lnTo>
                  <a:lnTo>
                    <a:pt x="32004" y="114204"/>
                  </a:lnTo>
                  <a:lnTo>
                    <a:pt x="39183" y="118467"/>
                  </a:lnTo>
                  <a:lnTo>
                    <a:pt x="72390" y="143922"/>
                  </a:lnTo>
                  <a:lnTo>
                    <a:pt x="85344" y="162210"/>
                  </a:lnTo>
                  <a:lnTo>
                    <a:pt x="86868" y="164496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5" name="Google Shape;44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61397" y="2116061"/>
              <a:ext cx="201193" cy="2331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6" name="Google Shape;44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85270" y="2113013"/>
              <a:ext cx="216588" cy="144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7" name="Google Shape;447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28789" y="2076450"/>
              <a:ext cx="492753" cy="1646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4"/>
            <p:cNvSpPr/>
            <p:nvPr/>
          </p:nvSpPr>
          <p:spPr>
            <a:xfrm>
              <a:off x="3600449" y="2283713"/>
              <a:ext cx="1045210" cy="105410"/>
            </a:xfrm>
            <a:custGeom>
              <a:rect b="b" l="l" r="r" t="t"/>
              <a:pathLst>
                <a:path extrusionOk="0" h="105410" w="1045210">
                  <a:moveTo>
                    <a:pt x="0" y="105156"/>
                  </a:moveTo>
                  <a:lnTo>
                    <a:pt x="11989" y="102834"/>
                  </a:lnTo>
                  <a:lnTo>
                    <a:pt x="23336" y="101441"/>
                  </a:lnTo>
                  <a:lnTo>
                    <a:pt x="34825" y="100762"/>
                  </a:lnTo>
                  <a:lnTo>
                    <a:pt x="47244" y="100584"/>
                  </a:lnTo>
                  <a:lnTo>
                    <a:pt x="63948" y="101274"/>
                  </a:lnTo>
                  <a:lnTo>
                    <a:pt x="80867" y="102108"/>
                  </a:lnTo>
                  <a:lnTo>
                    <a:pt x="97928" y="102941"/>
                  </a:lnTo>
                  <a:lnTo>
                    <a:pt x="115062" y="103632"/>
                  </a:lnTo>
                  <a:lnTo>
                    <a:pt x="155197" y="104024"/>
                  </a:lnTo>
                  <a:lnTo>
                    <a:pt x="195548" y="103917"/>
                  </a:lnTo>
                  <a:lnTo>
                    <a:pt x="236041" y="103096"/>
                  </a:lnTo>
                  <a:lnTo>
                    <a:pt x="276606" y="101346"/>
                  </a:lnTo>
                  <a:lnTo>
                    <a:pt x="341757" y="96964"/>
                  </a:lnTo>
                  <a:lnTo>
                    <a:pt x="406908" y="91440"/>
                  </a:lnTo>
                  <a:lnTo>
                    <a:pt x="449639" y="87487"/>
                  </a:lnTo>
                  <a:lnTo>
                    <a:pt x="492156" y="82677"/>
                  </a:lnTo>
                  <a:lnTo>
                    <a:pt x="534531" y="77295"/>
                  </a:lnTo>
                  <a:lnTo>
                    <a:pt x="576834" y="71628"/>
                  </a:lnTo>
                  <a:lnTo>
                    <a:pt x="648366" y="61531"/>
                  </a:lnTo>
                  <a:lnTo>
                    <a:pt x="719328" y="50292"/>
                  </a:lnTo>
                  <a:lnTo>
                    <a:pt x="758880" y="43898"/>
                  </a:lnTo>
                  <a:lnTo>
                    <a:pt x="798576" y="37433"/>
                  </a:lnTo>
                  <a:lnTo>
                    <a:pt x="838271" y="31111"/>
                  </a:lnTo>
                  <a:lnTo>
                    <a:pt x="877824" y="25146"/>
                  </a:lnTo>
                  <a:lnTo>
                    <a:pt x="930401" y="17716"/>
                  </a:lnTo>
                  <a:lnTo>
                    <a:pt x="982980" y="11430"/>
                  </a:lnTo>
                  <a:lnTo>
                    <a:pt x="1005839" y="9429"/>
                  </a:lnTo>
                  <a:lnTo>
                    <a:pt x="1017269" y="8322"/>
                  </a:lnTo>
                  <a:lnTo>
                    <a:pt x="1028700" y="6858"/>
                  </a:lnTo>
                  <a:lnTo>
                    <a:pt x="1034034" y="6096"/>
                  </a:lnTo>
                  <a:lnTo>
                    <a:pt x="1039368" y="5334"/>
                  </a:lnTo>
                  <a:lnTo>
                    <a:pt x="1044702" y="3810"/>
                  </a:lnTo>
                  <a:lnTo>
                    <a:pt x="1040891" y="3048"/>
                  </a:lnTo>
                  <a:lnTo>
                    <a:pt x="1026413" y="3048"/>
                  </a:lnTo>
                  <a:lnTo>
                    <a:pt x="1023366" y="2286"/>
                  </a:lnTo>
                  <a:lnTo>
                    <a:pt x="1017269" y="1524"/>
                  </a:lnTo>
                  <a:lnTo>
                    <a:pt x="1011174" y="762"/>
                  </a:lnTo>
                  <a:lnTo>
                    <a:pt x="1005840" y="0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" name="Google Shape;449;p4"/>
          <p:cNvGrpSpPr/>
          <p:nvPr/>
        </p:nvGrpSpPr>
        <p:grpSpPr>
          <a:xfrm>
            <a:off x="6513468" y="2023859"/>
            <a:ext cx="864990" cy="262140"/>
            <a:chOff x="6513468" y="2023859"/>
            <a:chExt cx="864990" cy="262140"/>
          </a:xfrm>
        </p:grpSpPr>
        <p:pic>
          <p:nvPicPr>
            <p:cNvPr id="450" name="Google Shape;450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13468" y="2040611"/>
              <a:ext cx="475608" cy="1898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Google Shape;451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16435" y="2045207"/>
              <a:ext cx="102181" cy="1262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2" name="Google Shape;452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143737" y="2071103"/>
              <a:ext cx="64033" cy="998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3" name="Google Shape;453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228569" y="2023859"/>
              <a:ext cx="149889" cy="138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" name="Google Shape;454;p4"/>
            <p:cNvSpPr/>
            <p:nvPr/>
          </p:nvSpPr>
          <p:spPr>
            <a:xfrm>
              <a:off x="6572250" y="2217419"/>
              <a:ext cx="800100" cy="68580"/>
            </a:xfrm>
            <a:custGeom>
              <a:rect b="b" l="l" r="r" t="t"/>
              <a:pathLst>
                <a:path extrusionOk="0" h="68580" w="800100">
                  <a:moveTo>
                    <a:pt x="0" y="68580"/>
                  </a:moveTo>
                  <a:lnTo>
                    <a:pt x="11430" y="65615"/>
                  </a:lnTo>
                  <a:lnTo>
                    <a:pt x="22288" y="64293"/>
                  </a:lnTo>
                  <a:lnTo>
                    <a:pt x="33432" y="63972"/>
                  </a:lnTo>
                  <a:lnTo>
                    <a:pt x="45720" y="64008"/>
                  </a:lnTo>
                  <a:lnTo>
                    <a:pt x="66305" y="63984"/>
                  </a:lnTo>
                  <a:lnTo>
                    <a:pt x="86963" y="63817"/>
                  </a:lnTo>
                  <a:lnTo>
                    <a:pt x="107763" y="63365"/>
                  </a:lnTo>
                  <a:lnTo>
                    <a:pt x="128778" y="62484"/>
                  </a:lnTo>
                  <a:lnTo>
                    <a:pt x="157472" y="61436"/>
                  </a:lnTo>
                  <a:lnTo>
                    <a:pt x="215145" y="59055"/>
                  </a:lnTo>
                  <a:lnTo>
                    <a:pt x="278130" y="54613"/>
                  </a:lnTo>
                  <a:lnTo>
                    <a:pt x="346709" y="48684"/>
                  </a:lnTo>
                  <a:lnTo>
                    <a:pt x="381000" y="45720"/>
                  </a:lnTo>
                  <a:lnTo>
                    <a:pt x="451866" y="38766"/>
                  </a:lnTo>
                  <a:lnTo>
                    <a:pt x="522731" y="31242"/>
                  </a:lnTo>
                  <a:lnTo>
                    <a:pt x="555867" y="27384"/>
                  </a:lnTo>
                  <a:lnTo>
                    <a:pt x="588930" y="23812"/>
                  </a:lnTo>
                  <a:lnTo>
                    <a:pt x="621851" y="20526"/>
                  </a:lnTo>
                  <a:lnTo>
                    <a:pt x="654558" y="17526"/>
                  </a:lnTo>
                  <a:lnTo>
                    <a:pt x="679692" y="15240"/>
                  </a:lnTo>
                  <a:lnTo>
                    <a:pt x="704754" y="12954"/>
                  </a:lnTo>
                  <a:lnTo>
                    <a:pt x="729674" y="10668"/>
                  </a:lnTo>
                  <a:lnTo>
                    <a:pt x="754380" y="8382"/>
                  </a:lnTo>
                  <a:lnTo>
                    <a:pt x="765119" y="7358"/>
                  </a:lnTo>
                  <a:lnTo>
                    <a:pt x="775716" y="6477"/>
                  </a:lnTo>
                  <a:lnTo>
                    <a:pt x="786312" y="5595"/>
                  </a:lnTo>
                  <a:lnTo>
                    <a:pt x="797052" y="4572"/>
                  </a:lnTo>
                  <a:lnTo>
                    <a:pt x="799338" y="4572"/>
                  </a:lnTo>
                  <a:lnTo>
                    <a:pt x="800100" y="3810"/>
                  </a:lnTo>
                  <a:lnTo>
                    <a:pt x="792670" y="2786"/>
                  </a:lnTo>
                  <a:lnTo>
                    <a:pt x="785241" y="1905"/>
                  </a:lnTo>
                  <a:lnTo>
                    <a:pt x="777811" y="1023"/>
                  </a:lnTo>
                  <a:lnTo>
                    <a:pt x="770382" y="0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5" name="Google Shape;455;p4"/>
          <p:cNvGrpSpPr/>
          <p:nvPr/>
        </p:nvGrpSpPr>
        <p:grpSpPr>
          <a:xfrm>
            <a:off x="9330689" y="2410967"/>
            <a:ext cx="370332" cy="269240"/>
            <a:chOff x="9330689" y="2410967"/>
            <a:chExt cx="370332" cy="269240"/>
          </a:xfrm>
        </p:grpSpPr>
        <p:sp>
          <p:nvSpPr>
            <p:cNvPr id="456" name="Google Shape;456;p4"/>
            <p:cNvSpPr/>
            <p:nvPr/>
          </p:nvSpPr>
          <p:spPr>
            <a:xfrm>
              <a:off x="9330689" y="2460497"/>
              <a:ext cx="45085" cy="215265"/>
            </a:xfrm>
            <a:custGeom>
              <a:rect b="b" l="l" r="r" t="t"/>
              <a:pathLst>
                <a:path extrusionOk="0" h="215264" w="45084">
                  <a:moveTo>
                    <a:pt x="0" y="0"/>
                  </a:moveTo>
                  <a:lnTo>
                    <a:pt x="19395" y="48327"/>
                  </a:lnTo>
                  <a:lnTo>
                    <a:pt x="27693" y="87570"/>
                  </a:lnTo>
                  <a:lnTo>
                    <a:pt x="34123" y="130694"/>
                  </a:lnTo>
                  <a:lnTo>
                    <a:pt x="37338" y="152400"/>
                  </a:lnTo>
                  <a:lnTo>
                    <a:pt x="39159" y="164984"/>
                  </a:lnTo>
                  <a:lnTo>
                    <a:pt x="41052" y="177641"/>
                  </a:lnTo>
                  <a:lnTo>
                    <a:pt x="42802" y="190440"/>
                  </a:lnTo>
                  <a:lnTo>
                    <a:pt x="44196" y="203454"/>
                  </a:lnTo>
                  <a:lnTo>
                    <a:pt x="44958" y="207264"/>
                  </a:lnTo>
                  <a:lnTo>
                    <a:pt x="44958" y="211074"/>
                  </a:lnTo>
                  <a:lnTo>
                    <a:pt x="44958" y="214884"/>
                  </a:lnTo>
                  <a:lnTo>
                    <a:pt x="39624" y="214884"/>
                  </a:lnTo>
                  <a:lnTo>
                    <a:pt x="40386" y="214122"/>
                  </a:lnTo>
                  <a:lnTo>
                    <a:pt x="35814" y="21031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9350501" y="2410967"/>
              <a:ext cx="350520" cy="269240"/>
            </a:xfrm>
            <a:custGeom>
              <a:rect b="b" l="l" r="r" t="t"/>
              <a:pathLst>
                <a:path extrusionOk="0" h="269239" w="350520">
                  <a:moveTo>
                    <a:pt x="0" y="41910"/>
                  </a:moveTo>
                  <a:lnTo>
                    <a:pt x="38147" y="30658"/>
                  </a:lnTo>
                  <a:lnTo>
                    <a:pt x="94107" y="23812"/>
                  </a:lnTo>
                  <a:lnTo>
                    <a:pt x="136398" y="20574"/>
                  </a:lnTo>
                  <a:lnTo>
                    <a:pt x="173664" y="17002"/>
                  </a:lnTo>
                  <a:lnTo>
                    <a:pt x="211074" y="13144"/>
                  </a:lnTo>
                  <a:lnTo>
                    <a:pt x="248483" y="9001"/>
                  </a:lnTo>
                  <a:lnTo>
                    <a:pt x="285750" y="4572"/>
                  </a:lnTo>
                  <a:lnTo>
                    <a:pt x="298203" y="3000"/>
                  </a:lnTo>
                  <a:lnTo>
                    <a:pt x="310515" y="1714"/>
                  </a:lnTo>
                  <a:lnTo>
                    <a:pt x="322826" y="714"/>
                  </a:lnTo>
                  <a:lnTo>
                    <a:pt x="335280" y="0"/>
                  </a:lnTo>
                  <a:lnTo>
                    <a:pt x="338328" y="0"/>
                  </a:lnTo>
                  <a:lnTo>
                    <a:pt x="340614" y="0"/>
                  </a:lnTo>
                  <a:lnTo>
                    <a:pt x="343662" y="0"/>
                  </a:lnTo>
                  <a:lnTo>
                    <a:pt x="342138" y="4572"/>
                  </a:lnTo>
                  <a:lnTo>
                    <a:pt x="340614" y="7620"/>
                  </a:lnTo>
                  <a:lnTo>
                    <a:pt x="338328" y="12192"/>
                  </a:lnTo>
                  <a:lnTo>
                    <a:pt x="335684" y="21466"/>
                  </a:lnTo>
                  <a:lnTo>
                    <a:pt x="334327" y="30956"/>
                  </a:lnTo>
                  <a:lnTo>
                    <a:pt x="333827" y="40588"/>
                  </a:lnTo>
                  <a:lnTo>
                    <a:pt x="333756" y="50292"/>
                  </a:lnTo>
                  <a:lnTo>
                    <a:pt x="333875" y="73925"/>
                  </a:lnTo>
                  <a:lnTo>
                    <a:pt x="335280" y="97059"/>
                  </a:lnTo>
                  <a:lnTo>
                    <a:pt x="337827" y="120050"/>
                  </a:lnTo>
                  <a:lnTo>
                    <a:pt x="341376" y="143256"/>
                  </a:lnTo>
                  <a:lnTo>
                    <a:pt x="343519" y="155269"/>
                  </a:lnTo>
                  <a:lnTo>
                    <a:pt x="345376" y="167354"/>
                  </a:lnTo>
                  <a:lnTo>
                    <a:pt x="346948" y="179581"/>
                  </a:lnTo>
                  <a:lnTo>
                    <a:pt x="348234" y="192024"/>
                  </a:lnTo>
                  <a:lnTo>
                    <a:pt x="349007" y="199822"/>
                  </a:lnTo>
                  <a:lnTo>
                    <a:pt x="349853" y="208121"/>
                  </a:lnTo>
                  <a:lnTo>
                    <a:pt x="339852" y="248412"/>
                  </a:lnTo>
                  <a:lnTo>
                    <a:pt x="338328" y="251460"/>
                  </a:lnTo>
                  <a:lnTo>
                    <a:pt x="337566" y="256032"/>
                  </a:lnTo>
                  <a:lnTo>
                    <a:pt x="333756" y="257556"/>
                  </a:lnTo>
                  <a:lnTo>
                    <a:pt x="332232" y="259080"/>
                  </a:lnTo>
                  <a:lnTo>
                    <a:pt x="328422" y="258318"/>
                  </a:lnTo>
                  <a:lnTo>
                    <a:pt x="326136" y="258318"/>
                  </a:lnTo>
                  <a:lnTo>
                    <a:pt x="284154" y="260318"/>
                  </a:lnTo>
                  <a:lnTo>
                    <a:pt x="268986" y="261556"/>
                  </a:lnTo>
                  <a:lnTo>
                    <a:pt x="253817" y="262509"/>
                  </a:lnTo>
                  <a:lnTo>
                    <a:pt x="238506" y="262890"/>
                  </a:lnTo>
                  <a:lnTo>
                    <a:pt x="221813" y="262770"/>
                  </a:lnTo>
                  <a:lnTo>
                    <a:pt x="204978" y="262509"/>
                  </a:lnTo>
                  <a:lnTo>
                    <a:pt x="188142" y="262247"/>
                  </a:lnTo>
                  <a:lnTo>
                    <a:pt x="171450" y="262128"/>
                  </a:lnTo>
                  <a:lnTo>
                    <a:pt x="151578" y="262032"/>
                  </a:lnTo>
                  <a:lnTo>
                    <a:pt x="131921" y="261937"/>
                  </a:lnTo>
                  <a:lnTo>
                    <a:pt x="92964" y="262890"/>
                  </a:lnTo>
                  <a:lnTo>
                    <a:pt x="50744" y="266854"/>
                  </a:lnTo>
                  <a:lnTo>
                    <a:pt x="36576" y="268224"/>
                  </a:lnTo>
                  <a:lnTo>
                    <a:pt x="33528" y="268986"/>
                  </a:lnTo>
                  <a:lnTo>
                    <a:pt x="30480" y="268986"/>
                  </a:lnTo>
                  <a:lnTo>
                    <a:pt x="27432" y="268986"/>
                  </a:lnTo>
                  <a:lnTo>
                    <a:pt x="32766" y="262890"/>
                  </a:lnTo>
                  <a:lnTo>
                    <a:pt x="38862" y="256794"/>
                  </a:lnTo>
                  <a:lnTo>
                    <a:pt x="44958" y="25069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8" name="Google Shape;458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470123" y="2469629"/>
              <a:ext cx="88417" cy="1486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9" name="Google Shape;459;p4"/>
          <p:cNvGrpSpPr/>
          <p:nvPr/>
        </p:nvGrpSpPr>
        <p:grpSpPr>
          <a:xfrm>
            <a:off x="1459979" y="2232647"/>
            <a:ext cx="451116" cy="225945"/>
            <a:chOff x="1459979" y="2232647"/>
            <a:chExt cx="451116" cy="225945"/>
          </a:xfrm>
        </p:grpSpPr>
        <p:pic>
          <p:nvPicPr>
            <p:cNvPr id="460" name="Google Shape;460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459979" y="2260841"/>
              <a:ext cx="108991" cy="1554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1" name="Google Shape;461;p4"/>
            <p:cNvSpPr/>
            <p:nvPr/>
          </p:nvSpPr>
          <p:spPr>
            <a:xfrm>
              <a:off x="1485899" y="2384297"/>
              <a:ext cx="339090" cy="74295"/>
            </a:xfrm>
            <a:custGeom>
              <a:rect b="b" l="l" r="r" t="t"/>
              <a:pathLst>
                <a:path extrusionOk="0" h="74294" w="339089">
                  <a:moveTo>
                    <a:pt x="0" y="73913"/>
                  </a:moveTo>
                  <a:lnTo>
                    <a:pt x="17240" y="74259"/>
                  </a:lnTo>
                  <a:lnTo>
                    <a:pt x="33909" y="73247"/>
                  </a:lnTo>
                  <a:lnTo>
                    <a:pt x="50577" y="71235"/>
                  </a:lnTo>
                  <a:lnTo>
                    <a:pt x="67818" y="68579"/>
                  </a:lnTo>
                  <a:lnTo>
                    <a:pt x="96512" y="64305"/>
                  </a:lnTo>
                  <a:lnTo>
                    <a:pt x="154185" y="54328"/>
                  </a:lnTo>
                  <a:lnTo>
                    <a:pt x="212586" y="42338"/>
                  </a:lnTo>
                  <a:lnTo>
                    <a:pt x="271712" y="28622"/>
                  </a:lnTo>
                  <a:lnTo>
                    <a:pt x="300990" y="21335"/>
                  </a:lnTo>
                  <a:lnTo>
                    <a:pt x="309026" y="19681"/>
                  </a:lnTo>
                  <a:lnTo>
                    <a:pt x="318420" y="17811"/>
                  </a:lnTo>
                  <a:lnTo>
                    <a:pt x="327671" y="15228"/>
                  </a:lnTo>
                  <a:lnTo>
                    <a:pt x="335280" y="11429"/>
                  </a:lnTo>
                  <a:lnTo>
                    <a:pt x="339090" y="8381"/>
                  </a:lnTo>
                  <a:lnTo>
                    <a:pt x="337566" y="4571"/>
                  </a:lnTo>
                  <a:lnTo>
                    <a:pt x="33756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2" name="Google Shape;462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588566" y="2232647"/>
              <a:ext cx="198335" cy="1394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3" name="Google Shape;463;p4"/>
            <p:cNvSpPr/>
            <p:nvPr/>
          </p:nvSpPr>
          <p:spPr>
            <a:xfrm>
              <a:off x="1876044" y="2270759"/>
              <a:ext cx="3810" cy="17145"/>
            </a:xfrm>
            <a:custGeom>
              <a:rect b="b" l="l" r="r" t="t"/>
              <a:pathLst>
                <a:path extrusionOk="0" h="17144" w="3810">
                  <a:moveTo>
                    <a:pt x="3810" y="0"/>
                  </a:moveTo>
                  <a:lnTo>
                    <a:pt x="2286" y="9144"/>
                  </a:lnTo>
                  <a:lnTo>
                    <a:pt x="1524" y="11430"/>
                  </a:lnTo>
                  <a:lnTo>
                    <a:pt x="0" y="1676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1895855" y="2356865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" name="Google Shape;465;p4"/>
          <p:cNvGrpSpPr/>
          <p:nvPr/>
        </p:nvGrpSpPr>
        <p:grpSpPr>
          <a:xfrm>
            <a:off x="1091897" y="2569464"/>
            <a:ext cx="367154" cy="229374"/>
            <a:chOff x="1091897" y="2569464"/>
            <a:chExt cx="367154" cy="229374"/>
          </a:xfrm>
        </p:grpSpPr>
        <p:pic>
          <p:nvPicPr>
            <p:cNvPr id="466" name="Google Shape;466;p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091897" y="2569464"/>
              <a:ext cx="192085" cy="148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311389" y="2590787"/>
              <a:ext cx="147662" cy="2080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68" name="Google Shape;468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609331" y="2540507"/>
            <a:ext cx="262153" cy="1318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9" name="Google Shape;469;p4"/>
          <p:cNvGrpSpPr/>
          <p:nvPr/>
        </p:nvGrpSpPr>
        <p:grpSpPr>
          <a:xfrm>
            <a:off x="3429273" y="3755980"/>
            <a:ext cx="876801" cy="172142"/>
            <a:chOff x="3429273" y="3755980"/>
            <a:chExt cx="876801" cy="172142"/>
          </a:xfrm>
        </p:grpSpPr>
        <p:pic>
          <p:nvPicPr>
            <p:cNvPr id="470" name="Google Shape;470;p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429273" y="3757409"/>
              <a:ext cx="232149" cy="170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p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697687" y="3757409"/>
              <a:ext cx="272345" cy="1463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989819" y="3763755"/>
              <a:ext cx="163855" cy="1171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3" name="Google Shape;473;p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178795" y="3755980"/>
              <a:ext cx="127279" cy="1218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4" name="Google Shape;474;p4"/>
          <p:cNvGrpSpPr/>
          <p:nvPr/>
        </p:nvGrpSpPr>
        <p:grpSpPr>
          <a:xfrm>
            <a:off x="4456163" y="3678161"/>
            <a:ext cx="382549" cy="173761"/>
            <a:chOff x="4456163" y="3678161"/>
            <a:chExt cx="382549" cy="173761"/>
          </a:xfrm>
        </p:grpSpPr>
        <p:pic>
          <p:nvPicPr>
            <p:cNvPr id="475" name="Google Shape;475;p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4456163" y="3743693"/>
              <a:ext cx="84131" cy="983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6" name="Google Shape;476;p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571225" y="3678161"/>
              <a:ext cx="267487" cy="17376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77" name="Google Shape;477;p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073889" y="3792997"/>
            <a:ext cx="168427" cy="19379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"/>
          <p:cNvSpPr/>
          <p:nvPr/>
        </p:nvSpPr>
        <p:spPr>
          <a:xfrm>
            <a:off x="6124955" y="5165597"/>
            <a:ext cx="86360" cy="582930"/>
          </a:xfrm>
          <a:custGeom>
            <a:rect b="b" l="l" r="r" t="t"/>
            <a:pathLst>
              <a:path extrusionOk="0" h="582929" w="86360">
                <a:moveTo>
                  <a:pt x="86105" y="0"/>
                </a:moveTo>
                <a:lnTo>
                  <a:pt x="84581" y="0"/>
                </a:lnTo>
                <a:lnTo>
                  <a:pt x="81533" y="0"/>
                </a:lnTo>
                <a:lnTo>
                  <a:pt x="79247" y="0"/>
                </a:lnTo>
                <a:lnTo>
                  <a:pt x="71830" y="1714"/>
                </a:lnTo>
                <a:lnTo>
                  <a:pt x="64484" y="3429"/>
                </a:lnTo>
                <a:lnTo>
                  <a:pt x="57280" y="5143"/>
                </a:lnTo>
                <a:lnTo>
                  <a:pt x="50291" y="6858"/>
                </a:lnTo>
                <a:lnTo>
                  <a:pt x="39993" y="9108"/>
                </a:lnTo>
                <a:lnTo>
                  <a:pt x="29622" y="11144"/>
                </a:lnTo>
                <a:lnTo>
                  <a:pt x="19109" y="12751"/>
                </a:lnTo>
                <a:lnTo>
                  <a:pt x="8381" y="13716"/>
                </a:lnTo>
                <a:lnTo>
                  <a:pt x="6857" y="13716"/>
                </a:lnTo>
                <a:lnTo>
                  <a:pt x="1523" y="12192"/>
                </a:lnTo>
                <a:lnTo>
                  <a:pt x="761" y="15240"/>
                </a:lnTo>
                <a:lnTo>
                  <a:pt x="0" y="20574"/>
                </a:lnTo>
                <a:lnTo>
                  <a:pt x="761" y="28194"/>
                </a:lnTo>
                <a:lnTo>
                  <a:pt x="761" y="33528"/>
                </a:lnTo>
                <a:lnTo>
                  <a:pt x="678" y="62233"/>
                </a:lnTo>
                <a:lnTo>
                  <a:pt x="666" y="91154"/>
                </a:lnTo>
                <a:lnTo>
                  <a:pt x="1083" y="120217"/>
                </a:lnTo>
                <a:lnTo>
                  <a:pt x="2285" y="149352"/>
                </a:lnTo>
                <a:lnTo>
                  <a:pt x="3298" y="168211"/>
                </a:lnTo>
                <a:lnTo>
                  <a:pt x="4095" y="187071"/>
                </a:lnTo>
                <a:lnTo>
                  <a:pt x="4750" y="205930"/>
                </a:lnTo>
                <a:lnTo>
                  <a:pt x="5333" y="224790"/>
                </a:lnTo>
                <a:lnTo>
                  <a:pt x="5655" y="245935"/>
                </a:lnTo>
                <a:lnTo>
                  <a:pt x="5619" y="267081"/>
                </a:lnTo>
                <a:lnTo>
                  <a:pt x="5441" y="288226"/>
                </a:lnTo>
                <a:lnTo>
                  <a:pt x="5333" y="309372"/>
                </a:lnTo>
                <a:lnTo>
                  <a:pt x="5226" y="328231"/>
                </a:lnTo>
                <a:lnTo>
                  <a:pt x="5048" y="347091"/>
                </a:lnTo>
                <a:lnTo>
                  <a:pt x="5012" y="365950"/>
                </a:lnTo>
                <a:lnTo>
                  <a:pt x="5333" y="384810"/>
                </a:lnTo>
                <a:lnTo>
                  <a:pt x="5464" y="400823"/>
                </a:lnTo>
                <a:lnTo>
                  <a:pt x="5810" y="416909"/>
                </a:lnTo>
                <a:lnTo>
                  <a:pt x="6298" y="433137"/>
                </a:lnTo>
                <a:lnTo>
                  <a:pt x="6857" y="449580"/>
                </a:lnTo>
                <a:lnTo>
                  <a:pt x="7417" y="462843"/>
                </a:lnTo>
                <a:lnTo>
                  <a:pt x="7905" y="476250"/>
                </a:lnTo>
                <a:lnTo>
                  <a:pt x="8251" y="489656"/>
                </a:lnTo>
                <a:lnTo>
                  <a:pt x="8381" y="502920"/>
                </a:lnTo>
                <a:lnTo>
                  <a:pt x="8941" y="511480"/>
                </a:lnTo>
                <a:lnTo>
                  <a:pt x="9429" y="519969"/>
                </a:lnTo>
                <a:lnTo>
                  <a:pt x="9775" y="528316"/>
                </a:lnTo>
                <a:lnTo>
                  <a:pt x="9905" y="536448"/>
                </a:lnTo>
                <a:lnTo>
                  <a:pt x="9905" y="542544"/>
                </a:lnTo>
                <a:lnTo>
                  <a:pt x="10667" y="548640"/>
                </a:lnTo>
                <a:lnTo>
                  <a:pt x="10667" y="554736"/>
                </a:lnTo>
                <a:lnTo>
                  <a:pt x="10667" y="558546"/>
                </a:lnTo>
                <a:lnTo>
                  <a:pt x="10667" y="563118"/>
                </a:lnTo>
                <a:lnTo>
                  <a:pt x="11429" y="566928"/>
                </a:lnTo>
                <a:lnTo>
                  <a:pt x="11429" y="569214"/>
                </a:lnTo>
                <a:lnTo>
                  <a:pt x="12191" y="573024"/>
                </a:lnTo>
                <a:lnTo>
                  <a:pt x="12953" y="574548"/>
                </a:lnTo>
                <a:lnTo>
                  <a:pt x="12953" y="575310"/>
                </a:lnTo>
                <a:lnTo>
                  <a:pt x="14477" y="576072"/>
                </a:lnTo>
                <a:lnTo>
                  <a:pt x="14477" y="576834"/>
                </a:lnTo>
                <a:lnTo>
                  <a:pt x="14477" y="577596"/>
                </a:lnTo>
                <a:lnTo>
                  <a:pt x="14477" y="578358"/>
                </a:lnTo>
                <a:lnTo>
                  <a:pt x="15239" y="579120"/>
                </a:lnTo>
                <a:lnTo>
                  <a:pt x="16763" y="580644"/>
                </a:lnTo>
                <a:lnTo>
                  <a:pt x="19049" y="581406"/>
                </a:lnTo>
                <a:lnTo>
                  <a:pt x="20573" y="581406"/>
                </a:lnTo>
                <a:lnTo>
                  <a:pt x="28955" y="582930"/>
                </a:lnTo>
                <a:lnTo>
                  <a:pt x="37337" y="580644"/>
                </a:lnTo>
                <a:lnTo>
                  <a:pt x="44957" y="580644"/>
                </a:lnTo>
                <a:lnTo>
                  <a:pt x="53316" y="580953"/>
                </a:lnTo>
                <a:lnTo>
                  <a:pt x="62102" y="581406"/>
                </a:lnTo>
                <a:lnTo>
                  <a:pt x="70889" y="581286"/>
                </a:lnTo>
                <a:lnTo>
                  <a:pt x="79247" y="579882"/>
                </a:lnTo>
                <a:lnTo>
                  <a:pt x="81533" y="578358"/>
                </a:lnTo>
                <a:lnTo>
                  <a:pt x="83819" y="576834"/>
                </a:lnTo>
                <a:lnTo>
                  <a:pt x="86105" y="576072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9" name="Google Shape;479;p4"/>
          <p:cNvGrpSpPr/>
          <p:nvPr/>
        </p:nvGrpSpPr>
        <p:grpSpPr>
          <a:xfrm>
            <a:off x="6180581" y="5045678"/>
            <a:ext cx="489204" cy="762000"/>
            <a:chOff x="6180581" y="5045678"/>
            <a:chExt cx="489204" cy="762000"/>
          </a:xfrm>
        </p:grpSpPr>
        <p:pic>
          <p:nvPicPr>
            <p:cNvPr id="480" name="Google Shape;480;p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275057" y="5539727"/>
              <a:ext cx="241579" cy="2225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1" name="Google Shape;481;p4"/>
            <p:cNvSpPr/>
            <p:nvPr/>
          </p:nvSpPr>
          <p:spPr>
            <a:xfrm>
              <a:off x="6483095" y="5045678"/>
              <a:ext cx="186690" cy="762000"/>
            </a:xfrm>
            <a:custGeom>
              <a:rect b="b" l="l" r="r" t="t"/>
              <a:pathLst>
                <a:path extrusionOk="0" h="762000" w="186690">
                  <a:moveTo>
                    <a:pt x="0" y="24669"/>
                  </a:moveTo>
                  <a:lnTo>
                    <a:pt x="13156" y="20919"/>
                  </a:lnTo>
                  <a:lnTo>
                    <a:pt x="26384" y="17525"/>
                  </a:lnTo>
                  <a:lnTo>
                    <a:pt x="39754" y="14275"/>
                  </a:lnTo>
                  <a:lnTo>
                    <a:pt x="53340" y="10953"/>
                  </a:lnTo>
                  <a:lnTo>
                    <a:pt x="66484" y="8334"/>
                  </a:lnTo>
                  <a:lnTo>
                    <a:pt x="79629" y="5429"/>
                  </a:lnTo>
                  <a:lnTo>
                    <a:pt x="92773" y="2809"/>
                  </a:lnTo>
                  <a:lnTo>
                    <a:pt x="105918" y="1047"/>
                  </a:lnTo>
                  <a:lnTo>
                    <a:pt x="113192" y="273"/>
                  </a:lnTo>
                  <a:lnTo>
                    <a:pt x="120681" y="0"/>
                  </a:lnTo>
                  <a:lnTo>
                    <a:pt x="127456" y="1583"/>
                  </a:lnTo>
                  <a:lnTo>
                    <a:pt x="132588" y="6381"/>
                  </a:lnTo>
                  <a:lnTo>
                    <a:pt x="136338" y="16847"/>
                  </a:lnTo>
                  <a:lnTo>
                    <a:pt x="138017" y="28955"/>
                  </a:lnTo>
                  <a:lnTo>
                    <a:pt x="138695" y="41207"/>
                  </a:lnTo>
                  <a:lnTo>
                    <a:pt x="139446" y="52101"/>
                  </a:lnTo>
                  <a:lnTo>
                    <a:pt x="144684" y="99726"/>
                  </a:lnTo>
                  <a:lnTo>
                    <a:pt x="151638" y="147351"/>
                  </a:lnTo>
                  <a:lnTo>
                    <a:pt x="162591" y="212502"/>
                  </a:lnTo>
                  <a:lnTo>
                    <a:pt x="168032" y="245078"/>
                  </a:lnTo>
                  <a:lnTo>
                    <a:pt x="177867" y="319516"/>
                  </a:lnTo>
                  <a:lnTo>
                    <a:pt x="181260" y="361664"/>
                  </a:lnTo>
                  <a:lnTo>
                    <a:pt x="183368" y="404098"/>
                  </a:lnTo>
                  <a:lnTo>
                    <a:pt x="184404" y="446817"/>
                  </a:lnTo>
                  <a:lnTo>
                    <a:pt x="185070" y="506348"/>
                  </a:lnTo>
                  <a:lnTo>
                    <a:pt x="185166" y="566451"/>
                  </a:lnTo>
                  <a:lnTo>
                    <a:pt x="185820" y="596300"/>
                  </a:lnTo>
                  <a:lnTo>
                    <a:pt x="186404" y="626363"/>
                  </a:lnTo>
                  <a:lnTo>
                    <a:pt x="186559" y="656570"/>
                  </a:lnTo>
                  <a:lnTo>
                    <a:pt x="185928" y="686847"/>
                  </a:lnTo>
                  <a:lnTo>
                    <a:pt x="185344" y="699992"/>
                  </a:lnTo>
                  <a:lnTo>
                    <a:pt x="184689" y="713136"/>
                  </a:lnTo>
                  <a:lnTo>
                    <a:pt x="183892" y="726281"/>
                  </a:lnTo>
                  <a:lnTo>
                    <a:pt x="182880" y="739425"/>
                  </a:lnTo>
                  <a:lnTo>
                    <a:pt x="182880" y="746283"/>
                  </a:lnTo>
                  <a:lnTo>
                    <a:pt x="182118" y="753141"/>
                  </a:lnTo>
                  <a:lnTo>
                    <a:pt x="181356" y="759237"/>
                  </a:lnTo>
                  <a:lnTo>
                    <a:pt x="180594" y="760761"/>
                  </a:lnTo>
                  <a:lnTo>
                    <a:pt x="180594" y="761523"/>
                  </a:lnTo>
                  <a:lnTo>
                    <a:pt x="172831" y="761023"/>
                  </a:lnTo>
                  <a:lnTo>
                    <a:pt x="165354" y="759809"/>
                  </a:lnTo>
                  <a:lnTo>
                    <a:pt x="157876" y="758309"/>
                  </a:lnTo>
                  <a:lnTo>
                    <a:pt x="150114" y="756951"/>
                  </a:lnTo>
                  <a:lnTo>
                    <a:pt x="140731" y="756189"/>
                  </a:lnTo>
                  <a:lnTo>
                    <a:pt x="131064" y="755999"/>
                  </a:lnTo>
                  <a:lnTo>
                    <a:pt x="121396" y="756094"/>
                  </a:lnTo>
                  <a:lnTo>
                    <a:pt x="112014" y="756189"/>
                  </a:lnTo>
                  <a:lnTo>
                    <a:pt x="105453" y="757189"/>
                  </a:lnTo>
                  <a:lnTo>
                    <a:pt x="97821" y="758475"/>
                  </a:lnTo>
                  <a:lnTo>
                    <a:pt x="90046" y="759190"/>
                  </a:lnTo>
                  <a:lnTo>
                    <a:pt x="83058" y="758475"/>
                  </a:lnTo>
                  <a:lnTo>
                    <a:pt x="82296" y="757713"/>
                  </a:lnTo>
                  <a:lnTo>
                    <a:pt x="81534" y="756951"/>
                  </a:lnTo>
                  <a:lnTo>
                    <a:pt x="80010" y="756189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"/>
            <p:cNvSpPr/>
            <p:nvPr/>
          </p:nvSpPr>
          <p:spPr>
            <a:xfrm>
              <a:off x="6232397" y="5185410"/>
              <a:ext cx="50800" cy="96520"/>
            </a:xfrm>
            <a:custGeom>
              <a:rect b="b" l="l" r="r" t="t"/>
              <a:pathLst>
                <a:path extrusionOk="0" h="96520" w="50800">
                  <a:moveTo>
                    <a:pt x="19050" y="15239"/>
                  </a:moveTo>
                  <a:lnTo>
                    <a:pt x="23622" y="3809"/>
                  </a:lnTo>
                  <a:lnTo>
                    <a:pt x="23622" y="0"/>
                  </a:lnTo>
                  <a:lnTo>
                    <a:pt x="36576" y="1523"/>
                  </a:lnTo>
                  <a:lnTo>
                    <a:pt x="44195" y="3047"/>
                  </a:lnTo>
                  <a:lnTo>
                    <a:pt x="48768" y="11429"/>
                  </a:lnTo>
                  <a:lnTo>
                    <a:pt x="49530" y="18287"/>
                  </a:lnTo>
                  <a:lnTo>
                    <a:pt x="49946" y="26598"/>
                  </a:lnTo>
                  <a:lnTo>
                    <a:pt x="48863" y="34480"/>
                  </a:lnTo>
                  <a:lnTo>
                    <a:pt x="22300" y="72354"/>
                  </a:lnTo>
                  <a:lnTo>
                    <a:pt x="14478" y="78485"/>
                  </a:lnTo>
                  <a:lnTo>
                    <a:pt x="9906" y="83057"/>
                  </a:lnTo>
                  <a:lnTo>
                    <a:pt x="6858" y="83057"/>
                  </a:lnTo>
                  <a:lnTo>
                    <a:pt x="762" y="83819"/>
                  </a:lnTo>
                  <a:lnTo>
                    <a:pt x="762" y="80009"/>
                  </a:lnTo>
                  <a:lnTo>
                    <a:pt x="0" y="76199"/>
                  </a:lnTo>
                  <a:lnTo>
                    <a:pt x="3048" y="73913"/>
                  </a:lnTo>
                  <a:lnTo>
                    <a:pt x="6096" y="70865"/>
                  </a:lnTo>
                  <a:lnTo>
                    <a:pt x="15240" y="71627"/>
                  </a:lnTo>
                  <a:lnTo>
                    <a:pt x="18288" y="73913"/>
                  </a:lnTo>
                  <a:lnTo>
                    <a:pt x="24384" y="76961"/>
                  </a:lnTo>
                  <a:lnTo>
                    <a:pt x="28956" y="83057"/>
                  </a:lnTo>
                  <a:lnTo>
                    <a:pt x="34290" y="87629"/>
                  </a:lnTo>
                  <a:lnTo>
                    <a:pt x="38862" y="90677"/>
                  </a:lnTo>
                  <a:lnTo>
                    <a:pt x="43434" y="93725"/>
                  </a:lnTo>
                  <a:lnTo>
                    <a:pt x="48006" y="95249"/>
                  </a:lnTo>
                  <a:lnTo>
                    <a:pt x="49530" y="96011"/>
                  </a:lnTo>
                  <a:lnTo>
                    <a:pt x="50292" y="9601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"/>
            <p:cNvSpPr/>
            <p:nvPr/>
          </p:nvSpPr>
          <p:spPr>
            <a:xfrm>
              <a:off x="6312407" y="5173218"/>
              <a:ext cx="29209" cy="175260"/>
            </a:xfrm>
            <a:custGeom>
              <a:rect b="b" l="l" r="r" t="t"/>
              <a:pathLst>
                <a:path extrusionOk="0" h="175260" w="29210">
                  <a:moveTo>
                    <a:pt x="26670" y="0"/>
                  </a:moveTo>
                  <a:lnTo>
                    <a:pt x="28682" y="17918"/>
                  </a:lnTo>
                  <a:lnTo>
                    <a:pt x="29051" y="34766"/>
                  </a:lnTo>
                  <a:lnTo>
                    <a:pt x="27848" y="51756"/>
                  </a:lnTo>
                  <a:lnTo>
                    <a:pt x="25146" y="70104"/>
                  </a:lnTo>
                  <a:lnTo>
                    <a:pt x="21347" y="87129"/>
                  </a:lnTo>
                  <a:lnTo>
                    <a:pt x="17049" y="104013"/>
                  </a:lnTo>
                  <a:lnTo>
                    <a:pt x="12608" y="120896"/>
                  </a:lnTo>
                  <a:lnTo>
                    <a:pt x="8382" y="137922"/>
                  </a:lnTo>
                  <a:lnTo>
                    <a:pt x="6560" y="145923"/>
                  </a:lnTo>
                  <a:lnTo>
                    <a:pt x="4667" y="153924"/>
                  </a:lnTo>
                  <a:lnTo>
                    <a:pt x="2917" y="161925"/>
                  </a:lnTo>
                  <a:lnTo>
                    <a:pt x="1524" y="169926"/>
                  </a:lnTo>
                  <a:lnTo>
                    <a:pt x="762" y="172212"/>
                  </a:lnTo>
                  <a:lnTo>
                    <a:pt x="1524" y="175260"/>
                  </a:lnTo>
                  <a:lnTo>
                    <a:pt x="762" y="172212"/>
                  </a:lnTo>
                  <a:lnTo>
                    <a:pt x="0" y="171450"/>
                  </a:lnTo>
                  <a:lnTo>
                    <a:pt x="0" y="169926"/>
                  </a:lnTo>
                  <a:lnTo>
                    <a:pt x="0" y="16840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4" name="Google Shape;484;p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371069" y="5164061"/>
              <a:ext cx="132613" cy="1699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5" name="Google Shape;485;p4"/>
            <p:cNvSpPr/>
            <p:nvPr/>
          </p:nvSpPr>
          <p:spPr>
            <a:xfrm>
              <a:off x="6180581" y="5229606"/>
              <a:ext cx="41910" cy="10795"/>
            </a:xfrm>
            <a:custGeom>
              <a:rect b="b" l="l" r="r" t="t"/>
              <a:pathLst>
                <a:path extrusionOk="0" h="10795" w="41910">
                  <a:moveTo>
                    <a:pt x="0" y="8381"/>
                  </a:moveTo>
                  <a:lnTo>
                    <a:pt x="3810" y="9905"/>
                  </a:lnTo>
                  <a:lnTo>
                    <a:pt x="7620" y="10667"/>
                  </a:lnTo>
                  <a:lnTo>
                    <a:pt x="12192" y="9905"/>
                  </a:lnTo>
                  <a:lnTo>
                    <a:pt x="19050" y="9143"/>
                  </a:lnTo>
                  <a:lnTo>
                    <a:pt x="24384" y="5333"/>
                  </a:lnTo>
                  <a:lnTo>
                    <a:pt x="31242" y="3809"/>
                  </a:lnTo>
                  <a:lnTo>
                    <a:pt x="33528" y="2285"/>
                  </a:lnTo>
                  <a:lnTo>
                    <a:pt x="38100" y="1523"/>
                  </a:lnTo>
                  <a:lnTo>
                    <a:pt x="41148" y="1523"/>
                  </a:lnTo>
                  <a:lnTo>
                    <a:pt x="41910" y="1523"/>
                  </a:lnTo>
                  <a:lnTo>
                    <a:pt x="36576" y="2285"/>
                  </a:lnTo>
                  <a:lnTo>
                    <a:pt x="34290" y="2285"/>
                  </a:lnTo>
                  <a:lnTo>
                    <a:pt x="29718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" name="Google Shape;486;p4"/>
          <p:cNvGrpSpPr/>
          <p:nvPr/>
        </p:nvGrpSpPr>
        <p:grpSpPr>
          <a:xfrm>
            <a:off x="7773803" y="3710165"/>
            <a:ext cx="153409" cy="161811"/>
            <a:chOff x="7773803" y="3710165"/>
            <a:chExt cx="153409" cy="161811"/>
          </a:xfrm>
        </p:grpSpPr>
        <p:pic>
          <p:nvPicPr>
            <p:cNvPr id="487" name="Google Shape;487;p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773803" y="3710165"/>
              <a:ext cx="145674" cy="1278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4"/>
            <p:cNvSpPr/>
            <p:nvPr/>
          </p:nvSpPr>
          <p:spPr>
            <a:xfrm>
              <a:off x="7809737" y="3865626"/>
              <a:ext cx="117475" cy="6350"/>
            </a:xfrm>
            <a:custGeom>
              <a:rect b="b" l="l" r="r" t="t"/>
              <a:pathLst>
                <a:path extrusionOk="0" h="6350" w="117475">
                  <a:moveTo>
                    <a:pt x="0" y="3810"/>
                  </a:moveTo>
                  <a:lnTo>
                    <a:pt x="14751" y="5226"/>
                  </a:lnTo>
                  <a:lnTo>
                    <a:pt x="29432" y="6000"/>
                  </a:lnTo>
                  <a:lnTo>
                    <a:pt x="44255" y="6060"/>
                  </a:lnTo>
                  <a:lnTo>
                    <a:pt x="59436" y="5334"/>
                  </a:lnTo>
                  <a:lnTo>
                    <a:pt x="72449" y="4643"/>
                  </a:lnTo>
                  <a:lnTo>
                    <a:pt x="85248" y="3810"/>
                  </a:lnTo>
                  <a:lnTo>
                    <a:pt x="97905" y="2976"/>
                  </a:lnTo>
                  <a:lnTo>
                    <a:pt x="110489" y="2286"/>
                  </a:lnTo>
                  <a:lnTo>
                    <a:pt x="117145" y="1821"/>
                  </a:lnTo>
                  <a:lnTo>
                    <a:pt x="115728" y="1428"/>
                  </a:lnTo>
                  <a:lnTo>
                    <a:pt x="110168" y="892"/>
                  </a:lnTo>
                  <a:lnTo>
                    <a:pt x="104394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9" name="Google Shape;489;p4"/>
          <p:cNvGrpSpPr/>
          <p:nvPr/>
        </p:nvGrpSpPr>
        <p:grpSpPr>
          <a:xfrm>
            <a:off x="7217663" y="5078444"/>
            <a:ext cx="251473" cy="483234"/>
            <a:chOff x="7217663" y="5078444"/>
            <a:chExt cx="251473" cy="483234"/>
          </a:xfrm>
        </p:grpSpPr>
        <p:sp>
          <p:nvSpPr>
            <p:cNvPr id="490" name="Google Shape;490;p4"/>
            <p:cNvSpPr/>
            <p:nvPr/>
          </p:nvSpPr>
          <p:spPr>
            <a:xfrm>
              <a:off x="7217663" y="5078444"/>
              <a:ext cx="92710" cy="483234"/>
            </a:xfrm>
            <a:custGeom>
              <a:rect b="b" l="l" r="r" t="t"/>
              <a:pathLst>
                <a:path extrusionOk="0" h="483235" w="92709">
                  <a:moveTo>
                    <a:pt x="83820" y="38385"/>
                  </a:moveTo>
                  <a:lnTo>
                    <a:pt x="85344" y="30765"/>
                  </a:lnTo>
                  <a:lnTo>
                    <a:pt x="85344" y="23907"/>
                  </a:lnTo>
                  <a:lnTo>
                    <a:pt x="82296" y="17049"/>
                  </a:lnTo>
                  <a:lnTo>
                    <a:pt x="79248" y="10191"/>
                  </a:lnTo>
                  <a:lnTo>
                    <a:pt x="44529" y="0"/>
                  </a:lnTo>
                  <a:lnTo>
                    <a:pt x="38100" y="1047"/>
                  </a:lnTo>
                  <a:lnTo>
                    <a:pt x="7620" y="29241"/>
                  </a:lnTo>
                  <a:lnTo>
                    <a:pt x="0" y="62769"/>
                  </a:lnTo>
                  <a:lnTo>
                    <a:pt x="71" y="71794"/>
                  </a:lnTo>
                  <a:lnTo>
                    <a:pt x="9453" y="109156"/>
                  </a:lnTo>
                  <a:lnTo>
                    <a:pt x="34456" y="143517"/>
                  </a:lnTo>
                  <a:lnTo>
                    <a:pt x="40386" y="149447"/>
                  </a:lnTo>
                  <a:lnTo>
                    <a:pt x="46315" y="155662"/>
                  </a:lnTo>
                  <a:lnTo>
                    <a:pt x="51816" y="162591"/>
                  </a:lnTo>
                  <a:lnTo>
                    <a:pt x="55245" y="168580"/>
                  </a:lnTo>
                  <a:lnTo>
                    <a:pt x="57531" y="175069"/>
                  </a:lnTo>
                  <a:lnTo>
                    <a:pt x="58674" y="181987"/>
                  </a:lnTo>
                  <a:lnTo>
                    <a:pt x="58674" y="189261"/>
                  </a:lnTo>
                  <a:lnTo>
                    <a:pt x="41148" y="223551"/>
                  </a:lnTo>
                  <a:lnTo>
                    <a:pt x="21431" y="245947"/>
                  </a:lnTo>
                  <a:lnTo>
                    <a:pt x="14478" y="253269"/>
                  </a:lnTo>
                  <a:lnTo>
                    <a:pt x="12192" y="256317"/>
                  </a:lnTo>
                  <a:lnTo>
                    <a:pt x="7620" y="259365"/>
                  </a:lnTo>
                  <a:lnTo>
                    <a:pt x="6096" y="263175"/>
                  </a:lnTo>
                  <a:lnTo>
                    <a:pt x="6096" y="263937"/>
                  </a:lnTo>
                  <a:lnTo>
                    <a:pt x="8382" y="265461"/>
                  </a:lnTo>
                  <a:lnTo>
                    <a:pt x="11430" y="267747"/>
                  </a:lnTo>
                  <a:lnTo>
                    <a:pt x="38326" y="302978"/>
                  </a:lnTo>
                  <a:lnTo>
                    <a:pt x="39254" y="319718"/>
                  </a:lnTo>
                  <a:lnTo>
                    <a:pt x="38862" y="327945"/>
                  </a:lnTo>
                  <a:lnTo>
                    <a:pt x="36849" y="341530"/>
                  </a:lnTo>
                  <a:lnTo>
                    <a:pt x="33623" y="354901"/>
                  </a:lnTo>
                  <a:lnTo>
                    <a:pt x="29968" y="368129"/>
                  </a:lnTo>
                  <a:lnTo>
                    <a:pt x="26670" y="381285"/>
                  </a:lnTo>
                  <a:lnTo>
                    <a:pt x="25348" y="389858"/>
                  </a:lnTo>
                  <a:lnTo>
                    <a:pt x="24669" y="398430"/>
                  </a:lnTo>
                  <a:lnTo>
                    <a:pt x="24419" y="407003"/>
                  </a:lnTo>
                  <a:lnTo>
                    <a:pt x="24384" y="415575"/>
                  </a:lnTo>
                  <a:lnTo>
                    <a:pt x="25074" y="423183"/>
                  </a:lnTo>
                  <a:lnTo>
                    <a:pt x="50256" y="460045"/>
                  </a:lnTo>
                  <a:lnTo>
                    <a:pt x="56388" y="465105"/>
                  </a:lnTo>
                  <a:lnTo>
                    <a:pt x="61805" y="469856"/>
                  </a:lnTo>
                  <a:lnTo>
                    <a:pt x="67722" y="474535"/>
                  </a:lnTo>
                  <a:lnTo>
                    <a:pt x="74068" y="478500"/>
                  </a:lnTo>
                  <a:lnTo>
                    <a:pt x="80772" y="481107"/>
                  </a:lnTo>
                  <a:lnTo>
                    <a:pt x="86868" y="482631"/>
                  </a:lnTo>
                  <a:lnTo>
                    <a:pt x="88392" y="482631"/>
                  </a:lnTo>
                  <a:lnTo>
                    <a:pt x="92202" y="48263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1" name="Google Shape;491;p4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7321283" y="5234927"/>
              <a:ext cx="147853" cy="12270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92" name="Google Shape;492;p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517879" y="5174872"/>
            <a:ext cx="114325" cy="152282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"/>
          <p:cNvSpPr/>
          <p:nvPr/>
        </p:nvSpPr>
        <p:spPr>
          <a:xfrm>
            <a:off x="7712964" y="5320284"/>
            <a:ext cx="41910" cy="55880"/>
          </a:xfrm>
          <a:custGeom>
            <a:rect b="b" l="l" r="r" t="t"/>
            <a:pathLst>
              <a:path extrusionOk="0" h="55879" w="41909">
                <a:moveTo>
                  <a:pt x="33527" y="0"/>
                </a:moveTo>
                <a:lnTo>
                  <a:pt x="39719" y="10810"/>
                </a:lnTo>
                <a:lnTo>
                  <a:pt x="41909" y="17907"/>
                </a:lnTo>
                <a:lnTo>
                  <a:pt x="39528" y="24431"/>
                </a:lnTo>
                <a:lnTo>
                  <a:pt x="7619" y="52577"/>
                </a:lnTo>
                <a:lnTo>
                  <a:pt x="0" y="55626"/>
                </a:lnTo>
                <a:lnTo>
                  <a:pt x="3047" y="53340"/>
                </a:lnTo>
                <a:lnTo>
                  <a:pt x="761" y="4953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4" name="Google Shape;494;p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831061" y="5147202"/>
            <a:ext cx="123469" cy="1426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5" name="Google Shape;495;p4"/>
          <p:cNvGrpSpPr/>
          <p:nvPr/>
        </p:nvGrpSpPr>
        <p:grpSpPr>
          <a:xfrm>
            <a:off x="8024621" y="5097005"/>
            <a:ext cx="411492" cy="251853"/>
            <a:chOff x="8024621" y="5097005"/>
            <a:chExt cx="411492" cy="251853"/>
          </a:xfrm>
        </p:grpSpPr>
        <p:sp>
          <p:nvSpPr>
            <p:cNvPr id="496" name="Google Shape;496;p4"/>
            <p:cNvSpPr/>
            <p:nvPr/>
          </p:nvSpPr>
          <p:spPr>
            <a:xfrm>
              <a:off x="8024621" y="5297423"/>
              <a:ext cx="29209" cy="51435"/>
            </a:xfrm>
            <a:custGeom>
              <a:rect b="b" l="l" r="r" t="t"/>
              <a:pathLst>
                <a:path extrusionOk="0" h="51435" w="29209">
                  <a:moveTo>
                    <a:pt x="28955" y="0"/>
                  </a:moveTo>
                  <a:lnTo>
                    <a:pt x="3047" y="36576"/>
                  </a:lnTo>
                  <a:lnTo>
                    <a:pt x="0" y="45720"/>
                  </a:lnTo>
                  <a:lnTo>
                    <a:pt x="0" y="5105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7" name="Google Shape;497;p4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8074900" y="5097005"/>
              <a:ext cx="361213" cy="1989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8" name="Google Shape;498;p4"/>
          <p:cNvSpPr/>
          <p:nvPr/>
        </p:nvSpPr>
        <p:spPr>
          <a:xfrm>
            <a:off x="8828531" y="4938521"/>
            <a:ext cx="194310" cy="412750"/>
          </a:xfrm>
          <a:custGeom>
            <a:rect b="b" l="l" r="r" t="t"/>
            <a:pathLst>
              <a:path extrusionOk="0" h="412750" w="194309">
                <a:moveTo>
                  <a:pt x="41148" y="15240"/>
                </a:moveTo>
                <a:lnTo>
                  <a:pt x="43910" y="6536"/>
                </a:lnTo>
                <a:lnTo>
                  <a:pt x="46672" y="2190"/>
                </a:lnTo>
                <a:lnTo>
                  <a:pt x="51435" y="559"/>
                </a:lnTo>
                <a:lnTo>
                  <a:pt x="60198" y="0"/>
                </a:lnTo>
                <a:lnTo>
                  <a:pt x="69746" y="357"/>
                </a:lnTo>
                <a:lnTo>
                  <a:pt x="111537" y="21145"/>
                </a:lnTo>
                <a:lnTo>
                  <a:pt x="133635" y="52863"/>
                </a:lnTo>
                <a:lnTo>
                  <a:pt x="137183" y="81224"/>
                </a:lnTo>
                <a:lnTo>
                  <a:pt x="136207" y="90868"/>
                </a:lnTo>
                <a:lnTo>
                  <a:pt x="134373" y="100226"/>
                </a:lnTo>
                <a:lnTo>
                  <a:pt x="131826" y="109728"/>
                </a:lnTo>
                <a:lnTo>
                  <a:pt x="128885" y="119574"/>
                </a:lnTo>
                <a:lnTo>
                  <a:pt x="126015" y="129635"/>
                </a:lnTo>
                <a:lnTo>
                  <a:pt x="123574" y="139838"/>
                </a:lnTo>
                <a:lnTo>
                  <a:pt x="121920" y="150114"/>
                </a:lnTo>
                <a:lnTo>
                  <a:pt x="120991" y="160746"/>
                </a:lnTo>
                <a:lnTo>
                  <a:pt x="120777" y="171735"/>
                </a:lnTo>
                <a:lnTo>
                  <a:pt x="121705" y="182582"/>
                </a:lnTo>
                <a:lnTo>
                  <a:pt x="149042" y="214717"/>
                </a:lnTo>
                <a:lnTo>
                  <a:pt x="170688" y="217932"/>
                </a:lnTo>
                <a:lnTo>
                  <a:pt x="178308" y="218694"/>
                </a:lnTo>
                <a:lnTo>
                  <a:pt x="186690" y="217932"/>
                </a:lnTo>
                <a:lnTo>
                  <a:pt x="194310" y="217932"/>
                </a:lnTo>
                <a:lnTo>
                  <a:pt x="187452" y="220218"/>
                </a:lnTo>
                <a:lnTo>
                  <a:pt x="184404" y="221742"/>
                </a:lnTo>
                <a:lnTo>
                  <a:pt x="179070" y="226314"/>
                </a:lnTo>
                <a:lnTo>
                  <a:pt x="171378" y="232326"/>
                </a:lnTo>
                <a:lnTo>
                  <a:pt x="164401" y="238982"/>
                </a:lnTo>
                <a:lnTo>
                  <a:pt x="158281" y="246352"/>
                </a:lnTo>
                <a:lnTo>
                  <a:pt x="153162" y="254508"/>
                </a:lnTo>
                <a:lnTo>
                  <a:pt x="149780" y="264271"/>
                </a:lnTo>
                <a:lnTo>
                  <a:pt x="148399" y="274891"/>
                </a:lnTo>
                <a:lnTo>
                  <a:pt x="148447" y="285797"/>
                </a:lnTo>
                <a:lnTo>
                  <a:pt x="149352" y="296418"/>
                </a:lnTo>
                <a:lnTo>
                  <a:pt x="150042" y="303978"/>
                </a:lnTo>
                <a:lnTo>
                  <a:pt x="150876" y="311753"/>
                </a:lnTo>
                <a:lnTo>
                  <a:pt x="151709" y="319670"/>
                </a:lnTo>
                <a:lnTo>
                  <a:pt x="152400" y="327660"/>
                </a:lnTo>
                <a:lnTo>
                  <a:pt x="152471" y="335208"/>
                </a:lnTo>
                <a:lnTo>
                  <a:pt x="152400" y="342900"/>
                </a:lnTo>
                <a:lnTo>
                  <a:pt x="137160" y="384810"/>
                </a:lnTo>
                <a:lnTo>
                  <a:pt x="128016" y="396240"/>
                </a:lnTo>
                <a:lnTo>
                  <a:pt x="122682" y="401574"/>
                </a:lnTo>
                <a:lnTo>
                  <a:pt x="118872" y="405384"/>
                </a:lnTo>
                <a:lnTo>
                  <a:pt x="115062" y="407670"/>
                </a:lnTo>
                <a:lnTo>
                  <a:pt x="108966" y="409194"/>
                </a:lnTo>
                <a:lnTo>
                  <a:pt x="100834" y="411277"/>
                </a:lnTo>
                <a:lnTo>
                  <a:pt x="92487" y="412146"/>
                </a:lnTo>
                <a:lnTo>
                  <a:pt x="83998" y="412301"/>
                </a:lnTo>
                <a:lnTo>
                  <a:pt x="75438" y="412242"/>
                </a:lnTo>
                <a:lnTo>
                  <a:pt x="33123" y="400371"/>
                </a:lnTo>
                <a:lnTo>
                  <a:pt x="27241" y="397859"/>
                </a:lnTo>
                <a:lnTo>
                  <a:pt x="21074" y="395489"/>
                </a:lnTo>
                <a:lnTo>
                  <a:pt x="14478" y="393192"/>
                </a:lnTo>
                <a:lnTo>
                  <a:pt x="7620" y="390906"/>
                </a:lnTo>
                <a:lnTo>
                  <a:pt x="5334" y="390144"/>
                </a:lnTo>
                <a:lnTo>
                  <a:pt x="0" y="385572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" name="Google Shape;499;p4"/>
          <p:cNvGrpSpPr/>
          <p:nvPr/>
        </p:nvGrpSpPr>
        <p:grpSpPr>
          <a:xfrm>
            <a:off x="8493238" y="5015471"/>
            <a:ext cx="398551" cy="176047"/>
            <a:chOff x="8493238" y="5015471"/>
            <a:chExt cx="398551" cy="176047"/>
          </a:xfrm>
        </p:grpSpPr>
        <p:pic>
          <p:nvPicPr>
            <p:cNvPr id="500" name="Google Shape;500;p4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8493238" y="5087099"/>
              <a:ext cx="243103" cy="1044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p4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8760700" y="5015471"/>
              <a:ext cx="131089" cy="14023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2" name="Google Shape;502;p4"/>
          <p:cNvGrpSpPr/>
          <p:nvPr/>
        </p:nvGrpSpPr>
        <p:grpSpPr>
          <a:xfrm>
            <a:off x="6055875" y="4024062"/>
            <a:ext cx="314698" cy="507932"/>
            <a:chOff x="6055875" y="4024062"/>
            <a:chExt cx="314698" cy="507932"/>
          </a:xfrm>
        </p:grpSpPr>
        <p:sp>
          <p:nvSpPr>
            <p:cNvPr id="503" name="Google Shape;503;p4"/>
            <p:cNvSpPr/>
            <p:nvPr/>
          </p:nvSpPr>
          <p:spPr>
            <a:xfrm>
              <a:off x="6055875" y="4076699"/>
              <a:ext cx="114935" cy="455295"/>
            </a:xfrm>
            <a:custGeom>
              <a:rect b="b" l="l" r="r" t="t"/>
              <a:pathLst>
                <a:path extrusionOk="0" h="455295" w="114935">
                  <a:moveTo>
                    <a:pt x="85082" y="0"/>
                  </a:moveTo>
                  <a:lnTo>
                    <a:pt x="73366" y="1440"/>
                  </a:lnTo>
                  <a:lnTo>
                    <a:pt x="62793" y="3524"/>
                  </a:lnTo>
                  <a:lnTo>
                    <a:pt x="52506" y="6322"/>
                  </a:lnTo>
                  <a:lnTo>
                    <a:pt x="41648" y="9906"/>
                  </a:lnTo>
                  <a:lnTo>
                    <a:pt x="33647" y="12501"/>
                  </a:lnTo>
                  <a:lnTo>
                    <a:pt x="25646" y="14668"/>
                  </a:lnTo>
                  <a:lnTo>
                    <a:pt x="17645" y="16549"/>
                  </a:lnTo>
                  <a:lnTo>
                    <a:pt x="9644" y="18288"/>
                  </a:lnTo>
                  <a:lnTo>
                    <a:pt x="5834" y="19812"/>
                  </a:lnTo>
                  <a:lnTo>
                    <a:pt x="2024" y="18288"/>
                  </a:lnTo>
                  <a:lnTo>
                    <a:pt x="1262" y="22860"/>
                  </a:lnTo>
                  <a:lnTo>
                    <a:pt x="0" y="30777"/>
                  </a:lnTo>
                  <a:lnTo>
                    <a:pt x="309" y="39909"/>
                  </a:lnTo>
                  <a:lnTo>
                    <a:pt x="1476" y="48898"/>
                  </a:lnTo>
                  <a:lnTo>
                    <a:pt x="2786" y="56388"/>
                  </a:lnTo>
                  <a:lnTo>
                    <a:pt x="5762" y="73533"/>
                  </a:lnTo>
                  <a:lnTo>
                    <a:pt x="8882" y="90678"/>
                  </a:lnTo>
                  <a:lnTo>
                    <a:pt x="12001" y="107823"/>
                  </a:lnTo>
                  <a:lnTo>
                    <a:pt x="14978" y="124968"/>
                  </a:lnTo>
                  <a:lnTo>
                    <a:pt x="21169" y="169545"/>
                  </a:lnTo>
                  <a:lnTo>
                    <a:pt x="25646" y="214122"/>
                  </a:lnTo>
                  <a:lnTo>
                    <a:pt x="28313" y="260318"/>
                  </a:lnTo>
                  <a:lnTo>
                    <a:pt x="28694" y="307086"/>
                  </a:lnTo>
                  <a:lnTo>
                    <a:pt x="28598" y="331779"/>
                  </a:lnTo>
                  <a:lnTo>
                    <a:pt x="28503" y="356616"/>
                  </a:lnTo>
                  <a:lnTo>
                    <a:pt x="28694" y="381452"/>
                  </a:lnTo>
                  <a:lnTo>
                    <a:pt x="29456" y="406146"/>
                  </a:lnTo>
                  <a:lnTo>
                    <a:pt x="29932" y="415992"/>
                  </a:lnTo>
                  <a:lnTo>
                    <a:pt x="30408" y="426053"/>
                  </a:lnTo>
                  <a:lnTo>
                    <a:pt x="31170" y="436256"/>
                  </a:lnTo>
                  <a:lnTo>
                    <a:pt x="32504" y="446531"/>
                  </a:lnTo>
                  <a:lnTo>
                    <a:pt x="33266" y="449580"/>
                  </a:lnTo>
                  <a:lnTo>
                    <a:pt x="34028" y="451866"/>
                  </a:lnTo>
                  <a:lnTo>
                    <a:pt x="34790" y="454914"/>
                  </a:lnTo>
                  <a:lnTo>
                    <a:pt x="37838" y="454914"/>
                  </a:lnTo>
                  <a:lnTo>
                    <a:pt x="40124" y="453390"/>
                  </a:lnTo>
                  <a:lnTo>
                    <a:pt x="43934" y="452628"/>
                  </a:lnTo>
                  <a:lnTo>
                    <a:pt x="83558" y="443103"/>
                  </a:lnTo>
                  <a:lnTo>
                    <a:pt x="92392" y="441912"/>
                  </a:lnTo>
                  <a:lnTo>
                    <a:pt x="101084" y="440436"/>
                  </a:lnTo>
                  <a:lnTo>
                    <a:pt x="108704" y="439673"/>
                  </a:lnTo>
                  <a:lnTo>
                    <a:pt x="110228" y="439673"/>
                  </a:lnTo>
                  <a:lnTo>
                    <a:pt x="114800" y="43738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4" name="Google Shape;504;p4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6092939" y="4134599"/>
              <a:ext cx="138709" cy="114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5" name="Google Shape;505;p4"/>
            <p:cNvSpPr/>
            <p:nvPr/>
          </p:nvSpPr>
          <p:spPr>
            <a:xfrm>
              <a:off x="6230873" y="4354067"/>
              <a:ext cx="1270" cy="83185"/>
            </a:xfrm>
            <a:custGeom>
              <a:rect b="b" l="l" r="r" t="t"/>
              <a:pathLst>
                <a:path extrusionOk="0" h="83185" w="1270">
                  <a:moveTo>
                    <a:pt x="0" y="0"/>
                  </a:moveTo>
                  <a:lnTo>
                    <a:pt x="119" y="8703"/>
                  </a:lnTo>
                  <a:lnTo>
                    <a:pt x="381" y="17621"/>
                  </a:lnTo>
                  <a:lnTo>
                    <a:pt x="642" y="26681"/>
                  </a:lnTo>
                  <a:lnTo>
                    <a:pt x="762" y="35814"/>
                  </a:lnTo>
                  <a:lnTo>
                    <a:pt x="762" y="47696"/>
                  </a:lnTo>
                  <a:lnTo>
                    <a:pt x="762" y="59436"/>
                  </a:lnTo>
                  <a:lnTo>
                    <a:pt x="762" y="71175"/>
                  </a:lnTo>
                  <a:lnTo>
                    <a:pt x="762" y="8305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"/>
            <p:cNvSpPr/>
            <p:nvPr/>
          </p:nvSpPr>
          <p:spPr>
            <a:xfrm>
              <a:off x="6272783" y="4024062"/>
              <a:ext cx="97790" cy="466090"/>
            </a:xfrm>
            <a:custGeom>
              <a:rect b="b" l="l" r="r" t="t"/>
              <a:pathLst>
                <a:path extrusionOk="0" h="466089" w="97789">
                  <a:moveTo>
                    <a:pt x="0" y="6917"/>
                  </a:moveTo>
                  <a:lnTo>
                    <a:pt x="46482" y="3107"/>
                  </a:lnTo>
                  <a:lnTo>
                    <a:pt x="53280" y="1690"/>
                  </a:lnTo>
                  <a:lnTo>
                    <a:pt x="61436" y="345"/>
                  </a:lnTo>
                  <a:lnTo>
                    <a:pt x="87630" y="34349"/>
                  </a:lnTo>
                  <a:lnTo>
                    <a:pt x="88606" y="61317"/>
                  </a:lnTo>
                  <a:lnTo>
                    <a:pt x="88582" y="88356"/>
                  </a:lnTo>
                  <a:lnTo>
                    <a:pt x="88272" y="115252"/>
                  </a:lnTo>
                  <a:lnTo>
                    <a:pt x="88392" y="141791"/>
                  </a:lnTo>
                  <a:lnTo>
                    <a:pt x="89213" y="168652"/>
                  </a:lnTo>
                  <a:lnTo>
                    <a:pt x="90392" y="195512"/>
                  </a:lnTo>
                  <a:lnTo>
                    <a:pt x="91713" y="222373"/>
                  </a:lnTo>
                  <a:lnTo>
                    <a:pt x="92964" y="249233"/>
                  </a:lnTo>
                  <a:lnTo>
                    <a:pt x="95154" y="298858"/>
                  </a:lnTo>
                  <a:lnTo>
                    <a:pt x="96774" y="349055"/>
                  </a:lnTo>
                  <a:lnTo>
                    <a:pt x="97000" y="371344"/>
                  </a:lnTo>
                  <a:lnTo>
                    <a:pt x="97440" y="393632"/>
                  </a:lnTo>
                  <a:lnTo>
                    <a:pt x="97738" y="415921"/>
                  </a:lnTo>
                  <a:lnTo>
                    <a:pt x="97536" y="438209"/>
                  </a:lnTo>
                  <a:lnTo>
                    <a:pt x="97536" y="444305"/>
                  </a:lnTo>
                  <a:lnTo>
                    <a:pt x="96774" y="454973"/>
                  </a:lnTo>
                  <a:lnTo>
                    <a:pt x="91440" y="459545"/>
                  </a:lnTo>
                  <a:lnTo>
                    <a:pt x="86868" y="463355"/>
                  </a:lnTo>
                  <a:lnTo>
                    <a:pt x="73152" y="461069"/>
                  </a:lnTo>
                  <a:lnTo>
                    <a:pt x="67818" y="461069"/>
                  </a:lnTo>
                  <a:lnTo>
                    <a:pt x="33528" y="461069"/>
                  </a:lnTo>
                  <a:lnTo>
                    <a:pt x="25908" y="464879"/>
                  </a:lnTo>
                  <a:lnTo>
                    <a:pt x="17526" y="46564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7" name="Google Shape;507;p4"/>
          <p:cNvGrpSpPr/>
          <p:nvPr/>
        </p:nvGrpSpPr>
        <p:grpSpPr>
          <a:xfrm>
            <a:off x="7001256" y="3995928"/>
            <a:ext cx="400824" cy="467995"/>
            <a:chOff x="7001256" y="3995928"/>
            <a:chExt cx="400824" cy="467995"/>
          </a:xfrm>
        </p:grpSpPr>
        <p:sp>
          <p:nvSpPr>
            <p:cNvPr id="508" name="Google Shape;508;p4"/>
            <p:cNvSpPr/>
            <p:nvPr/>
          </p:nvSpPr>
          <p:spPr>
            <a:xfrm>
              <a:off x="7001256" y="3995928"/>
              <a:ext cx="102870" cy="467995"/>
            </a:xfrm>
            <a:custGeom>
              <a:rect b="b" l="l" r="r" t="t"/>
              <a:pathLst>
                <a:path extrusionOk="0" h="467995" w="102870">
                  <a:moveTo>
                    <a:pt x="93725" y="10667"/>
                  </a:moveTo>
                  <a:lnTo>
                    <a:pt x="85189" y="6107"/>
                  </a:lnTo>
                  <a:lnTo>
                    <a:pt x="78009" y="2762"/>
                  </a:lnTo>
                  <a:lnTo>
                    <a:pt x="70687" y="702"/>
                  </a:lnTo>
                  <a:lnTo>
                    <a:pt x="61721" y="0"/>
                  </a:lnTo>
                  <a:lnTo>
                    <a:pt x="54101" y="23"/>
                  </a:lnTo>
                  <a:lnTo>
                    <a:pt x="21621" y="21907"/>
                  </a:lnTo>
                  <a:lnTo>
                    <a:pt x="15597" y="48887"/>
                  </a:lnTo>
                  <a:lnTo>
                    <a:pt x="16763" y="58483"/>
                  </a:lnTo>
                  <a:lnTo>
                    <a:pt x="38576" y="96773"/>
                  </a:lnTo>
                  <a:lnTo>
                    <a:pt x="46136" y="106537"/>
                  </a:lnTo>
                  <a:lnTo>
                    <a:pt x="53339" y="116585"/>
                  </a:lnTo>
                  <a:lnTo>
                    <a:pt x="59674" y="127134"/>
                  </a:lnTo>
                  <a:lnTo>
                    <a:pt x="64007" y="137540"/>
                  </a:lnTo>
                  <a:lnTo>
                    <a:pt x="66627" y="148518"/>
                  </a:lnTo>
                  <a:lnTo>
                    <a:pt x="67817" y="160781"/>
                  </a:lnTo>
                  <a:lnTo>
                    <a:pt x="66424" y="175688"/>
                  </a:lnTo>
                  <a:lnTo>
                    <a:pt x="47243" y="216407"/>
                  </a:lnTo>
                  <a:lnTo>
                    <a:pt x="19919" y="257663"/>
                  </a:lnTo>
                  <a:lnTo>
                    <a:pt x="10667" y="271271"/>
                  </a:lnTo>
                  <a:lnTo>
                    <a:pt x="5333" y="278129"/>
                  </a:lnTo>
                  <a:lnTo>
                    <a:pt x="3047" y="283463"/>
                  </a:lnTo>
                  <a:lnTo>
                    <a:pt x="0" y="291083"/>
                  </a:lnTo>
                  <a:lnTo>
                    <a:pt x="6095" y="294893"/>
                  </a:lnTo>
                  <a:lnTo>
                    <a:pt x="12953" y="295655"/>
                  </a:lnTo>
                  <a:lnTo>
                    <a:pt x="19050" y="297941"/>
                  </a:lnTo>
                  <a:lnTo>
                    <a:pt x="49339" y="328040"/>
                  </a:lnTo>
                  <a:lnTo>
                    <a:pt x="50292" y="344423"/>
                  </a:lnTo>
                  <a:lnTo>
                    <a:pt x="50196" y="356294"/>
                  </a:lnTo>
                  <a:lnTo>
                    <a:pt x="48958" y="367950"/>
                  </a:lnTo>
                  <a:lnTo>
                    <a:pt x="46863" y="379464"/>
                  </a:lnTo>
                  <a:lnTo>
                    <a:pt x="44196" y="390905"/>
                  </a:lnTo>
                  <a:lnTo>
                    <a:pt x="42207" y="402657"/>
                  </a:lnTo>
                  <a:lnTo>
                    <a:pt x="40862" y="414051"/>
                  </a:lnTo>
                  <a:lnTo>
                    <a:pt x="40231" y="425303"/>
                  </a:lnTo>
                  <a:lnTo>
                    <a:pt x="40386" y="436625"/>
                  </a:lnTo>
                  <a:lnTo>
                    <a:pt x="66532" y="466355"/>
                  </a:lnTo>
                  <a:lnTo>
                    <a:pt x="82057" y="467713"/>
                  </a:lnTo>
                  <a:lnTo>
                    <a:pt x="88392" y="467105"/>
                  </a:lnTo>
                  <a:lnTo>
                    <a:pt x="96012" y="463295"/>
                  </a:lnTo>
                  <a:lnTo>
                    <a:pt x="99060" y="461009"/>
                  </a:lnTo>
                  <a:lnTo>
                    <a:pt x="102870" y="45643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"/>
            <p:cNvSpPr/>
            <p:nvPr/>
          </p:nvSpPr>
          <p:spPr>
            <a:xfrm>
              <a:off x="7149846" y="4170711"/>
              <a:ext cx="44450" cy="88265"/>
            </a:xfrm>
            <a:custGeom>
              <a:rect b="b" l="l" r="r" t="t"/>
              <a:pathLst>
                <a:path extrusionOk="0" h="88264" w="44450">
                  <a:moveTo>
                    <a:pt x="761" y="4286"/>
                  </a:moveTo>
                  <a:lnTo>
                    <a:pt x="7727" y="1821"/>
                  </a:lnTo>
                  <a:lnTo>
                    <a:pt x="14763" y="0"/>
                  </a:lnTo>
                  <a:lnTo>
                    <a:pt x="21657" y="321"/>
                  </a:lnTo>
                  <a:lnTo>
                    <a:pt x="28193" y="4286"/>
                  </a:lnTo>
                  <a:lnTo>
                    <a:pt x="31444" y="9501"/>
                  </a:lnTo>
                  <a:lnTo>
                    <a:pt x="32480" y="16287"/>
                  </a:lnTo>
                  <a:lnTo>
                    <a:pt x="31944" y="23360"/>
                  </a:lnTo>
                  <a:lnTo>
                    <a:pt x="30479" y="29432"/>
                  </a:lnTo>
                  <a:lnTo>
                    <a:pt x="26169" y="39457"/>
                  </a:lnTo>
                  <a:lnTo>
                    <a:pt x="20573" y="49053"/>
                  </a:lnTo>
                  <a:lnTo>
                    <a:pt x="14406" y="58364"/>
                  </a:lnTo>
                  <a:lnTo>
                    <a:pt x="8381" y="67532"/>
                  </a:lnTo>
                  <a:lnTo>
                    <a:pt x="4571" y="73628"/>
                  </a:lnTo>
                  <a:lnTo>
                    <a:pt x="761" y="78200"/>
                  </a:lnTo>
                  <a:lnTo>
                    <a:pt x="0" y="85058"/>
                  </a:lnTo>
                  <a:lnTo>
                    <a:pt x="761" y="85820"/>
                  </a:lnTo>
                  <a:lnTo>
                    <a:pt x="761" y="86582"/>
                  </a:lnTo>
                  <a:lnTo>
                    <a:pt x="7619" y="87344"/>
                  </a:lnTo>
                  <a:lnTo>
                    <a:pt x="14477" y="88106"/>
                  </a:lnTo>
                  <a:lnTo>
                    <a:pt x="20573" y="87344"/>
                  </a:lnTo>
                  <a:lnTo>
                    <a:pt x="26669" y="86582"/>
                  </a:lnTo>
                  <a:lnTo>
                    <a:pt x="35051" y="85058"/>
                  </a:lnTo>
                  <a:lnTo>
                    <a:pt x="41147" y="82772"/>
                  </a:lnTo>
                  <a:lnTo>
                    <a:pt x="41909" y="82010"/>
                  </a:lnTo>
                  <a:lnTo>
                    <a:pt x="43433" y="81248"/>
                  </a:lnTo>
                  <a:lnTo>
                    <a:pt x="44195" y="8048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"/>
            <p:cNvSpPr/>
            <p:nvPr/>
          </p:nvSpPr>
          <p:spPr>
            <a:xfrm>
              <a:off x="7210806" y="419100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1" name="Google Shape;511;p4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7246607" y="4142088"/>
              <a:ext cx="155473" cy="1792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2" name="Google Shape;512;p4"/>
          <p:cNvGrpSpPr/>
          <p:nvPr/>
        </p:nvGrpSpPr>
        <p:grpSpPr>
          <a:xfrm>
            <a:off x="7565135" y="4119372"/>
            <a:ext cx="71120" cy="157480"/>
            <a:chOff x="7565135" y="4119372"/>
            <a:chExt cx="71120" cy="157480"/>
          </a:xfrm>
        </p:grpSpPr>
        <p:sp>
          <p:nvSpPr>
            <p:cNvPr id="513" name="Google Shape;513;p4"/>
            <p:cNvSpPr/>
            <p:nvPr/>
          </p:nvSpPr>
          <p:spPr>
            <a:xfrm>
              <a:off x="7565135" y="4119372"/>
              <a:ext cx="1905" cy="78740"/>
            </a:xfrm>
            <a:custGeom>
              <a:rect b="b" l="l" r="r" t="t"/>
              <a:pathLst>
                <a:path extrusionOk="0" h="78739" w="1904">
                  <a:moveTo>
                    <a:pt x="0" y="0"/>
                  </a:moveTo>
                  <a:lnTo>
                    <a:pt x="762" y="48006"/>
                  </a:lnTo>
                  <a:lnTo>
                    <a:pt x="1095" y="55447"/>
                  </a:lnTo>
                  <a:lnTo>
                    <a:pt x="1143" y="62960"/>
                  </a:lnTo>
                  <a:lnTo>
                    <a:pt x="1190" y="70615"/>
                  </a:lnTo>
                  <a:lnTo>
                    <a:pt x="1524" y="7848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"/>
            <p:cNvSpPr/>
            <p:nvPr/>
          </p:nvSpPr>
          <p:spPr>
            <a:xfrm>
              <a:off x="7595615" y="4229862"/>
              <a:ext cx="40640" cy="46990"/>
            </a:xfrm>
            <a:custGeom>
              <a:rect b="b" l="l" r="r" t="t"/>
              <a:pathLst>
                <a:path extrusionOk="0" h="46989" w="40640">
                  <a:moveTo>
                    <a:pt x="40385" y="0"/>
                  </a:moveTo>
                  <a:lnTo>
                    <a:pt x="35349" y="7667"/>
                  </a:lnTo>
                  <a:lnTo>
                    <a:pt x="30384" y="15621"/>
                  </a:lnTo>
                  <a:lnTo>
                    <a:pt x="25276" y="23574"/>
                  </a:lnTo>
                  <a:lnTo>
                    <a:pt x="19811" y="31242"/>
                  </a:lnTo>
                  <a:lnTo>
                    <a:pt x="14477" y="38862"/>
                  </a:lnTo>
                  <a:lnTo>
                    <a:pt x="9143" y="44958"/>
                  </a:lnTo>
                  <a:lnTo>
                    <a:pt x="0" y="4648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5" name="Google Shape;515;p4"/>
          <p:cNvGrpSpPr/>
          <p:nvPr/>
        </p:nvGrpSpPr>
        <p:grpSpPr>
          <a:xfrm>
            <a:off x="7769351" y="4086116"/>
            <a:ext cx="228613" cy="165855"/>
            <a:chOff x="7769351" y="4086116"/>
            <a:chExt cx="228613" cy="165855"/>
          </a:xfrm>
        </p:grpSpPr>
        <p:sp>
          <p:nvSpPr>
            <p:cNvPr id="516" name="Google Shape;516;p4"/>
            <p:cNvSpPr/>
            <p:nvPr/>
          </p:nvSpPr>
          <p:spPr>
            <a:xfrm>
              <a:off x="7769351" y="4147565"/>
              <a:ext cx="59690" cy="9525"/>
            </a:xfrm>
            <a:custGeom>
              <a:rect b="b" l="l" r="r" t="t"/>
              <a:pathLst>
                <a:path extrusionOk="0" h="9525" w="59690">
                  <a:moveTo>
                    <a:pt x="0" y="9144"/>
                  </a:moveTo>
                  <a:lnTo>
                    <a:pt x="10048" y="8429"/>
                  </a:lnTo>
                  <a:lnTo>
                    <a:pt x="19812" y="7429"/>
                  </a:lnTo>
                  <a:lnTo>
                    <a:pt x="29575" y="6143"/>
                  </a:lnTo>
                  <a:lnTo>
                    <a:pt x="39624" y="4572"/>
                  </a:lnTo>
                  <a:lnTo>
                    <a:pt x="46482" y="3810"/>
                  </a:lnTo>
                  <a:lnTo>
                    <a:pt x="52577" y="2286"/>
                  </a:lnTo>
                  <a:lnTo>
                    <a:pt x="59436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7" name="Google Shape;517;p4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7863827" y="4086116"/>
              <a:ext cx="134137" cy="16585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18" name="Google Shape;518;p4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2006714" y="2461247"/>
            <a:ext cx="978814" cy="778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9" name="Google Shape;519;p4"/>
          <p:cNvGrpSpPr/>
          <p:nvPr/>
        </p:nvGrpSpPr>
        <p:grpSpPr>
          <a:xfrm>
            <a:off x="8145005" y="3929122"/>
            <a:ext cx="450099" cy="303530"/>
            <a:chOff x="8145005" y="3929122"/>
            <a:chExt cx="450099" cy="303530"/>
          </a:xfrm>
        </p:grpSpPr>
        <p:pic>
          <p:nvPicPr>
            <p:cNvPr id="520" name="Google Shape;520;p4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8145005" y="4043921"/>
              <a:ext cx="317779" cy="1280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"/>
            <p:cNvSpPr/>
            <p:nvPr/>
          </p:nvSpPr>
          <p:spPr>
            <a:xfrm>
              <a:off x="8471915" y="3929122"/>
              <a:ext cx="123189" cy="303530"/>
            </a:xfrm>
            <a:custGeom>
              <a:rect b="b" l="l" r="r" t="t"/>
              <a:pathLst>
                <a:path extrusionOk="0" h="303529" w="123190">
                  <a:moveTo>
                    <a:pt x="0" y="15751"/>
                  </a:moveTo>
                  <a:lnTo>
                    <a:pt x="8393" y="7929"/>
                  </a:lnTo>
                  <a:lnTo>
                    <a:pt x="16287" y="2321"/>
                  </a:lnTo>
                  <a:lnTo>
                    <a:pt x="25181" y="0"/>
                  </a:lnTo>
                  <a:lnTo>
                    <a:pt x="36576" y="2035"/>
                  </a:lnTo>
                  <a:lnTo>
                    <a:pt x="70104" y="32515"/>
                  </a:lnTo>
                  <a:lnTo>
                    <a:pt x="85534" y="70770"/>
                  </a:lnTo>
                  <a:lnTo>
                    <a:pt x="87308" y="98893"/>
                  </a:lnTo>
                  <a:lnTo>
                    <a:pt x="86391" y="112049"/>
                  </a:lnTo>
                  <a:lnTo>
                    <a:pt x="84189" y="125063"/>
                  </a:lnTo>
                  <a:lnTo>
                    <a:pt x="80772" y="138433"/>
                  </a:lnTo>
                  <a:lnTo>
                    <a:pt x="78843" y="146899"/>
                  </a:lnTo>
                  <a:lnTo>
                    <a:pt x="76771" y="155293"/>
                  </a:lnTo>
                  <a:lnTo>
                    <a:pt x="74985" y="163830"/>
                  </a:lnTo>
                  <a:lnTo>
                    <a:pt x="73914" y="172723"/>
                  </a:lnTo>
                  <a:lnTo>
                    <a:pt x="73914" y="179581"/>
                  </a:lnTo>
                  <a:lnTo>
                    <a:pt x="80772" y="178057"/>
                  </a:lnTo>
                  <a:lnTo>
                    <a:pt x="86106" y="178057"/>
                  </a:lnTo>
                  <a:lnTo>
                    <a:pt x="118872" y="162817"/>
                  </a:lnTo>
                  <a:lnTo>
                    <a:pt x="122682" y="161293"/>
                  </a:lnTo>
                  <a:lnTo>
                    <a:pt x="119634" y="168151"/>
                  </a:lnTo>
                  <a:lnTo>
                    <a:pt x="115824" y="175009"/>
                  </a:lnTo>
                  <a:lnTo>
                    <a:pt x="113538" y="182629"/>
                  </a:lnTo>
                  <a:lnTo>
                    <a:pt x="111894" y="191654"/>
                  </a:lnTo>
                  <a:lnTo>
                    <a:pt x="111252" y="200536"/>
                  </a:lnTo>
                  <a:lnTo>
                    <a:pt x="111180" y="209419"/>
                  </a:lnTo>
                  <a:lnTo>
                    <a:pt x="111252" y="218443"/>
                  </a:lnTo>
                  <a:lnTo>
                    <a:pt x="111609" y="228040"/>
                  </a:lnTo>
                  <a:lnTo>
                    <a:pt x="112395" y="237493"/>
                  </a:lnTo>
                  <a:lnTo>
                    <a:pt x="113180" y="246947"/>
                  </a:lnTo>
                  <a:lnTo>
                    <a:pt x="113538" y="256543"/>
                  </a:lnTo>
                  <a:lnTo>
                    <a:pt x="113871" y="264735"/>
                  </a:lnTo>
                  <a:lnTo>
                    <a:pt x="113347" y="272355"/>
                  </a:lnTo>
                  <a:lnTo>
                    <a:pt x="85344" y="301501"/>
                  </a:lnTo>
                  <a:lnTo>
                    <a:pt x="60162" y="303430"/>
                  </a:lnTo>
                  <a:lnTo>
                    <a:pt x="51816" y="303025"/>
                  </a:lnTo>
                  <a:lnTo>
                    <a:pt x="13716" y="288547"/>
                  </a:lnTo>
                  <a:lnTo>
                    <a:pt x="11430" y="286261"/>
                  </a:lnTo>
                  <a:lnTo>
                    <a:pt x="8382" y="283975"/>
                  </a:lnTo>
                  <a:lnTo>
                    <a:pt x="6096" y="28168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22" name="Google Shape;522;p4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1126223" y="4320527"/>
            <a:ext cx="2952775" cy="19355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3" name="Google Shape;523;p4"/>
          <p:cNvGrpSpPr/>
          <p:nvPr/>
        </p:nvGrpSpPr>
        <p:grpSpPr>
          <a:xfrm>
            <a:off x="1467599" y="3140201"/>
            <a:ext cx="675144" cy="156223"/>
            <a:chOff x="1467599" y="3140201"/>
            <a:chExt cx="675144" cy="156223"/>
          </a:xfrm>
        </p:grpSpPr>
        <p:pic>
          <p:nvPicPr>
            <p:cNvPr id="524" name="Google Shape;524;p4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1467599" y="3160763"/>
              <a:ext cx="147091" cy="1356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p4"/>
            <p:cNvSpPr/>
            <p:nvPr/>
          </p:nvSpPr>
          <p:spPr>
            <a:xfrm>
              <a:off x="1643729" y="3180707"/>
              <a:ext cx="48260" cy="82550"/>
            </a:xfrm>
            <a:custGeom>
              <a:rect b="b" l="l" r="r" t="t"/>
              <a:pathLst>
                <a:path extrusionOk="0" h="82550" w="48260">
                  <a:moveTo>
                    <a:pt x="36480" y="7500"/>
                  </a:moveTo>
                  <a:lnTo>
                    <a:pt x="31170" y="4714"/>
                  </a:lnTo>
                  <a:lnTo>
                    <a:pt x="24860" y="1785"/>
                  </a:lnTo>
                  <a:lnTo>
                    <a:pt x="18264" y="0"/>
                  </a:lnTo>
                  <a:lnTo>
                    <a:pt x="12096" y="642"/>
                  </a:lnTo>
                  <a:lnTo>
                    <a:pt x="0" y="44457"/>
                  </a:lnTo>
                  <a:lnTo>
                    <a:pt x="892" y="54602"/>
                  </a:lnTo>
                  <a:lnTo>
                    <a:pt x="30384" y="82176"/>
                  </a:lnTo>
                  <a:lnTo>
                    <a:pt x="39528" y="82176"/>
                  </a:lnTo>
                  <a:lnTo>
                    <a:pt x="42576" y="81414"/>
                  </a:lnTo>
                  <a:lnTo>
                    <a:pt x="47910" y="7760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"/>
            <p:cNvSpPr/>
            <p:nvPr/>
          </p:nvSpPr>
          <p:spPr>
            <a:xfrm>
              <a:off x="1697712" y="3202685"/>
              <a:ext cx="44450" cy="63500"/>
            </a:xfrm>
            <a:custGeom>
              <a:rect b="b" l="l" r="r" t="t"/>
              <a:pathLst>
                <a:path extrusionOk="0" h="63500" w="44450">
                  <a:moveTo>
                    <a:pt x="12215" y="9144"/>
                  </a:moveTo>
                  <a:lnTo>
                    <a:pt x="4524" y="14763"/>
                  </a:lnTo>
                  <a:lnTo>
                    <a:pt x="976" y="18669"/>
                  </a:lnTo>
                  <a:lnTo>
                    <a:pt x="0" y="23717"/>
                  </a:lnTo>
                  <a:lnTo>
                    <a:pt x="23" y="32766"/>
                  </a:lnTo>
                  <a:lnTo>
                    <a:pt x="23" y="40386"/>
                  </a:lnTo>
                  <a:lnTo>
                    <a:pt x="3071" y="48006"/>
                  </a:lnTo>
                  <a:lnTo>
                    <a:pt x="9167" y="54102"/>
                  </a:lnTo>
                  <a:lnTo>
                    <a:pt x="12215" y="57912"/>
                  </a:lnTo>
                  <a:lnTo>
                    <a:pt x="20597" y="63246"/>
                  </a:lnTo>
                  <a:lnTo>
                    <a:pt x="25931" y="60198"/>
                  </a:lnTo>
                  <a:lnTo>
                    <a:pt x="32194" y="55054"/>
                  </a:lnTo>
                  <a:lnTo>
                    <a:pt x="44029" y="18192"/>
                  </a:lnTo>
                  <a:lnTo>
                    <a:pt x="42052" y="11441"/>
                  </a:lnTo>
                  <a:lnTo>
                    <a:pt x="37361" y="5334"/>
                  </a:lnTo>
                  <a:lnTo>
                    <a:pt x="32027" y="762"/>
                  </a:lnTo>
                  <a:lnTo>
                    <a:pt x="21359" y="0"/>
                  </a:lnTo>
                  <a:lnTo>
                    <a:pt x="14501" y="1524"/>
                  </a:lnTo>
                  <a:lnTo>
                    <a:pt x="11453" y="2286"/>
                  </a:lnTo>
                  <a:lnTo>
                    <a:pt x="10691" y="2286"/>
                  </a:lnTo>
                  <a:lnTo>
                    <a:pt x="9167" y="381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"/>
            <p:cNvSpPr/>
            <p:nvPr/>
          </p:nvSpPr>
          <p:spPr>
            <a:xfrm>
              <a:off x="1767839" y="3198875"/>
              <a:ext cx="45085" cy="60960"/>
            </a:xfrm>
            <a:custGeom>
              <a:rect b="b" l="l" r="r" t="t"/>
              <a:pathLst>
                <a:path extrusionOk="0" h="60960" w="45085">
                  <a:moveTo>
                    <a:pt x="2286" y="12953"/>
                  </a:moveTo>
                  <a:lnTo>
                    <a:pt x="2166" y="21978"/>
                  </a:lnTo>
                  <a:lnTo>
                    <a:pt x="1905" y="30860"/>
                  </a:lnTo>
                  <a:lnTo>
                    <a:pt x="1643" y="39743"/>
                  </a:lnTo>
                  <a:lnTo>
                    <a:pt x="1524" y="48767"/>
                  </a:lnTo>
                  <a:lnTo>
                    <a:pt x="1524" y="52577"/>
                  </a:lnTo>
                  <a:lnTo>
                    <a:pt x="1524" y="56387"/>
                  </a:lnTo>
                  <a:lnTo>
                    <a:pt x="1524" y="60959"/>
                  </a:lnTo>
                  <a:lnTo>
                    <a:pt x="1524" y="56387"/>
                  </a:lnTo>
                  <a:lnTo>
                    <a:pt x="1524" y="54863"/>
                  </a:lnTo>
                  <a:lnTo>
                    <a:pt x="762" y="50291"/>
                  </a:lnTo>
                  <a:lnTo>
                    <a:pt x="321" y="42290"/>
                  </a:lnTo>
                  <a:lnTo>
                    <a:pt x="95" y="34289"/>
                  </a:lnTo>
                  <a:lnTo>
                    <a:pt x="11" y="26288"/>
                  </a:lnTo>
                  <a:lnTo>
                    <a:pt x="0" y="18287"/>
                  </a:lnTo>
                  <a:lnTo>
                    <a:pt x="0" y="10667"/>
                  </a:lnTo>
                  <a:lnTo>
                    <a:pt x="2286" y="3047"/>
                  </a:lnTo>
                  <a:lnTo>
                    <a:pt x="11430" y="761"/>
                  </a:lnTo>
                  <a:lnTo>
                    <a:pt x="18288" y="0"/>
                  </a:lnTo>
                  <a:lnTo>
                    <a:pt x="26670" y="1523"/>
                  </a:lnTo>
                  <a:lnTo>
                    <a:pt x="44958" y="38861"/>
                  </a:lnTo>
                  <a:lnTo>
                    <a:pt x="44958" y="47243"/>
                  </a:lnTo>
                  <a:lnTo>
                    <a:pt x="44958" y="54863"/>
                  </a:lnTo>
                  <a:lnTo>
                    <a:pt x="44958" y="55625"/>
                  </a:lnTo>
                  <a:lnTo>
                    <a:pt x="44958" y="56387"/>
                  </a:lnTo>
                  <a:lnTo>
                    <a:pt x="44958" y="57149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"/>
            <p:cNvSpPr/>
            <p:nvPr/>
          </p:nvSpPr>
          <p:spPr>
            <a:xfrm>
              <a:off x="1836419" y="3150869"/>
              <a:ext cx="59690" cy="108585"/>
            </a:xfrm>
            <a:custGeom>
              <a:rect b="b" l="l" r="r" t="t"/>
              <a:pathLst>
                <a:path extrusionOk="0" h="108585" w="59689">
                  <a:moveTo>
                    <a:pt x="55625" y="24384"/>
                  </a:moveTo>
                  <a:lnTo>
                    <a:pt x="50756" y="18692"/>
                  </a:lnTo>
                  <a:lnTo>
                    <a:pt x="45243" y="12573"/>
                  </a:lnTo>
                  <a:lnTo>
                    <a:pt x="39016" y="7024"/>
                  </a:lnTo>
                  <a:lnTo>
                    <a:pt x="32003" y="3048"/>
                  </a:lnTo>
                  <a:lnTo>
                    <a:pt x="26669" y="0"/>
                  </a:lnTo>
                  <a:lnTo>
                    <a:pt x="18287" y="0"/>
                  </a:lnTo>
                  <a:lnTo>
                    <a:pt x="12953" y="4572"/>
                  </a:lnTo>
                  <a:lnTo>
                    <a:pt x="8751" y="10120"/>
                  </a:lnTo>
                  <a:lnTo>
                    <a:pt x="6191" y="16383"/>
                  </a:lnTo>
                  <a:lnTo>
                    <a:pt x="4917" y="23217"/>
                  </a:lnTo>
                  <a:lnTo>
                    <a:pt x="4571" y="30480"/>
                  </a:lnTo>
                  <a:lnTo>
                    <a:pt x="6024" y="38254"/>
                  </a:lnTo>
                  <a:lnTo>
                    <a:pt x="36575" y="62293"/>
                  </a:lnTo>
                  <a:lnTo>
                    <a:pt x="43957" y="65365"/>
                  </a:lnTo>
                  <a:lnTo>
                    <a:pt x="51053" y="68580"/>
                  </a:lnTo>
                  <a:lnTo>
                    <a:pt x="55625" y="71628"/>
                  </a:lnTo>
                  <a:lnTo>
                    <a:pt x="59435" y="76200"/>
                  </a:lnTo>
                  <a:lnTo>
                    <a:pt x="57911" y="81534"/>
                  </a:lnTo>
                  <a:lnTo>
                    <a:pt x="54340" y="87499"/>
                  </a:lnTo>
                  <a:lnTo>
                    <a:pt x="48196" y="92678"/>
                  </a:lnTo>
                  <a:lnTo>
                    <a:pt x="41195" y="96857"/>
                  </a:lnTo>
                  <a:lnTo>
                    <a:pt x="35051" y="99822"/>
                  </a:lnTo>
                  <a:lnTo>
                    <a:pt x="28479" y="103048"/>
                  </a:lnTo>
                  <a:lnTo>
                    <a:pt x="20764" y="106203"/>
                  </a:lnTo>
                  <a:lnTo>
                    <a:pt x="12763" y="108073"/>
                  </a:lnTo>
                  <a:lnTo>
                    <a:pt x="5333" y="107442"/>
                  </a:lnTo>
                  <a:lnTo>
                    <a:pt x="761" y="104394"/>
                  </a:lnTo>
                  <a:lnTo>
                    <a:pt x="0" y="103632"/>
                  </a:lnTo>
                  <a:lnTo>
                    <a:pt x="0" y="9906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"/>
            <p:cNvSpPr/>
            <p:nvPr/>
          </p:nvSpPr>
          <p:spPr>
            <a:xfrm>
              <a:off x="1909571" y="3149345"/>
              <a:ext cx="17145" cy="99060"/>
            </a:xfrm>
            <a:custGeom>
              <a:rect b="b" l="l" r="r" t="t"/>
              <a:pathLst>
                <a:path extrusionOk="0" h="99060" w="17144">
                  <a:moveTo>
                    <a:pt x="0" y="0"/>
                  </a:moveTo>
                  <a:lnTo>
                    <a:pt x="1940" y="13835"/>
                  </a:lnTo>
                  <a:lnTo>
                    <a:pt x="4095" y="27813"/>
                  </a:lnTo>
                  <a:lnTo>
                    <a:pt x="6107" y="41790"/>
                  </a:lnTo>
                  <a:lnTo>
                    <a:pt x="7620" y="55626"/>
                  </a:lnTo>
                  <a:lnTo>
                    <a:pt x="8584" y="65901"/>
                  </a:lnTo>
                  <a:lnTo>
                    <a:pt x="9620" y="76104"/>
                  </a:lnTo>
                  <a:lnTo>
                    <a:pt x="11370" y="86165"/>
                  </a:lnTo>
                  <a:lnTo>
                    <a:pt x="14478" y="96012"/>
                  </a:lnTo>
                  <a:lnTo>
                    <a:pt x="15240" y="98298"/>
                  </a:lnTo>
                  <a:lnTo>
                    <a:pt x="15240" y="99060"/>
                  </a:lnTo>
                  <a:lnTo>
                    <a:pt x="16764" y="9829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"/>
            <p:cNvSpPr/>
            <p:nvPr/>
          </p:nvSpPr>
          <p:spPr>
            <a:xfrm>
              <a:off x="1913381" y="3179825"/>
              <a:ext cx="157480" cy="59690"/>
            </a:xfrm>
            <a:custGeom>
              <a:rect b="b" l="l" r="r" t="t"/>
              <a:pathLst>
                <a:path extrusionOk="0" h="59689" w="157480">
                  <a:moveTo>
                    <a:pt x="0" y="19050"/>
                  </a:moveTo>
                  <a:lnTo>
                    <a:pt x="8131" y="15061"/>
                  </a:lnTo>
                  <a:lnTo>
                    <a:pt x="16478" y="10572"/>
                  </a:lnTo>
                  <a:lnTo>
                    <a:pt x="24967" y="6512"/>
                  </a:lnTo>
                  <a:lnTo>
                    <a:pt x="33528" y="3809"/>
                  </a:lnTo>
                  <a:lnTo>
                    <a:pt x="38861" y="3047"/>
                  </a:lnTo>
                  <a:lnTo>
                    <a:pt x="45719" y="2285"/>
                  </a:lnTo>
                  <a:lnTo>
                    <a:pt x="49530" y="5333"/>
                  </a:lnTo>
                  <a:lnTo>
                    <a:pt x="66294" y="33527"/>
                  </a:lnTo>
                  <a:lnTo>
                    <a:pt x="66294" y="41909"/>
                  </a:lnTo>
                  <a:lnTo>
                    <a:pt x="65532" y="48767"/>
                  </a:lnTo>
                  <a:lnTo>
                    <a:pt x="64770" y="52577"/>
                  </a:lnTo>
                  <a:lnTo>
                    <a:pt x="64770" y="54101"/>
                  </a:lnTo>
                  <a:lnTo>
                    <a:pt x="61722" y="55625"/>
                  </a:lnTo>
                  <a:lnTo>
                    <a:pt x="57912" y="53339"/>
                  </a:lnTo>
                  <a:lnTo>
                    <a:pt x="59436" y="59436"/>
                  </a:lnTo>
                  <a:lnTo>
                    <a:pt x="69342" y="18287"/>
                  </a:lnTo>
                  <a:lnTo>
                    <a:pt x="90678" y="3047"/>
                  </a:lnTo>
                  <a:lnTo>
                    <a:pt x="91440" y="8381"/>
                  </a:lnTo>
                  <a:lnTo>
                    <a:pt x="92964" y="12191"/>
                  </a:lnTo>
                  <a:lnTo>
                    <a:pt x="95250" y="19811"/>
                  </a:lnTo>
                  <a:lnTo>
                    <a:pt x="97536" y="28193"/>
                  </a:lnTo>
                  <a:lnTo>
                    <a:pt x="98298" y="35051"/>
                  </a:lnTo>
                  <a:lnTo>
                    <a:pt x="99822" y="40385"/>
                  </a:lnTo>
                  <a:lnTo>
                    <a:pt x="100584" y="48767"/>
                  </a:lnTo>
                  <a:lnTo>
                    <a:pt x="105918" y="51815"/>
                  </a:lnTo>
                  <a:lnTo>
                    <a:pt x="112014" y="54863"/>
                  </a:lnTo>
                  <a:lnTo>
                    <a:pt x="118110" y="52577"/>
                  </a:lnTo>
                  <a:lnTo>
                    <a:pt x="132588" y="19811"/>
                  </a:lnTo>
                  <a:lnTo>
                    <a:pt x="133350" y="15239"/>
                  </a:lnTo>
                  <a:lnTo>
                    <a:pt x="134874" y="5333"/>
                  </a:lnTo>
                  <a:lnTo>
                    <a:pt x="132588" y="0"/>
                  </a:lnTo>
                  <a:lnTo>
                    <a:pt x="131826" y="0"/>
                  </a:lnTo>
                  <a:lnTo>
                    <a:pt x="131064" y="6857"/>
                  </a:lnTo>
                  <a:lnTo>
                    <a:pt x="129539" y="12953"/>
                  </a:lnTo>
                  <a:lnTo>
                    <a:pt x="129539" y="19811"/>
                  </a:lnTo>
                  <a:lnTo>
                    <a:pt x="129504" y="26205"/>
                  </a:lnTo>
                  <a:lnTo>
                    <a:pt x="129825" y="32670"/>
                  </a:lnTo>
                  <a:lnTo>
                    <a:pt x="131147" y="38992"/>
                  </a:lnTo>
                  <a:lnTo>
                    <a:pt x="134112" y="44957"/>
                  </a:lnTo>
                  <a:lnTo>
                    <a:pt x="137160" y="49529"/>
                  </a:lnTo>
                  <a:lnTo>
                    <a:pt x="147066" y="51053"/>
                  </a:lnTo>
                  <a:lnTo>
                    <a:pt x="152400" y="48005"/>
                  </a:lnTo>
                  <a:lnTo>
                    <a:pt x="153924" y="46481"/>
                  </a:lnTo>
                  <a:lnTo>
                    <a:pt x="155448" y="44957"/>
                  </a:lnTo>
                  <a:lnTo>
                    <a:pt x="156972" y="43433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"/>
            <p:cNvSpPr/>
            <p:nvPr/>
          </p:nvSpPr>
          <p:spPr>
            <a:xfrm>
              <a:off x="2065508" y="3140201"/>
              <a:ext cx="64769" cy="94615"/>
            </a:xfrm>
            <a:custGeom>
              <a:rect b="b" l="l" r="r" t="t"/>
              <a:pathLst>
                <a:path extrusionOk="0" h="94614" w="64769">
                  <a:moveTo>
                    <a:pt x="25419" y="28955"/>
                  </a:moveTo>
                  <a:lnTo>
                    <a:pt x="0" y="64246"/>
                  </a:lnTo>
                  <a:lnTo>
                    <a:pt x="1035" y="72389"/>
                  </a:lnTo>
                  <a:lnTo>
                    <a:pt x="28634" y="94083"/>
                  </a:lnTo>
                  <a:lnTo>
                    <a:pt x="35135" y="92011"/>
                  </a:lnTo>
                  <a:lnTo>
                    <a:pt x="55423" y="57971"/>
                  </a:lnTo>
                  <a:lnTo>
                    <a:pt x="55911" y="39540"/>
                  </a:lnTo>
                  <a:lnTo>
                    <a:pt x="54852" y="30956"/>
                  </a:lnTo>
                  <a:lnTo>
                    <a:pt x="52792" y="22514"/>
                  </a:lnTo>
                  <a:lnTo>
                    <a:pt x="49803" y="13715"/>
                  </a:lnTo>
                  <a:lnTo>
                    <a:pt x="47517" y="8381"/>
                  </a:lnTo>
                  <a:lnTo>
                    <a:pt x="45993" y="3809"/>
                  </a:lnTo>
                  <a:lnTo>
                    <a:pt x="42945" y="0"/>
                  </a:lnTo>
                  <a:lnTo>
                    <a:pt x="43338" y="7310"/>
                  </a:lnTo>
                  <a:lnTo>
                    <a:pt x="44374" y="14477"/>
                  </a:lnTo>
                  <a:lnTo>
                    <a:pt x="45839" y="21645"/>
                  </a:lnTo>
                  <a:lnTo>
                    <a:pt x="47517" y="28955"/>
                  </a:lnTo>
                  <a:lnTo>
                    <a:pt x="50256" y="36956"/>
                  </a:lnTo>
                  <a:lnTo>
                    <a:pt x="52851" y="44957"/>
                  </a:lnTo>
                  <a:lnTo>
                    <a:pt x="55447" y="52958"/>
                  </a:lnTo>
                  <a:lnTo>
                    <a:pt x="58185" y="60959"/>
                  </a:lnTo>
                  <a:lnTo>
                    <a:pt x="61233" y="67817"/>
                  </a:lnTo>
                  <a:lnTo>
                    <a:pt x="63519" y="73913"/>
                  </a:lnTo>
                  <a:lnTo>
                    <a:pt x="64281" y="81533"/>
                  </a:lnTo>
                  <a:lnTo>
                    <a:pt x="64281" y="82295"/>
                  </a:lnTo>
                  <a:lnTo>
                    <a:pt x="64281" y="83057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"/>
            <p:cNvSpPr/>
            <p:nvPr/>
          </p:nvSpPr>
          <p:spPr>
            <a:xfrm>
              <a:off x="2108453" y="3188969"/>
              <a:ext cx="34290" cy="8255"/>
            </a:xfrm>
            <a:custGeom>
              <a:rect b="b" l="l" r="r" t="t"/>
              <a:pathLst>
                <a:path extrusionOk="0" h="8255" w="34289">
                  <a:moveTo>
                    <a:pt x="0" y="7620"/>
                  </a:moveTo>
                  <a:lnTo>
                    <a:pt x="10501" y="7822"/>
                  </a:lnTo>
                  <a:lnTo>
                    <a:pt x="18288" y="6953"/>
                  </a:lnTo>
                  <a:lnTo>
                    <a:pt x="25503" y="4512"/>
                  </a:lnTo>
                  <a:lnTo>
                    <a:pt x="3429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3" name="Google Shape;533;p4"/>
          <p:cNvSpPr/>
          <p:nvPr/>
        </p:nvSpPr>
        <p:spPr>
          <a:xfrm>
            <a:off x="1312925" y="3553788"/>
            <a:ext cx="8071484" cy="180975"/>
          </a:xfrm>
          <a:custGeom>
            <a:rect b="b" l="l" r="r" t="t"/>
            <a:pathLst>
              <a:path extrusionOk="0" h="180975" w="8071484">
                <a:moveTo>
                  <a:pt x="0" y="106097"/>
                </a:moveTo>
                <a:lnTo>
                  <a:pt x="50292" y="103049"/>
                </a:lnTo>
                <a:lnTo>
                  <a:pt x="92583" y="103049"/>
                </a:lnTo>
                <a:lnTo>
                  <a:pt x="134874" y="103049"/>
                </a:lnTo>
                <a:lnTo>
                  <a:pt x="177165" y="103049"/>
                </a:lnTo>
                <a:lnTo>
                  <a:pt x="219456" y="103049"/>
                </a:lnTo>
                <a:lnTo>
                  <a:pt x="294132" y="101906"/>
                </a:lnTo>
                <a:lnTo>
                  <a:pt x="368808" y="98477"/>
                </a:lnTo>
                <a:lnTo>
                  <a:pt x="419387" y="94897"/>
                </a:lnTo>
                <a:lnTo>
                  <a:pt x="469975" y="91548"/>
                </a:lnTo>
                <a:lnTo>
                  <a:pt x="520581" y="88378"/>
                </a:lnTo>
                <a:lnTo>
                  <a:pt x="571214" y="85333"/>
                </a:lnTo>
                <a:lnTo>
                  <a:pt x="621882" y="82359"/>
                </a:lnTo>
                <a:lnTo>
                  <a:pt x="672595" y="79404"/>
                </a:lnTo>
                <a:lnTo>
                  <a:pt x="723362" y="76412"/>
                </a:lnTo>
                <a:lnTo>
                  <a:pt x="774192" y="73331"/>
                </a:lnTo>
                <a:lnTo>
                  <a:pt x="822734" y="70131"/>
                </a:lnTo>
                <a:lnTo>
                  <a:pt x="871386" y="66931"/>
                </a:lnTo>
                <a:lnTo>
                  <a:pt x="920075" y="63730"/>
                </a:lnTo>
                <a:lnTo>
                  <a:pt x="968727" y="60530"/>
                </a:lnTo>
                <a:lnTo>
                  <a:pt x="1017269" y="57329"/>
                </a:lnTo>
                <a:lnTo>
                  <a:pt x="1070683" y="54214"/>
                </a:lnTo>
                <a:lnTo>
                  <a:pt x="1123986" y="51246"/>
                </a:lnTo>
                <a:lnTo>
                  <a:pt x="1177253" y="48387"/>
                </a:lnTo>
                <a:lnTo>
                  <a:pt x="1230556" y="45601"/>
                </a:lnTo>
                <a:lnTo>
                  <a:pt x="1283970" y="42851"/>
                </a:lnTo>
                <a:lnTo>
                  <a:pt x="1332300" y="40562"/>
                </a:lnTo>
                <a:lnTo>
                  <a:pt x="1380546" y="38251"/>
                </a:lnTo>
                <a:lnTo>
                  <a:pt x="1428750" y="35898"/>
                </a:lnTo>
                <a:lnTo>
                  <a:pt x="1476953" y="33482"/>
                </a:lnTo>
                <a:lnTo>
                  <a:pt x="1525199" y="30980"/>
                </a:lnTo>
                <a:lnTo>
                  <a:pt x="1573530" y="28373"/>
                </a:lnTo>
                <a:lnTo>
                  <a:pt x="1624584" y="25826"/>
                </a:lnTo>
                <a:lnTo>
                  <a:pt x="1675638" y="23491"/>
                </a:lnTo>
                <a:lnTo>
                  <a:pt x="1726692" y="21325"/>
                </a:lnTo>
                <a:lnTo>
                  <a:pt x="1777746" y="19286"/>
                </a:lnTo>
                <a:lnTo>
                  <a:pt x="1828800" y="17332"/>
                </a:lnTo>
                <a:lnTo>
                  <a:pt x="1879854" y="15419"/>
                </a:lnTo>
                <a:lnTo>
                  <a:pt x="1931994" y="13955"/>
                </a:lnTo>
                <a:lnTo>
                  <a:pt x="1984050" y="12597"/>
                </a:lnTo>
                <a:lnTo>
                  <a:pt x="2036064" y="11324"/>
                </a:lnTo>
                <a:lnTo>
                  <a:pt x="2088077" y="10114"/>
                </a:lnTo>
                <a:lnTo>
                  <a:pt x="2140133" y="8946"/>
                </a:lnTo>
                <a:lnTo>
                  <a:pt x="2192274" y="7799"/>
                </a:lnTo>
                <a:lnTo>
                  <a:pt x="2245289" y="7037"/>
                </a:lnTo>
                <a:lnTo>
                  <a:pt x="2298389" y="6275"/>
                </a:lnTo>
                <a:lnTo>
                  <a:pt x="2351532" y="5513"/>
                </a:lnTo>
                <a:lnTo>
                  <a:pt x="2404674" y="4751"/>
                </a:lnTo>
                <a:lnTo>
                  <a:pt x="2457774" y="3989"/>
                </a:lnTo>
                <a:lnTo>
                  <a:pt x="2510790" y="3227"/>
                </a:lnTo>
                <a:lnTo>
                  <a:pt x="2565273" y="2790"/>
                </a:lnTo>
                <a:lnTo>
                  <a:pt x="2619756" y="2268"/>
                </a:lnTo>
                <a:lnTo>
                  <a:pt x="2674239" y="1703"/>
                </a:lnTo>
                <a:lnTo>
                  <a:pt x="2728722" y="1139"/>
                </a:lnTo>
                <a:lnTo>
                  <a:pt x="2783204" y="617"/>
                </a:lnTo>
                <a:lnTo>
                  <a:pt x="2837688" y="179"/>
                </a:lnTo>
                <a:lnTo>
                  <a:pt x="2885649" y="142"/>
                </a:lnTo>
                <a:lnTo>
                  <a:pt x="2933531" y="64"/>
                </a:lnTo>
                <a:lnTo>
                  <a:pt x="2981346" y="0"/>
                </a:lnTo>
                <a:lnTo>
                  <a:pt x="3029107" y="2"/>
                </a:lnTo>
                <a:lnTo>
                  <a:pt x="3076829" y="124"/>
                </a:lnTo>
                <a:lnTo>
                  <a:pt x="3124524" y="419"/>
                </a:lnTo>
                <a:lnTo>
                  <a:pt x="3172206" y="941"/>
                </a:lnTo>
                <a:lnTo>
                  <a:pt x="3220212" y="1810"/>
                </a:lnTo>
                <a:lnTo>
                  <a:pt x="3268217" y="3039"/>
                </a:lnTo>
                <a:lnTo>
                  <a:pt x="3316223" y="4520"/>
                </a:lnTo>
                <a:lnTo>
                  <a:pt x="3364229" y="6149"/>
                </a:lnTo>
                <a:lnTo>
                  <a:pt x="3412235" y="7817"/>
                </a:lnTo>
                <a:lnTo>
                  <a:pt x="3460241" y="9419"/>
                </a:lnTo>
                <a:lnTo>
                  <a:pt x="3508248" y="10847"/>
                </a:lnTo>
                <a:lnTo>
                  <a:pt x="3555882" y="12107"/>
                </a:lnTo>
                <a:lnTo>
                  <a:pt x="3603438" y="13273"/>
                </a:lnTo>
                <a:lnTo>
                  <a:pt x="3650926" y="14346"/>
                </a:lnTo>
                <a:lnTo>
                  <a:pt x="3698361" y="15326"/>
                </a:lnTo>
                <a:lnTo>
                  <a:pt x="3745756" y="16213"/>
                </a:lnTo>
                <a:lnTo>
                  <a:pt x="3793124" y="17006"/>
                </a:lnTo>
                <a:lnTo>
                  <a:pt x="3840479" y="17705"/>
                </a:lnTo>
                <a:lnTo>
                  <a:pt x="3894201" y="18351"/>
                </a:lnTo>
                <a:lnTo>
                  <a:pt x="3947922" y="18806"/>
                </a:lnTo>
                <a:lnTo>
                  <a:pt x="4001643" y="19134"/>
                </a:lnTo>
                <a:lnTo>
                  <a:pt x="4055364" y="19399"/>
                </a:lnTo>
                <a:lnTo>
                  <a:pt x="4109085" y="19663"/>
                </a:lnTo>
                <a:lnTo>
                  <a:pt x="4162805" y="19991"/>
                </a:lnTo>
                <a:lnTo>
                  <a:pt x="4213916" y="20820"/>
                </a:lnTo>
                <a:lnTo>
                  <a:pt x="4265111" y="21798"/>
                </a:lnTo>
                <a:lnTo>
                  <a:pt x="4316348" y="22944"/>
                </a:lnTo>
                <a:lnTo>
                  <a:pt x="4367586" y="24281"/>
                </a:lnTo>
                <a:lnTo>
                  <a:pt x="4418781" y="25830"/>
                </a:lnTo>
                <a:lnTo>
                  <a:pt x="4469892" y="27611"/>
                </a:lnTo>
                <a:lnTo>
                  <a:pt x="4519799" y="29633"/>
                </a:lnTo>
                <a:lnTo>
                  <a:pt x="4569685" y="31845"/>
                </a:lnTo>
                <a:lnTo>
                  <a:pt x="4619529" y="34184"/>
                </a:lnTo>
                <a:lnTo>
                  <a:pt x="4669310" y="36586"/>
                </a:lnTo>
                <a:lnTo>
                  <a:pt x="4719006" y="38989"/>
                </a:lnTo>
                <a:lnTo>
                  <a:pt x="4768596" y="41327"/>
                </a:lnTo>
                <a:lnTo>
                  <a:pt x="4818182" y="43497"/>
                </a:lnTo>
                <a:lnTo>
                  <a:pt x="4867853" y="45476"/>
                </a:lnTo>
                <a:lnTo>
                  <a:pt x="4917567" y="47328"/>
                </a:lnTo>
                <a:lnTo>
                  <a:pt x="4967280" y="49117"/>
                </a:lnTo>
                <a:lnTo>
                  <a:pt x="5016951" y="50905"/>
                </a:lnTo>
                <a:lnTo>
                  <a:pt x="5066538" y="52757"/>
                </a:lnTo>
                <a:lnTo>
                  <a:pt x="5119113" y="54308"/>
                </a:lnTo>
                <a:lnTo>
                  <a:pt x="5171676" y="55739"/>
                </a:lnTo>
                <a:lnTo>
                  <a:pt x="5224212" y="57116"/>
                </a:lnTo>
                <a:lnTo>
                  <a:pt x="5276707" y="58507"/>
                </a:lnTo>
                <a:lnTo>
                  <a:pt x="5329150" y="59978"/>
                </a:lnTo>
                <a:lnTo>
                  <a:pt x="5381526" y="61595"/>
                </a:lnTo>
                <a:lnTo>
                  <a:pt x="5433822" y="63425"/>
                </a:lnTo>
                <a:lnTo>
                  <a:pt x="5481387" y="65009"/>
                </a:lnTo>
                <a:lnTo>
                  <a:pt x="5528846" y="66699"/>
                </a:lnTo>
                <a:lnTo>
                  <a:pt x="5576220" y="68474"/>
                </a:lnTo>
                <a:lnTo>
                  <a:pt x="5623531" y="70312"/>
                </a:lnTo>
                <a:lnTo>
                  <a:pt x="5670800" y="72192"/>
                </a:lnTo>
                <a:lnTo>
                  <a:pt x="5718048" y="74093"/>
                </a:lnTo>
                <a:lnTo>
                  <a:pt x="5772454" y="76471"/>
                </a:lnTo>
                <a:lnTo>
                  <a:pt x="5826861" y="79031"/>
                </a:lnTo>
                <a:lnTo>
                  <a:pt x="5881268" y="81774"/>
                </a:lnTo>
                <a:lnTo>
                  <a:pt x="5935675" y="84700"/>
                </a:lnTo>
                <a:lnTo>
                  <a:pt x="5990082" y="87809"/>
                </a:lnTo>
                <a:lnTo>
                  <a:pt x="6042202" y="90473"/>
                </a:lnTo>
                <a:lnTo>
                  <a:pt x="6094323" y="93028"/>
                </a:lnTo>
                <a:lnTo>
                  <a:pt x="6146444" y="95545"/>
                </a:lnTo>
                <a:lnTo>
                  <a:pt x="6198565" y="98099"/>
                </a:lnTo>
                <a:lnTo>
                  <a:pt x="6250686" y="100763"/>
                </a:lnTo>
                <a:lnTo>
                  <a:pt x="6301435" y="103123"/>
                </a:lnTo>
                <a:lnTo>
                  <a:pt x="6352184" y="105555"/>
                </a:lnTo>
                <a:lnTo>
                  <a:pt x="6402933" y="107951"/>
                </a:lnTo>
                <a:lnTo>
                  <a:pt x="6453682" y="110200"/>
                </a:lnTo>
                <a:lnTo>
                  <a:pt x="6504432" y="112193"/>
                </a:lnTo>
                <a:lnTo>
                  <a:pt x="6553809" y="114016"/>
                </a:lnTo>
                <a:lnTo>
                  <a:pt x="6603187" y="115802"/>
                </a:lnTo>
                <a:lnTo>
                  <a:pt x="6652564" y="117515"/>
                </a:lnTo>
                <a:lnTo>
                  <a:pt x="6701942" y="119119"/>
                </a:lnTo>
                <a:lnTo>
                  <a:pt x="6751320" y="120575"/>
                </a:lnTo>
                <a:lnTo>
                  <a:pt x="6799326" y="122152"/>
                </a:lnTo>
                <a:lnTo>
                  <a:pt x="6847332" y="123793"/>
                </a:lnTo>
                <a:lnTo>
                  <a:pt x="6895337" y="125433"/>
                </a:lnTo>
                <a:lnTo>
                  <a:pt x="6943343" y="127010"/>
                </a:lnTo>
                <a:lnTo>
                  <a:pt x="6991349" y="128460"/>
                </a:lnTo>
                <a:lnTo>
                  <a:pt x="7039356" y="129719"/>
                </a:lnTo>
                <a:lnTo>
                  <a:pt x="7093077" y="131101"/>
                </a:lnTo>
                <a:lnTo>
                  <a:pt x="7146798" y="132767"/>
                </a:lnTo>
                <a:lnTo>
                  <a:pt x="7200519" y="134434"/>
                </a:lnTo>
                <a:lnTo>
                  <a:pt x="7254240" y="135815"/>
                </a:lnTo>
                <a:lnTo>
                  <a:pt x="7306818" y="137197"/>
                </a:lnTo>
                <a:lnTo>
                  <a:pt x="7359396" y="138863"/>
                </a:lnTo>
                <a:lnTo>
                  <a:pt x="7411974" y="140530"/>
                </a:lnTo>
                <a:lnTo>
                  <a:pt x="7464552" y="141911"/>
                </a:lnTo>
                <a:lnTo>
                  <a:pt x="7510724" y="143316"/>
                </a:lnTo>
                <a:lnTo>
                  <a:pt x="7556754" y="145150"/>
                </a:lnTo>
                <a:lnTo>
                  <a:pt x="7602783" y="147269"/>
                </a:lnTo>
                <a:lnTo>
                  <a:pt x="7648956" y="149531"/>
                </a:lnTo>
                <a:lnTo>
                  <a:pt x="7687246" y="151270"/>
                </a:lnTo>
                <a:lnTo>
                  <a:pt x="7725536" y="153151"/>
                </a:lnTo>
                <a:lnTo>
                  <a:pt x="7763827" y="155318"/>
                </a:lnTo>
                <a:lnTo>
                  <a:pt x="7802118" y="157913"/>
                </a:lnTo>
                <a:lnTo>
                  <a:pt x="7842123" y="160330"/>
                </a:lnTo>
                <a:lnTo>
                  <a:pt x="7882128" y="162962"/>
                </a:lnTo>
                <a:lnTo>
                  <a:pt x="7922133" y="165736"/>
                </a:lnTo>
                <a:lnTo>
                  <a:pt x="7962138" y="168581"/>
                </a:lnTo>
                <a:lnTo>
                  <a:pt x="8004905" y="172582"/>
                </a:lnTo>
                <a:lnTo>
                  <a:pt x="8048244" y="177725"/>
                </a:lnTo>
                <a:lnTo>
                  <a:pt x="8055864" y="178487"/>
                </a:lnTo>
                <a:lnTo>
                  <a:pt x="8063483" y="180011"/>
                </a:lnTo>
                <a:lnTo>
                  <a:pt x="8071104" y="180773"/>
                </a:lnTo>
                <a:lnTo>
                  <a:pt x="8059162" y="178499"/>
                </a:lnTo>
                <a:lnTo>
                  <a:pt x="8048720" y="175154"/>
                </a:lnTo>
                <a:lnTo>
                  <a:pt x="8038421" y="170808"/>
                </a:lnTo>
                <a:lnTo>
                  <a:pt x="8026908" y="165533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"/>
          <p:cNvSpPr/>
          <p:nvPr/>
        </p:nvSpPr>
        <p:spPr>
          <a:xfrm>
            <a:off x="3415284" y="3990594"/>
            <a:ext cx="1374140" cy="92710"/>
          </a:xfrm>
          <a:custGeom>
            <a:rect b="b" l="l" r="r" t="t"/>
            <a:pathLst>
              <a:path extrusionOk="0" h="92710" w="1374139">
                <a:moveTo>
                  <a:pt x="0" y="89916"/>
                </a:moveTo>
                <a:lnTo>
                  <a:pt x="14406" y="90916"/>
                </a:lnTo>
                <a:lnTo>
                  <a:pt x="28955" y="91630"/>
                </a:lnTo>
                <a:lnTo>
                  <a:pt x="43505" y="92059"/>
                </a:lnTo>
                <a:lnTo>
                  <a:pt x="57912" y="92202"/>
                </a:lnTo>
                <a:lnTo>
                  <a:pt x="86487" y="92487"/>
                </a:lnTo>
                <a:lnTo>
                  <a:pt x="143637" y="91344"/>
                </a:lnTo>
                <a:lnTo>
                  <a:pt x="211633" y="87487"/>
                </a:lnTo>
                <a:lnTo>
                  <a:pt x="250983" y="84772"/>
                </a:lnTo>
                <a:lnTo>
                  <a:pt x="290191" y="81772"/>
                </a:lnTo>
                <a:lnTo>
                  <a:pt x="329184" y="78486"/>
                </a:lnTo>
                <a:lnTo>
                  <a:pt x="384121" y="74822"/>
                </a:lnTo>
                <a:lnTo>
                  <a:pt x="439131" y="71122"/>
                </a:lnTo>
                <a:lnTo>
                  <a:pt x="494105" y="67348"/>
                </a:lnTo>
                <a:lnTo>
                  <a:pt x="548932" y="63465"/>
                </a:lnTo>
                <a:lnTo>
                  <a:pt x="603504" y="59436"/>
                </a:lnTo>
                <a:lnTo>
                  <a:pt x="651379" y="56030"/>
                </a:lnTo>
                <a:lnTo>
                  <a:pt x="699039" y="52768"/>
                </a:lnTo>
                <a:lnTo>
                  <a:pt x="746557" y="49791"/>
                </a:lnTo>
                <a:lnTo>
                  <a:pt x="794004" y="47244"/>
                </a:lnTo>
                <a:lnTo>
                  <a:pt x="842003" y="45177"/>
                </a:lnTo>
                <a:lnTo>
                  <a:pt x="889967" y="43330"/>
                </a:lnTo>
                <a:lnTo>
                  <a:pt x="937857" y="41373"/>
                </a:lnTo>
                <a:lnTo>
                  <a:pt x="985637" y="38977"/>
                </a:lnTo>
                <a:lnTo>
                  <a:pt x="1033272" y="35814"/>
                </a:lnTo>
                <a:lnTo>
                  <a:pt x="1079432" y="32099"/>
                </a:lnTo>
                <a:lnTo>
                  <a:pt x="1125378" y="27813"/>
                </a:lnTo>
                <a:lnTo>
                  <a:pt x="1171182" y="22955"/>
                </a:lnTo>
                <a:lnTo>
                  <a:pt x="1216914" y="17526"/>
                </a:lnTo>
                <a:lnTo>
                  <a:pt x="1281017" y="8953"/>
                </a:lnTo>
                <a:lnTo>
                  <a:pt x="1313247" y="4881"/>
                </a:lnTo>
                <a:lnTo>
                  <a:pt x="1352669" y="964"/>
                </a:lnTo>
                <a:lnTo>
                  <a:pt x="1373886" y="0"/>
                </a:lnTo>
                <a:lnTo>
                  <a:pt x="1364063" y="2440"/>
                </a:lnTo>
                <a:lnTo>
                  <a:pt x="1354740" y="4095"/>
                </a:lnTo>
                <a:lnTo>
                  <a:pt x="1345275" y="5036"/>
                </a:lnTo>
                <a:lnTo>
                  <a:pt x="1335024" y="5334"/>
                </a:lnTo>
                <a:lnTo>
                  <a:pt x="1329690" y="5334"/>
                </a:lnTo>
                <a:lnTo>
                  <a:pt x="1323594" y="5334"/>
                </a:lnTo>
                <a:lnTo>
                  <a:pt x="1318260" y="533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4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7194470" y="5823191"/>
            <a:ext cx="382858" cy="16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7847265" y="5793282"/>
            <a:ext cx="128600" cy="13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4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8212108" y="5785377"/>
            <a:ext cx="213052" cy="117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8571725" y="5728703"/>
            <a:ext cx="169439" cy="150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8978228" y="5730989"/>
            <a:ext cx="245032" cy="1631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0" name="Google Shape;540;p4"/>
          <p:cNvGrpSpPr/>
          <p:nvPr/>
        </p:nvGrpSpPr>
        <p:grpSpPr>
          <a:xfrm>
            <a:off x="9425165" y="5641086"/>
            <a:ext cx="405777" cy="225564"/>
            <a:chOff x="9425165" y="5641086"/>
            <a:chExt cx="405777" cy="225564"/>
          </a:xfrm>
        </p:grpSpPr>
        <p:pic>
          <p:nvPicPr>
            <p:cNvPr id="541" name="Google Shape;541;p4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9425165" y="5660885"/>
              <a:ext cx="167665" cy="2057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2" name="Google Shape;542;p4"/>
            <p:cNvSpPr/>
            <p:nvPr/>
          </p:nvSpPr>
          <p:spPr>
            <a:xfrm>
              <a:off x="9626345" y="5705094"/>
              <a:ext cx="9525" cy="48895"/>
            </a:xfrm>
            <a:custGeom>
              <a:rect b="b" l="l" r="r" t="t"/>
              <a:pathLst>
                <a:path extrusionOk="0" h="48895" w="9525">
                  <a:moveTo>
                    <a:pt x="9144" y="0"/>
                  </a:moveTo>
                  <a:lnTo>
                    <a:pt x="4572" y="33528"/>
                  </a:lnTo>
                  <a:lnTo>
                    <a:pt x="3810" y="41910"/>
                  </a:lnTo>
                  <a:lnTo>
                    <a:pt x="1524" y="47244"/>
                  </a:lnTo>
                  <a:lnTo>
                    <a:pt x="762" y="48006"/>
                  </a:lnTo>
                  <a:lnTo>
                    <a:pt x="762" y="48768"/>
                  </a:lnTo>
                  <a:lnTo>
                    <a:pt x="0" y="4876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"/>
            <p:cNvSpPr/>
            <p:nvPr/>
          </p:nvSpPr>
          <p:spPr>
            <a:xfrm>
              <a:off x="9612629" y="5644896"/>
              <a:ext cx="15240" cy="16510"/>
            </a:xfrm>
            <a:custGeom>
              <a:rect b="b" l="l" r="r" t="t"/>
              <a:pathLst>
                <a:path extrusionOk="0" h="16510" w="15240">
                  <a:moveTo>
                    <a:pt x="0" y="3809"/>
                  </a:moveTo>
                  <a:lnTo>
                    <a:pt x="0" y="12191"/>
                  </a:lnTo>
                  <a:lnTo>
                    <a:pt x="3048" y="16001"/>
                  </a:lnTo>
                  <a:lnTo>
                    <a:pt x="11430" y="16001"/>
                  </a:lnTo>
                  <a:lnTo>
                    <a:pt x="15240" y="12191"/>
                  </a:lnTo>
                  <a:lnTo>
                    <a:pt x="15240" y="7619"/>
                  </a:lnTo>
                  <a:lnTo>
                    <a:pt x="15240" y="3809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"/>
            <p:cNvSpPr/>
            <p:nvPr/>
          </p:nvSpPr>
          <p:spPr>
            <a:xfrm>
              <a:off x="9669017" y="5689092"/>
              <a:ext cx="65405" cy="62230"/>
            </a:xfrm>
            <a:custGeom>
              <a:rect b="b" l="l" r="r" t="t"/>
              <a:pathLst>
                <a:path extrusionOk="0" h="62229" w="65404">
                  <a:moveTo>
                    <a:pt x="0" y="12954"/>
                  </a:moveTo>
                  <a:lnTo>
                    <a:pt x="3810" y="48006"/>
                  </a:lnTo>
                  <a:lnTo>
                    <a:pt x="3810" y="51054"/>
                  </a:lnTo>
                  <a:lnTo>
                    <a:pt x="6096" y="53340"/>
                  </a:lnTo>
                  <a:lnTo>
                    <a:pt x="6858" y="53340"/>
                  </a:lnTo>
                  <a:lnTo>
                    <a:pt x="7620" y="53340"/>
                  </a:lnTo>
                  <a:lnTo>
                    <a:pt x="9144" y="48006"/>
                  </a:lnTo>
                  <a:lnTo>
                    <a:pt x="11430" y="42672"/>
                  </a:lnTo>
                  <a:lnTo>
                    <a:pt x="23621" y="3810"/>
                  </a:lnTo>
                  <a:lnTo>
                    <a:pt x="32766" y="0"/>
                  </a:lnTo>
                  <a:lnTo>
                    <a:pt x="38862" y="3048"/>
                  </a:lnTo>
                  <a:lnTo>
                    <a:pt x="64674" y="35623"/>
                  </a:lnTo>
                  <a:lnTo>
                    <a:pt x="65329" y="42052"/>
                  </a:lnTo>
                  <a:lnTo>
                    <a:pt x="64770" y="48768"/>
                  </a:lnTo>
                  <a:lnTo>
                    <a:pt x="64008" y="55626"/>
                  </a:lnTo>
                  <a:lnTo>
                    <a:pt x="59436" y="60198"/>
                  </a:lnTo>
                  <a:lnTo>
                    <a:pt x="54102" y="6172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"/>
            <p:cNvSpPr/>
            <p:nvPr/>
          </p:nvSpPr>
          <p:spPr>
            <a:xfrm>
              <a:off x="9768077" y="5641086"/>
              <a:ext cx="5715" cy="95250"/>
            </a:xfrm>
            <a:custGeom>
              <a:rect b="b" l="l" r="r" t="t"/>
              <a:pathLst>
                <a:path extrusionOk="0" h="95250" w="5715">
                  <a:moveTo>
                    <a:pt x="0" y="0"/>
                  </a:moveTo>
                  <a:lnTo>
                    <a:pt x="1559" y="9727"/>
                  </a:lnTo>
                  <a:lnTo>
                    <a:pt x="2762" y="19526"/>
                  </a:lnTo>
                  <a:lnTo>
                    <a:pt x="3536" y="29467"/>
                  </a:lnTo>
                  <a:lnTo>
                    <a:pt x="3810" y="39624"/>
                  </a:lnTo>
                  <a:lnTo>
                    <a:pt x="4369" y="49327"/>
                  </a:lnTo>
                  <a:lnTo>
                    <a:pt x="4857" y="58959"/>
                  </a:lnTo>
                  <a:lnTo>
                    <a:pt x="5203" y="68449"/>
                  </a:lnTo>
                  <a:lnTo>
                    <a:pt x="5334" y="77724"/>
                  </a:lnTo>
                  <a:lnTo>
                    <a:pt x="5334" y="86868"/>
                  </a:lnTo>
                  <a:lnTo>
                    <a:pt x="5334" y="88392"/>
                  </a:lnTo>
                  <a:lnTo>
                    <a:pt x="0" y="9525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"/>
            <p:cNvSpPr/>
            <p:nvPr/>
          </p:nvSpPr>
          <p:spPr>
            <a:xfrm>
              <a:off x="9752837" y="5684520"/>
              <a:ext cx="78105" cy="15240"/>
            </a:xfrm>
            <a:custGeom>
              <a:rect b="b" l="l" r="r" t="t"/>
              <a:pathLst>
                <a:path extrusionOk="0" h="15239" w="78104">
                  <a:moveTo>
                    <a:pt x="0" y="15239"/>
                  </a:moveTo>
                  <a:lnTo>
                    <a:pt x="11310" y="13073"/>
                  </a:lnTo>
                  <a:lnTo>
                    <a:pt x="22478" y="11048"/>
                  </a:lnTo>
                  <a:lnTo>
                    <a:pt x="33647" y="9024"/>
                  </a:lnTo>
                  <a:lnTo>
                    <a:pt x="44958" y="6857"/>
                  </a:lnTo>
                  <a:lnTo>
                    <a:pt x="53078" y="5464"/>
                  </a:lnTo>
                  <a:lnTo>
                    <a:pt x="61341" y="3714"/>
                  </a:lnTo>
                  <a:lnTo>
                    <a:pt x="69603" y="1821"/>
                  </a:lnTo>
                  <a:lnTo>
                    <a:pt x="77724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7" name="Google Shape;547;p4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1375397" y="2890253"/>
            <a:ext cx="198145" cy="141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4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1703009" y="2917685"/>
            <a:ext cx="198835" cy="1020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9" name="Google Shape;549;p4"/>
          <p:cNvGrpSpPr/>
          <p:nvPr/>
        </p:nvGrpSpPr>
        <p:grpSpPr>
          <a:xfrm>
            <a:off x="4411218" y="2469832"/>
            <a:ext cx="446277" cy="552894"/>
            <a:chOff x="4411218" y="2469832"/>
            <a:chExt cx="446277" cy="552894"/>
          </a:xfrm>
        </p:grpSpPr>
        <p:sp>
          <p:nvSpPr>
            <p:cNvPr id="550" name="Google Shape;550;p4"/>
            <p:cNvSpPr/>
            <p:nvPr/>
          </p:nvSpPr>
          <p:spPr>
            <a:xfrm>
              <a:off x="4411218" y="2503931"/>
              <a:ext cx="112395" cy="518795"/>
            </a:xfrm>
            <a:custGeom>
              <a:rect b="b" l="l" r="r" t="t"/>
              <a:pathLst>
                <a:path extrusionOk="0" h="518794" w="112395">
                  <a:moveTo>
                    <a:pt x="107441" y="0"/>
                  </a:moveTo>
                  <a:lnTo>
                    <a:pt x="98417" y="11"/>
                  </a:lnTo>
                  <a:lnTo>
                    <a:pt x="89534" y="95"/>
                  </a:lnTo>
                  <a:lnTo>
                    <a:pt x="80652" y="321"/>
                  </a:lnTo>
                  <a:lnTo>
                    <a:pt x="71627" y="762"/>
                  </a:lnTo>
                  <a:lnTo>
                    <a:pt x="61912" y="1214"/>
                  </a:lnTo>
                  <a:lnTo>
                    <a:pt x="52196" y="1524"/>
                  </a:lnTo>
                  <a:lnTo>
                    <a:pt x="42481" y="1833"/>
                  </a:lnTo>
                  <a:lnTo>
                    <a:pt x="32765" y="2286"/>
                  </a:lnTo>
                  <a:lnTo>
                    <a:pt x="26122" y="2083"/>
                  </a:lnTo>
                  <a:lnTo>
                    <a:pt x="19049" y="1809"/>
                  </a:lnTo>
                  <a:lnTo>
                    <a:pt x="11977" y="1964"/>
                  </a:lnTo>
                  <a:lnTo>
                    <a:pt x="5333" y="3048"/>
                  </a:lnTo>
                  <a:lnTo>
                    <a:pt x="3047" y="3810"/>
                  </a:lnTo>
                  <a:lnTo>
                    <a:pt x="3047" y="4572"/>
                  </a:lnTo>
                  <a:lnTo>
                    <a:pt x="2285" y="7620"/>
                  </a:lnTo>
                  <a:lnTo>
                    <a:pt x="0" y="12954"/>
                  </a:lnTo>
                  <a:lnTo>
                    <a:pt x="2285" y="22860"/>
                  </a:lnTo>
                  <a:lnTo>
                    <a:pt x="2285" y="28956"/>
                  </a:lnTo>
                  <a:lnTo>
                    <a:pt x="2190" y="42088"/>
                  </a:lnTo>
                  <a:lnTo>
                    <a:pt x="2095" y="55149"/>
                  </a:lnTo>
                  <a:lnTo>
                    <a:pt x="2285" y="68068"/>
                  </a:lnTo>
                  <a:lnTo>
                    <a:pt x="3047" y="80772"/>
                  </a:lnTo>
                  <a:lnTo>
                    <a:pt x="4310" y="101215"/>
                  </a:lnTo>
                  <a:lnTo>
                    <a:pt x="5714" y="121443"/>
                  </a:lnTo>
                  <a:lnTo>
                    <a:pt x="7119" y="141529"/>
                  </a:lnTo>
                  <a:lnTo>
                    <a:pt x="8381" y="161544"/>
                  </a:lnTo>
                  <a:lnTo>
                    <a:pt x="8953" y="183951"/>
                  </a:lnTo>
                  <a:lnTo>
                    <a:pt x="9524" y="206502"/>
                  </a:lnTo>
                  <a:lnTo>
                    <a:pt x="10096" y="229052"/>
                  </a:lnTo>
                  <a:lnTo>
                    <a:pt x="11239" y="271903"/>
                  </a:lnTo>
                  <a:lnTo>
                    <a:pt x="12382" y="312217"/>
                  </a:lnTo>
                  <a:lnTo>
                    <a:pt x="14573" y="363569"/>
                  </a:lnTo>
                  <a:lnTo>
                    <a:pt x="16763" y="395478"/>
                  </a:lnTo>
                  <a:lnTo>
                    <a:pt x="17204" y="408181"/>
                  </a:lnTo>
                  <a:lnTo>
                    <a:pt x="17430" y="421100"/>
                  </a:lnTo>
                  <a:lnTo>
                    <a:pt x="17514" y="434161"/>
                  </a:lnTo>
                  <a:lnTo>
                    <a:pt x="17525" y="447294"/>
                  </a:lnTo>
                  <a:lnTo>
                    <a:pt x="17954" y="456318"/>
                  </a:lnTo>
                  <a:lnTo>
                    <a:pt x="18097" y="465200"/>
                  </a:lnTo>
                  <a:lnTo>
                    <a:pt x="17954" y="474083"/>
                  </a:lnTo>
                  <a:lnTo>
                    <a:pt x="17525" y="483108"/>
                  </a:lnTo>
                  <a:lnTo>
                    <a:pt x="17525" y="488442"/>
                  </a:lnTo>
                  <a:lnTo>
                    <a:pt x="16763" y="493014"/>
                  </a:lnTo>
                  <a:lnTo>
                    <a:pt x="16763" y="498348"/>
                  </a:lnTo>
                  <a:lnTo>
                    <a:pt x="16763" y="500634"/>
                  </a:lnTo>
                  <a:lnTo>
                    <a:pt x="35051" y="511302"/>
                  </a:lnTo>
                  <a:lnTo>
                    <a:pt x="44315" y="512992"/>
                  </a:lnTo>
                  <a:lnTo>
                    <a:pt x="53720" y="514540"/>
                  </a:lnTo>
                  <a:lnTo>
                    <a:pt x="63126" y="515802"/>
                  </a:lnTo>
                  <a:lnTo>
                    <a:pt x="72389" y="516636"/>
                  </a:lnTo>
                  <a:lnTo>
                    <a:pt x="82546" y="517624"/>
                  </a:lnTo>
                  <a:lnTo>
                    <a:pt x="92487" y="518255"/>
                  </a:lnTo>
                  <a:lnTo>
                    <a:pt x="102286" y="518457"/>
                  </a:lnTo>
                  <a:lnTo>
                    <a:pt x="112013" y="518159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4552188" y="2596895"/>
              <a:ext cx="55880" cy="5715"/>
            </a:xfrm>
            <a:custGeom>
              <a:rect b="b" l="l" r="r" t="t"/>
              <a:pathLst>
                <a:path extrusionOk="0" h="5714" w="55879">
                  <a:moveTo>
                    <a:pt x="0" y="3810"/>
                  </a:moveTo>
                  <a:lnTo>
                    <a:pt x="12334" y="4536"/>
                  </a:lnTo>
                  <a:lnTo>
                    <a:pt x="29527" y="5619"/>
                  </a:lnTo>
                  <a:lnTo>
                    <a:pt x="45862" y="5417"/>
                  </a:lnTo>
                  <a:lnTo>
                    <a:pt x="55626" y="2286"/>
                  </a:lnTo>
                  <a:lnTo>
                    <a:pt x="55626" y="1524"/>
                  </a:lnTo>
                  <a:lnTo>
                    <a:pt x="55626" y="762"/>
                  </a:lnTo>
                  <a:lnTo>
                    <a:pt x="55626" y="0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2" name="Google Shape;552;p4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4651997" y="2532113"/>
              <a:ext cx="84607" cy="1105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" name="Google Shape;553;p4"/>
            <p:cNvSpPr/>
            <p:nvPr/>
          </p:nvSpPr>
          <p:spPr>
            <a:xfrm>
              <a:off x="4667250" y="2860547"/>
              <a:ext cx="16510" cy="90170"/>
            </a:xfrm>
            <a:custGeom>
              <a:rect b="b" l="l" r="r" t="t"/>
              <a:pathLst>
                <a:path extrusionOk="0" h="90169" w="16510">
                  <a:moveTo>
                    <a:pt x="0" y="0"/>
                  </a:moveTo>
                  <a:lnTo>
                    <a:pt x="8382" y="43434"/>
                  </a:lnTo>
                  <a:lnTo>
                    <a:pt x="8870" y="51673"/>
                  </a:lnTo>
                  <a:lnTo>
                    <a:pt x="9429" y="60197"/>
                  </a:lnTo>
                  <a:lnTo>
                    <a:pt x="10417" y="68722"/>
                  </a:lnTo>
                  <a:lnTo>
                    <a:pt x="12192" y="76962"/>
                  </a:lnTo>
                  <a:lnTo>
                    <a:pt x="12954" y="80772"/>
                  </a:lnTo>
                  <a:lnTo>
                    <a:pt x="13716" y="89916"/>
                  </a:lnTo>
                  <a:lnTo>
                    <a:pt x="16002" y="86868"/>
                  </a:lnTo>
                  <a:lnTo>
                    <a:pt x="16002" y="86106"/>
                  </a:lnTo>
                  <a:lnTo>
                    <a:pt x="16002" y="84582"/>
                  </a:lnTo>
                  <a:lnTo>
                    <a:pt x="16002" y="83820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"/>
            <p:cNvSpPr/>
            <p:nvPr/>
          </p:nvSpPr>
          <p:spPr>
            <a:xfrm>
              <a:off x="4734306" y="2469832"/>
              <a:ext cx="123189" cy="525780"/>
            </a:xfrm>
            <a:custGeom>
              <a:rect b="b" l="l" r="r" t="t"/>
              <a:pathLst>
                <a:path extrusionOk="0" h="525780" w="123189">
                  <a:moveTo>
                    <a:pt x="0" y="6667"/>
                  </a:moveTo>
                  <a:lnTo>
                    <a:pt x="11441" y="5893"/>
                  </a:lnTo>
                  <a:lnTo>
                    <a:pt x="22955" y="5619"/>
                  </a:lnTo>
                  <a:lnTo>
                    <a:pt x="34611" y="5488"/>
                  </a:lnTo>
                  <a:lnTo>
                    <a:pt x="46482" y="5143"/>
                  </a:lnTo>
                  <a:lnTo>
                    <a:pt x="57792" y="4333"/>
                  </a:lnTo>
                  <a:lnTo>
                    <a:pt x="68961" y="3238"/>
                  </a:lnTo>
                  <a:lnTo>
                    <a:pt x="80129" y="2143"/>
                  </a:lnTo>
                  <a:lnTo>
                    <a:pt x="91440" y="1333"/>
                  </a:lnTo>
                  <a:lnTo>
                    <a:pt x="96678" y="809"/>
                  </a:lnTo>
                  <a:lnTo>
                    <a:pt x="105346" y="0"/>
                  </a:lnTo>
                  <a:lnTo>
                    <a:pt x="113728" y="47"/>
                  </a:lnTo>
                  <a:lnTo>
                    <a:pt x="118110" y="2095"/>
                  </a:lnTo>
                  <a:lnTo>
                    <a:pt x="119634" y="6667"/>
                  </a:lnTo>
                  <a:lnTo>
                    <a:pt x="118872" y="13525"/>
                  </a:lnTo>
                  <a:lnTo>
                    <a:pt x="118872" y="17335"/>
                  </a:lnTo>
                  <a:lnTo>
                    <a:pt x="118741" y="30468"/>
                  </a:lnTo>
                  <a:lnTo>
                    <a:pt x="118395" y="43529"/>
                  </a:lnTo>
                  <a:lnTo>
                    <a:pt x="117907" y="56447"/>
                  </a:lnTo>
                  <a:lnTo>
                    <a:pt x="117348" y="69151"/>
                  </a:lnTo>
                  <a:lnTo>
                    <a:pt x="117359" y="107882"/>
                  </a:lnTo>
                  <a:lnTo>
                    <a:pt x="117443" y="146399"/>
                  </a:lnTo>
                  <a:lnTo>
                    <a:pt x="117669" y="184773"/>
                  </a:lnTo>
                  <a:lnTo>
                    <a:pt x="118110" y="223075"/>
                  </a:lnTo>
                  <a:lnTo>
                    <a:pt x="118633" y="268223"/>
                  </a:lnTo>
                  <a:lnTo>
                    <a:pt x="118872" y="313372"/>
                  </a:lnTo>
                  <a:lnTo>
                    <a:pt x="118538" y="358520"/>
                  </a:lnTo>
                  <a:lnTo>
                    <a:pt x="117348" y="403669"/>
                  </a:lnTo>
                  <a:lnTo>
                    <a:pt x="117217" y="412361"/>
                  </a:lnTo>
                  <a:lnTo>
                    <a:pt x="116871" y="421195"/>
                  </a:lnTo>
                  <a:lnTo>
                    <a:pt x="116383" y="430029"/>
                  </a:lnTo>
                  <a:lnTo>
                    <a:pt x="115824" y="438721"/>
                  </a:lnTo>
                  <a:lnTo>
                    <a:pt x="115824" y="444055"/>
                  </a:lnTo>
                  <a:lnTo>
                    <a:pt x="115824" y="450151"/>
                  </a:lnTo>
                  <a:lnTo>
                    <a:pt x="115824" y="456247"/>
                  </a:lnTo>
                  <a:lnTo>
                    <a:pt x="115824" y="460819"/>
                  </a:lnTo>
                  <a:lnTo>
                    <a:pt x="115062" y="466153"/>
                  </a:lnTo>
                  <a:lnTo>
                    <a:pt x="115824" y="470725"/>
                  </a:lnTo>
                  <a:lnTo>
                    <a:pt x="116586" y="472249"/>
                  </a:lnTo>
                  <a:lnTo>
                    <a:pt x="117348" y="473773"/>
                  </a:lnTo>
                  <a:lnTo>
                    <a:pt x="117348" y="475297"/>
                  </a:lnTo>
                  <a:lnTo>
                    <a:pt x="118110" y="479107"/>
                  </a:lnTo>
                  <a:lnTo>
                    <a:pt x="117348" y="483679"/>
                  </a:lnTo>
                  <a:lnTo>
                    <a:pt x="118110" y="487489"/>
                  </a:lnTo>
                  <a:lnTo>
                    <a:pt x="118872" y="491299"/>
                  </a:lnTo>
                  <a:lnTo>
                    <a:pt x="119634" y="494347"/>
                  </a:lnTo>
                  <a:lnTo>
                    <a:pt x="120396" y="498157"/>
                  </a:lnTo>
                  <a:lnTo>
                    <a:pt x="120396" y="504253"/>
                  </a:lnTo>
                  <a:lnTo>
                    <a:pt x="121158" y="509587"/>
                  </a:lnTo>
                  <a:lnTo>
                    <a:pt x="121920" y="515683"/>
                  </a:lnTo>
                  <a:lnTo>
                    <a:pt x="121920" y="517969"/>
                  </a:lnTo>
                  <a:lnTo>
                    <a:pt x="121158" y="521017"/>
                  </a:lnTo>
                  <a:lnTo>
                    <a:pt x="121920" y="524065"/>
                  </a:lnTo>
                  <a:lnTo>
                    <a:pt x="121920" y="524827"/>
                  </a:lnTo>
                  <a:lnTo>
                    <a:pt x="122682" y="524827"/>
                  </a:lnTo>
                  <a:lnTo>
                    <a:pt x="117348" y="524827"/>
                  </a:lnTo>
                  <a:lnTo>
                    <a:pt x="115062" y="524065"/>
                  </a:lnTo>
                  <a:lnTo>
                    <a:pt x="67056" y="517207"/>
                  </a:lnTo>
                  <a:lnTo>
                    <a:pt x="57388" y="517290"/>
                  </a:lnTo>
                  <a:lnTo>
                    <a:pt x="48577" y="517874"/>
                  </a:lnTo>
                  <a:lnTo>
                    <a:pt x="40052" y="519457"/>
                  </a:lnTo>
                  <a:lnTo>
                    <a:pt x="31242" y="522541"/>
                  </a:lnTo>
                  <a:lnTo>
                    <a:pt x="28956" y="523303"/>
                  </a:lnTo>
                  <a:lnTo>
                    <a:pt x="22098" y="525589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p4"/>
          <p:cNvSpPr/>
          <p:nvPr/>
        </p:nvSpPr>
        <p:spPr>
          <a:xfrm>
            <a:off x="5695176" y="2438102"/>
            <a:ext cx="113664" cy="519430"/>
          </a:xfrm>
          <a:custGeom>
            <a:rect b="b" l="l" r="r" t="t"/>
            <a:pathLst>
              <a:path extrusionOk="0" h="519430" w="113664">
                <a:moveTo>
                  <a:pt x="92975" y="14775"/>
                </a:moveTo>
                <a:lnTo>
                  <a:pt x="54733" y="738"/>
                </a:lnTo>
                <a:lnTo>
                  <a:pt x="39016" y="0"/>
                </a:lnTo>
                <a:lnTo>
                  <a:pt x="32015" y="1059"/>
                </a:lnTo>
                <a:lnTo>
                  <a:pt x="2262" y="39100"/>
                </a:lnTo>
                <a:lnTo>
                  <a:pt x="0" y="63936"/>
                </a:lnTo>
                <a:lnTo>
                  <a:pt x="11" y="76497"/>
                </a:lnTo>
                <a:lnTo>
                  <a:pt x="10679" y="119931"/>
                </a:lnTo>
                <a:lnTo>
                  <a:pt x="31039" y="142112"/>
                </a:lnTo>
                <a:lnTo>
                  <a:pt x="38111" y="148887"/>
                </a:lnTo>
                <a:lnTo>
                  <a:pt x="61710" y="187880"/>
                </a:lnTo>
                <a:lnTo>
                  <a:pt x="62686" y="197750"/>
                </a:lnTo>
                <a:lnTo>
                  <a:pt x="62233" y="207764"/>
                </a:lnTo>
                <a:lnTo>
                  <a:pt x="44684" y="242994"/>
                </a:lnTo>
                <a:lnTo>
                  <a:pt x="22871" y="264711"/>
                </a:lnTo>
                <a:lnTo>
                  <a:pt x="17728" y="269724"/>
                </a:lnTo>
                <a:lnTo>
                  <a:pt x="12584" y="274522"/>
                </a:lnTo>
                <a:lnTo>
                  <a:pt x="7441" y="279177"/>
                </a:lnTo>
                <a:lnTo>
                  <a:pt x="2297" y="283761"/>
                </a:lnTo>
                <a:lnTo>
                  <a:pt x="773" y="284523"/>
                </a:lnTo>
                <a:lnTo>
                  <a:pt x="11" y="285285"/>
                </a:lnTo>
                <a:lnTo>
                  <a:pt x="6107" y="287571"/>
                </a:lnTo>
                <a:lnTo>
                  <a:pt x="11441" y="289857"/>
                </a:lnTo>
                <a:lnTo>
                  <a:pt x="41159" y="316527"/>
                </a:lnTo>
                <a:lnTo>
                  <a:pt x="53351" y="356913"/>
                </a:lnTo>
                <a:lnTo>
                  <a:pt x="53756" y="369712"/>
                </a:lnTo>
                <a:lnTo>
                  <a:pt x="53732" y="382726"/>
                </a:lnTo>
                <a:lnTo>
                  <a:pt x="53137" y="395597"/>
                </a:lnTo>
                <a:lnTo>
                  <a:pt x="51827" y="407967"/>
                </a:lnTo>
                <a:lnTo>
                  <a:pt x="49458" y="421445"/>
                </a:lnTo>
                <a:lnTo>
                  <a:pt x="47160" y="434637"/>
                </a:lnTo>
                <a:lnTo>
                  <a:pt x="45291" y="447829"/>
                </a:lnTo>
                <a:lnTo>
                  <a:pt x="44207" y="461307"/>
                </a:lnTo>
                <a:lnTo>
                  <a:pt x="44315" y="468808"/>
                </a:lnTo>
                <a:lnTo>
                  <a:pt x="67675" y="505563"/>
                </a:lnTo>
                <a:lnTo>
                  <a:pt x="108215" y="519219"/>
                </a:lnTo>
                <a:lnTo>
                  <a:pt x="108215" y="516933"/>
                </a:lnTo>
                <a:lnTo>
                  <a:pt x="113549" y="510075"/>
                </a:lnTo>
              </a:path>
            </a:pathLst>
          </a:custGeom>
          <a:noFill/>
          <a:ln cap="flat" cmpd="sng" w="152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6" name="Google Shape;556;p4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5906249" y="2639555"/>
            <a:ext cx="192049" cy="122707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4"/>
          <p:cNvSpPr/>
          <p:nvPr/>
        </p:nvSpPr>
        <p:spPr>
          <a:xfrm>
            <a:off x="6208776" y="2769107"/>
            <a:ext cx="41910" cy="68580"/>
          </a:xfrm>
          <a:custGeom>
            <a:rect b="b" l="l" r="r" t="t"/>
            <a:pathLst>
              <a:path extrusionOk="0" h="68580" w="41910">
                <a:moveTo>
                  <a:pt x="28955" y="0"/>
                </a:moveTo>
                <a:lnTo>
                  <a:pt x="35230" y="7334"/>
                </a:lnTo>
                <a:lnTo>
                  <a:pt x="39719" y="14096"/>
                </a:lnTo>
                <a:lnTo>
                  <a:pt x="41493" y="21431"/>
                </a:lnTo>
                <a:lnTo>
                  <a:pt x="39623" y="30480"/>
                </a:lnTo>
                <a:lnTo>
                  <a:pt x="13715" y="62484"/>
                </a:lnTo>
                <a:lnTo>
                  <a:pt x="5333" y="68580"/>
                </a:lnTo>
                <a:lnTo>
                  <a:pt x="0" y="6858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"/>
          <p:cNvSpPr/>
          <p:nvPr/>
        </p:nvSpPr>
        <p:spPr>
          <a:xfrm>
            <a:off x="6590538" y="2618232"/>
            <a:ext cx="8890" cy="109855"/>
          </a:xfrm>
          <a:custGeom>
            <a:rect b="b" l="l" r="r" t="t"/>
            <a:pathLst>
              <a:path extrusionOk="0" h="109855" w="8890">
                <a:moveTo>
                  <a:pt x="2285" y="0"/>
                </a:moveTo>
                <a:lnTo>
                  <a:pt x="964" y="11191"/>
                </a:lnTo>
                <a:lnTo>
                  <a:pt x="285" y="22098"/>
                </a:lnTo>
                <a:lnTo>
                  <a:pt x="35" y="33004"/>
                </a:lnTo>
                <a:lnTo>
                  <a:pt x="0" y="44196"/>
                </a:lnTo>
                <a:lnTo>
                  <a:pt x="452" y="54471"/>
                </a:lnTo>
                <a:lnTo>
                  <a:pt x="761" y="64674"/>
                </a:lnTo>
                <a:lnTo>
                  <a:pt x="1071" y="74735"/>
                </a:lnTo>
                <a:lnTo>
                  <a:pt x="1523" y="84582"/>
                </a:lnTo>
                <a:lnTo>
                  <a:pt x="2285" y="92202"/>
                </a:lnTo>
                <a:lnTo>
                  <a:pt x="3047" y="100584"/>
                </a:lnTo>
                <a:lnTo>
                  <a:pt x="5333" y="107442"/>
                </a:lnTo>
                <a:lnTo>
                  <a:pt x="6095" y="109728"/>
                </a:lnTo>
                <a:lnTo>
                  <a:pt x="8381" y="109728"/>
                </a:lnTo>
                <a:lnTo>
                  <a:pt x="4571" y="108204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9" name="Google Shape;559;p4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6803123" y="2732519"/>
            <a:ext cx="69367" cy="914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0" name="Google Shape;560;p4"/>
          <p:cNvGrpSpPr/>
          <p:nvPr/>
        </p:nvGrpSpPr>
        <p:grpSpPr>
          <a:xfrm>
            <a:off x="7166609" y="2567927"/>
            <a:ext cx="275094" cy="173761"/>
            <a:chOff x="7166609" y="2567927"/>
            <a:chExt cx="275094" cy="173761"/>
          </a:xfrm>
        </p:grpSpPr>
        <p:sp>
          <p:nvSpPr>
            <p:cNvPr id="561" name="Google Shape;561;p4"/>
            <p:cNvSpPr/>
            <p:nvPr/>
          </p:nvSpPr>
          <p:spPr>
            <a:xfrm>
              <a:off x="7166609" y="2638044"/>
              <a:ext cx="66675" cy="11430"/>
            </a:xfrm>
            <a:custGeom>
              <a:rect b="b" l="l" r="r" t="t"/>
              <a:pathLst>
                <a:path extrusionOk="0" h="11430" w="66675">
                  <a:moveTo>
                    <a:pt x="0" y="11429"/>
                  </a:moveTo>
                  <a:lnTo>
                    <a:pt x="11144" y="11013"/>
                  </a:lnTo>
                  <a:lnTo>
                    <a:pt x="21145" y="9810"/>
                  </a:lnTo>
                  <a:lnTo>
                    <a:pt x="30861" y="7893"/>
                  </a:lnTo>
                  <a:lnTo>
                    <a:pt x="41148" y="5333"/>
                  </a:lnTo>
                  <a:lnTo>
                    <a:pt x="48006" y="3809"/>
                  </a:lnTo>
                  <a:lnTo>
                    <a:pt x="57912" y="3809"/>
                  </a:lnTo>
                  <a:lnTo>
                    <a:pt x="64769" y="1523"/>
                  </a:lnTo>
                  <a:lnTo>
                    <a:pt x="66294" y="1523"/>
                  </a:lnTo>
                  <a:lnTo>
                    <a:pt x="66294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2" name="Google Shape;562;p4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7280134" y="2567927"/>
              <a:ext cx="161569" cy="17376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3" name="Google Shape;563;p4"/>
          <p:cNvGrpSpPr/>
          <p:nvPr/>
        </p:nvGrpSpPr>
        <p:grpSpPr>
          <a:xfrm>
            <a:off x="7849361" y="2491727"/>
            <a:ext cx="329196" cy="126517"/>
            <a:chOff x="7849361" y="2491727"/>
            <a:chExt cx="329196" cy="126517"/>
          </a:xfrm>
        </p:grpSpPr>
        <p:sp>
          <p:nvSpPr>
            <p:cNvPr id="564" name="Google Shape;564;p4"/>
            <p:cNvSpPr/>
            <p:nvPr/>
          </p:nvSpPr>
          <p:spPr>
            <a:xfrm>
              <a:off x="7849361" y="2580894"/>
              <a:ext cx="52069" cy="5080"/>
            </a:xfrm>
            <a:custGeom>
              <a:rect b="b" l="l" r="r" t="t"/>
              <a:pathLst>
                <a:path extrusionOk="0" h="5080" w="52070">
                  <a:moveTo>
                    <a:pt x="0" y="3810"/>
                  </a:moveTo>
                  <a:lnTo>
                    <a:pt x="9596" y="4345"/>
                  </a:lnTo>
                  <a:lnTo>
                    <a:pt x="19050" y="4667"/>
                  </a:lnTo>
                  <a:lnTo>
                    <a:pt x="28503" y="4560"/>
                  </a:lnTo>
                  <a:lnTo>
                    <a:pt x="38100" y="3810"/>
                  </a:lnTo>
                  <a:lnTo>
                    <a:pt x="41148" y="3810"/>
                  </a:lnTo>
                  <a:lnTo>
                    <a:pt x="47244" y="4572"/>
                  </a:lnTo>
                  <a:lnTo>
                    <a:pt x="50292" y="2286"/>
                  </a:lnTo>
                  <a:lnTo>
                    <a:pt x="51053" y="1524"/>
                  </a:lnTo>
                  <a:lnTo>
                    <a:pt x="51816" y="762"/>
                  </a:lnTo>
                  <a:lnTo>
                    <a:pt x="5181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5" name="Google Shape;565;p4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7951457" y="2530803"/>
              <a:ext cx="70891" cy="87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6" name="Google Shape;566;p4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8045195" y="2491727"/>
              <a:ext cx="133362" cy="1217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7" name="Google Shape;567;p4"/>
          <p:cNvSpPr/>
          <p:nvPr/>
        </p:nvSpPr>
        <p:spPr>
          <a:xfrm>
            <a:off x="8359140" y="2388500"/>
            <a:ext cx="187960" cy="418465"/>
          </a:xfrm>
          <a:custGeom>
            <a:rect b="b" l="l" r="r" t="t"/>
            <a:pathLst>
              <a:path extrusionOk="0" h="418464" w="187959">
                <a:moveTo>
                  <a:pt x="85344" y="11037"/>
                </a:moveTo>
                <a:lnTo>
                  <a:pt x="93595" y="4500"/>
                </a:lnTo>
                <a:lnTo>
                  <a:pt x="101060" y="464"/>
                </a:lnTo>
                <a:lnTo>
                  <a:pt x="109239" y="0"/>
                </a:lnTo>
                <a:lnTo>
                  <a:pt x="119634" y="4179"/>
                </a:lnTo>
                <a:lnTo>
                  <a:pt x="151304" y="38885"/>
                </a:lnTo>
                <a:lnTo>
                  <a:pt x="157734" y="65139"/>
                </a:lnTo>
                <a:lnTo>
                  <a:pt x="157257" y="77342"/>
                </a:lnTo>
                <a:lnTo>
                  <a:pt x="155067" y="89046"/>
                </a:lnTo>
                <a:lnTo>
                  <a:pt x="151733" y="100607"/>
                </a:lnTo>
                <a:lnTo>
                  <a:pt x="147828" y="112383"/>
                </a:lnTo>
                <a:lnTo>
                  <a:pt x="142708" y="126110"/>
                </a:lnTo>
                <a:lnTo>
                  <a:pt x="137731" y="139910"/>
                </a:lnTo>
                <a:lnTo>
                  <a:pt x="126253" y="178903"/>
                </a:lnTo>
                <a:lnTo>
                  <a:pt x="124063" y="202406"/>
                </a:lnTo>
                <a:lnTo>
                  <a:pt x="124968" y="213729"/>
                </a:lnTo>
                <a:lnTo>
                  <a:pt x="157067" y="242494"/>
                </a:lnTo>
                <a:lnTo>
                  <a:pt x="164675" y="242732"/>
                </a:lnTo>
                <a:lnTo>
                  <a:pt x="172212" y="242685"/>
                </a:lnTo>
                <a:lnTo>
                  <a:pt x="177546" y="242685"/>
                </a:lnTo>
                <a:lnTo>
                  <a:pt x="182118" y="241923"/>
                </a:lnTo>
                <a:lnTo>
                  <a:pt x="187452" y="240399"/>
                </a:lnTo>
                <a:lnTo>
                  <a:pt x="182760" y="244530"/>
                </a:lnTo>
                <a:lnTo>
                  <a:pt x="154305" y="272784"/>
                </a:lnTo>
                <a:lnTo>
                  <a:pt x="137255" y="306883"/>
                </a:lnTo>
                <a:lnTo>
                  <a:pt x="136814" y="315860"/>
                </a:lnTo>
                <a:lnTo>
                  <a:pt x="137160" y="324981"/>
                </a:lnTo>
                <a:lnTo>
                  <a:pt x="138481" y="332279"/>
                </a:lnTo>
                <a:lnTo>
                  <a:pt x="140874" y="339363"/>
                </a:lnTo>
                <a:lnTo>
                  <a:pt x="143696" y="346305"/>
                </a:lnTo>
                <a:lnTo>
                  <a:pt x="146304" y="353175"/>
                </a:lnTo>
                <a:lnTo>
                  <a:pt x="149352" y="360795"/>
                </a:lnTo>
                <a:lnTo>
                  <a:pt x="150876" y="366891"/>
                </a:lnTo>
                <a:lnTo>
                  <a:pt x="150876" y="375273"/>
                </a:lnTo>
                <a:lnTo>
                  <a:pt x="122741" y="408277"/>
                </a:lnTo>
                <a:lnTo>
                  <a:pt x="86689" y="418385"/>
                </a:lnTo>
                <a:lnTo>
                  <a:pt x="76962" y="417183"/>
                </a:lnTo>
                <a:lnTo>
                  <a:pt x="69782" y="415289"/>
                </a:lnTo>
                <a:lnTo>
                  <a:pt x="62960" y="412325"/>
                </a:lnTo>
                <a:lnTo>
                  <a:pt x="56280" y="408932"/>
                </a:lnTo>
                <a:lnTo>
                  <a:pt x="49530" y="405753"/>
                </a:lnTo>
                <a:lnTo>
                  <a:pt x="42457" y="403431"/>
                </a:lnTo>
                <a:lnTo>
                  <a:pt x="35814" y="402038"/>
                </a:lnTo>
                <a:lnTo>
                  <a:pt x="29170" y="401359"/>
                </a:lnTo>
                <a:lnTo>
                  <a:pt x="22098" y="401181"/>
                </a:lnTo>
                <a:lnTo>
                  <a:pt x="12954" y="401181"/>
                </a:lnTo>
                <a:lnTo>
                  <a:pt x="8382" y="400419"/>
                </a:lnTo>
                <a:lnTo>
                  <a:pt x="0" y="397371"/>
                </a:lnTo>
              </a:path>
            </a:pathLst>
          </a:custGeom>
          <a:noFill/>
          <a:ln cap="flat" cmpd="sng" w="152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8" name="Google Shape;568;p4"/>
          <p:cNvGrpSpPr/>
          <p:nvPr/>
        </p:nvGrpSpPr>
        <p:grpSpPr>
          <a:xfrm>
            <a:off x="7410735" y="6165805"/>
            <a:ext cx="171939" cy="93275"/>
            <a:chOff x="7410735" y="6165805"/>
            <a:chExt cx="171939" cy="93275"/>
          </a:xfrm>
        </p:grpSpPr>
        <p:sp>
          <p:nvSpPr>
            <p:cNvPr id="569" name="Google Shape;569;p4"/>
            <p:cNvSpPr/>
            <p:nvPr/>
          </p:nvSpPr>
          <p:spPr>
            <a:xfrm>
              <a:off x="7410735" y="6188201"/>
              <a:ext cx="48260" cy="64135"/>
            </a:xfrm>
            <a:custGeom>
              <a:rect b="b" l="l" r="r" t="t"/>
              <a:pathLst>
                <a:path extrusionOk="0" h="64135" w="48259">
                  <a:moveTo>
                    <a:pt x="2762" y="9906"/>
                  </a:moveTo>
                  <a:lnTo>
                    <a:pt x="988" y="21407"/>
                  </a:lnTo>
                  <a:lnTo>
                    <a:pt x="0" y="32194"/>
                  </a:lnTo>
                  <a:lnTo>
                    <a:pt x="1154" y="42695"/>
                  </a:lnTo>
                  <a:lnTo>
                    <a:pt x="5810" y="53340"/>
                  </a:lnTo>
                  <a:lnTo>
                    <a:pt x="10382" y="58745"/>
                  </a:lnTo>
                  <a:lnTo>
                    <a:pt x="16668" y="62293"/>
                  </a:lnTo>
                  <a:lnTo>
                    <a:pt x="23812" y="63841"/>
                  </a:lnTo>
                  <a:lnTo>
                    <a:pt x="30956" y="63246"/>
                  </a:lnTo>
                  <a:lnTo>
                    <a:pt x="47767" y="31980"/>
                  </a:lnTo>
                  <a:lnTo>
                    <a:pt x="45815" y="24003"/>
                  </a:lnTo>
                  <a:lnTo>
                    <a:pt x="42148" y="16597"/>
                  </a:lnTo>
                  <a:lnTo>
                    <a:pt x="37052" y="9906"/>
                  </a:lnTo>
                  <a:lnTo>
                    <a:pt x="31718" y="3810"/>
                  </a:lnTo>
                  <a:lnTo>
                    <a:pt x="25622" y="0"/>
                  </a:lnTo>
                  <a:lnTo>
                    <a:pt x="16478" y="0"/>
                  </a:lnTo>
                  <a:lnTo>
                    <a:pt x="14954" y="0"/>
                  </a:lnTo>
                  <a:lnTo>
                    <a:pt x="13430" y="76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70" name="Google Shape;570;p4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7488923" y="6165805"/>
              <a:ext cx="93751" cy="93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1" name="Google Shape;571;p4"/>
          <p:cNvGrpSpPr/>
          <p:nvPr/>
        </p:nvGrpSpPr>
        <p:grpSpPr>
          <a:xfrm>
            <a:off x="7767828" y="6131813"/>
            <a:ext cx="239395" cy="138430"/>
            <a:chOff x="7767828" y="6131813"/>
            <a:chExt cx="239395" cy="138430"/>
          </a:xfrm>
        </p:grpSpPr>
        <p:sp>
          <p:nvSpPr>
            <p:cNvPr id="572" name="Google Shape;572;p4"/>
            <p:cNvSpPr/>
            <p:nvPr/>
          </p:nvSpPr>
          <p:spPr>
            <a:xfrm>
              <a:off x="7797546" y="6142481"/>
              <a:ext cx="5715" cy="111760"/>
            </a:xfrm>
            <a:custGeom>
              <a:rect b="b" l="l" r="r" t="t"/>
              <a:pathLst>
                <a:path extrusionOk="0" h="111760" w="5715">
                  <a:moveTo>
                    <a:pt x="0" y="0"/>
                  </a:moveTo>
                  <a:lnTo>
                    <a:pt x="1250" y="13716"/>
                  </a:lnTo>
                  <a:lnTo>
                    <a:pt x="2571" y="27432"/>
                  </a:lnTo>
                  <a:lnTo>
                    <a:pt x="3750" y="41148"/>
                  </a:lnTo>
                  <a:lnTo>
                    <a:pt x="4572" y="54864"/>
                  </a:lnTo>
                  <a:lnTo>
                    <a:pt x="5012" y="69032"/>
                  </a:lnTo>
                  <a:lnTo>
                    <a:pt x="5238" y="83058"/>
                  </a:lnTo>
                  <a:lnTo>
                    <a:pt x="5322" y="97083"/>
                  </a:lnTo>
                  <a:lnTo>
                    <a:pt x="5334" y="11125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"/>
            <p:cNvSpPr/>
            <p:nvPr/>
          </p:nvSpPr>
          <p:spPr>
            <a:xfrm>
              <a:off x="7767828" y="6131813"/>
              <a:ext cx="239395" cy="138430"/>
            </a:xfrm>
            <a:custGeom>
              <a:rect b="b" l="l" r="r" t="t"/>
              <a:pathLst>
                <a:path extrusionOk="0" h="138429" w="239395">
                  <a:moveTo>
                    <a:pt x="0" y="31242"/>
                  </a:moveTo>
                  <a:lnTo>
                    <a:pt x="37826" y="15168"/>
                  </a:lnTo>
                  <a:lnTo>
                    <a:pt x="76128" y="2738"/>
                  </a:lnTo>
                  <a:lnTo>
                    <a:pt x="84582" y="762"/>
                  </a:lnTo>
                  <a:lnTo>
                    <a:pt x="86867" y="0"/>
                  </a:lnTo>
                  <a:lnTo>
                    <a:pt x="87630" y="0"/>
                  </a:lnTo>
                  <a:lnTo>
                    <a:pt x="89153" y="0"/>
                  </a:lnTo>
                  <a:lnTo>
                    <a:pt x="88832" y="19550"/>
                  </a:lnTo>
                  <a:lnTo>
                    <a:pt x="88296" y="39243"/>
                  </a:lnTo>
                  <a:lnTo>
                    <a:pt x="88189" y="58935"/>
                  </a:lnTo>
                  <a:lnTo>
                    <a:pt x="89154" y="78486"/>
                  </a:lnTo>
                  <a:lnTo>
                    <a:pt x="90547" y="86927"/>
                  </a:lnTo>
                  <a:lnTo>
                    <a:pt x="92297" y="95154"/>
                  </a:lnTo>
                  <a:lnTo>
                    <a:pt x="94190" y="103239"/>
                  </a:lnTo>
                  <a:lnTo>
                    <a:pt x="96012" y="111252"/>
                  </a:lnTo>
                  <a:lnTo>
                    <a:pt x="96012" y="112014"/>
                  </a:lnTo>
                  <a:lnTo>
                    <a:pt x="96012" y="113538"/>
                  </a:lnTo>
                  <a:lnTo>
                    <a:pt x="96774" y="114300"/>
                  </a:lnTo>
                  <a:lnTo>
                    <a:pt x="94488" y="106680"/>
                  </a:lnTo>
                  <a:lnTo>
                    <a:pt x="89916" y="100584"/>
                  </a:lnTo>
                  <a:lnTo>
                    <a:pt x="88392" y="92964"/>
                  </a:lnTo>
                  <a:lnTo>
                    <a:pt x="87237" y="85629"/>
                  </a:lnTo>
                  <a:lnTo>
                    <a:pt x="86582" y="77152"/>
                  </a:lnTo>
                  <a:lnTo>
                    <a:pt x="87213" y="68961"/>
                  </a:lnTo>
                  <a:lnTo>
                    <a:pt x="89916" y="62484"/>
                  </a:lnTo>
                  <a:lnTo>
                    <a:pt x="95357" y="58209"/>
                  </a:lnTo>
                  <a:lnTo>
                    <a:pt x="102012" y="56292"/>
                  </a:lnTo>
                  <a:lnTo>
                    <a:pt x="109096" y="55947"/>
                  </a:lnTo>
                  <a:lnTo>
                    <a:pt x="115823" y="56388"/>
                  </a:lnTo>
                  <a:lnTo>
                    <a:pt x="142208" y="85248"/>
                  </a:lnTo>
                  <a:lnTo>
                    <a:pt x="140839" y="92928"/>
                  </a:lnTo>
                  <a:lnTo>
                    <a:pt x="138684" y="99822"/>
                  </a:lnTo>
                  <a:lnTo>
                    <a:pt x="135862" y="107715"/>
                  </a:lnTo>
                  <a:lnTo>
                    <a:pt x="133254" y="115538"/>
                  </a:lnTo>
                  <a:lnTo>
                    <a:pt x="131075" y="123503"/>
                  </a:lnTo>
                  <a:lnTo>
                    <a:pt x="129540" y="131826"/>
                  </a:lnTo>
                  <a:lnTo>
                    <a:pt x="129540" y="133350"/>
                  </a:lnTo>
                  <a:lnTo>
                    <a:pt x="129540" y="134874"/>
                  </a:lnTo>
                  <a:lnTo>
                    <a:pt x="129540" y="136398"/>
                  </a:lnTo>
                  <a:lnTo>
                    <a:pt x="136493" y="137850"/>
                  </a:lnTo>
                  <a:lnTo>
                    <a:pt x="175926" y="117919"/>
                  </a:lnTo>
                  <a:lnTo>
                    <a:pt x="201644" y="84963"/>
                  </a:lnTo>
                  <a:lnTo>
                    <a:pt x="204215" y="68580"/>
                  </a:lnTo>
                  <a:lnTo>
                    <a:pt x="204978" y="58674"/>
                  </a:lnTo>
                  <a:lnTo>
                    <a:pt x="196596" y="58674"/>
                  </a:lnTo>
                  <a:lnTo>
                    <a:pt x="188976" y="57912"/>
                  </a:lnTo>
                  <a:lnTo>
                    <a:pt x="180903" y="59733"/>
                  </a:lnTo>
                  <a:lnTo>
                    <a:pt x="162496" y="96107"/>
                  </a:lnTo>
                  <a:lnTo>
                    <a:pt x="164187" y="104739"/>
                  </a:lnTo>
                  <a:lnTo>
                    <a:pt x="169164" y="112014"/>
                  </a:lnTo>
                  <a:lnTo>
                    <a:pt x="180367" y="119038"/>
                  </a:lnTo>
                  <a:lnTo>
                    <a:pt x="193643" y="122491"/>
                  </a:lnTo>
                  <a:lnTo>
                    <a:pt x="207633" y="123372"/>
                  </a:lnTo>
                  <a:lnTo>
                    <a:pt x="220979" y="122682"/>
                  </a:lnTo>
                  <a:lnTo>
                    <a:pt x="230886" y="121158"/>
                  </a:lnTo>
                  <a:lnTo>
                    <a:pt x="233934" y="121158"/>
                  </a:lnTo>
                  <a:lnTo>
                    <a:pt x="239268" y="11658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4" name="Google Shape;574;p4"/>
          <p:cNvGrpSpPr/>
          <p:nvPr/>
        </p:nvGrpSpPr>
        <p:grpSpPr>
          <a:xfrm>
            <a:off x="8181594" y="6103619"/>
            <a:ext cx="258330" cy="142507"/>
            <a:chOff x="8181594" y="6103619"/>
            <a:chExt cx="258330" cy="142507"/>
          </a:xfrm>
        </p:grpSpPr>
        <p:sp>
          <p:nvSpPr>
            <p:cNvPr id="575" name="Google Shape;575;p4"/>
            <p:cNvSpPr/>
            <p:nvPr/>
          </p:nvSpPr>
          <p:spPr>
            <a:xfrm>
              <a:off x="8181594" y="6103619"/>
              <a:ext cx="14604" cy="124460"/>
            </a:xfrm>
            <a:custGeom>
              <a:rect b="b" l="l" r="r" t="t"/>
              <a:pathLst>
                <a:path extrusionOk="0" h="124460" w="14604">
                  <a:moveTo>
                    <a:pt x="0" y="0"/>
                  </a:moveTo>
                  <a:lnTo>
                    <a:pt x="9108" y="43291"/>
                  </a:lnTo>
                  <a:lnTo>
                    <a:pt x="13144" y="86963"/>
                  </a:lnTo>
                  <a:lnTo>
                    <a:pt x="13358" y="101738"/>
                  </a:lnTo>
                  <a:lnTo>
                    <a:pt x="13716" y="116585"/>
                  </a:lnTo>
                  <a:lnTo>
                    <a:pt x="13716" y="121157"/>
                  </a:lnTo>
                  <a:lnTo>
                    <a:pt x="13716" y="121919"/>
                  </a:lnTo>
                  <a:lnTo>
                    <a:pt x="14478" y="12420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"/>
            <p:cNvSpPr/>
            <p:nvPr/>
          </p:nvSpPr>
          <p:spPr>
            <a:xfrm>
              <a:off x="8244840" y="6178295"/>
              <a:ext cx="1905" cy="53340"/>
            </a:xfrm>
            <a:custGeom>
              <a:rect b="b" l="l" r="r" t="t"/>
              <a:pathLst>
                <a:path extrusionOk="0" h="53339" w="1904">
                  <a:moveTo>
                    <a:pt x="0" y="0"/>
                  </a:moveTo>
                  <a:lnTo>
                    <a:pt x="1524" y="41909"/>
                  </a:lnTo>
                  <a:lnTo>
                    <a:pt x="1524" y="49529"/>
                  </a:lnTo>
                  <a:lnTo>
                    <a:pt x="0" y="5333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"/>
            <p:cNvSpPr/>
            <p:nvPr/>
          </p:nvSpPr>
          <p:spPr>
            <a:xfrm>
              <a:off x="8241030" y="6124193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09"/>
                  </a:moveTo>
                  <a:lnTo>
                    <a:pt x="0" y="12191"/>
                  </a:lnTo>
                  <a:lnTo>
                    <a:pt x="3048" y="15239"/>
                  </a:lnTo>
                  <a:lnTo>
                    <a:pt x="11430" y="15239"/>
                  </a:lnTo>
                  <a:lnTo>
                    <a:pt x="15240" y="12191"/>
                  </a:lnTo>
                  <a:lnTo>
                    <a:pt x="15240" y="7619"/>
                  </a:lnTo>
                  <a:lnTo>
                    <a:pt x="15240" y="3809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78" name="Google Shape;578;p4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8284165" y="6131039"/>
              <a:ext cx="155759" cy="1150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9" name="Google Shape;579;p4"/>
          <p:cNvGrpSpPr/>
          <p:nvPr/>
        </p:nvGrpSpPr>
        <p:grpSpPr>
          <a:xfrm>
            <a:off x="8766857" y="6062472"/>
            <a:ext cx="428208" cy="281305"/>
            <a:chOff x="8766857" y="6062472"/>
            <a:chExt cx="428208" cy="281305"/>
          </a:xfrm>
        </p:grpSpPr>
        <p:sp>
          <p:nvSpPr>
            <p:cNvPr id="580" name="Google Shape;580;p4"/>
            <p:cNvSpPr/>
            <p:nvPr/>
          </p:nvSpPr>
          <p:spPr>
            <a:xfrm>
              <a:off x="8766857" y="6062472"/>
              <a:ext cx="86995" cy="281305"/>
            </a:xfrm>
            <a:custGeom>
              <a:rect b="b" l="l" r="r" t="t"/>
              <a:pathLst>
                <a:path extrusionOk="0" h="281304" w="86995">
                  <a:moveTo>
                    <a:pt x="67770" y="0"/>
                  </a:moveTo>
                  <a:lnTo>
                    <a:pt x="38052" y="26669"/>
                  </a:lnTo>
                  <a:lnTo>
                    <a:pt x="21669" y="73056"/>
                  </a:lnTo>
                  <a:lnTo>
                    <a:pt x="9858" y="121157"/>
                  </a:lnTo>
                  <a:lnTo>
                    <a:pt x="1476" y="173831"/>
                  </a:lnTo>
                  <a:lnTo>
                    <a:pt x="0" y="201203"/>
                  </a:lnTo>
                  <a:lnTo>
                    <a:pt x="2238" y="227075"/>
                  </a:lnTo>
                  <a:lnTo>
                    <a:pt x="28277" y="269402"/>
                  </a:lnTo>
                  <a:lnTo>
                    <a:pt x="64722" y="280892"/>
                  </a:lnTo>
                  <a:lnTo>
                    <a:pt x="75628" y="279832"/>
                  </a:lnTo>
                  <a:lnTo>
                    <a:pt x="86820" y="27812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1" name="Google Shape;581;p4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8870619" y="6076937"/>
              <a:ext cx="324446" cy="1262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2" name="Google Shape;582;p4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9352013" y="6030455"/>
            <a:ext cx="285013" cy="1120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3" name="Google Shape;583;p4"/>
          <p:cNvGrpSpPr/>
          <p:nvPr/>
        </p:nvGrpSpPr>
        <p:grpSpPr>
          <a:xfrm>
            <a:off x="9764530" y="5907773"/>
            <a:ext cx="301502" cy="337959"/>
            <a:chOff x="9764530" y="5907773"/>
            <a:chExt cx="301502" cy="337959"/>
          </a:xfrm>
        </p:grpSpPr>
        <p:sp>
          <p:nvSpPr>
            <p:cNvPr id="584" name="Google Shape;584;p4"/>
            <p:cNvSpPr/>
            <p:nvPr/>
          </p:nvSpPr>
          <p:spPr>
            <a:xfrm>
              <a:off x="9764530" y="5980937"/>
              <a:ext cx="67310" cy="264795"/>
            </a:xfrm>
            <a:custGeom>
              <a:rect b="b" l="l" r="r" t="t"/>
              <a:pathLst>
                <a:path extrusionOk="0" h="264795" w="67309">
                  <a:moveTo>
                    <a:pt x="61460" y="13716"/>
                  </a:moveTo>
                  <a:lnTo>
                    <a:pt x="50780" y="8060"/>
                  </a:lnTo>
                  <a:lnTo>
                    <a:pt x="42314" y="4476"/>
                  </a:lnTo>
                  <a:lnTo>
                    <a:pt x="33706" y="2464"/>
                  </a:lnTo>
                  <a:lnTo>
                    <a:pt x="22598" y="1524"/>
                  </a:lnTo>
                  <a:lnTo>
                    <a:pt x="14978" y="1524"/>
                  </a:lnTo>
                  <a:lnTo>
                    <a:pt x="4310" y="0"/>
                  </a:lnTo>
                  <a:lnTo>
                    <a:pt x="1262" y="9144"/>
                  </a:lnTo>
                  <a:lnTo>
                    <a:pt x="0" y="18085"/>
                  </a:lnTo>
                  <a:lnTo>
                    <a:pt x="309" y="28098"/>
                  </a:lnTo>
                  <a:lnTo>
                    <a:pt x="1476" y="37969"/>
                  </a:lnTo>
                  <a:lnTo>
                    <a:pt x="2786" y="46482"/>
                  </a:lnTo>
                  <a:lnTo>
                    <a:pt x="6179" y="63055"/>
                  </a:lnTo>
                  <a:lnTo>
                    <a:pt x="9358" y="79629"/>
                  </a:lnTo>
                  <a:lnTo>
                    <a:pt x="16228" y="130373"/>
                  </a:lnTo>
                  <a:lnTo>
                    <a:pt x="19550" y="182880"/>
                  </a:lnTo>
                  <a:lnTo>
                    <a:pt x="20312" y="231648"/>
                  </a:lnTo>
                  <a:lnTo>
                    <a:pt x="19919" y="237970"/>
                  </a:lnTo>
                  <a:lnTo>
                    <a:pt x="19454" y="246221"/>
                  </a:lnTo>
                  <a:lnTo>
                    <a:pt x="40886" y="264414"/>
                  </a:lnTo>
                  <a:lnTo>
                    <a:pt x="47291" y="264414"/>
                  </a:lnTo>
                  <a:lnTo>
                    <a:pt x="53840" y="264414"/>
                  </a:lnTo>
                  <a:lnTo>
                    <a:pt x="60388" y="264414"/>
                  </a:lnTo>
                  <a:lnTo>
                    <a:pt x="66794" y="26441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5" name="Google Shape;585;p4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9859505" y="5907773"/>
              <a:ext cx="206527" cy="3322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5"/>
          <p:cNvGrpSpPr/>
          <p:nvPr/>
        </p:nvGrpSpPr>
        <p:grpSpPr>
          <a:xfrm>
            <a:off x="3610356" y="2066544"/>
            <a:ext cx="630948" cy="247281"/>
            <a:chOff x="3610356" y="2066544"/>
            <a:chExt cx="630948" cy="247281"/>
          </a:xfrm>
        </p:grpSpPr>
        <p:sp>
          <p:nvSpPr>
            <p:cNvPr id="591" name="Google Shape;591;p5"/>
            <p:cNvSpPr/>
            <p:nvPr/>
          </p:nvSpPr>
          <p:spPr>
            <a:xfrm>
              <a:off x="3610356" y="2142744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3610737" y="2137410"/>
              <a:ext cx="57785" cy="108585"/>
            </a:xfrm>
            <a:custGeom>
              <a:rect b="b" l="l" r="r" t="t"/>
              <a:pathLst>
                <a:path extrusionOk="0" h="108585" w="57785">
                  <a:moveTo>
                    <a:pt x="6476" y="12953"/>
                  </a:moveTo>
                  <a:lnTo>
                    <a:pt x="10286" y="10667"/>
                  </a:lnTo>
                  <a:lnTo>
                    <a:pt x="13334" y="9143"/>
                  </a:lnTo>
                  <a:lnTo>
                    <a:pt x="17144" y="6857"/>
                  </a:lnTo>
                  <a:lnTo>
                    <a:pt x="6476" y="4571"/>
                  </a:lnTo>
                  <a:lnTo>
                    <a:pt x="4952" y="0"/>
                  </a:lnTo>
                  <a:lnTo>
                    <a:pt x="1904" y="10667"/>
                  </a:lnTo>
                  <a:lnTo>
                    <a:pt x="380" y="21193"/>
                  </a:lnTo>
                  <a:lnTo>
                    <a:pt x="0" y="32003"/>
                  </a:lnTo>
                  <a:lnTo>
                    <a:pt x="190" y="42814"/>
                  </a:lnTo>
                  <a:lnTo>
                    <a:pt x="6596" y="83558"/>
                  </a:lnTo>
                  <a:lnTo>
                    <a:pt x="30098" y="108203"/>
                  </a:lnTo>
                  <a:lnTo>
                    <a:pt x="37290" y="107870"/>
                  </a:lnTo>
                  <a:lnTo>
                    <a:pt x="56959" y="74104"/>
                  </a:lnTo>
                  <a:lnTo>
                    <a:pt x="57435" y="63722"/>
                  </a:lnTo>
                  <a:lnTo>
                    <a:pt x="56768" y="53339"/>
                  </a:lnTo>
                  <a:lnTo>
                    <a:pt x="35432" y="15239"/>
                  </a:lnTo>
                  <a:lnTo>
                    <a:pt x="11048" y="1523"/>
                  </a:lnTo>
                  <a:lnTo>
                    <a:pt x="8000" y="1523"/>
                  </a:lnTo>
                  <a:lnTo>
                    <a:pt x="6476" y="1523"/>
                  </a:lnTo>
                  <a:lnTo>
                    <a:pt x="10286" y="5333"/>
                  </a:lnTo>
                  <a:lnTo>
                    <a:pt x="4190" y="3047"/>
                  </a:lnTo>
                  <a:lnTo>
                    <a:pt x="13334" y="6095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3" name="Google Shape;59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06355" y="2124443"/>
              <a:ext cx="122707" cy="1341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5"/>
            <p:cNvSpPr/>
            <p:nvPr/>
          </p:nvSpPr>
          <p:spPr>
            <a:xfrm>
              <a:off x="3774948" y="2066544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5" name="Google Shape;595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63136" y="2105406"/>
              <a:ext cx="120611" cy="2084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6" name="Google Shape;596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06952" y="2146446"/>
              <a:ext cx="90334" cy="907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7" name="Google Shape;597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23169" y="2069579"/>
              <a:ext cx="118135" cy="1592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98" name="Google Shape;59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57330" y="2048243"/>
            <a:ext cx="246329" cy="172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58143" y="2028431"/>
            <a:ext cx="151377" cy="2530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0" name="Google Shape;600;p5"/>
          <p:cNvGrpSpPr/>
          <p:nvPr/>
        </p:nvGrpSpPr>
        <p:grpSpPr>
          <a:xfrm>
            <a:off x="5517629" y="2023300"/>
            <a:ext cx="636029" cy="168986"/>
            <a:chOff x="5517629" y="2023300"/>
            <a:chExt cx="636029" cy="168986"/>
          </a:xfrm>
        </p:grpSpPr>
        <p:pic>
          <p:nvPicPr>
            <p:cNvPr id="601" name="Google Shape;601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517629" y="2085581"/>
              <a:ext cx="102514" cy="106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2" name="Google Shape;602;p5"/>
            <p:cNvSpPr/>
            <p:nvPr/>
          </p:nvSpPr>
          <p:spPr>
            <a:xfrm>
              <a:off x="5647182" y="2100072"/>
              <a:ext cx="64769" cy="73660"/>
            </a:xfrm>
            <a:custGeom>
              <a:rect b="b" l="l" r="r" t="t"/>
              <a:pathLst>
                <a:path extrusionOk="0" h="73660" w="64770">
                  <a:moveTo>
                    <a:pt x="0" y="0"/>
                  </a:moveTo>
                  <a:lnTo>
                    <a:pt x="3857" y="10287"/>
                  </a:lnTo>
                  <a:lnTo>
                    <a:pt x="7429" y="20574"/>
                  </a:lnTo>
                  <a:lnTo>
                    <a:pt x="10715" y="30861"/>
                  </a:lnTo>
                  <a:lnTo>
                    <a:pt x="13716" y="41148"/>
                  </a:lnTo>
                  <a:lnTo>
                    <a:pt x="16192" y="48089"/>
                  </a:lnTo>
                  <a:lnTo>
                    <a:pt x="40386" y="73151"/>
                  </a:lnTo>
                  <a:lnTo>
                    <a:pt x="44196" y="69341"/>
                  </a:lnTo>
                  <a:lnTo>
                    <a:pt x="47363" y="63234"/>
                  </a:lnTo>
                  <a:lnTo>
                    <a:pt x="48387" y="55911"/>
                  </a:lnTo>
                  <a:lnTo>
                    <a:pt x="48267" y="48446"/>
                  </a:lnTo>
                  <a:lnTo>
                    <a:pt x="48006" y="41909"/>
                  </a:lnTo>
                  <a:lnTo>
                    <a:pt x="47720" y="34159"/>
                  </a:lnTo>
                  <a:lnTo>
                    <a:pt x="46863" y="26765"/>
                  </a:lnTo>
                  <a:lnTo>
                    <a:pt x="45434" y="19514"/>
                  </a:lnTo>
                  <a:lnTo>
                    <a:pt x="43434" y="12191"/>
                  </a:lnTo>
                  <a:lnTo>
                    <a:pt x="41910" y="9143"/>
                  </a:lnTo>
                  <a:lnTo>
                    <a:pt x="42672" y="8381"/>
                  </a:lnTo>
                  <a:lnTo>
                    <a:pt x="41148" y="7619"/>
                  </a:lnTo>
                  <a:lnTo>
                    <a:pt x="41148" y="15239"/>
                  </a:lnTo>
                  <a:lnTo>
                    <a:pt x="50387" y="54244"/>
                  </a:lnTo>
                  <a:lnTo>
                    <a:pt x="59436" y="65531"/>
                  </a:lnTo>
                  <a:lnTo>
                    <a:pt x="60960" y="67055"/>
                  </a:lnTo>
                  <a:lnTo>
                    <a:pt x="64770" y="67817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5"/>
            <p:cNvSpPr/>
            <p:nvPr/>
          </p:nvSpPr>
          <p:spPr>
            <a:xfrm>
              <a:off x="5737479" y="2084070"/>
              <a:ext cx="103505" cy="86995"/>
            </a:xfrm>
            <a:custGeom>
              <a:rect b="b" l="l" r="r" t="t"/>
              <a:pathLst>
                <a:path extrusionOk="0" h="86994" w="103504">
                  <a:moveTo>
                    <a:pt x="1142" y="29717"/>
                  </a:moveTo>
                  <a:lnTo>
                    <a:pt x="285" y="39076"/>
                  </a:lnTo>
                  <a:lnTo>
                    <a:pt x="0" y="48005"/>
                  </a:lnTo>
                  <a:lnTo>
                    <a:pt x="285" y="56935"/>
                  </a:lnTo>
                  <a:lnTo>
                    <a:pt x="1142" y="66293"/>
                  </a:lnTo>
                  <a:lnTo>
                    <a:pt x="1904" y="72389"/>
                  </a:lnTo>
                  <a:lnTo>
                    <a:pt x="3428" y="81533"/>
                  </a:lnTo>
                  <a:lnTo>
                    <a:pt x="7238" y="86105"/>
                  </a:lnTo>
                  <a:lnTo>
                    <a:pt x="8000" y="86105"/>
                  </a:lnTo>
                  <a:lnTo>
                    <a:pt x="8762" y="86867"/>
                  </a:lnTo>
                  <a:lnTo>
                    <a:pt x="9524" y="84581"/>
                  </a:lnTo>
                  <a:lnTo>
                    <a:pt x="9524" y="77723"/>
                  </a:lnTo>
                  <a:lnTo>
                    <a:pt x="9524" y="73151"/>
                  </a:lnTo>
                  <a:lnTo>
                    <a:pt x="9120" y="62734"/>
                  </a:lnTo>
                  <a:lnTo>
                    <a:pt x="8572" y="51530"/>
                  </a:lnTo>
                  <a:lnTo>
                    <a:pt x="8882" y="40469"/>
                  </a:lnTo>
                  <a:lnTo>
                    <a:pt x="11048" y="30479"/>
                  </a:lnTo>
                  <a:lnTo>
                    <a:pt x="14096" y="22859"/>
                  </a:lnTo>
                  <a:lnTo>
                    <a:pt x="20192" y="18287"/>
                  </a:lnTo>
                  <a:lnTo>
                    <a:pt x="27812" y="19049"/>
                  </a:lnTo>
                  <a:lnTo>
                    <a:pt x="36194" y="19811"/>
                  </a:lnTo>
                  <a:lnTo>
                    <a:pt x="40004" y="30479"/>
                  </a:lnTo>
                  <a:lnTo>
                    <a:pt x="42290" y="37337"/>
                  </a:lnTo>
                  <a:lnTo>
                    <a:pt x="45065" y="45350"/>
                  </a:lnTo>
                  <a:lnTo>
                    <a:pt x="46767" y="53435"/>
                  </a:lnTo>
                  <a:lnTo>
                    <a:pt x="47755" y="61662"/>
                  </a:lnTo>
                  <a:lnTo>
                    <a:pt x="48386" y="70103"/>
                  </a:lnTo>
                  <a:lnTo>
                    <a:pt x="48386" y="73151"/>
                  </a:lnTo>
                  <a:lnTo>
                    <a:pt x="48386" y="74675"/>
                  </a:lnTo>
                  <a:lnTo>
                    <a:pt x="46862" y="71627"/>
                  </a:lnTo>
                  <a:lnTo>
                    <a:pt x="44576" y="70103"/>
                  </a:lnTo>
                  <a:lnTo>
                    <a:pt x="43814" y="64007"/>
                  </a:lnTo>
                  <a:lnTo>
                    <a:pt x="43588" y="53292"/>
                  </a:lnTo>
                  <a:lnTo>
                    <a:pt x="44291" y="42862"/>
                  </a:lnTo>
                  <a:lnTo>
                    <a:pt x="64055" y="3143"/>
                  </a:lnTo>
                  <a:lnTo>
                    <a:pt x="71246" y="0"/>
                  </a:lnTo>
                  <a:lnTo>
                    <a:pt x="77735" y="904"/>
                  </a:lnTo>
                  <a:lnTo>
                    <a:pt x="95845" y="40659"/>
                  </a:lnTo>
                  <a:lnTo>
                    <a:pt x="98488" y="63341"/>
                  </a:lnTo>
                  <a:lnTo>
                    <a:pt x="99941" y="70306"/>
                  </a:lnTo>
                  <a:lnTo>
                    <a:pt x="103250" y="76199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5848004" y="2036064"/>
              <a:ext cx="68580" cy="130810"/>
            </a:xfrm>
            <a:custGeom>
              <a:rect b="b" l="l" r="r" t="t"/>
              <a:pathLst>
                <a:path extrusionOk="0" h="130810" w="68579">
                  <a:moveTo>
                    <a:pt x="345" y="0"/>
                  </a:moveTo>
                  <a:lnTo>
                    <a:pt x="0" y="13561"/>
                  </a:lnTo>
                  <a:lnTo>
                    <a:pt x="1012" y="26193"/>
                  </a:lnTo>
                  <a:lnTo>
                    <a:pt x="3024" y="38683"/>
                  </a:lnTo>
                  <a:lnTo>
                    <a:pt x="5679" y="51816"/>
                  </a:lnTo>
                  <a:lnTo>
                    <a:pt x="7953" y="65412"/>
                  </a:lnTo>
                  <a:lnTo>
                    <a:pt x="14061" y="105918"/>
                  </a:lnTo>
                  <a:lnTo>
                    <a:pt x="15585" y="121920"/>
                  </a:lnTo>
                  <a:lnTo>
                    <a:pt x="15585" y="130302"/>
                  </a:lnTo>
                  <a:lnTo>
                    <a:pt x="17109" y="122682"/>
                  </a:lnTo>
                  <a:lnTo>
                    <a:pt x="43017" y="86105"/>
                  </a:lnTo>
                  <a:lnTo>
                    <a:pt x="49113" y="84581"/>
                  </a:lnTo>
                  <a:lnTo>
                    <a:pt x="57495" y="84581"/>
                  </a:lnTo>
                  <a:lnTo>
                    <a:pt x="61305" y="89153"/>
                  </a:lnTo>
                  <a:lnTo>
                    <a:pt x="65877" y="93725"/>
                  </a:lnTo>
                  <a:lnTo>
                    <a:pt x="68163" y="100583"/>
                  </a:lnTo>
                  <a:lnTo>
                    <a:pt x="65877" y="106679"/>
                  </a:lnTo>
                  <a:lnTo>
                    <a:pt x="64353" y="113537"/>
                  </a:lnTo>
                  <a:lnTo>
                    <a:pt x="53685" y="119634"/>
                  </a:lnTo>
                  <a:lnTo>
                    <a:pt x="47589" y="122682"/>
                  </a:lnTo>
                  <a:lnTo>
                    <a:pt x="43779" y="124968"/>
                  </a:lnTo>
                  <a:lnTo>
                    <a:pt x="39207" y="125730"/>
                  </a:lnTo>
                  <a:lnTo>
                    <a:pt x="34635" y="12573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5"/>
            <p:cNvSpPr/>
            <p:nvPr/>
          </p:nvSpPr>
          <p:spPr>
            <a:xfrm>
              <a:off x="5935218" y="2096262"/>
              <a:ext cx="62230" cy="56515"/>
            </a:xfrm>
            <a:custGeom>
              <a:rect b="b" l="l" r="r" t="t"/>
              <a:pathLst>
                <a:path extrusionOk="0" h="56514" w="62229">
                  <a:moveTo>
                    <a:pt x="0" y="0"/>
                  </a:moveTo>
                  <a:lnTo>
                    <a:pt x="476" y="7429"/>
                  </a:lnTo>
                  <a:lnTo>
                    <a:pt x="952" y="14859"/>
                  </a:lnTo>
                  <a:lnTo>
                    <a:pt x="1714" y="22288"/>
                  </a:lnTo>
                  <a:lnTo>
                    <a:pt x="26765" y="55911"/>
                  </a:lnTo>
                  <a:lnTo>
                    <a:pt x="33754" y="54923"/>
                  </a:lnTo>
                  <a:lnTo>
                    <a:pt x="40386" y="52577"/>
                  </a:lnTo>
                  <a:lnTo>
                    <a:pt x="46934" y="48720"/>
                  </a:lnTo>
                  <a:lnTo>
                    <a:pt x="52197" y="44005"/>
                  </a:lnTo>
                  <a:lnTo>
                    <a:pt x="56888" y="38433"/>
                  </a:lnTo>
                  <a:lnTo>
                    <a:pt x="61722" y="32003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5"/>
            <p:cNvSpPr/>
            <p:nvPr/>
          </p:nvSpPr>
          <p:spPr>
            <a:xfrm>
              <a:off x="5940552" y="2077212"/>
              <a:ext cx="26034" cy="34290"/>
            </a:xfrm>
            <a:custGeom>
              <a:rect b="b" l="l" r="r" t="t"/>
              <a:pathLst>
                <a:path extrusionOk="0" h="34289" w="26035">
                  <a:moveTo>
                    <a:pt x="4572" y="31241"/>
                  </a:moveTo>
                  <a:lnTo>
                    <a:pt x="10239" y="32801"/>
                  </a:lnTo>
                  <a:lnTo>
                    <a:pt x="16192" y="34004"/>
                  </a:lnTo>
                  <a:lnTo>
                    <a:pt x="21288" y="33063"/>
                  </a:lnTo>
                  <a:lnTo>
                    <a:pt x="24384" y="28193"/>
                  </a:lnTo>
                  <a:lnTo>
                    <a:pt x="25908" y="22859"/>
                  </a:lnTo>
                  <a:lnTo>
                    <a:pt x="23622" y="18287"/>
                  </a:lnTo>
                  <a:lnTo>
                    <a:pt x="19812" y="14477"/>
                  </a:lnTo>
                  <a:lnTo>
                    <a:pt x="16002" y="9905"/>
                  </a:lnTo>
                  <a:lnTo>
                    <a:pt x="10668" y="3047"/>
                  </a:lnTo>
                  <a:lnTo>
                    <a:pt x="5334" y="1523"/>
                  </a:lnTo>
                  <a:lnTo>
                    <a:pt x="0" y="0"/>
                  </a:lnTo>
                  <a:lnTo>
                    <a:pt x="2286" y="2285"/>
                  </a:lnTo>
                  <a:lnTo>
                    <a:pt x="3810" y="4571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5"/>
            <p:cNvSpPr/>
            <p:nvPr/>
          </p:nvSpPr>
          <p:spPr>
            <a:xfrm>
              <a:off x="6004560" y="2055876"/>
              <a:ext cx="46990" cy="81915"/>
            </a:xfrm>
            <a:custGeom>
              <a:rect b="b" l="l" r="r" t="t"/>
              <a:pathLst>
                <a:path extrusionOk="0" h="81914" w="46989">
                  <a:moveTo>
                    <a:pt x="0" y="40386"/>
                  </a:moveTo>
                  <a:lnTo>
                    <a:pt x="3417" y="33111"/>
                  </a:lnTo>
                  <a:lnTo>
                    <a:pt x="6762" y="28479"/>
                  </a:lnTo>
                  <a:lnTo>
                    <a:pt x="11680" y="26562"/>
                  </a:lnTo>
                  <a:lnTo>
                    <a:pt x="19811" y="27432"/>
                  </a:lnTo>
                  <a:lnTo>
                    <a:pt x="45148" y="58864"/>
                  </a:lnTo>
                  <a:lnTo>
                    <a:pt x="45720" y="72390"/>
                  </a:lnTo>
                  <a:lnTo>
                    <a:pt x="45720" y="75438"/>
                  </a:lnTo>
                  <a:lnTo>
                    <a:pt x="45720" y="78486"/>
                  </a:lnTo>
                  <a:lnTo>
                    <a:pt x="44958" y="81534"/>
                  </a:lnTo>
                  <a:lnTo>
                    <a:pt x="44196" y="78486"/>
                  </a:lnTo>
                  <a:lnTo>
                    <a:pt x="41910" y="74676"/>
                  </a:lnTo>
                  <a:lnTo>
                    <a:pt x="39624" y="33528"/>
                  </a:lnTo>
                  <a:lnTo>
                    <a:pt x="39802" y="26110"/>
                  </a:lnTo>
                  <a:lnTo>
                    <a:pt x="40481" y="18764"/>
                  </a:lnTo>
                  <a:lnTo>
                    <a:pt x="41874" y="11560"/>
                  </a:lnTo>
                  <a:lnTo>
                    <a:pt x="44195" y="4572"/>
                  </a:lnTo>
                  <a:lnTo>
                    <a:pt x="44957" y="3048"/>
                  </a:lnTo>
                  <a:lnTo>
                    <a:pt x="45719" y="1524"/>
                  </a:lnTo>
                  <a:lnTo>
                    <a:pt x="46481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6068568" y="2023300"/>
              <a:ext cx="85090" cy="102870"/>
            </a:xfrm>
            <a:custGeom>
              <a:rect b="b" l="l" r="r" t="t"/>
              <a:pathLst>
                <a:path extrusionOk="0" h="102869" w="85089">
                  <a:moveTo>
                    <a:pt x="72389" y="6667"/>
                  </a:moveTo>
                  <a:lnTo>
                    <a:pt x="63841" y="2190"/>
                  </a:lnTo>
                  <a:lnTo>
                    <a:pt x="57721" y="0"/>
                  </a:lnTo>
                  <a:lnTo>
                    <a:pt x="52458" y="1523"/>
                  </a:lnTo>
                  <a:lnTo>
                    <a:pt x="37337" y="37147"/>
                  </a:lnTo>
                  <a:lnTo>
                    <a:pt x="38171" y="45053"/>
                  </a:lnTo>
                  <a:lnTo>
                    <a:pt x="66246" y="75592"/>
                  </a:lnTo>
                  <a:lnTo>
                    <a:pt x="72389" y="79057"/>
                  </a:lnTo>
                  <a:lnTo>
                    <a:pt x="76961" y="82105"/>
                  </a:lnTo>
                  <a:lnTo>
                    <a:pt x="82295" y="83629"/>
                  </a:lnTo>
                  <a:lnTo>
                    <a:pt x="84581" y="88963"/>
                  </a:lnTo>
                  <a:lnTo>
                    <a:pt x="84581" y="89725"/>
                  </a:lnTo>
                  <a:lnTo>
                    <a:pt x="84581" y="90487"/>
                  </a:lnTo>
                  <a:lnTo>
                    <a:pt x="80771" y="95821"/>
                  </a:lnTo>
                  <a:lnTo>
                    <a:pt x="80009" y="95821"/>
                  </a:lnTo>
                  <a:lnTo>
                    <a:pt x="71627" y="97345"/>
                  </a:lnTo>
                  <a:lnTo>
                    <a:pt x="61329" y="99667"/>
                  </a:lnTo>
                  <a:lnTo>
                    <a:pt x="50958" y="101060"/>
                  </a:lnTo>
                  <a:lnTo>
                    <a:pt x="40445" y="101738"/>
                  </a:lnTo>
                  <a:lnTo>
                    <a:pt x="29717" y="101917"/>
                  </a:lnTo>
                  <a:lnTo>
                    <a:pt x="21324" y="102488"/>
                  </a:lnTo>
                  <a:lnTo>
                    <a:pt x="13430" y="102488"/>
                  </a:lnTo>
                  <a:lnTo>
                    <a:pt x="6250" y="101060"/>
                  </a:lnTo>
                  <a:lnTo>
                    <a:pt x="0" y="97345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9" name="Google Shape;609;p5"/>
          <p:cNvGrpSpPr/>
          <p:nvPr/>
        </p:nvGrpSpPr>
        <p:grpSpPr>
          <a:xfrm>
            <a:off x="3986521" y="2478011"/>
            <a:ext cx="867431" cy="260629"/>
            <a:chOff x="3986521" y="2478011"/>
            <a:chExt cx="867431" cy="260629"/>
          </a:xfrm>
        </p:grpSpPr>
        <p:pic>
          <p:nvPicPr>
            <p:cNvPr id="610" name="Google Shape;610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986521" y="2530589"/>
              <a:ext cx="152865" cy="1447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1" name="Google Shape;611;p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71937" y="2514587"/>
              <a:ext cx="219910" cy="224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2" name="Google Shape;612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415777" y="2478011"/>
              <a:ext cx="438175" cy="1630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3" name="Google Shape;613;p5"/>
          <p:cNvGrpSpPr/>
          <p:nvPr/>
        </p:nvGrpSpPr>
        <p:grpSpPr>
          <a:xfrm>
            <a:off x="5027663" y="2408682"/>
            <a:ext cx="1125867" cy="264426"/>
            <a:chOff x="5027663" y="2408682"/>
            <a:chExt cx="1125867" cy="264426"/>
          </a:xfrm>
        </p:grpSpPr>
        <p:pic>
          <p:nvPicPr>
            <p:cNvPr id="614" name="Google Shape;614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027663" y="2449055"/>
              <a:ext cx="502183" cy="2240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5" name="Google Shape;615;p5"/>
            <p:cNvSpPr/>
            <p:nvPr/>
          </p:nvSpPr>
          <p:spPr>
            <a:xfrm>
              <a:off x="5558789" y="2473452"/>
              <a:ext cx="60960" cy="81280"/>
            </a:xfrm>
            <a:custGeom>
              <a:rect b="b" l="l" r="r" t="t"/>
              <a:pathLst>
                <a:path extrusionOk="0" h="81280" w="60960">
                  <a:moveTo>
                    <a:pt x="2286" y="0"/>
                  </a:moveTo>
                  <a:lnTo>
                    <a:pt x="1285" y="13477"/>
                  </a:lnTo>
                  <a:lnTo>
                    <a:pt x="571" y="26670"/>
                  </a:lnTo>
                  <a:lnTo>
                    <a:pt x="142" y="39862"/>
                  </a:lnTo>
                  <a:lnTo>
                    <a:pt x="0" y="53340"/>
                  </a:lnTo>
                  <a:lnTo>
                    <a:pt x="166" y="60709"/>
                  </a:lnTo>
                  <a:lnTo>
                    <a:pt x="1333" y="68294"/>
                  </a:lnTo>
                  <a:lnTo>
                    <a:pt x="4500" y="74878"/>
                  </a:lnTo>
                  <a:lnTo>
                    <a:pt x="10668" y="79248"/>
                  </a:lnTo>
                  <a:lnTo>
                    <a:pt x="19681" y="80962"/>
                  </a:lnTo>
                  <a:lnTo>
                    <a:pt x="29051" y="79819"/>
                  </a:lnTo>
                  <a:lnTo>
                    <a:pt x="37992" y="76676"/>
                  </a:lnTo>
                  <a:lnTo>
                    <a:pt x="45720" y="72389"/>
                  </a:lnTo>
                  <a:lnTo>
                    <a:pt x="54102" y="65531"/>
                  </a:lnTo>
                  <a:lnTo>
                    <a:pt x="57150" y="63245"/>
                  </a:lnTo>
                  <a:lnTo>
                    <a:pt x="60960" y="57149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"/>
            <p:cNvSpPr/>
            <p:nvPr/>
          </p:nvSpPr>
          <p:spPr>
            <a:xfrm>
              <a:off x="5568695" y="2462784"/>
              <a:ext cx="37465" cy="36830"/>
            </a:xfrm>
            <a:custGeom>
              <a:rect b="b" l="l" r="r" t="t"/>
              <a:pathLst>
                <a:path extrusionOk="0" h="36830" w="37464">
                  <a:moveTo>
                    <a:pt x="0" y="33527"/>
                  </a:moveTo>
                  <a:lnTo>
                    <a:pt x="8929" y="35813"/>
                  </a:lnTo>
                  <a:lnTo>
                    <a:pt x="16002" y="36385"/>
                  </a:lnTo>
                  <a:lnTo>
                    <a:pt x="22502" y="34385"/>
                  </a:lnTo>
                  <a:lnTo>
                    <a:pt x="29718" y="28955"/>
                  </a:lnTo>
                  <a:lnTo>
                    <a:pt x="34290" y="25907"/>
                  </a:lnTo>
                  <a:lnTo>
                    <a:pt x="14477" y="0"/>
                  </a:lnTo>
                  <a:lnTo>
                    <a:pt x="12191" y="0"/>
                  </a:lnTo>
                  <a:lnTo>
                    <a:pt x="10667" y="0"/>
                  </a:lnTo>
                  <a:lnTo>
                    <a:pt x="11429" y="9905"/>
                  </a:lnTo>
                  <a:lnTo>
                    <a:pt x="15239" y="10667"/>
                  </a:lnTo>
                  <a:lnTo>
                    <a:pt x="23621" y="15239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5648705" y="2470404"/>
              <a:ext cx="62230" cy="66675"/>
            </a:xfrm>
            <a:custGeom>
              <a:rect b="b" l="l" r="r" t="t"/>
              <a:pathLst>
                <a:path extrusionOk="0" h="66675" w="62229">
                  <a:moveTo>
                    <a:pt x="1524" y="13715"/>
                  </a:moveTo>
                  <a:lnTo>
                    <a:pt x="964" y="22300"/>
                  </a:lnTo>
                  <a:lnTo>
                    <a:pt x="476" y="30956"/>
                  </a:lnTo>
                  <a:lnTo>
                    <a:pt x="130" y="39754"/>
                  </a:lnTo>
                  <a:lnTo>
                    <a:pt x="0" y="48767"/>
                  </a:lnTo>
                  <a:lnTo>
                    <a:pt x="762" y="54101"/>
                  </a:lnTo>
                  <a:lnTo>
                    <a:pt x="762" y="60197"/>
                  </a:lnTo>
                  <a:lnTo>
                    <a:pt x="3810" y="64769"/>
                  </a:lnTo>
                  <a:lnTo>
                    <a:pt x="4572" y="66293"/>
                  </a:lnTo>
                  <a:lnTo>
                    <a:pt x="5334" y="66293"/>
                  </a:lnTo>
                  <a:lnTo>
                    <a:pt x="5024" y="54637"/>
                  </a:lnTo>
                  <a:lnTo>
                    <a:pt x="4572" y="42767"/>
                  </a:lnTo>
                  <a:lnTo>
                    <a:pt x="4691" y="31039"/>
                  </a:lnTo>
                  <a:lnTo>
                    <a:pt x="34290" y="0"/>
                  </a:lnTo>
                  <a:lnTo>
                    <a:pt x="39624" y="4571"/>
                  </a:lnTo>
                  <a:lnTo>
                    <a:pt x="56388" y="38861"/>
                  </a:lnTo>
                  <a:lnTo>
                    <a:pt x="57912" y="45719"/>
                  </a:lnTo>
                  <a:lnTo>
                    <a:pt x="57150" y="47243"/>
                  </a:lnTo>
                  <a:lnTo>
                    <a:pt x="61722" y="50291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5"/>
            <p:cNvSpPr/>
            <p:nvPr/>
          </p:nvSpPr>
          <p:spPr>
            <a:xfrm>
              <a:off x="5740907" y="2417826"/>
              <a:ext cx="18415" cy="109855"/>
            </a:xfrm>
            <a:custGeom>
              <a:rect b="b" l="l" r="r" t="t"/>
              <a:pathLst>
                <a:path extrusionOk="0" h="109855" w="18414">
                  <a:moveTo>
                    <a:pt x="0" y="0"/>
                  </a:moveTo>
                  <a:lnTo>
                    <a:pt x="369" y="12132"/>
                  </a:lnTo>
                  <a:lnTo>
                    <a:pt x="1238" y="24479"/>
                  </a:lnTo>
                  <a:lnTo>
                    <a:pt x="2250" y="36968"/>
                  </a:lnTo>
                  <a:lnTo>
                    <a:pt x="3048" y="49530"/>
                  </a:lnTo>
                  <a:lnTo>
                    <a:pt x="9144" y="92202"/>
                  </a:lnTo>
                  <a:lnTo>
                    <a:pt x="14478" y="105155"/>
                  </a:lnTo>
                  <a:lnTo>
                    <a:pt x="18288" y="109728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5"/>
            <p:cNvSpPr/>
            <p:nvPr/>
          </p:nvSpPr>
          <p:spPr>
            <a:xfrm>
              <a:off x="5725667" y="2452878"/>
              <a:ext cx="63500" cy="17780"/>
            </a:xfrm>
            <a:custGeom>
              <a:rect b="b" l="l" r="r" t="t"/>
              <a:pathLst>
                <a:path extrusionOk="0" h="17780" w="63500">
                  <a:moveTo>
                    <a:pt x="0" y="17525"/>
                  </a:moveTo>
                  <a:lnTo>
                    <a:pt x="11191" y="13704"/>
                  </a:lnTo>
                  <a:lnTo>
                    <a:pt x="22098" y="10953"/>
                  </a:lnTo>
                  <a:lnTo>
                    <a:pt x="33004" y="8632"/>
                  </a:lnTo>
                  <a:lnTo>
                    <a:pt x="44196" y="6095"/>
                  </a:lnTo>
                  <a:lnTo>
                    <a:pt x="54102" y="3047"/>
                  </a:lnTo>
                  <a:lnTo>
                    <a:pt x="57150" y="2285"/>
                  </a:lnTo>
                  <a:lnTo>
                    <a:pt x="63246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5"/>
            <p:cNvSpPr/>
            <p:nvPr/>
          </p:nvSpPr>
          <p:spPr>
            <a:xfrm>
              <a:off x="5793485" y="2438400"/>
              <a:ext cx="97790" cy="89535"/>
            </a:xfrm>
            <a:custGeom>
              <a:rect b="b" l="l" r="r" t="t"/>
              <a:pathLst>
                <a:path extrusionOk="0" h="89535" w="97789">
                  <a:moveTo>
                    <a:pt x="53339" y="57150"/>
                  </a:moveTo>
                  <a:lnTo>
                    <a:pt x="43433" y="13716"/>
                  </a:lnTo>
                  <a:lnTo>
                    <a:pt x="41909" y="1524"/>
                  </a:lnTo>
                  <a:lnTo>
                    <a:pt x="13715" y="22098"/>
                  </a:lnTo>
                  <a:lnTo>
                    <a:pt x="8584" y="33218"/>
                  </a:lnTo>
                  <a:lnTo>
                    <a:pt x="4667" y="44767"/>
                  </a:lnTo>
                  <a:lnTo>
                    <a:pt x="2035" y="56602"/>
                  </a:lnTo>
                  <a:lnTo>
                    <a:pt x="761" y="68580"/>
                  </a:lnTo>
                  <a:lnTo>
                    <a:pt x="0" y="80010"/>
                  </a:lnTo>
                  <a:lnTo>
                    <a:pt x="761" y="88392"/>
                  </a:lnTo>
                  <a:lnTo>
                    <a:pt x="13715" y="89154"/>
                  </a:lnTo>
                  <a:lnTo>
                    <a:pt x="22871" y="88558"/>
                  </a:lnTo>
                  <a:lnTo>
                    <a:pt x="52101" y="53816"/>
                  </a:lnTo>
                  <a:lnTo>
                    <a:pt x="54863" y="34290"/>
                  </a:lnTo>
                  <a:lnTo>
                    <a:pt x="54863" y="29718"/>
                  </a:lnTo>
                  <a:lnTo>
                    <a:pt x="51815" y="16001"/>
                  </a:lnTo>
                  <a:lnTo>
                    <a:pt x="54863" y="11429"/>
                  </a:lnTo>
                  <a:lnTo>
                    <a:pt x="55625" y="11429"/>
                  </a:lnTo>
                  <a:lnTo>
                    <a:pt x="56387" y="11429"/>
                  </a:lnTo>
                  <a:lnTo>
                    <a:pt x="59435" y="19812"/>
                  </a:lnTo>
                  <a:lnTo>
                    <a:pt x="61721" y="27432"/>
                  </a:lnTo>
                  <a:lnTo>
                    <a:pt x="64769" y="35052"/>
                  </a:lnTo>
                  <a:lnTo>
                    <a:pt x="67698" y="42433"/>
                  </a:lnTo>
                  <a:lnTo>
                    <a:pt x="71056" y="49530"/>
                  </a:lnTo>
                  <a:lnTo>
                    <a:pt x="75271" y="56054"/>
                  </a:lnTo>
                  <a:lnTo>
                    <a:pt x="80771" y="61721"/>
                  </a:lnTo>
                  <a:lnTo>
                    <a:pt x="86105" y="66294"/>
                  </a:lnTo>
                  <a:lnTo>
                    <a:pt x="90677" y="66294"/>
                  </a:lnTo>
                  <a:lnTo>
                    <a:pt x="97535" y="67055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5"/>
            <p:cNvSpPr/>
            <p:nvPr/>
          </p:nvSpPr>
          <p:spPr>
            <a:xfrm>
              <a:off x="5915346" y="2408682"/>
              <a:ext cx="14604" cy="100330"/>
            </a:xfrm>
            <a:custGeom>
              <a:rect b="b" l="l" r="r" t="t"/>
              <a:pathLst>
                <a:path extrusionOk="0" h="100330" w="14604">
                  <a:moveTo>
                    <a:pt x="3107" y="0"/>
                  </a:moveTo>
                  <a:lnTo>
                    <a:pt x="59" y="42672"/>
                  </a:lnTo>
                  <a:lnTo>
                    <a:pt x="0" y="53399"/>
                  </a:lnTo>
                  <a:lnTo>
                    <a:pt x="154" y="63912"/>
                  </a:lnTo>
                  <a:lnTo>
                    <a:pt x="1023" y="74283"/>
                  </a:lnTo>
                  <a:lnTo>
                    <a:pt x="3107" y="84582"/>
                  </a:lnTo>
                  <a:lnTo>
                    <a:pt x="6155" y="92202"/>
                  </a:lnTo>
                  <a:lnTo>
                    <a:pt x="8441" y="95250"/>
                  </a:lnTo>
                  <a:lnTo>
                    <a:pt x="14537" y="9982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5"/>
            <p:cNvSpPr/>
            <p:nvPr/>
          </p:nvSpPr>
          <p:spPr>
            <a:xfrm>
              <a:off x="5918453" y="2448306"/>
              <a:ext cx="66040" cy="57150"/>
            </a:xfrm>
            <a:custGeom>
              <a:rect b="b" l="l" r="r" t="t"/>
              <a:pathLst>
                <a:path extrusionOk="0" h="57150" w="66039">
                  <a:moveTo>
                    <a:pt x="0" y="23622"/>
                  </a:moveTo>
                  <a:lnTo>
                    <a:pt x="29408" y="4726"/>
                  </a:lnTo>
                  <a:lnTo>
                    <a:pt x="36575" y="3143"/>
                  </a:lnTo>
                  <a:lnTo>
                    <a:pt x="43743" y="1702"/>
                  </a:lnTo>
                  <a:lnTo>
                    <a:pt x="51053" y="762"/>
                  </a:lnTo>
                  <a:lnTo>
                    <a:pt x="57912" y="762"/>
                  </a:lnTo>
                  <a:lnTo>
                    <a:pt x="61722" y="0"/>
                  </a:lnTo>
                  <a:lnTo>
                    <a:pt x="64008" y="6096"/>
                  </a:lnTo>
                  <a:lnTo>
                    <a:pt x="65198" y="12275"/>
                  </a:lnTo>
                  <a:lnTo>
                    <a:pt x="65532" y="18954"/>
                  </a:lnTo>
                  <a:lnTo>
                    <a:pt x="65293" y="25491"/>
                  </a:lnTo>
                  <a:lnTo>
                    <a:pt x="64769" y="31242"/>
                  </a:lnTo>
                  <a:lnTo>
                    <a:pt x="64008" y="38100"/>
                  </a:lnTo>
                  <a:lnTo>
                    <a:pt x="58674" y="48006"/>
                  </a:lnTo>
                  <a:lnTo>
                    <a:pt x="60960" y="54864"/>
                  </a:lnTo>
                  <a:lnTo>
                    <a:pt x="60960" y="57150"/>
                  </a:lnTo>
                  <a:lnTo>
                    <a:pt x="62484" y="5562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5"/>
            <p:cNvSpPr/>
            <p:nvPr/>
          </p:nvSpPr>
          <p:spPr>
            <a:xfrm>
              <a:off x="5973317" y="2416302"/>
              <a:ext cx="17780" cy="12700"/>
            </a:xfrm>
            <a:custGeom>
              <a:rect b="b" l="l" r="r" t="t"/>
              <a:pathLst>
                <a:path extrusionOk="0" h="12700" w="17779">
                  <a:moveTo>
                    <a:pt x="17525" y="12191"/>
                  </a:moveTo>
                  <a:lnTo>
                    <a:pt x="10822" y="5143"/>
                  </a:lnTo>
                  <a:lnTo>
                    <a:pt x="7905" y="1523"/>
                  </a:lnTo>
                  <a:lnTo>
                    <a:pt x="5417" y="190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5"/>
            <p:cNvSpPr/>
            <p:nvPr/>
          </p:nvSpPr>
          <p:spPr>
            <a:xfrm>
              <a:off x="6022847" y="2445258"/>
              <a:ext cx="45720" cy="63500"/>
            </a:xfrm>
            <a:custGeom>
              <a:rect b="b" l="l" r="r" t="t"/>
              <a:pathLst>
                <a:path extrusionOk="0" h="63500" w="45720">
                  <a:moveTo>
                    <a:pt x="8382" y="6096"/>
                  </a:moveTo>
                  <a:lnTo>
                    <a:pt x="5810" y="13966"/>
                  </a:lnTo>
                  <a:lnTo>
                    <a:pt x="3810" y="21050"/>
                  </a:lnTo>
                  <a:lnTo>
                    <a:pt x="2381" y="28277"/>
                  </a:lnTo>
                  <a:lnTo>
                    <a:pt x="1524" y="36576"/>
                  </a:lnTo>
                  <a:lnTo>
                    <a:pt x="1524" y="42672"/>
                  </a:lnTo>
                  <a:lnTo>
                    <a:pt x="0" y="51816"/>
                  </a:lnTo>
                  <a:lnTo>
                    <a:pt x="3048" y="57912"/>
                  </a:lnTo>
                  <a:lnTo>
                    <a:pt x="5334" y="63246"/>
                  </a:lnTo>
                  <a:lnTo>
                    <a:pt x="13716" y="63246"/>
                  </a:lnTo>
                  <a:lnTo>
                    <a:pt x="43434" y="31122"/>
                  </a:lnTo>
                  <a:lnTo>
                    <a:pt x="45434" y="16121"/>
                  </a:lnTo>
                  <a:lnTo>
                    <a:pt x="43434" y="9906"/>
                  </a:lnTo>
                  <a:lnTo>
                    <a:pt x="38302" y="5250"/>
                  </a:lnTo>
                  <a:lnTo>
                    <a:pt x="31527" y="2381"/>
                  </a:lnTo>
                  <a:lnTo>
                    <a:pt x="24038" y="797"/>
                  </a:lnTo>
                  <a:lnTo>
                    <a:pt x="16764" y="0"/>
                  </a:lnTo>
                  <a:lnTo>
                    <a:pt x="14478" y="0"/>
                  </a:lnTo>
                  <a:lnTo>
                    <a:pt x="8382" y="762"/>
                  </a:lnTo>
                  <a:lnTo>
                    <a:pt x="7620" y="76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5"/>
            <p:cNvSpPr/>
            <p:nvPr/>
          </p:nvSpPr>
          <p:spPr>
            <a:xfrm>
              <a:off x="6090665" y="2426208"/>
              <a:ext cx="62865" cy="60960"/>
            </a:xfrm>
            <a:custGeom>
              <a:rect b="b" l="l" r="r" t="t"/>
              <a:pathLst>
                <a:path extrusionOk="0" h="60960" w="62864">
                  <a:moveTo>
                    <a:pt x="0" y="29717"/>
                  </a:moveTo>
                  <a:lnTo>
                    <a:pt x="0" y="38099"/>
                  </a:lnTo>
                  <a:lnTo>
                    <a:pt x="0" y="44957"/>
                  </a:lnTo>
                  <a:lnTo>
                    <a:pt x="1524" y="52577"/>
                  </a:lnTo>
                  <a:lnTo>
                    <a:pt x="1524" y="55625"/>
                  </a:lnTo>
                  <a:lnTo>
                    <a:pt x="2286" y="57911"/>
                  </a:lnTo>
                  <a:lnTo>
                    <a:pt x="3048" y="60959"/>
                  </a:lnTo>
                  <a:lnTo>
                    <a:pt x="762" y="53339"/>
                  </a:lnTo>
                  <a:lnTo>
                    <a:pt x="0" y="48005"/>
                  </a:lnTo>
                  <a:lnTo>
                    <a:pt x="0" y="40385"/>
                  </a:lnTo>
                  <a:lnTo>
                    <a:pt x="238" y="32444"/>
                  </a:lnTo>
                  <a:lnTo>
                    <a:pt x="26277" y="833"/>
                  </a:lnTo>
                  <a:lnTo>
                    <a:pt x="33527" y="0"/>
                  </a:lnTo>
                  <a:lnTo>
                    <a:pt x="41148" y="0"/>
                  </a:lnTo>
                  <a:lnTo>
                    <a:pt x="46481" y="0"/>
                  </a:lnTo>
                  <a:lnTo>
                    <a:pt x="51816" y="5333"/>
                  </a:lnTo>
                  <a:lnTo>
                    <a:pt x="57912" y="10667"/>
                  </a:lnTo>
                  <a:lnTo>
                    <a:pt x="61722" y="19049"/>
                  </a:lnTo>
                  <a:lnTo>
                    <a:pt x="62484" y="26669"/>
                  </a:lnTo>
                  <a:lnTo>
                    <a:pt x="62757" y="33647"/>
                  </a:lnTo>
                  <a:lnTo>
                    <a:pt x="62388" y="40766"/>
                  </a:lnTo>
                  <a:lnTo>
                    <a:pt x="61305" y="47886"/>
                  </a:lnTo>
                  <a:lnTo>
                    <a:pt x="59436" y="54863"/>
                  </a:lnTo>
                  <a:lnTo>
                    <a:pt x="57912" y="58673"/>
                  </a:lnTo>
                  <a:lnTo>
                    <a:pt x="57912" y="59435"/>
                  </a:lnTo>
                  <a:lnTo>
                    <a:pt x="55626" y="60959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6" name="Google Shape;626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734543" y="2047481"/>
            <a:ext cx="246913" cy="108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845033" y="2334755"/>
            <a:ext cx="114325" cy="14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8" name="Google Shape;628;p5"/>
          <p:cNvGrpSpPr/>
          <p:nvPr/>
        </p:nvGrpSpPr>
        <p:grpSpPr>
          <a:xfrm>
            <a:off x="7014209" y="2350769"/>
            <a:ext cx="67945" cy="102870"/>
            <a:chOff x="7014209" y="2350769"/>
            <a:chExt cx="67945" cy="102870"/>
          </a:xfrm>
        </p:grpSpPr>
        <p:sp>
          <p:nvSpPr>
            <p:cNvPr id="629" name="Google Shape;629;p5"/>
            <p:cNvSpPr/>
            <p:nvPr/>
          </p:nvSpPr>
          <p:spPr>
            <a:xfrm>
              <a:off x="7014209" y="2392679"/>
              <a:ext cx="67945" cy="3810"/>
            </a:xfrm>
            <a:custGeom>
              <a:rect b="b" l="l" r="r" t="t"/>
              <a:pathLst>
                <a:path extrusionOk="0" h="3810" w="67945">
                  <a:moveTo>
                    <a:pt x="0" y="0"/>
                  </a:moveTo>
                  <a:lnTo>
                    <a:pt x="10953" y="1440"/>
                  </a:lnTo>
                  <a:lnTo>
                    <a:pt x="21335" y="2381"/>
                  </a:lnTo>
                  <a:lnTo>
                    <a:pt x="31718" y="2893"/>
                  </a:lnTo>
                  <a:lnTo>
                    <a:pt x="42672" y="3047"/>
                  </a:lnTo>
                  <a:lnTo>
                    <a:pt x="49530" y="3047"/>
                  </a:lnTo>
                  <a:lnTo>
                    <a:pt x="63246" y="3809"/>
                  </a:lnTo>
                  <a:lnTo>
                    <a:pt x="67818" y="2285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5"/>
            <p:cNvSpPr/>
            <p:nvPr/>
          </p:nvSpPr>
          <p:spPr>
            <a:xfrm>
              <a:off x="7051547" y="2350769"/>
              <a:ext cx="5715" cy="102870"/>
            </a:xfrm>
            <a:custGeom>
              <a:rect b="b" l="l" r="r" t="t"/>
              <a:pathLst>
                <a:path extrusionOk="0" h="102869" w="5715">
                  <a:moveTo>
                    <a:pt x="0" y="0"/>
                  </a:moveTo>
                  <a:lnTo>
                    <a:pt x="250" y="9346"/>
                  </a:lnTo>
                  <a:lnTo>
                    <a:pt x="857" y="18192"/>
                  </a:lnTo>
                  <a:lnTo>
                    <a:pt x="1607" y="26896"/>
                  </a:lnTo>
                  <a:lnTo>
                    <a:pt x="2286" y="35814"/>
                  </a:lnTo>
                  <a:lnTo>
                    <a:pt x="3298" y="45529"/>
                  </a:lnTo>
                  <a:lnTo>
                    <a:pt x="4095" y="55245"/>
                  </a:lnTo>
                  <a:lnTo>
                    <a:pt x="4750" y="64960"/>
                  </a:lnTo>
                  <a:lnTo>
                    <a:pt x="5334" y="74676"/>
                  </a:lnTo>
                  <a:lnTo>
                    <a:pt x="5322" y="81653"/>
                  </a:lnTo>
                  <a:lnTo>
                    <a:pt x="5238" y="88773"/>
                  </a:lnTo>
                  <a:lnTo>
                    <a:pt x="5012" y="95892"/>
                  </a:lnTo>
                  <a:lnTo>
                    <a:pt x="4572" y="10287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31" name="Google Shape;631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152023" y="2353043"/>
            <a:ext cx="115944" cy="754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2" name="Google Shape;632;p5"/>
          <p:cNvGrpSpPr/>
          <p:nvPr/>
        </p:nvGrpSpPr>
        <p:grpSpPr>
          <a:xfrm>
            <a:off x="6117323" y="3605771"/>
            <a:ext cx="358165" cy="210706"/>
            <a:chOff x="6117323" y="3605771"/>
            <a:chExt cx="358165" cy="210706"/>
          </a:xfrm>
        </p:grpSpPr>
        <p:pic>
          <p:nvPicPr>
            <p:cNvPr id="633" name="Google Shape;633;p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117323" y="3605771"/>
              <a:ext cx="358165" cy="1821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4" name="Google Shape;634;p5"/>
            <p:cNvSpPr/>
            <p:nvPr/>
          </p:nvSpPr>
          <p:spPr>
            <a:xfrm>
              <a:off x="6199631" y="3780282"/>
              <a:ext cx="266700" cy="36195"/>
            </a:xfrm>
            <a:custGeom>
              <a:rect b="b" l="l" r="r" t="t"/>
              <a:pathLst>
                <a:path extrusionOk="0" h="36195" w="266700">
                  <a:moveTo>
                    <a:pt x="0" y="35813"/>
                  </a:moveTo>
                  <a:lnTo>
                    <a:pt x="56257" y="32277"/>
                  </a:lnTo>
                  <a:lnTo>
                    <a:pt x="105025" y="25467"/>
                  </a:lnTo>
                  <a:lnTo>
                    <a:pt x="163627" y="16109"/>
                  </a:lnTo>
                  <a:lnTo>
                    <a:pt x="192786" y="11429"/>
                  </a:lnTo>
                  <a:lnTo>
                    <a:pt x="209800" y="8477"/>
                  </a:lnTo>
                  <a:lnTo>
                    <a:pt x="226599" y="5524"/>
                  </a:lnTo>
                  <a:lnTo>
                    <a:pt x="243256" y="2857"/>
                  </a:lnTo>
                  <a:lnTo>
                    <a:pt x="259842" y="761"/>
                  </a:lnTo>
                  <a:lnTo>
                    <a:pt x="263652" y="0"/>
                  </a:lnTo>
                  <a:lnTo>
                    <a:pt x="264414" y="0"/>
                  </a:lnTo>
                  <a:lnTo>
                    <a:pt x="266700" y="0"/>
                  </a:lnTo>
                  <a:lnTo>
                    <a:pt x="263652" y="3809"/>
                  </a:lnTo>
                  <a:lnTo>
                    <a:pt x="262890" y="3809"/>
                  </a:lnTo>
                  <a:lnTo>
                    <a:pt x="256794" y="380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5" name="Google Shape;635;p5"/>
          <p:cNvGrpSpPr/>
          <p:nvPr/>
        </p:nvGrpSpPr>
        <p:grpSpPr>
          <a:xfrm>
            <a:off x="8091629" y="3432035"/>
            <a:ext cx="444040" cy="200419"/>
            <a:chOff x="8091629" y="3432035"/>
            <a:chExt cx="444040" cy="200419"/>
          </a:xfrm>
        </p:grpSpPr>
        <p:pic>
          <p:nvPicPr>
            <p:cNvPr id="636" name="Google Shape;636;p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8091629" y="3473945"/>
              <a:ext cx="122743" cy="124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7" name="Google Shape;637;p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250923" y="3432035"/>
              <a:ext cx="284251" cy="1569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8" name="Google Shape;638;p5"/>
            <p:cNvSpPr/>
            <p:nvPr/>
          </p:nvSpPr>
          <p:spPr>
            <a:xfrm>
              <a:off x="8164829" y="3598164"/>
              <a:ext cx="370840" cy="34290"/>
            </a:xfrm>
            <a:custGeom>
              <a:rect b="b" l="l" r="r" t="t"/>
              <a:pathLst>
                <a:path extrusionOk="0" h="34289" w="370840">
                  <a:moveTo>
                    <a:pt x="0" y="32765"/>
                  </a:moveTo>
                  <a:lnTo>
                    <a:pt x="18168" y="33944"/>
                  </a:lnTo>
                  <a:lnTo>
                    <a:pt x="36195" y="34194"/>
                  </a:lnTo>
                  <a:lnTo>
                    <a:pt x="54221" y="33730"/>
                  </a:lnTo>
                  <a:lnTo>
                    <a:pt x="127813" y="27908"/>
                  </a:lnTo>
                  <a:lnTo>
                    <a:pt x="183165" y="22478"/>
                  </a:lnTo>
                  <a:lnTo>
                    <a:pt x="238375" y="16478"/>
                  </a:lnTo>
                  <a:lnTo>
                    <a:pt x="293370" y="9905"/>
                  </a:lnTo>
                  <a:lnTo>
                    <a:pt x="309824" y="8179"/>
                  </a:lnTo>
                  <a:lnTo>
                    <a:pt x="326136" y="6381"/>
                  </a:lnTo>
                  <a:lnTo>
                    <a:pt x="342447" y="4441"/>
                  </a:lnTo>
                  <a:lnTo>
                    <a:pt x="358902" y="2285"/>
                  </a:lnTo>
                  <a:lnTo>
                    <a:pt x="362712" y="1523"/>
                  </a:lnTo>
                  <a:lnTo>
                    <a:pt x="366522" y="1523"/>
                  </a:lnTo>
                  <a:lnTo>
                    <a:pt x="370332" y="761"/>
                  </a:lnTo>
                  <a:lnTo>
                    <a:pt x="365760" y="761"/>
                  </a:lnTo>
                  <a:lnTo>
                    <a:pt x="358140" y="761"/>
                  </a:lnTo>
                  <a:lnTo>
                    <a:pt x="352806" y="761"/>
                  </a:lnTo>
                  <a:lnTo>
                    <a:pt x="349758" y="0"/>
                  </a:lnTo>
                  <a:lnTo>
                    <a:pt x="345948" y="0"/>
                  </a:lnTo>
                  <a:lnTo>
                    <a:pt x="342900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9" name="Google Shape;639;p5"/>
          <p:cNvGrpSpPr/>
          <p:nvPr/>
        </p:nvGrpSpPr>
        <p:grpSpPr>
          <a:xfrm>
            <a:off x="6001512" y="4029265"/>
            <a:ext cx="324358" cy="355156"/>
            <a:chOff x="6001512" y="4029265"/>
            <a:chExt cx="324358" cy="355156"/>
          </a:xfrm>
        </p:grpSpPr>
        <p:sp>
          <p:nvSpPr>
            <p:cNvPr id="640" name="Google Shape;640;p5"/>
            <p:cNvSpPr/>
            <p:nvPr/>
          </p:nvSpPr>
          <p:spPr>
            <a:xfrm>
              <a:off x="6001512" y="4044696"/>
              <a:ext cx="90805" cy="339725"/>
            </a:xfrm>
            <a:custGeom>
              <a:rect b="b" l="l" r="r" t="t"/>
              <a:pathLst>
                <a:path extrusionOk="0" h="339725" w="90804">
                  <a:moveTo>
                    <a:pt x="73913" y="4572"/>
                  </a:moveTo>
                  <a:lnTo>
                    <a:pt x="63198" y="2250"/>
                  </a:lnTo>
                  <a:lnTo>
                    <a:pt x="53339" y="857"/>
                  </a:lnTo>
                  <a:lnTo>
                    <a:pt x="43481" y="178"/>
                  </a:lnTo>
                  <a:lnTo>
                    <a:pt x="32765" y="0"/>
                  </a:lnTo>
                  <a:lnTo>
                    <a:pt x="25919" y="71"/>
                  </a:lnTo>
                  <a:lnTo>
                    <a:pt x="19145" y="571"/>
                  </a:lnTo>
                  <a:lnTo>
                    <a:pt x="12513" y="1928"/>
                  </a:lnTo>
                  <a:lnTo>
                    <a:pt x="6095" y="4572"/>
                  </a:lnTo>
                  <a:lnTo>
                    <a:pt x="0" y="7620"/>
                  </a:lnTo>
                  <a:lnTo>
                    <a:pt x="761" y="17526"/>
                  </a:lnTo>
                  <a:lnTo>
                    <a:pt x="761" y="23622"/>
                  </a:lnTo>
                  <a:lnTo>
                    <a:pt x="5369" y="73342"/>
                  </a:lnTo>
                  <a:lnTo>
                    <a:pt x="11215" y="113811"/>
                  </a:lnTo>
                  <a:lnTo>
                    <a:pt x="14096" y="137636"/>
                  </a:lnTo>
                  <a:lnTo>
                    <a:pt x="18287" y="185928"/>
                  </a:lnTo>
                  <a:lnTo>
                    <a:pt x="19621" y="227076"/>
                  </a:lnTo>
                  <a:lnTo>
                    <a:pt x="19811" y="268224"/>
                  </a:lnTo>
                  <a:lnTo>
                    <a:pt x="18859" y="283321"/>
                  </a:lnTo>
                  <a:lnTo>
                    <a:pt x="17335" y="302704"/>
                  </a:lnTo>
                  <a:lnTo>
                    <a:pt x="17240" y="321802"/>
                  </a:lnTo>
                  <a:lnTo>
                    <a:pt x="20573" y="336042"/>
                  </a:lnTo>
                  <a:lnTo>
                    <a:pt x="22097" y="338328"/>
                  </a:lnTo>
                  <a:lnTo>
                    <a:pt x="31241" y="338328"/>
                  </a:lnTo>
                  <a:lnTo>
                    <a:pt x="33527" y="339090"/>
                  </a:lnTo>
                  <a:lnTo>
                    <a:pt x="43719" y="339280"/>
                  </a:lnTo>
                  <a:lnTo>
                    <a:pt x="54482" y="339471"/>
                  </a:lnTo>
                  <a:lnTo>
                    <a:pt x="65246" y="339090"/>
                  </a:lnTo>
                  <a:lnTo>
                    <a:pt x="75437" y="337566"/>
                  </a:lnTo>
                  <a:lnTo>
                    <a:pt x="81533" y="336042"/>
                  </a:lnTo>
                  <a:lnTo>
                    <a:pt x="86105" y="332994"/>
                  </a:lnTo>
                  <a:lnTo>
                    <a:pt x="90677" y="32918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"/>
            <p:cNvSpPr/>
            <p:nvPr/>
          </p:nvSpPr>
          <p:spPr>
            <a:xfrm>
              <a:off x="6099167" y="4087368"/>
              <a:ext cx="6985" cy="71120"/>
            </a:xfrm>
            <a:custGeom>
              <a:rect b="b" l="l" r="r" t="t"/>
              <a:pathLst>
                <a:path extrusionOk="0" h="71120" w="6985">
                  <a:moveTo>
                    <a:pt x="642" y="0"/>
                  </a:moveTo>
                  <a:lnTo>
                    <a:pt x="428" y="12108"/>
                  </a:lnTo>
                  <a:lnTo>
                    <a:pt x="71" y="24288"/>
                  </a:lnTo>
                  <a:lnTo>
                    <a:pt x="0" y="36325"/>
                  </a:lnTo>
                  <a:lnTo>
                    <a:pt x="642" y="48006"/>
                  </a:lnTo>
                  <a:lnTo>
                    <a:pt x="2166" y="55626"/>
                  </a:lnTo>
                  <a:lnTo>
                    <a:pt x="4452" y="63246"/>
                  </a:lnTo>
                  <a:lnTo>
                    <a:pt x="6738" y="7086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42" name="Google Shape;642;p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6094368" y="4229849"/>
              <a:ext cx="64890" cy="929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3" name="Google Shape;643;p5"/>
            <p:cNvSpPr/>
            <p:nvPr/>
          </p:nvSpPr>
          <p:spPr>
            <a:xfrm>
              <a:off x="6150864" y="4029265"/>
              <a:ext cx="90170" cy="321945"/>
            </a:xfrm>
            <a:custGeom>
              <a:rect b="b" l="l" r="r" t="t"/>
              <a:pathLst>
                <a:path extrusionOk="0" h="321945" w="90170">
                  <a:moveTo>
                    <a:pt x="0" y="12382"/>
                  </a:moveTo>
                  <a:lnTo>
                    <a:pt x="44196" y="1714"/>
                  </a:lnTo>
                  <a:lnTo>
                    <a:pt x="68627" y="0"/>
                  </a:lnTo>
                  <a:lnTo>
                    <a:pt x="76200" y="952"/>
                  </a:lnTo>
                  <a:lnTo>
                    <a:pt x="80819" y="4643"/>
                  </a:lnTo>
                  <a:lnTo>
                    <a:pt x="82867" y="11049"/>
                  </a:lnTo>
                  <a:lnTo>
                    <a:pt x="83486" y="18311"/>
                  </a:lnTo>
                  <a:lnTo>
                    <a:pt x="83820" y="24574"/>
                  </a:lnTo>
                  <a:lnTo>
                    <a:pt x="83689" y="40135"/>
                  </a:lnTo>
                  <a:lnTo>
                    <a:pt x="83343" y="55911"/>
                  </a:lnTo>
                  <a:lnTo>
                    <a:pt x="82855" y="71830"/>
                  </a:lnTo>
                  <a:lnTo>
                    <a:pt x="82296" y="87820"/>
                  </a:lnTo>
                  <a:lnTo>
                    <a:pt x="81426" y="107489"/>
                  </a:lnTo>
                  <a:lnTo>
                    <a:pt x="81057" y="127444"/>
                  </a:lnTo>
                  <a:lnTo>
                    <a:pt x="81534" y="167068"/>
                  </a:lnTo>
                  <a:lnTo>
                    <a:pt x="86784" y="217539"/>
                  </a:lnTo>
                  <a:lnTo>
                    <a:pt x="88392" y="234124"/>
                  </a:lnTo>
                  <a:lnTo>
                    <a:pt x="89273" y="245554"/>
                  </a:lnTo>
                  <a:lnTo>
                    <a:pt x="89725" y="256984"/>
                  </a:lnTo>
                  <a:lnTo>
                    <a:pt x="89892" y="268414"/>
                  </a:lnTo>
                  <a:lnTo>
                    <a:pt x="89916" y="279844"/>
                  </a:lnTo>
                  <a:lnTo>
                    <a:pt x="89332" y="286976"/>
                  </a:lnTo>
                  <a:lnTo>
                    <a:pt x="60198" y="318706"/>
                  </a:lnTo>
                  <a:lnTo>
                    <a:pt x="52578" y="321754"/>
                  </a:lnTo>
                  <a:lnTo>
                    <a:pt x="52578" y="320992"/>
                  </a:lnTo>
                  <a:lnTo>
                    <a:pt x="50292" y="31565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"/>
            <p:cNvSpPr/>
            <p:nvPr/>
          </p:nvSpPr>
          <p:spPr>
            <a:xfrm>
              <a:off x="6297930" y="4311396"/>
              <a:ext cx="27940" cy="48895"/>
            </a:xfrm>
            <a:custGeom>
              <a:rect b="b" l="l" r="r" t="t"/>
              <a:pathLst>
                <a:path extrusionOk="0" h="48895" w="27939">
                  <a:moveTo>
                    <a:pt x="27432" y="0"/>
                  </a:moveTo>
                  <a:lnTo>
                    <a:pt x="14382" y="40957"/>
                  </a:lnTo>
                  <a:lnTo>
                    <a:pt x="3810" y="48768"/>
                  </a:lnTo>
                  <a:lnTo>
                    <a:pt x="2286" y="48768"/>
                  </a:lnTo>
                  <a:lnTo>
                    <a:pt x="1524" y="48768"/>
                  </a:lnTo>
                  <a:lnTo>
                    <a:pt x="0" y="4876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5"/>
          <p:cNvGrpSpPr/>
          <p:nvPr/>
        </p:nvGrpSpPr>
        <p:grpSpPr>
          <a:xfrm>
            <a:off x="6409181" y="3883913"/>
            <a:ext cx="427482" cy="449580"/>
            <a:chOff x="6409181" y="3883913"/>
            <a:chExt cx="427482" cy="449580"/>
          </a:xfrm>
        </p:grpSpPr>
        <p:sp>
          <p:nvSpPr>
            <p:cNvPr id="646" name="Google Shape;646;p5"/>
            <p:cNvSpPr/>
            <p:nvPr/>
          </p:nvSpPr>
          <p:spPr>
            <a:xfrm>
              <a:off x="6409181" y="3996689"/>
              <a:ext cx="95250" cy="321310"/>
            </a:xfrm>
            <a:custGeom>
              <a:rect b="b" l="l" r="r" t="t"/>
              <a:pathLst>
                <a:path extrusionOk="0" h="321310" w="95250">
                  <a:moveTo>
                    <a:pt x="58674" y="12953"/>
                  </a:moveTo>
                  <a:lnTo>
                    <a:pt x="22860" y="2285"/>
                  </a:lnTo>
                  <a:lnTo>
                    <a:pt x="10668" y="0"/>
                  </a:lnTo>
                  <a:lnTo>
                    <a:pt x="0" y="27431"/>
                  </a:lnTo>
                  <a:lnTo>
                    <a:pt x="404" y="41469"/>
                  </a:lnTo>
                  <a:lnTo>
                    <a:pt x="5334" y="82295"/>
                  </a:lnTo>
                  <a:lnTo>
                    <a:pt x="12954" y="120776"/>
                  </a:lnTo>
                  <a:lnTo>
                    <a:pt x="16906" y="139946"/>
                  </a:lnTo>
                  <a:lnTo>
                    <a:pt x="24729" y="186237"/>
                  </a:lnTo>
                  <a:lnTo>
                    <a:pt x="30753" y="240482"/>
                  </a:lnTo>
                  <a:lnTo>
                    <a:pt x="32920" y="277046"/>
                  </a:lnTo>
                  <a:lnTo>
                    <a:pt x="33432" y="286416"/>
                  </a:lnTo>
                  <a:lnTo>
                    <a:pt x="34373" y="295644"/>
                  </a:lnTo>
                  <a:lnTo>
                    <a:pt x="35814" y="304799"/>
                  </a:lnTo>
                  <a:lnTo>
                    <a:pt x="35814" y="308609"/>
                  </a:lnTo>
                  <a:lnTo>
                    <a:pt x="37338" y="313181"/>
                  </a:lnTo>
                  <a:lnTo>
                    <a:pt x="40386" y="315467"/>
                  </a:lnTo>
                  <a:lnTo>
                    <a:pt x="43434" y="317753"/>
                  </a:lnTo>
                  <a:lnTo>
                    <a:pt x="47244" y="317753"/>
                  </a:lnTo>
                  <a:lnTo>
                    <a:pt x="51054" y="318515"/>
                  </a:lnTo>
                  <a:lnTo>
                    <a:pt x="57912" y="319277"/>
                  </a:lnTo>
                  <a:lnTo>
                    <a:pt x="64770" y="320801"/>
                  </a:lnTo>
                  <a:lnTo>
                    <a:pt x="70866" y="320801"/>
                  </a:lnTo>
                  <a:lnTo>
                    <a:pt x="78640" y="320206"/>
                  </a:lnTo>
                  <a:lnTo>
                    <a:pt x="84486" y="318325"/>
                  </a:lnTo>
                  <a:lnTo>
                    <a:pt x="89618" y="315015"/>
                  </a:lnTo>
                  <a:lnTo>
                    <a:pt x="95250" y="310133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5"/>
            <p:cNvSpPr/>
            <p:nvPr/>
          </p:nvSpPr>
          <p:spPr>
            <a:xfrm>
              <a:off x="6521195" y="4034789"/>
              <a:ext cx="48260" cy="62230"/>
            </a:xfrm>
            <a:custGeom>
              <a:rect b="b" l="l" r="r" t="t"/>
              <a:pathLst>
                <a:path extrusionOk="0" h="62229" w="48259">
                  <a:moveTo>
                    <a:pt x="0" y="13715"/>
                  </a:moveTo>
                  <a:lnTo>
                    <a:pt x="10668" y="51053"/>
                  </a:lnTo>
                  <a:lnTo>
                    <a:pt x="20574" y="61721"/>
                  </a:lnTo>
                  <a:lnTo>
                    <a:pt x="29718" y="61721"/>
                  </a:lnTo>
                  <a:lnTo>
                    <a:pt x="38862" y="61721"/>
                  </a:lnTo>
                  <a:lnTo>
                    <a:pt x="44196" y="51815"/>
                  </a:lnTo>
                  <a:lnTo>
                    <a:pt x="46482" y="43433"/>
                  </a:lnTo>
                  <a:lnTo>
                    <a:pt x="47422" y="36206"/>
                  </a:lnTo>
                  <a:lnTo>
                    <a:pt x="47720" y="27908"/>
                  </a:lnTo>
                  <a:lnTo>
                    <a:pt x="47017" y="19752"/>
                  </a:lnTo>
                  <a:lnTo>
                    <a:pt x="44958" y="12953"/>
                  </a:lnTo>
                  <a:lnTo>
                    <a:pt x="40386" y="4571"/>
                  </a:lnTo>
                  <a:lnTo>
                    <a:pt x="31242" y="2285"/>
                  </a:lnTo>
                  <a:lnTo>
                    <a:pt x="22859" y="1523"/>
                  </a:lnTo>
                  <a:lnTo>
                    <a:pt x="16001" y="1523"/>
                  </a:lnTo>
                  <a:lnTo>
                    <a:pt x="11429" y="0"/>
                  </a:lnTo>
                  <a:lnTo>
                    <a:pt x="10667" y="7619"/>
                  </a:lnTo>
                  <a:lnTo>
                    <a:pt x="10668" y="12191"/>
                  </a:lnTo>
                  <a:lnTo>
                    <a:pt x="11430" y="13715"/>
                  </a:lnTo>
                  <a:lnTo>
                    <a:pt x="12192" y="16763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"/>
            <p:cNvSpPr/>
            <p:nvPr/>
          </p:nvSpPr>
          <p:spPr>
            <a:xfrm>
              <a:off x="6554723" y="4179569"/>
              <a:ext cx="10160" cy="92710"/>
            </a:xfrm>
            <a:custGeom>
              <a:rect b="b" l="l" r="r" t="t"/>
              <a:pathLst>
                <a:path extrusionOk="0" h="92710" w="10159">
                  <a:moveTo>
                    <a:pt x="0" y="0"/>
                  </a:moveTo>
                  <a:lnTo>
                    <a:pt x="8382" y="44196"/>
                  </a:lnTo>
                  <a:lnTo>
                    <a:pt x="9906" y="80772"/>
                  </a:lnTo>
                  <a:lnTo>
                    <a:pt x="9906" y="85344"/>
                  </a:lnTo>
                  <a:lnTo>
                    <a:pt x="9906" y="88392"/>
                  </a:lnTo>
                  <a:lnTo>
                    <a:pt x="9144" y="9220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"/>
            <p:cNvSpPr/>
            <p:nvPr/>
          </p:nvSpPr>
          <p:spPr>
            <a:xfrm>
              <a:off x="6587489" y="3984497"/>
              <a:ext cx="94615" cy="307340"/>
            </a:xfrm>
            <a:custGeom>
              <a:rect b="b" l="l" r="r" t="t"/>
              <a:pathLst>
                <a:path extrusionOk="0" h="307339" w="94615">
                  <a:moveTo>
                    <a:pt x="0" y="2286"/>
                  </a:moveTo>
                  <a:lnTo>
                    <a:pt x="10739" y="1607"/>
                  </a:lnTo>
                  <a:lnTo>
                    <a:pt x="21336" y="857"/>
                  </a:lnTo>
                  <a:lnTo>
                    <a:pt x="31932" y="250"/>
                  </a:lnTo>
                  <a:lnTo>
                    <a:pt x="42672" y="0"/>
                  </a:lnTo>
                  <a:lnTo>
                    <a:pt x="51125" y="190"/>
                  </a:lnTo>
                  <a:lnTo>
                    <a:pt x="58293" y="1524"/>
                  </a:lnTo>
                  <a:lnTo>
                    <a:pt x="74914" y="47660"/>
                  </a:lnTo>
                  <a:lnTo>
                    <a:pt x="74676" y="59436"/>
                  </a:lnTo>
                  <a:lnTo>
                    <a:pt x="75711" y="76581"/>
                  </a:lnTo>
                  <a:lnTo>
                    <a:pt x="79248" y="128016"/>
                  </a:lnTo>
                  <a:lnTo>
                    <a:pt x="83058" y="166497"/>
                  </a:lnTo>
                  <a:lnTo>
                    <a:pt x="85034" y="185666"/>
                  </a:lnTo>
                  <a:lnTo>
                    <a:pt x="86868" y="204978"/>
                  </a:lnTo>
                  <a:lnTo>
                    <a:pt x="88773" y="221110"/>
                  </a:lnTo>
                  <a:lnTo>
                    <a:pt x="90106" y="237458"/>
                  </a:lnTo>
                  <a:lnTo>
                    <a:pt x="91154" y="253948"/>
                  </a:lnTo>
                  <a:lnTo>
                    <a:pt x="92202" y="270510"/>
                  </a:lnTo>
                  <a:lnTo>
                    <a:pt x="92761" y="275760"/>
                  </a:lnTo>
                  <a:lnTo>
                    <a:pt x="93821" y="283940"/>
                  </a:lnTo>
                  <a:lnTo>
                    <a:pt x="94452" y="292262"/>
                  </a:lnTo>
                  <a:lnTo>
                    <a:pt x="93726" y="297942"/>
                  </a:lnTo>
                  <a:lnTo>
                    <a:pt x="89916" y="302514"/>
                  </a:lnTo>
                  <a:lnTo>
                    <a:pt x="83058" y="300990"/>
                  </a:lnTo>
                  <a:lnTo>
                    <a:pt x="77724" y="301752"/>
                  </a:lnTo>
                  <a:lnTo>
                    <a:pt x="66996" y="303121"/>
                  </a:lnTo>
                  <a:lnTo>
                    <a:pt x="56483" y="304704"/>
                  </a:lnTo>
                  <a:lnTo>
                    <a:pt x="46112" y="306145"/>
                  </a:lnTo>
                  <a:lnTo>
                    <a:pt x="35814" y="307086"/>
                  </a:lnTo>
                  <a:lnTo>
                    <a:pt x="32004" y="307086"/>
                  </a:lnTo>
                  <a:lnTo>
                    <a:pt x="31242" y="306324"/>
                  </a:lnTo>
                  <a:lnTo>
                    <a:pt x="32766" y="30175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"/>
            <p:cNvSpPr/>
            <p:nvPr/>
          </p:nvSpPr>
          <p:spPr>
            <a:xfrm>
              <a:off x="6722363" y="3883913"/>
              <a:ext cx="114300" cy="449580"/>
            </a:xfrm>
            <a:custGeom>
              <a:rect b="b" l="l" r="r" t="t"/>
              <a:pathLst>
                <a:path extrusionOk="0" h="449579" w="114300">
                  <a:moveTo>
                    <a:pt x="0" y="6858"/>
                  </a:moveTo>
                  <a:lnTo>
                    <a:pt x="9691" y="1071"/>
                  </a:lnTo>
                  <a:lnTo>
                    <a:pt x="16383" y="0"/>
                  </a:lnTo>
                  <a:lnTo>
                    <a:pt x="22502" y="4071"/>
                  </a:lnTo>
                  <a:lnTo>
                    <a:pt x="45148" y="40767"/>
                  </a:lnTo>
                  <a:lnTo>
                    <a:pt x="59162" y="100524"/>
                  </a:lnTo>
                  <a:lnTo>
                    <a:pt x="62138" y="161936"/>
                  </a:lnTo>
                  <a:lnTo>
                    <a:pt x="62484" y="192786"/>
                  </a:lnTo>
                  <a:lnTo>
                    <a:pt x="62793" y="210502"/>
                  </a:lnTo>
                  <a:lnTo>
                    <a:pt x="68580" y="263652"/>
                  </a:lnTo>
                  <a:lnTo>
                    <a:pt x="84582" y="302514"/>
                  </a:lnTo>
                  <a:lnTo>
                    <a:pt x="98298" y="309372"/>
                  </a:lnTo>
                  <a:lnTo>
                    <a:pt x="105918" y="308610"/>
                  </a:lnTo>
                  <a:lnTo>
                    <a:pt x="111252" y="307848"/>
                  </a:lnTo>
                  <a:lnTo>
                    <a:pt x="112014" y="305562"/>
                  </a:lnTo>
                  <a:lnTo>
                    <a:pt x="114300" y="301752"/>
                  </a:lnTo>
                  <a:lnTo>
                    <a:pt x="114300" y="300990"/>
                  </a:lnTo>
                  <a:lnTo>
                    <a:pt x="107442" y="304038"/>
                  </a:lnTo>
                  <a:lnTo>
                    <a:pt x="93749" y="348769"/>
                  </a:lnTo>
                  <a:lnTo>
                    <a:pt x="92761" y="372546"/>
                  </a:lnTo>
                  <a:lnTo>
                    <a:pt x="93059" y="384810"/>
                  </a:lnTo>
                  <a:lnTo>
                    <a:pt x="93499" y="397073"/>
                  </a:lnTo>
                  <a:lnTo>
                    <a:pt x="93726" y="409194"/>
                  </a:lnTo>
                  <a:lnTo>
                    <a:pt x="72009" y="445674"/>
                  </a:lnTo>
                  <a:lnTo>
                    <a:pt x="34099" y="449484"/>
                  </a:lnTo>
                  <a:lnTo>
                    <a:pt x="23883" y="448806"/>
                  </a:lnTo>
                  <a:lnTo>
                    <a:pt x="15240" y="445770"/>
                  </a:lnTo>
                  <a:lnTo>
                    <a:pt x="12954" y="443484"/>
                  </a:lnTo>
                  <a:lnTo>
                    <a:pt x="11430" y="441960"/>
                  </a:lnTo>
                  <a:lnTo>
                    <a:pt x="9144" y="43967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1" name="Google Shape;651;p5"/>
          <p:cNvSpPr/>
          <p:nvPr/>
        </p:nvSpPr>
        <p:spPr>
          <a:xfrm>
            <a:off x="5838801" y="3926966"/>
            <a:ext cx="121920" cy="578485"/>
          </a:xfrm>
          <a:custGeom>
            <a:rect b="b" l="l" r="r" t="t"/>
            <a:pathLst>
              <a:path extrusionOk="0" h="578485" w="121920">
                <a:moveTo>
                  <a:pt x="121562" y="19430"/>
                </a:moveTo>
                <a:lnTo>
                  <a:pt x="81188" y="0"/>
                </a:lnTo>
                <a:lnTo>
                  <a:pt x="72128" y="0"/>
                </a:lnTo>
                <a:lnTo>
                  <a:pt x="34885" y="13715"/>
                </a:lnTo>
                <a:lnTo>
                  <a:pt x="6119" y="47434"/>
                </a:lnTo>
                <a:lnTo>
                  <a:pt x="0" y="82367"/>
                </a:lnTo>
                <a:lnTo>
                  <a:pt x="1166" y="94297"/>
                </a:lnTo>
                <a:lnTo>
                  <a:pt x="4048" y="105941"/>
                </a:lnTo>
                <a:lnTo>
                  <a:pt x="8786" y="117728"/>
                </a:lnTo>
                <a:lnTo>
                  <a:pt x="15549" y="130194"/>
                </a:lnTo>
                <a:lnTo>
                  <a:pt x="22883" y="142589"/>
                </a:lnTo>
                <a:lnTo>
                  <a:pt x="30218" y="155126"/>
                </a:lnTo>
                <a:lnTo>
                  <a:pt x="47458" y="198310"/>
                </a:lnTo>
                <a:lnTo>
                  <a:pt x="49934" y="229742"/>
                </a:lnTo>
                <a:lnTo>
                  <a:pt x="47934" y="242839"/>
                </a:lnTo>
                <a:lnTo>
                  <a:pt x="31646" y="279272"/>
                </a:lnTo>
                <a:lnTo>
                  <a:pt x="20597" y="295655"/>
                </a:lnTo>
                <a:lnTo>
                  <a:pt x="14930" y="303704"/>
                </a:lnTo>
                <a:lnTo>
                  <a:pt x="9548" y="312038"/>
                </a:lnTo>
                <a:lnTo>
                  <a:pt x="8024" y="314324"/>
                </a:lnTo>
                <a:lnTo>
                  <a:pt x="4214" y="320420"/>
                </a:lnTo>
                <a:lnTo>
                  <a:pt x="6500" y="323468"/>
                </a:lnTo>
                <a:lnTo>
                  <a:pt x="9548" y="330326"/>
                </a:lnTo>
                <a:lnTo>
                  <a:pt x="18692" y="335660"/>
                </a:lnTo>
                <a:lnTo>
                  <a:pt x="41552" y="371474"/>
                </a:lnTo>
                <a:lnTo>
                  <a:pt x="44791" y="397001"/>
                </a:lnTo>
                <a:lnTo>
                  <a:pt x="44767" y="410051"/>
                </a:lnTo>
                <a:lnTo>
                  <a:pt x="44600" y="422528"/>
                </a:lnTo>
                <a:lnTo>
                  <a:pt x="43541" y="436566"/>
                </a:lnTo>
                <a:lnTo>
                  <a:pt x="41838" y="450246"/>
                </a:lnTo>
                <a:lnTo>
                  <a:pt x="39993" y="463784"/>
                </a:lnTo>
                <a:lnTo>
                  <a:pt x="38504" y="477392"/>
                </a:lnTo>
                <a:lnTo>
                  <a:pt x="37885" y="487001"/>
                </a:lnTo>
                <a:lnTo>
                  <a:pt x="37552" y="497109"/>
                </a:lnTo>
                <a:lnTo>
                  <a:pt x="38076" y="507075"/>
                </a:lnTo>
                <a:lnTo>
                  <a:pt x="59840" y="543686"/>
                </a:lnTo>
                <a:lnTo>
                  <a:pt x="95654" y="568832"/>
                </a:lnTo>
                <a:lnTo>
                  <a:pt x="101750" y="573404"/>
                </a:lnTo>
                <a:lnTo>
                  <a:pt x="107846" y="577976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5"/>
          <p:cNvSpPr/>
          <p:nvPr/>
        </p:nvSpPr>
        <p:spPr>
          <a:xfrm>
            <a:off x="7622285" y="3890771"/>
            <a:ext cx="100330" cy="497205"/>
          </a:xfrm>
          <a:custGeom>
            <a:rect b="b" l="l" r="r" t="t"/>
            <a:pathLst>
              <a:path extrusionOk="0" h="497204" w="100329">
                <a:moveTo>
                  <a:pt x="99822" y="21336"/>
                </a:moveTo>
                <a:lnTo>
                  <a:pt x="92737" y="17037"/>
                </a:lnTo>
                <a:lnTo>
                  <a:pt x="86010" y="13239"/>
                </a:lnTo>
                <a:lnTo>
                  <a:pt x="79140" y="9870"/>
                </a:lnTo>
                <a:lnTo>
                  <a:pt x="71628" y="6858"/>
                </a:lnTo>
                <a:lnTo>
                  <a:pt x="63246" y="3048"/>
                </a:lnTo>
                <a:lnTo>
                  <a:pt x="55626" y="762"/>
                </a:lnTo>
                <a:lnTo>
                  <a:pt x="47244" y="762"/>
                </a:lnTo>
                <a:lnTo>
                  <a:pt x="37338" y="0"/>
                </a:lnTo>
                <a:lnTo>
                  <a:pt x="12477" y="33016"/>
                </a:lnTo>
                <a:lnTo>
                  <a:pt x="10858" y="56304"/>
                </a:lnTo>
                <a:lnTo>
                  <a:pt x="11430" y="70770"/>
                </a:lnTo>
                <a:lnTo>
                  <a:pt x="21193" y="116074"/>
                </a:lnTo>
                <a:lnTo>
                  <a:pt x="33575" y="149530"/>
                </a:lnTo>
                <a:lnTo>
                  <a:pt x="39624" y="166116"/>
                </a:lnTo>
                <a:lnTo>
                  <a:pt x="51054" y="207264"/>
                </a:lnTo>
                <a:lnTo>
                  <a:pt x="51339" y="218182"/>
                </a:lnTo>
                <a:lnTo>
                  <a:pt x="49911" y="228314"/>
                </a:lnTo>
                <a:lnTo>
                  <a:pt x="29718" y="263747"/>
                </a:lnTo>
                <a:lnTo>
                  <a:pt x="15240" y="278130"/>
                </a:lnTo>
                <a:lnTo>
                  <a:pt x="10668" y="283464"/>
                </a:lnTo>
                <a:lnTo>
                  <a:pt x="1524" y="290322"/>
                </a:lnTo>
                <a:lnTo>
                  <a:pt x="762" y="297942"/>
                </a:lnTo>
                <a:lnTo>
                  <a:pt x="0" y="303276"/>
                </a:lnTo>
                <a:lnTo>
                  <a:pt x="5334" y="305562"/>
                </a:lnTo>
                <a:lnTo>
                  <a:pt x="9144" y="307848"/>
                </a:lnTo>
                <a:lnTo>
                  <a:pt x="16002" y="312420"/>
                </a:lnTo>
                <a:lnTo>
                  <a:pt x="23622" y="316992"/>
                </a:lnTo>
                <a:lnTo>
                  <a:pt x="28956" y="322326"/>
                </a:lnTo>
                <a:lnTo>
                  <a:pt x="33909" y="327171"/>
                </a:lnTo>
                <a:lnTo>
                  <a:pt x="38290" y="332517"/>
                </a:lnTo>
                <a:lnTo>
                  <a:pt x="48267" y="369820"/>
                </a:lnTo>
                <a:lnTo>
                  <a:pt x="47244" y="377952"/>
                </a:lnTo>
                <a:lnTo>
                  <a:pt x="44434" y="388572"/>
                </a:lnTo>
                <a:lnTo>
                  <a:pt x="40195" y="398907"/>
                </a:lnTo>
                <a:lnTo>
                  <a:pt x="35671" y="409241"/>
                </a:lnTo>
                <a:lnTo>
                  <a:pt x="32004" y="419862"/>
                </a:lnTo>
                <a:lnTo>
                  <a:pt x="31015" y="426839"/>
                </a:lnTo>
                <a:lnTo>
                  <a:pt x="30384" y="433959"/>
                </a:lnTo>
                <a:lnTo>
                  <a:pt x="30182" y="441078"/>
                </a:lnTo>
                <a:lnTo>
                  <a:pt x="30480" y="448056"/>
                </a:lnTo>
                <a:lnTo>
                  <a:pt x="48768" y="486156"/>
                </a:lnTo>
                <a:lnTo>
                  <a:pt x="66294" y="496824"/>
                </a:lnTo>
                <a:lnTo>
                  <a:pt x="72390" y="495300"/>
                </a:lnTo>
                <a:lnTo>
                  <a:pt x="79248" y="492252"/>
                </a:lnTo>
                <a:lnTo>
                  <a:pt x="82296" y="490728"/>
                </a:lnTo>
                <a:lnTo>
                  <a:pt x="85344" y="485394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3" name="Google Shape;653;p5"/>
          <p:cNvGrpSpPr/>
          <p:nvPr/>
        </p:nvGrpSpPr>
        <p:grpSpPr>
          <a:xfrm>
            <a:off x="7783830" y="4013454"/>
            <a:ext cx="99060" cy="141097"/>
            <a:chOff x="7783830" y="4013454"/>
            <a:chExt cx="99060" cy="141097"/>
          </a:xfrm>
        </p:grpSpPr>
        <p:sp>
          <p:nvSpPr>
            <p:cNvPr id="654" name="Google Shape;654;p5"/>
            <p:cNvSpPr/>
            <p:nvPr/>
          </p:nvSpPr>
          <p:spPr>
            <a:xfrm>
              <a:off x="7783830" y="4013454"/>
              <a:ext cx="55244" cy="74930"/>
            </a:xfrm>
            <a:custGeom>
              <a:rect b="b" l="l" r="r" t="t"/>
              <a:pathLst>
                <a:path extrusionOk="0" h="74929" w="55245">
                  <a:moveTo>
                    <a:pt x="0" y="6096"/>
                  </a:moveTo>
                  <a:lnTo>
                    <a:pt x="7620" y="6096"/>
                  </a:lnTo>
                  <a:lnTo>
                    <a:pt x="15240" y="6858"/>
                  </a:lnTo>
                  <a:lnTo>
                    <a:pt x="22860" y="5334"/>
                  </a:lnTo>
                  <a:lnTo>
                    <a:pt x="29146" y="4286"/>
                  </a:lnTo>
                  <a:lnTo>
                    <a:pt x="35433" y="2667"/>
                  </a:lnTo>
                  <a:lnTo>
                    <a:pt x="41719" y="1047"/>
                  </a:lnTo>
                  <a:lnTo>
                    <a:pt x="48006" y="0"/>
                  </a:lnTo>
                  <a:lnTo>
                    <a:pt x="51053" y="0"/>
                  </a:lnTo>
                  <a:lnTo>
                    <a:pt x="51816" y="0"/>
                  </a:lnTo>
                  <a:lnTo>
                    <a:pt x="54864" y="762"/>
                  </a:lnTo>
                  <a:lnTo>
                    <a:pt x="54852" y="8893"/>
                  </a:lnTo>
                  <a:lnTo>
                    <a:pt x="54768" y="17240"/>
                  </a:lnTo>
                  <a:lnTo>
                    <a:pt x="54542" y="25729"/>
                  </a:lnTo>
                  <a:lnTo>
                    <a:pt x="54102" y="34290"/>
                  </a:lnTo>
                  <a:lnTo>
                    <a:pt x="53340" y="41910"/>
                  </a:lnTo>
                  <a:lnTo>
                    <a:pt x="52578" y="50292"/>
                  </a:lnTo>
                  <a:lnTo>
                    <a:pt x="51816" y="58674"/>
                  </a:lnTo>
                  <a:lnTo>
                    <a:pt x="51816" y="63246"/>
                  </a:lnTo>
                  <a:lnTo>
                    <a:pt x="51816" y="67818"/>
                  </a:lnTo>
                  <a:lnTo>
                    <a:pt x="51054" y="72390"/>
                  </a:lnTo>
                  <a:lnTo>
                    <a:pt x="51054" y="73914"/>
                  </a:lnTo>
                  <a:lnTo>
                    <a:pt x="51054" y="74676"/>
                  </a:lnTo>
                  <a:lnTo>
                    <a:pt x="50292" y="7391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5"/>
            <p:cNvSpPr/>
            <p:nvPr/>
          </p:nvSpPr>
          <p:spPr>
            <a:xfrm>
              <a:off x="7848600" y="4098036"/>
              <a:ext cx="34290" cy="56515"/>
            </a:xfrm>
            <a:custGeom>
              <a:rect b="b" l="l" r="r" t="t"/>
              <a:pathLst>
                <a:path extrusionOk="0" h="56514" w="34290">
                  <a:moveTo>
                    <a:pt x="34290" y="0"/>
                  </a:moveTo>
                  <a:lnTo>
                    <a:pt x="29718" y="8012"/>
                  </a:lnTo>
                  <a:lnTo>
                    <a:pt x="25146" y="16097"/>
                  </a:lnTo>
                  <a:lnTo>
                    <a:pt x="20574" y="24324"/>
                  </a:lnTo>
                  <a:lnTo>
                    <a:pt x="16002" y="32766"/>
                  </a:lnTo>
                  <a:lnTo>
                    <a:pt x="12108" y="38921"/>
                  </a:lnTo>
                  <a:lnTo>
                    <a:pt x="8286" y="44862"/>
                  </a:lnTo>
                  <a:lnTo>
                    <a:pt x="4321" y="50661"/>
                  </a:lnTo>
                  <a:lnTo>
                    <a:pt x="0" y="5638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6" name="Google Shape;656;p5"/>
          <p:cNvGrpSpPr/>
          <p:nvPr/>
        </p:nvGrpSpPr>
        <p:grpSpPr>
          <a:xfrm>
            <a:off x="7944599" y="3930383"/>
            <a:ext cx="161569" cy="164617"/>
            <a:chOff x="7944599" y="3930383"/>
            <a:chExt cx="161569" cy="164617"/>
          </a:xfrm>
        </p:grpSpPr>
        <p:pic>
          <p:nvPicPr>
            <p:cNvPr id="657" name="Google Shape;657;p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7944599" y="3988295"/>
              <a:ext cx="66319" cy="990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8" name="Google Shape;658;p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032991" y="3930383"/>
              <a:ext cx="73177" cy="1646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9" name="Google Shape;659;p5"/>
          <p:cNvSpPr/>
          <p:nvPr/>
        </p:nvSpPr>
        <p:spPr>
          <a:xfrm>
            <a:off x="7755826" y="3967734"/>
            <a:ext cx="93980" cy="205740"/>
          </a:xfrm>
          <a:custGeom>
            <a:rect b="b" l="l" r="r" t="t"/>
            <a:pathLst>
              <a:path extrusionOk="0" h="205739" w="93979">
                <a:moveTo>
                  <a:pt x="36385" y="0"/>
                </a:moveTo>
                <a:lnTo>
                  <a:pt x="8941" y="30908"/>
                </a:lnTo>
                <a:lnTo>
                  <a:pt x="1333" y="71628"/>
                </a:lnTo>
                <a:lnTo>
                  <a:pt x="0" y="111252"/>
                </a:lnTo>
                <a:lnTo>
                  <a:pt x="1119" y="131421"/>
                </a:lnTo>
                <a:lnTo>
                  <a:pt x="15716" y="179641"/>
                </a:lnTo>
                <a:lnTo>
                  <a:pt x="51744" y="204704"/>
                </a:lnTo>
                <a:lnTo>
                  <a:pt x="65722" y="205644"/>
                </a:lnTo>
                <a:lnTo>
                  <a:pt x="79700" y="204156"/>
                </a:lnTo>
                <a:lnTo>
                  <a:pt x="93535" y="201168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5"/>
          <p:cNvSpPr/>
          <p:nvPr/>
        </p:nvSpPr>
        <p:spPr>
          <a:xfrm>
            <a:off x="8219693" y="4100321"/>
            <a:ext cx="26670" cy="64135"/>
          </a:xfrm>
          <a:custGeom>
            <a:rect b="b" l="l" r="r" t="t"/>
            <a:pathLst>
              <a:path extrusionOk="0" h="64135" w="26670">
                <a:moveTo>
                  <a:pt x="16001" y="0"/>
                </a:moveTo>
                <a:lnTo>
                  <a:pt x="20133" y="7191"/>
                </a:lnTo>
                <a:lnTo>
                  <a:pt x="23336" y="13525"/>
                </a:lnTo>
                <a:lnTo>
                  <a:pt x="25538" y="20145"/>
                </a:lnTo>
                <a:lnTo>
                  <a:pt x="26669" y="28194"/>
                </a:lnTo>
                <a:lnTo>
                  <a:pt x="26634" y="35528"/>
                </a:lnTo>
                <a:lnTo>
                  <a:pt x="7619" y="62484"/>
                </a:lnTo>
                <a:lnTo>
                  <a:pt x="0" y="64008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1" name="Google Shape;661;p5"/>
          <p:cNvGrpSpPr/>
          <p:nvPr/>
        </p:nvGrpSpPr>
        <p:grpSpPr>
          <a:xfrm>
            <a:off x="8432350" y="3891521"/>
            <a:ext cx="374095" cy="239293"/>
            <a:chOff x="8432350" y="3891521"/>
            <a:chExt cx="374095" cy="239293"/>
          </a:xfrm>
        </p:grpSpPr>
        <p:pic>
          <p:nvPicPr>
            <p:cNvPr id="662" name="Google Shape;662;p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8432350" y="3926573"/>
              <a:ext cx="70057" cy="150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3" name="Google Shape;663;p5"/>
            <p:cNvSpPr/>
            <p:nvPr/>
          </p:nvSpPr>
          <p:spPr>
            <a:xfrm>
              <a:off x="8537447" y="3946398"/>
              <a:ext cx="5080" cy="54610"/>
            </a:xfrm>
            <a:custGeom>
              <a:rect b="b" l="l" r="r" t="t"/>
              <a:pathLst>
                <a:path extrusionOk="0" h="54610" w="5079">
                  <a:moveTo>
                    <a:pt x="0" y="0"/>
                  </a:moveTo>
                  <a:lnTo>
                    <a:pt x="250" y="7310"/>
                  </a:lnTo>
                  <a:lnTo>
                    <a:pt x="857" y="14477"/>
                  </a:lnTo>
                  <a:lnTo>
                    <a:pt x="1607" y="21645"/>
                  </a:lnTo>
                  <a:lnTo>
                    <a:pt x="2286" y="28956"/>
                  </a:lnTo>
                  <a:lnTo>
                    <a:pt x="3048" y="37338"/>
                  </a:lnTo>
                  <a:lnTo>
                    <a:pt x="4572" y="45720"/>
                  </a:lnTo>
                  <a:lnTo>
                    <a:pt x="4572" y="5410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"/>
            <p:cNvSpPr/>
            <p:nvPr/>
          </p:nvSpPr>
          <p:spPr>
            <a:xfrm>
              <a:off x="8558021" y="4030980"/>
              <a:ext cx="22225" cy="38100"/>
            </a:xfrm>
            <a:custGeom>
              <a:rect b="b" l="l" r="r" t="t"/>
              <a:pathLst>
                <a:path extrusionOk="0" h="38100" w="22225">
                  <a:moveTo>
                    <a:pt x="22098" y="0"/>
                  </a:moveTo>
                  <a:lnTo>
                    <a:pt x="4572" y="35814"/>
                  </a:lnTo>
                  <a:lnTo>
                    <a:pt x="0" y="3810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5"/>
            <p:cNvSpPr/>
            <p:nvPr/>
          </p:nvSpPr>
          <p:spPr>
            <a:xfrm>
              <a:off x="8637269" y="3951732"/>
              <a:ext cx="7620" cy="73660"/>
            </a:xfrm>
            <a:custGeom>
              <a:rect b="b" l="l" r="r" t="t"/>
              <a:pathLst>
                <a:path extrusionOk="0" h="73660" w="7620">
                  <a:moveTo>
                    <a:pt x="0" y="0"/>
                  </a:moveTo>
                  <a:lnTo>
                    <a:pt x="6858" y="41910"/>
                  </a:lnTo>
                  <a:lnTo>
                    <a:pt x="7048" y="56007"/>
                  </a:lnTo>
                  <a:lnTo>
                    <a:pt x="6858" y="63126"/>
                  </a:lnTo>
                  <a:lnTo>
                    <a:pt x="6096" y="70104"/>
                  </a:lnTo>
                  <a:lnTo>
                    <a:pt x="6096" y="71628"/>
                  </a:lnTo>
                  <a:lnTo>
                    <a:pt x="5334" y="72390"/>
                  </a:lnTo>
                  <a:lnTo>
                    <a:pt x="5334" y="7315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66" name="Google Shape;666;p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8673832" y="3891521"/>
              <a:ext cx="132613" cy="2392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7" name="Google Shape;667;p5"/>
          <p:cNvGrpSpPr/>
          <p:nvPr/>
        </p:nvGrpSpPr>
        <p:grpSpPr>
          <a:xfrm>
            <a:off x="8905981" y="3843515"/>
            <a:ext cx="367570" cy="218072"/>
            <a:chOff x="8905981" y="3843515"/>
            <a:chExt cx="367570" cy="218072"/>
          </a:xfrm>
        </p:grpSpPr>
        <p:sp>
          <p:nvSpPr>
            <p:cNvPr id="668" name="Google Shape;668;p5"/>
            <p:cNvSpPr/>
            <p:nvPr/>
          </p:nvSpPr>
          <p:spPr>
            <a:xfrm>
              <a:off x="8932925" y="3972306"/>
              <a:ext cx="51435" cy="2540"/>
            </a:xfrm>
            <a:custGeom>
              <a:rect b="b" l="l" r="r" t="t"/>
              <a:pathLst>
                <a:path extrusionOk="0" h="2539" w="51434">
                  <a:moveTo>
                    <a:pt x="0" y="762"/>
                  </a:moveTo>
                  <a:lnTo>
                    <a:pt x="7750" y="1643"/>
                  </a:lnTo>
                  <a:lnTo>
                    <a:pt x="15144" y="2095"/>
                  </a:lnTo>
                  <a:lnTo>
                    <a:pt x="22395" y="2262"/>
                  </a:lnTo>
                  <a:lnTo>
                    <a:pt x="29718" y="2286"/>
                  </a:lnTo>
                  <a:lnTo>
                    <a:pt x="37338" y="2286"/>
                  </a:lnTo>
                  <a:lnTo>
                    <a:pt x="44196" y="2286"/>
                  </a:lnTo>
                  <a:lnTo>
                    <a:pt x="51053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"/>
            <p:cNvSpPr/>
            <p:nvPr/>
          </p:nvSpPr>
          <p:spPr>
            <a:xfrm>
              <a:off x="9023603" y="3926586"/>
              <a:ext cx="6985" cy="55244"/>
            </a:xfrm>
            <a:custGeom>
              <a:rect b="b" l="l" r="r" t="t"/>
              <a:pathLst>
                <a:path extrusionOk="0" h="55245" w="6984">
                  <a:moveTo>
                    <a:pt x="0" y="0"/>
                  </a:moveTo>
                  <a:lnTo>
                    <a:pt x="928" y="8322"/>
                  </a:lnTo>
                  <a:lnTo>
                    <a:pt x="2286" y="16287"/>
                  </a:lnTo>
                  <a:lnTo>
                    <a:pt x="3643" y="24110"/>
                  </a:lnTo>
                  <a:lnTo>
                    <a:pt x="4572" y="32004"/>
                  </a:lnTo>
                  <a:lnTo>
                    <a:pt x="5334" y="39624"/>
                  </a:lnTo>
                  <a:lnTo>
                    <a:pt x="6096" y="47244"/>
                  </a:lnTo>
                  <a:lnTo>
                    <a:pt x="6858" y="5486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"/>
            <p:cNvSpPr/>
            <p:nvPr/>
          </p:nvSpPr>
          <p:spPr>
            <a:xfrm>
              <a:off x="9041129" y="4017264"/>
              <a:ext cx="27940" cy="36830"/>
            </a:xfrm>
            <a:custGeom>
              <a:rect b="b" l="l" r="r" t="t"/>
              <a:pathLst>
                <a:path extrusionOk="0" h="36829" w="27940">
                  <a:moveTo>
                    <a:pt x="27431" y="0"/>
                  </a:moveTo>
                  <a:lnTo>
                    <a:pt x="6095" y="32766"/>
                  </a:lnTo>
                  <a:lnTo>
                    <a:pt x="2285" y="35052"/>
                  </a:lnTo>
                  <a:lnTo>
                    <a:pt x="0" y="3657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"/>
            <p:cNvSpPr/>
            <p:nvPr/>
          </p:nvSpPr>
          <p:spPr>
            <a:xfrm>
              <a:off x="9107423" y="3937254"/>
              <a:ext cx="41910" cy="6985"/>
            </a:xfrm>
            <a:custGeom>
              <a:rect b="b" l="l" r="r" t="t"/>
              <a:pathLst>
                <a:path extrusionOk="0" h="6985" w="41909">
                  <a:moveTo>
                    <a:pt x="0" y="6858"/>
                  </a:moveTo>
                  <a:lnTo>
                    <a:pt x="6953" y="6715"/>
                  </a:lnTo>
                  <a:lnTo>
                    <a:pt x="13334" y="6286"/>
                  </a:lnTo>
                  <a:lnTo>
                    <a:pt x="19716" y="5572"/>
                  </a:lnTo>
                  <a:lnTo>
                    <a:pt x="26670" y="4572"/>
                  </a:lnTo>
                  <a:lnTo>
                    <a:pt x="32004" y="3810"/>
                  </a:lnTo>
                  <a:lnTo>
                    <a:pt x="36576" y="2286"/>
                  </a:lnTo>
                  <a:lnTo>
                    <a:pt x="41910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"/>
            <p:cNvSpPr/>
            <p:nvPr/>
          </p:nvSpPr>
          <p:spPr>
            <a:xfrm>
              <a:off x="9178289" y="3907536"/>
              <a:ext cx="0" cy="54610"/>
            </a:xfrm>
            <a:custGeom>
              <a:rect b="b" l="l" r="r" t="t"/>
              <a:pathLst>
                <a:path extrusionOk="0" h="54610" w="120000">
                  <a:moveTo>
                    <a:pt x="0" y="0"/>
                  </a:moveTo>
                  <a:lnTo>
                    <a:pt x="0" y="13704"/>
                  </a:lnTo>
                  <a:lnTo>
                    <a:pt x="0" y="27336"/>
                  </a:lnTo>
                  <a:lnTo>
                    <a:pt x="0" y="40826"/>
                  </a:lnTo>
                  <a:lnTo>
                    <a:pt x="0" y="5410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73" name="Google Shape;673;p5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9208756" y="3843515"/>
              <a:ext cx="64795" cy="1394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4" name="Google Shape;674;p5"/>
            <p:cNvSpPr/>
            <p:nvPr/>
          </p:nvSpPr>
          <p:spPr>
            <a:xfrm>
              <a:off x="8905981" y="3871722"/>
              <a:ext cx="112395" cy="189865"/>
            </a:xfrm>
            <a:custGeom>
              <a:rect b="b" l="l" r="r" t="t"/>
              <a:pathLst>
                <a:path extrusionOk="0" h="189864" w="112395">
                  <a:moveTo>
                    <a:pt x="14751" y="0"/>
                  </a:moveTo>
                  <a:lnTo>
                    <a:pt x="3321" y="45720"/>
                  </a:lnTo>
                  <a:lnTo>
                    <a:pt x="0" y="95011"/>
                  </a:lnTo>
                  <a:lnTo>
                    <a:pt x="1035" y="111252"/>
                  </a:lnTo>
                  <a:lnTo>
                    <a:pt x="11703" y="148685"/>
                  </a:lnTo>
                  <a:lnTo>
                    <a:pt x="38373" y="177546"/>
                  </a:lnTo>
                  <a:lnTo>
                    <a:pt x="93237" y="189868"/>
                  </a:lnTo>
                  <a:lnTo>
                    <a:pt x="112287" y="18973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5" name="Google Shape;675;p5"/>
          <p:cNvSpPr/>
          <p:nvPr/>
        </p:nvSpPr>
        <p:spPr>
          <a:xfrm>
            <a:off x="9361169" y="3981450"/>
            <a:ext cx="33655" cy="43180"/>
          </a:xfrm>
          <a:custGeom>
            <a:rect b="b" l="l" r="r" t="t"/>
            <a:pathLst>
              <a:path extrusionOk="0" h="43179" w="33654">
                <a:moveTo>
                  <a:pt x="33527" y="0"/>
                </a:moveTo>
                <a:lnTo>
                  <a:pt x="11810" y="36195"/>
                </a:lnTo>
                <a:lnTo>
                  <a:pt x="6334" y="39862"/>
                </a:lnTo>
                <a:lnTo>
                  <a:pt x="0" y="42672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6" name="Google Shape;676;p5"/>
          <p:cNvGrpSpPr/>
          <p:nvPr/>
        </p:nvGrpSpPr>
        <p:grpSpPr>
          <a:xfrm>
            <a:off x="1085837" y="3112562"/>
            <a:ext cx="8980195" cy="3258532"/>
            <a:chOff x="1085837" y="3112562"/>
            <a:chExt cx="8980195" cy="3258532"/>
          </a:xfrm>
        </p:grpSpPr>
        <p:sp>
          <p:nvSpPr>
            <p:cNvPr id="677" name="Google Shape;677;p5"/>
            <p:cNvSpPr/>
            <p:nvPr/>
          </p:nvSpPr>
          <p:spPr>
            <a:xfrm>
              <a:off x="9589008" y="3859529"/>
              <a:ext cx="10160" cy="60325"/>
            </a:xfrm>
            <a:custGeom>
              <a:rect b="b" l="l" r="r" t="t"/>
              <a:pathLst>
                <a:path extrusionOk="0" h="60325" w="10159">
                  <a:moveTo>
                    <a:pt x="9905" y="0"/>
                  </a:moveTo>
                  <a:lnTo>
                    <a:pt x="3809" y="40386"/>
                  </a:lnTo>
                  <a:lnTo>
                    <a:pt x="1523" y="47244"/>
                  </a:lnTo>
                  <a:lnTo>
                    <a:pt x="761" y="53340"/>
                  </a:lnTo>
                  <a:lnTo>
                    <a:pt x="0" y="6019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"/>
            <p:cNvSpPr/>
            <p:nvPr/>
          </p:nvSpPr>
          <p:spPr>
            <a:xfrm>
              <a:off x="9630918" y="3854195"/>
              <a:ext cx="38100" cy="52069"/>
            </a:xfrm>
            <a:custGeom>
              <a:rect b="b" l="l" r="r" t="t"/>
              <a:pathLst>
                <a:path extrusionOk="0" h="52070" w="38100">
                  <a:moveTo>
                    <a:pt x="0" y="19050"/>
                  </a:moveTo>
                  <a:lnTo>
                    <a:pt x="17526" y="51816"/>
                  </a:lnTo>
                  <a:lnTo>
                    <a:pt x="24384" y="51816"/>
                  </a:lnTo>
                  <a:lnTo>
                    <a:pt x="31242" y="51053"/>
                  </a:lnTo>
                  <a:lnTo>
                    <a:pt x="35814" y="42671"/>
                  </a:lnTo>
                  <a:lnTo>
                    <a:pt x="36576" y="35813"/>
                  </a:lnTo>
                  <a:lnTo>
                    <a:pt x="37719" y="28979"/>
                  </a:lnTo>
                  <a:lnTo>
                    <a:pt x="37719" y="22288"/>
                  </a:lnTo>
                  <a:lnTo>
                    <a:pt x="36576" y="15882"/>
                  </a:lnTo>
                  <a:lnTo>
                    <a:pt x="34290" y="9905"/>
                  </a:lnTo>
                  <a:lnTo>
                    <a:pt x="32004" y="5333"/>
                  </a:lnTo>
                  <a:lnTo>
                    <a:pt x="28193" y="0"/>
                  </a:lnTo>
                  <a:lnTo>
                    <a:pt x="22859" y="2285"/>
                  </a:lnTo>
                  <a:lnTo>
                    <a:pt x="22097" y="3047"/>
                  </a:lnTo>
                  <a:lnTo>
                    <a:pt x="21336" y="380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"/>
            <p:cNvSpPr/>
            <p:nvPr/>
          </p:nvSpPr>
          <p:spPr>
            <a:xfrm>
              <a:off x="9694163" y="3936491"/>
              <a:ext cx="17780" cy="28575"/>
            </a:xfrm>
            <a:custGeom>
              <a:rect b="b" l="l" r="r" t="t"/>
              <a:pathLst>
                <a:path extrusionOk="0" h="28575" w="17779">
                  <a:moveTo>
                    <a:pt x="17525" y="0"/>
                  </a:moveTo>
                  <a:lnTo>
                    <a:pt x="761" y="25908"/>
                  </a:lnTo>
                  <a:lnTo>
                    <a:pt x="761" y="26670"/>
                  </a:lnTo>
                  <a:lnTo>
                    <a:pt x="0" y="2819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"/>
            <p:cNvSpPr/>
            <p:nvPr/>
          </p:nvSpPr>
          <p:spPr>
            <a:xfrm>
              <a:off x="9761220" y="3851147"/>
              <a:ext cx="8890" cy="50800"/>
            </a:xfrm>
            <a:custGeom>
              <a:rect b="b" l="l" r="r" t="t"/>
              <a:pathLst>
                <a:path extrusionOk="0" h="50800" w="8890">
                  <a:moveTo>
                    <a:pt x="8381" y="0"/>
                  </a:moveTo>
                  <a:lnTo>
                    <a:pt x="3047" y="38100"/>
                  </a:lnTo>
                  <a:lnTo>
                    <a:pt x="1523" y="44196"/>
                  </a:lnTo>
                  <a:lnTo>
                    <a:pt x="0" y="5029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81" name="Google Shape;681;p5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9798545" y="3796271"/>
              <a:ext cx="78273" cy="133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2" name="Google Shape;682;p5"/>
            <p:cNvSpPr/>
            <p:nvPr/>
          </p:nvSpPr>
          <p:spPr>
            <a:xfrm>
              <a:off x="9479280" y="3831335"/>
              <a:ext cx="127635" cy="158750"/>
            </a:xfrm>
            <a:custGeom>
              <a:rect b="b" l="l" r="r" t="t"/>
              <a:pathLst>
                <a:path extrusionOk="0" h="158750" w="127634">
                  <a:moveTo>
                    <a:pt x="7620" y="0"/>
                  </a:moveTo>
                  <a:lnTo>
                    <a:pt x="4822" y="15882"/>
                  </a:lnTo>
                  <a:lnTo>
                    <a:pt x="2381" y="31623"/>
                  </a:lnTo>
                  <a:lnTo>
                    <a:pt x="654" y="47363"/>
                  </a:lnTo>
                  <a:lnTo>
                    <a:pt x="0" y="63246"/>
                  </a:lnTo>
                  <a:lnTo>
                    <a:pt x="154" y="80414"/>
                  </a:lnTo>
                  <a:lnTo>
                    <a:pt x="16764" y="126492"/>
                  </a:lnTo>
                  <a:lnTo>
                    <a:pt x="62198" y="154995"/>
                  </a:lnTo>
                  <a:lnTo>
                    <a:pt x="80010" y="158495"/>
                  </a:lnTo>
                  <a:lnTo>
                    <a:pt x="95107" y="158472"/>
                  </a:lnTo>
                  <a:lnTo>
                    <a:pt x="106489" y="158305"/>
                  </a:lnTo>
                  <a:lnTo>
                    <a:pt x="116443" y="157853"/>
                  </a:lnTo>
                  <a:lnTo>
                    <a:pt x="127254" y="15697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"/>
            <p:cNvSpPr/>
            <p:nvPr/>
          </p:nvSpPr>
          <p:spPr>
            <a:xfrm>
              <a:off x="9792461" y="3700129"/>
              <a:ext cx="209550" cy="461645"/>
            </a:xfrm>
            <a:custGeom>
              <a:rect b="b" l="l" r="r" t="t"/>
              <a:pathLst>
                <a:path extrusionOk="0" h="461645" w="209550">
                  <a:moveTo>
                    <a:pt x="111251" y="11572"/>
                  </a:moveTo>
                  <a:lnTo>
                    <a:pt x="117669" y="4381"/>
                  </a:lnTo>
                  <a:lnTo>
                    <a:pt x="123158" y="333"/>
                  </a:lnTo>
                  <a:lnTo>
                    <a:pt x="129361" y="0"/>
                  </a:lnTo>
                  <a:lnTo>
                    <a:pt x="137921" y="3952"/>
                  </a:lnTo>
                  <a:lnTo>
                    <a:pt x="166877" y="40528"/>
                  </a:lnTo>
                  <a:lnTo>
                    <a:pt x="177700" y="89070"/>
                  </a:lnTo>
                  <a:lnTo>
                    <a:pt x="180974" y="143779"/>
                  </a:lnTo>
                  <a:lnTo>
                    <a:pt x="180998" y="162948"/>
                  </a:lnTo>
                  <a:lnTo>
                    <a:pt x="180593" y="182260"/>
                  </a:lnTo>
                  <a:lnTo>
                    <a:pt x="180129" y="196095"/>
                  </a:lnTo>
                  <a:lnTo>
                    <a:pt x="179165" y="210073"/>
                  </a:lnTo>
                  <a:lnTo>
                    <a:pt x="178343" y="224051"/>
                  </a:lnTo>
                  <a:lnTo>
                    <a:pt x="183641" y="264556"/>
                  </a:lnTo>
                  <a:lnTo>
                    <a:pt x="197357" y="273700"/>
                  </a:lnTo>
                  <a:lnTo>
                    <a:pt x="201167" y="275224"/>
                  </a:lnTo>
                  <a:lnTo>
                    <a:pt x="204977" y="275986"/>
                  </a:lnTo>
                  <a:lnTo>
                    <a:pt x="208787" y="275986"/>
                  </a:lnTo>
                  <a:lnTo>
                    <a:pt x="209549" y="275986"/>
                  </a:lnTo>
                  <a:lnTo>
                    <a:pt x="205739" y="279034"/>
                  </a:lnTo>
                  <a:lnTo>
                    <a:pt x="168282" y="310526"/>
                  </a:lnTo>
                  <a:lnTo>
                    <a:pt x="155662" y="353425"/>
                  </a:lnTo>
                  <a:lnTo>
                    <a:pt x="155221" y="377654"/>
                  </a:lnTo>
                  <a:lnTo>
                    <a:pt x="155352" y="391144"/>
                  </a:lnTo>
                  <a:lnTo>
                    <a:pt x="155340" y="404776"/>
                  </a:lnTo>
                  <a:lnTo>
                    <a:pt x="144017" y="445912"/>
                  </a:lnTo>
                  <a:lnTo>
                    <a:pt x="107191" y="459866"/>
                  </a:lnTo>
                  <a:lnTo>
                    <a:pt x="77723" y="461152"/>
                  </a:lnTo>
                  <a:lnTo>
                    <a:pt x="64841" y="461057"/>
                  </a:lnTo>
                  <a:lnTo>
                    <a:pt x="18966" y="450603"/>
                  </a:lnTo>
                  <a:lnTo>
                    <a:pt x="6226" y="438554"/>
                  </a:lnTo>
                  <a:lnTo>
                    <a:pt x="0" y="43067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84" name="Google Shape;684;p5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085837" y="3112562"/>
              <a:ext cx="8980195" cy="32585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8333" y="3864851"/>
            <a:ext cx="204241" cy="118135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6"/>
          <p:cNvSpPr/>
          <p:nvPr/>
        </p:nvSpPr>
        <p:spPr>
          <a:xfrm>
            <a:off x="6835140" y="3893820"/>
            <a:ext cx="52705" cy="5080"/>
          </a:xfrm>
          <a:custGeom>
            <a:rect b="b" l="l" r="r" t="t"/>
            <a:pathLst>
              <a:path extrusionOk="0" h="5079" w="52704">
                <a:moveTo>
                  <a:pt x="0" y="3810"/>
                </a:moveTo>
                <a:lnTo>
                  <a:pt x="9144" y="4345"/>
                </a:lnTo>
                <a:lnTo>
                  <a:pt x="18288" y="4667"/>
                </a:lnTo>
                <a:lnTo>
                  <a:pt x="27432" y="4560"/>
                </a:lnTo>
                <a:lnTo>
                  <a:pt x="36576" y="3810"/>
                </a:lnTo>
                <a:lnTo>
                  <a:pt x="42672" y="3048"/>
                </a:lnTo>
                <a:lnTo>
                  <a:pt x="47244" y="2286"/>
                </a:lnTo>
                <a:lnTo>
                  <a:pt x="52577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1" name="Google Shape;691;p6"/>
          <p:cNvGrpSpPr/>
          <p:nvPr/>
        </p:nvGrpSpPr>
        <p:grpSpPr>
          <a:xfrm>
            <a:off x="6974573" y="3433381"/>
            <a:ext cx="407048" cy="542925"/>
            <a:chOff x="6974573" y="3433381"/>
            <a:chExt cx="407048" cy="542925"/>
          </a:xfrm>
        </p:grpSpPr>
        <p:pic>
          <p:nvPicPr>
            <p:cNvPr id="692" name="Google Shape;692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74573" y="3822250"/>
              <a:ext cx="78511" cy="97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3" name="Google Shape;693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75932" y="3801605"/>
              <a:ext cx="175272" cy="1134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4" name="Google Shape;694;p6"/>
            <p:cNvSpPr/>
            <p:nvPr/>
          </p:nvSpPr>
          <p:spPr>
            <a:xfrm>
              <a:off x="7245096" y="3433381"/>
              <a:ext cx="136525" cy="542925"/>
            </a:xfrm>
            <a:custGeom>
              <a:rect b="b" l="l" r="r" t="t"/>
              <a:pathLst>
                <a:path extrusionOk="0" h="542925" w="136525">
                  <a:moveTo>
                    <a:pt x="0" y="25336"/>
                  </a:moveTo>
                  <a:lnTo>
                    <a:pt x="10739" y="22145"/>
                  </a:lnTo>
                  <a:lnTo>
                    <a:pt x="21336" y="19240"/>
                  </a:lnTo>
                  <a:lnTo>
                    <a:pt x="31932" y="16335"/>
                  </a:lnTo>
                  <a:lnTo>
                    <a:pt x="77283" y="4893"/>
                  </a:lnTo>
                  <a:lnTo>
                    <a:pt x="89154" y="2476"/>
                  </a:lnTo>
                  <a:lnTo>
                    <a:pt x="95154" y="1095"/>
                  </a:lnTo>
                  <a:lnTo>
                    <a:pt x="102870" y="0"/>
                  </a:lnTo>
                  <a:lnTo>
                    <a:pt x="110585" y="333"/>
                  </a:lnTo>
                  <a:lnTo>
                    <a:pt x="116586" y="3238"/>
                  </a:lnTo>
                  <a:lnTo>
                    <a:pt x="121634" y="13073"/>
                  </a:lnTo>
                  <a:lnTo>
                    <a:pt x="123825" y="25908"/>
                  </a:lnTo>
                  <a:lnTo>
                    <a:pt x="124301" y="39028"/>
                  </a:lnTo>
                  <a:lnTo>
                    <a:pt x="124205" y="49720"/>
                  </a:lnTo>
                  <a:lnTo>
                    <a:pt x="126158" y="103560"/>
                  </a:lnTo>
                  <a:lnTo>
                    <a:pt x="127825" y="157543"/>
                  </a:lnTo>
                  <a:lnTo>
                    <a:pt x="129778" y="211526"/>
                  </a:lnTo>
                  <a:lnTo>
                    <a:pt x="132588" y="265366"/>
                  </a:lnTo>
                  <a:lnTo>
                    <a:pt x="134147" y="293250"/>
                  </a:lnTo>
                  <a:lnTo>
                    <a:pt x="135350" y="320992"/>
                  </a:lnTo>
                  <a:lnTo>
                    <a:pt x="136124" y="348734"/>
                  </a:lnTo>
                  <a:lnTo>
                    <a:pt x="136398" y="376618"/>
                  </a:lnTo>
                  <a:lnTo>
                    <a:pt x="136195" y="399799"/>
                  </a:lnTo>
                  <a:lnTo>
                    <a:pt x="134778" y="422624"/>
                  </a:lnTo>
                  <a:lnTo>
                    <a:pt x="132647" y="445305"/>
                  </a:lnTo>
                  <a:lnTo>
                    <a:pt x="130302" y="468058"/>
                  </a:lnTo>
                  <a:lnTo>
                    <a:pt x="128861" y="481774"/>
                  </a:lnTo>
                  <a:lnTo>
                    <a:pt x="127920" y="495490"/>
                  </a:lnTo>
                  <a:lnTo>
                    <a:pt x="127408" y="509206"/>
                  </a:lnTo>
                  <a:lnTo>
                    <a:pt x="127254" y="522922"/>
                  </a:lnTo>
                  <a:lnTo>
                    <a:pt x="127254" y="529018"/>
                  </a:lnTo>
                  <a:lnTo>
                    <a:pt x="127254" y="535114"/>
                  </a:lnTo>
                  <a:lnTo>
                    <a:pt x="127254" y="541210"/>
                  </a:lnTo>
                  <a:lnTo>
                    <a:pt x="127254" y="541972"/>
                  </a:lnTo>
                  <a:lnTo>
                    <a:pt x="127254" y="542734"/>
                  </a:lnTo>
                  <a:lnTo>
                    <a:pt x="122682" y="541210"/>
                  </a:lnTo>
                  <a:lnTo>
                    <a:pt x="116586" y="538162"/>
                  </a:lnTo>
                  <a:lnTo>
                    <a:pt x="111252" y="536638"/>
                  </a:lnTo>
                  <a:lnTo>
                    <a:pt x="100965" y="534888"/>
                  </a:lnTo>
                  <a:lnTo>
                    <a:pt x="90678" y="534066"/>
                  </a:lnTo>
                  <a:lnTo>
                    <a:pt x="80391" y="533959"/>
                  </a:lnTo>
                  <a:lnTo>
                    <a:pt x="70104" y="534352"/>
                  </a:lnTo>
                  <a:lnTo>
                    <a:pt x="62686" y="534483"/>
                  </a:lnTo>
                  <a:lnTo>
                    <a:pt x="55340" y="534828"/>
                  </a:lnTo>
                  <a:lnTo>
                    <a:pt x="48136" y="535316"/>
                  </a:lnTo>
                  <a:lnTo>
                    <a:pt x="41148" y="53587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5" name="Google Shape;695;p6"/>
          <p:cNvGrpSpPr/>
          <p:nvPr/>
        </p:nvGrpSpPr>
        <p:grpSpPr>
          <a:xfrm>
            <a:off x="6558521" y="3594650"/>
            <a:ext cx="150381" cy="122893"/>
            <a:chOff x="6558521" y="3594650"/>
            <a:chExt cx="150381" cy="122893"/>
          </a:xfrm>
        </p:grpSpPr>
        <p:pic>
          <p:nvPicPr>
            <p:cNvPr id="696" name="Google Shape;696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58521" y="3594650"/>
              <a:ext cx="109753" cy="97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7" name="Google Shape;697;p6"/>
            <p:cNvSpPr/>
            <p:nvPr/>
          </p:nvSpPr>
          <p:spPr>
            <a:xfrm>
              <a:off x="6702552" y="3666743"/>
              <a:ext cx="6350" cy="50800"/>
            </a:xfrm>
            <a:custGeom>
              <a:rect b="b" l="l" r="r" t="t"/>
              <a:pathLst>
                <a:path extrusionOk="0" h="50800" w="6350">
                  <a:moveTo>
                    <a:pt x="0" y="0"/>
                  </a:moveTo>
                  <a:lnTo>
                    <a:pt x="6096" y="39624"/>
                  </a:lnTo>
                  <a:lnTo>
                    <a:pt x="6096" y="44958"/>
                  </a:lnTo>
                  <a:lnTo>
                    <a:pt x="6096" y="5029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8" name="Google Shape;698;p6"/>
          <p:cNvSpPr/>
          <p:nvPr/>
        </p:nvSpPr>
        <p:spPr>
          <a:xfrm>
            <a:off x="6782561" y="3627882"/>
            <a:ext cx="52069" cy="6350"/>
          </a:xfrm>
          <a:custGeom>
            <a:rect b="b" l="l" r="r" t="t"/>
            <a:pathLst>
              <a:path extrusionOk="0" h="6350" w="52070">
                <a:moveTo>
                  <a:pt x="0" y="5334"/>
                </a:moveTo>
                <a:lnTo>
                  <a:pt x="10287" y="5857"/>
                </a:lnTo>
                <a:lnTo>
                  <a:pt x="20574" y="6096"/>
                </a:lnTo>
                <a:lnTo>
                  <a:pt x="30861" y="5762"/>
                </a:lnTo>
                <a:lnTo>
                  <a:pt x="41148" y="4572"/>
                </a:lnTo>
                <a:lnTo>
                  <a:pt x="46482" y="3810"/>
                </a:lnTo>
                <a:lnTo>
                  <a:pt x="48006" y="3048"/>
                </a:lnTo>
                <a:lnTo>
                  <a:pt x="51816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9" name="Google Shape;699;p6"/>
          <p:cNvGrpSpPr/>
          <p:nvPr/>
        </p:nvGrpSpPr>
        <p:grpSpPr>
          <a:xfrm>
            <a:off x="6908672" y="3555479"/>
            <a:ext cx="273431" cy="103657"/>
            <a:chOff x="6908672" y="3555479"/>
            <a:chExt cx="273431" cy="103657"/>
          </a:xfrm>
        </p:grpSpPr>
        <p:pic>
          <p:nvPicPr>
            <p:cNvPr id="700" name="Google Shape;700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908672" y="3568433"/>
              <a:ext cx="77356" cy="907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" name="Google Shape;701;p6"/>
            <p:cNvSpPr/>
            <p:nvPr/>
          </p:nvSpPr>
          <p:spPr>
            <a:xfrm>
              <a:off x="7007351" y="360807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048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2" name="Google Shape;702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050773" y="3555479"/>
              <a:ext cx="85655" cy="77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3" name="Google Shape;703;p6"/>
            <p:cNvSpPr/>
            <p:nvPr/>
          </p:nvSpPr>
          <p:spPr>
            <a:xfrm>
              <a:off x="7175753" y="3582924"/>
              <a:ext cx="6350" cy="54610"/>
            </a:xfrm>
            <a:custGeom>
              <a:rect b="b" l="l" r="r" t="t"/>
              <a:pathLst>
                <a:path extrusionOk="0" h="54610" w="6350">
                  <a:moveTo>
                    <a:pt x="0" y="0"/>
                  </a:moveTo>
                  <a:lnTo>
                    <a:pt x="5334" y="39624"/>
                  </a:lnTo>
                  <a:lnTo>
                    <a:pt x="6096" y="47244"/>
                  </a:lnTo>
                  <a:lnTo>
                    <a:pt x="3048" y="5410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4" name="Google Shape;704;p6"/>
          <p:cNvSpPr/>
          <p:nvPr/>
        </p:nvSpPr>
        <p:spPr>
          <a:xfrm>
            <a:off x="6401180" y="3543300"/>
            <a:ext cx="165735" cy="529590"/>
          </a:xfrm>
          <a:custGeom>
            <a:rect b="b" l="l" r="r" t="t"/>
            <a:pathLst>
              <a:path extrusionOk="0" h="529589" w="165734">
                <a:moveTo>
                  <a:pt x="91059" y="0"/>
                </a:moveTo>
                <a:lnTo>
                  <a:pt x="43053" y="1524"/>
                </a:lnTo>
                <a:lnTo>
                  <a:pt x="1666" y="17442"/>
                </a:lnTo>
                <a:lnTo>
                  <a:pt x="0" y="27336"/>
                </a:lnTo>
                <a:lnTo>
                  <a:pt x="47" y="37659"/>
                </a:lnTo>
                <a:lnTo>
                  <a:pt x="381" y="46482"/>
                </a:lnTo>
                <a:lnTo>
                  <a:pt x="678" y="69663"/>
                </a:lnTo>
                <a:lnTo>
                  <a:pt x="3274" y="115169"/>
                </a:lnTo>
                <a:lnTo>
                  <a:pt x="10001" y="170235"/>
                </a:lnTo>
                <a:lnTo>
                  <a:pt x="20288" y="233719"/>
                </a:lnTo>
                <a:lnTo>
                  <a:pt x="26289" y="265176"/>
                </a:lnTo>
                <a:lnTo>
                  <a:pt x="31682" y="293620"/>
                </a:lnTo>
                <a:lnTo>
                  <a:pt x="37433" y="321849"/>
                </a:lnTo>
                <a:lnTo>
                  <a:pt x="43326" y="349936"/>
                </a:lnTo>
                <a:lnTo>
                  <a:pt x="49149" y="377952"/>
                </a:lnTo>
                <a:lnTo>
                  <a:pt x="56769" y="418052"/>
                </a:lnTo>
                <a:lnTo>
                  <a:pt x="62103" y="458723"/>
                </a:lnTo>
                <a:lnTo>
                  <a:pt x="63603" y="499872"/>
                </a:lnTo>
                <a:lnTo>
                  <a:pt x="63627" y="513588"/>
                </a:lnTo>
                <a:lnTo>
                  <a:pt x="63627" y="518159"/>
                </a:lnTo>
                <a:lnTo>
                  <a:pt x="63627" y="525780"/>
                </a:lnTo>
                <a:lnTo>
                  <a:pt x="64389" y="529590"/>
                </a:lnTo>
                <a:lnTo>
                  <a:pt x="66675" y="526542"/>
                </a:lnTo>
                <a:lnTo>
                  <a:pt x="68199" y="521208"/>
                </a:lnTo>
                <a:lnTo>
                  <a:pt x="72009" y="518922"/>
                </a:lnTo>
                <a:lnTo>
                  <a:pt x="117086" y="511849"/>
                </a:lnTo>
                <a:lnTo>
                  <a:pt x="133350" y="512064"/>
                </a:lnTo>
                <a:lnTo>
                  <a:pt x="149613" y="512278"/>
                </a:lnTo>
                <a:lnTo>
                  <a:pt x="165735" y="512064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5" name="Google Shape;70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2450" y="3587483"/>
            <a:ext cx="144043" cy="90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6" name="Google Shape;706;p6"/>
          <p:cNvGrpSpPr/>
          <p:nvPr/>
        </p:nvGrpSpPr>
        <p:grpSpPr>
          <a:xfrm>
            <a:off x="7899641" y="3482803"/>
            <a:ext cx="618769" cy="206206"/>
            <a:chOff x="7899641" y="3482803"/>
            <a:chExt cx="618769" cy="206206"/>
          </a:xfrm>
        </p:grpSpPr>
        <p:pic>
          <p:nvPicPr>
            <p:cNvPr id="707" name="Google Shape;707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899641" y="3500615"/>
              <a:ext cx="102133" cy="188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8" name="Google Shape;708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026323" y="3496995"/>
              <a:ext cx="267296" cy="1766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9" name="Google Shape;709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321610" y="3512807"/>
              <a:ext cx="79678" cy="1149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0" name="Google Shape;710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422373" y="3482803"/>
              <a:ext cx="96037" cy="14051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1" name="Google Shape;711;p6"/>
          <p:cNvGrpSpPr/>
          <p:nvPr/>
        </p:nvGrpSpPr>
        <p:grpSpPr>
          <a:xfrm>
            <a:off x="8715756" y="3399650"/>
            <a:ext cx="633234" cy="210718"/>
            <a:chOff x="8715756" y="3399650"/>
            <a:chExt cx="633234" cy="210718"/>
          </a:xfrm>
        </p:grpSpPr>
        <p:sp>
          <p:nvSpPr>
            <p:cNvPr id="712" name="Google Shape;712;p6"/>
            <p:cNvSpPr/>
            <p:nvPr/>
          </p:nvSpPr>
          <p:spPr>
            <a:xfrm>
              <a:off x="8715756" y="3493007"/>
              <a:ext cx="47625" cy="109855"/>
            </a:xfrm>
            <a:custGeom>
              <a:rect b="b" l="l" r="r" t="t"/>
              <a:pathLst>
                <a:path extrusionOk="0" h="109854" w="47625">
                  <a:moveTo>
                    <a:pt x="0" y="10667"/>
                  </a:moveTo>
                  <a:lnTo>
                    <a:pt x="3750" y="21657"/>
                  </a:lnTo>
                  <a:lnTo>
                    <a:pt x="7143" y="32861"/>
                  </a:lnTo>
                  <a:lnTo>
                    <a:pt x="10394" y="44207"/>
                  </a:lnTo>
                  <a:lnTo>
                    <a:pt x="13716" y="55625"/>
                  </a:lnTo>
                  <a:lnTo>
                    <a:pt x="16716" y="65782"/>
                  </a:lnTo>
                  <a:lnTo>
                    <a:pt x="20002" y="75723"/>
                  </a:lnTo>
                  <a:lnTo>
                    <a:pt x="23574" y="85522"/>
                  </a:lnTo>
                  <a:lnTo>
                    <a:pt x="27432" y="95249"/>
                  </a:lnTo>
                  <a:lnTo>
                    <a:pt x="28956" y="99821"/>
                  </a:lnTo>
                  <a:lnTo>
                    <a:pt x="30480" y="105155"/>
                  </a:lnTo>
                  <a:lnTo>
                    <a:pt x="32004" y="109727"/>
                  </a:lnTo>
                  <a:lnTo>
                    <a:pt x="32265" y="101274"/>
                  </a:lnTo>
                  <a:lnTo>
                    <a:pt x="32956" y="92963"/>
                  </a:lnTo>
                  <a:lnTo>
                    <a:pt x="33932" y="84653"/>
                  </a:lnTo>
                  <a:lnTo>
                    <a:pt x="35052" y="76199"/>
                  </a:lnTo>
                  <a:lnTo>
                    <a:pt x="36314" y="61340"/>
                  </a:lnTo>
                  <a:lnTo>
                    <a:pt x="37719" y="46481"/>
                  </a:lnTo>
                  <a:lnTo>
                    <a:pt x="39123" y="31622"/>
                  </a:lnTo>
                  <a:lnTo>
                    <a:pt x="40386" y="16763"/>
                  </a:lnTo>
                  <a:lnTo>
                    <a:pt x="41148" y="10667"/>
                  </a:lnTo>
                  <a:lnTo>
                    <a:pt x="39624" y="3047"/>
                  </a:lnTo>
                  <a:lnTo>
                    <a:pt x="44958" y="0"/>
                  </a:lnTo>
                  <a:lnTo>
                    <a:pt x="45720" y="0"/>
                  </a:lnTo>
                  <a:lnTo>
                    <a:pt x="46482" y="0"/>
                  </a:lnTo>
                  <a:lnTo>
                    <a:pt x="47244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3" name="Google Shape;713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804326" y="3474707"/>
              <a:ext cx="92036" cy="1356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4" name="Google Shape;714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932913" y="3446513"/>
              <a:ext cx="275095" cy="1579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5" name="Google Shape;715;p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231617" y="3399650"/>
              <a:ext cx="117373" cy="1520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6" name="Google Shape;716;p6"/>
          <p:cNvSpPr/>
          <p:nvPr/>
        </p:nvSpPr>
        <p:spPr>
          <a:xfrm>
            <a:off x="7967471" y="3708653"/>
            <a:ext cx="553720" cy="64135"/>
          </a:xfrm>
          <a:custGeom>
            <a:rect b="b" l="l" r="r" t="t"/>
            <a:pathLst>
              <a:path extrusionOk="0" h="64135" w="553720">
                <a:moveTo>
                  <a:pt x="18288" y="57150"/>
                </a:moveTo>
                <a:lnTo>
                  <a:pt x="12954" y="58674"/>
                </a:lnTo>
                <a:lnTo>
                  <a:pt x="6096" y="60198"/>
                </a:lnTo>
                <a:lnTo>
                  <a:pt x="0" y="61722"/>
                </a:lnTo>
                <a:lnTo>
                  <a:pt x="6096" y="64008"/>
                </a:lnTo>
                <a:lnTo>
                  <a:pt x="15240" y="64008"/>
                </a:lnTo>
                <a:lnTo>
                  <a:pt x="22860" y="64008"/>
                </a:lnTo>
                <a:lnTo>
                  <a:pt x="65532" y="62864"/>
                </a:lnTo>
                <a:lnTo>
                  <a:pt x="108204" y="59435"/>
                </a:lnTo>
                <a:lnTo>
                  <a:pt x="177927" y="50958"/>
                </a:lnTo>
                <a:lnTo>
                  <a:pt x="247650" y="41909"/>
                </a:lnTo>
                <a:lnTo>
                  <a:pt x="288226" y="36218"/>
                </a:lnTo>
                <a:lnTo>
                  <a:pt x="328803" y="30670"/>
                </a:lnTo>
                <a:lnTo>
                  <a:pt x="369379" y="25407"/>
                </a:lnTo>
                <a:lnTo>
                  <a:pt x="409956" y="20573"/>
                </a:lnTo>
                <a:lnTo>
                  <a:pt x="469773" y="14192"/>
                </a:lnTo>
                <a:lnTo>
                  <a:pt x="529590" y="8381"/>
                </a:lnTo>
                <a:lnTo>
                  <a:pt x="537210" y="7619"/>
                </a:lnTo>
                <a:lnTo>
                  <a:pt x="545592" y="6857"/>
                </a:lnTo>
                <a:lnTo>
                  <a:pt x="553212" y="6095"/>
                </a:lnTo>
                <a:lnTo>
                  <a:pt x="549402" y="6095"/>
                </a:lnTo>
                <a:lnTo>
                  <a:pt x="535686" y="9143"/>
                </a:lnTo>
                <a:lnTo>
                  <a:pt x="533400" y="4571"/>
                </a:lnTo>
                <a:lnTo>
                  <a:pt x="533400" y="3047"/>
                </a:lnTo>
                <a:lnTo>
                  <a:pt x="533400" y="1523"/>
                </a:lnTo>
                <a:lnTo>
                  <a:pt x="533400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6"/>
          <p:cNvSpPr/>
          <p:nvPr/>
        </p:nvSpPr>
        <p:spPr>
          <a:xfrm>
            <a:off x="8676893" y="3675888"/>
            <a:ext cx="471170" cy="51435"/>
          </a:xfrm>
          <a:custGeom>
            <a:rect b="b" l="l" r="r" t="t"/>
            <a:pathLst>
              <a:path extrusionOk="0" h="51435" w="471170">
                <a:moveTo>
                  <a:pt x="0" y="50291"/>
                </a:moveTo>
                <a:lnTo>
                  <a:pt x="14287" y="50827"/>
                </a:lnTo>
                <a:lnTo>
                  <a:pt x="28575" y="51149"/>
                </a:lnTo>
                <a:lnTo>
                  <a:pt x="42862" y="51042"/>
                </a:lnTo>
                <a:lnTo>
                  <a:pt x="57150" y="50291"/>
                </a:lnTo>
                <a:lnTo>
                  <a:pt x="81605" y="47315"/>
                </a:lnTo>
                <a:lnTo>
                  <a:pt x="105918" y="44195"/>
                </a:lnTo>
                <a:lnTo>
                  <a:pt x="130230" y="41076"/>
                </a:lnTo>
                <a:lnTo>
                  <a:pt x="154686" y="38099"/>
                </a:lnTo>
                <a:lnTo>
                  <a:pt x="186249" y="34921"/>
                </a:lnTo>
                <a:lnTo>
                  <a:pt x="218027" y="32099"/>
                </a:lnTo>
                <a:lnTo>
                  <a:pt x="249947" y="29420"/>
                </a:lnTo>
                <a:lnTo>
                  <a:pt x="281940" y="26669"/>
                </a:lnTo>
                <a:lnTo>
                  <a:pt x="310515" y="24634"/>
                </a:lnTo>
                <a:lnTo>
                  <a:pt x="339090" y="22955"/>
                </a:lnTo>
                <a:lnTo>
                  <a:pt x="367665" y="21419"/>
                </a:lnTo>
                <a:lnTo>
                  <a:pt x="396240" y="19811"/>
                </a:lnTo>
                <a:lnTo>
                  <a:pt x="411670" y="19109"/>
                </a:lnTo>
                <a:lnTo>
                  <a:pt x="427101" y="18192"/>
                </a:lnTo>
                <a:lnTo>
                  <a:pt x="442531" y="17133"/>
                </a:lnTo>
                <a:lnTo>
                  <a:pt x="457962" y="16001"/>
                </a:lnTo>
                <a:lnTo>
                  <a:pt x="461772" y="16001"/>
                </a:lnTo>
                <a:lnTo>
                  <a:pt x="467868" y="16001"/>
                </a:lnTo>
                <a:lnTo>
                  <a:pt x="470916" y="13715"/>
                </a:lnTo>
                <a:lnTo>
                  <a:pt x="470916" y="12953"/>
                </a:lnTo>
                <a:lnTo>
                  <a:pt x="464820" y="11429"/>
                </a:lnTo>
                <a:lnTo>
                  <a:pt x="459486" y="10667"/>
                </a:lnTo>
                <a:lnTo>
                  <a:pt x="454152" y="6095"/>
                </a:lnTo>
                <a:lnTo>
                  <a:pt x="452628" y="3809"/>
                </a:lnTo>
                <a:lnTo>
                  <a:pt x="451104" y="2285"/>
                </a:lnTo>
                <a:lnTo>
                  <a:pt x="449580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8" name="Google Shape;718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543483" y="4228849"/>
            <a:ext cx="3401164" cy="1183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013947" y="5711177"/>
            <a:ext cx="420494" cy="2536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0" name="Google Shape;720;p6"/>
          <p:cNvGrpSpPr/>
          <p:nvPr/>
        </p:nvGrpSpPr>
        <p:grpSpPr>
          <a:xfrm>
            <a:off x="5524499" y="5846063"/>
            <a:ext cx="94869" cy="80264"/>
            <a:chOff x="5524499" y="5846063"/>
            <a:chExt cx="94869" cy="80264"/>
          </a:xfrm>
        </p:grpSpPr>
        <p:sp>
          <p:nvSpPr>
            <p:cNvPr id="721" name="Google Shape;721;p6"/>
            <p:cNvSpPr/>
            <p:nvPr/>
          </p:nvSpPr>
          <p:spPr>
            <a:xfrm>
              <a:off x="5524499" y="5846063"/>
              <a:ext cx="64135" cy="6985"/>
            </a:xfrm>
            <a:custGeom>
              <a:rect b="b" l="l" r="r" t="t"/>
              <a:pathLst>
                <a:path extrusionOk="0" h="6985" w="64135">
                  <a:moveTo>
                    <a:pt x="0" y="6858"/>
                  </a:moveTo>
                  <a:lnTo>
                    <a:pt x="42672" y="3048"/>
                  </a:lnTo>
                  <a:lnTo>
                    <a:pt x="48768" y="1524"/>
                  </a:lnTo>
                  <a:lnTo>
                    <a:pt x="57150" y="0"/>
                  </a:lnTo>
                  <a:lnTo>
                    <a:pt x="64008" y="1524"/>
                  </a:lnTo>
                  <a:lnTo>
                    <a:pt x="64008" y="228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5545073" y="5904737"/>
              <a:ext cx="74295" cy="21590"/>
            </a:xfrm>
            <a:custGeom>
              <a:rect b="b" l="l" r="r" t="t"/>
              <a:pathLst>
                <a:path extrusionOk="0" h="21589" w="74295">
                  <a:moveTo>
                    <a:pt x="0" y="19812"/>
                  </a:moveTo>
                  <a:lnTo>
                    <a:pt x="10263" y="21074"/>
                  </a:lnTo>
                  <a:lnTo>
                    <a:pt x="19812" y="21336"/>
                  </a:lnTo>
                  <a:lnTo>
                    <a:pt x="29360" y="20454"/>
                  </a:lnTo>
                  <a:lnTo>
                    <a:pt x="39624" y="18288"/>
                  </a:lnTo>
                  <a:lnTo>
                    <a:pt x="49696" y="15216"/>
                  </a:lnTo>
                  <a:lnTo>
                    <a:pt x="58483" y="11430"/>
                  </a:lnTo>
                  <a:lnTo>
                    <a:pt x="66413" y="6500"/>
                  </a:lnTo>
                  <a:lnTo>
                    <a:pt x="73914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3" name="Google Shape;723;p6"/>
          <p:cNvGrpSpPr/>
          <p:nvPr/>
        </p:nvGrpSpPr>
        <p:grpSpPr>
          <a:xfrm>
            <a:off x="5816345" y="5605474"/>
            <a:ext cx="403098" cy="316281"/>
            <a:chOff x="5816345" y="5605474"/>
            <a:chExt cx="403098" cy="316281"/>
          </a:xfrm>
        </p:grpSpPr>
        <p:sp>
          <p:nvSpPr>
            <p:cNvPr id="724" name="Google Shape;724;p6"/>
            <p:cNvSpPr/>
            <p:nvPr/>
          </p:nvSpPr>
          <p:spPr>
            <a:xfrm>
              <a:off x="5887973" y="5761481"/>
              <a:ext cx="60960" cy="91440"/>
            </a:xfrm>
            <a:custGeom>
              <a:rect b="b" l="l" r="r" t="t"/>
              <a:pathLst>
                <a:path extrusionOk="0" h="91439" w="60960">
                  <a:moveTo>
                    <a:pt x="0" y="14478"/>
                  </a:moveTo>
                  <a:lnTo>
                    <a:pt x="6405" y="6429"/>
                  </a:lnTo>
                  <a:lnTo>
                    <a:pt x="11239" y="2095"/>
                  </a:lnTo>
                  <a:lnTo>
                    <a:pt x="16930" y="333"/>
                  </a:lnTo>
                  <a:lnTo>
                    <a:pt x="25908" y="0"/>
                  </a:lnTo>
                  <a:lnTo>
                    <a:pt x="33730" y="500"/>
                  </a:lnTo>
                  <a:lnTo>
                    <a:pt x="60733" y="36075"/>
                  </a:lnTo>
                  <a:lnTo>
                    <a:pt x="60198" y="44958"/>
                  </a:lnTo>
                  <a:lnTo>
                    <a:pt x="36611" y="82426"/>
                  </a:lnTo>
                  <a:lnTo>
                    <a:pt x="11430" y="91440"/>
                  </a:lnTo>
                  <a:lnTo>
                    <a:pt x="12954" y="89154"/>
                  </a:lnTo>
                  <a:lnTo>
                    <a:pt x="12192" y="8382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5956482" y="5760124"/>
              <a:ext cx="57785" cy="93345"/>
            </a:xfrm>
            <a:custGeom>
              <a:rect b="b" l="l" r="r" t="t"/>
              <a:pathLst>
                <a:path extrusionOk="0" h="93345" w="57785">
                  <a:moveTo>
                    <a:pt x="22169" y="595"/>
                  </a:moveTo>
                  <a:lnTo>
                    <a:pt x="14144" y="0"/>
                  </a:lnTo>
                  <a:lnTo>
                    <a:pt x="8834" y="404"/>
                  </a:lnTo>
                  <a:lnTo>
                    <a:pt x="5238" y="3381"/>
                  </a:lnTo>
                  <a:lnTo>
                    <a:pt x="2357" y="10501"/>
                  </a:lnTo>
                  <a:lnTo>
                    <a:pt x="714" y="18859"/>
                  </a:lnTo>
                  <a:lnTo>
                    <a:pt x="71" y="27646"/>
                  </a:lnTo>
                  <a:lnTo>
                    <a:pt x="0" y="36433"/>
                  </a:lnTo>
                  <a:lnTo>
                    <a:pt x="71" y="44791"/>
                  </a:lnTo>
                  <a:lnTo>
                    <a:pt x="11501" y="82129"/>
                  </a:lnTo>
                  <a:lnTo>
                    <a:pt x="35123" y="92797"/>
                  </a:lnTo>
                  <a:lnTo>
                    <a:pt x="45029" y="92797"/>
                  </a:lnTo>
                  <a:lnTo>
                    <a:pt x="50363" y="88987"/>
                  </a:lnTo>
                  <a:lnTo>
                    <a:pt x="57221" y="8289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6057137" y="5826251"/>
              <a:ext cx="1905" cy="52705"/>
            </a:xfrm>
            <a:custGeom>
              <a:rect b="b" l="l" r="r" t="t"/>
              <a:pathLst>
                <a:path extrusionOk="0" h="52704" w="1904">
                  <a:moveTo>
                    <a:pt x="0" y="0"/>
                  </a:moveTo>
                  <a:lnTo>
                    <a:pt x="130" y="9584"/>
                  </a:lnTo>
                  <a:lnTo>
                    <a:pt x="476" y="18954"/>
                  </a:lnTo>
                  <a:lnTo>
                    <a:pt x="964" y="28182"/>
                  </a:lnTo>
                  <a:lnTo>
                    <a:pt x="1524" y="37338"/>
                  </a:lnTo>
                  <a:lnTo>
                    <a:pt x="1524" y="42672"/>
                  </a:lnTo>
                  <a:lnTo>
                    <a:pt x="1524" y="48006"/>
                  </a:lnTo>
                  <a:lnTo>
                    <a:pt x="1524" y="5257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6089141" y="5696271"/>
              <a:ext cx="73025" cy="173990"/>
            </a:xfrm>
            <a:custGeom>
              <a:rect b="b" l="l" r="r" t="t"/>
              <a:pathLst>
                <a:path extrusionOk="0" h="173989" w="73025">
                  <a:moveTo>
                    <a:pt x="0" y="440"/>
                  </a:moveTo>
                  <a:lnTo>
                    <a:pt x="38100" y="13394"/>
                  </a:lnTo>
                  <a:lnTo>
                    <a:pt x="62210" y="47684"/>
                  </a:lnTo>
                  <a:lnTo>
                    <a:pt x="72485" y="91213"/>
                  </a:lnTo>
                  <a:lnTo>
                    <a:pt x="72949" y="107251"/>
                  </a:lnTo>
                  <a:lnTo>
                    <a:pt x="71628" y="122360"/>
                  </a:lnTo>
                  <a:lnTo>
                    <a:pt x="50292" y="167318"/>
                  </a:lnTo>
                  <a:lnTo>
                    <a:pt x="45720" y="171890"/>
                  </a:lnTo>
                  <a:lnTo>
                    <a:pt x="44958" y="173414"/>
                  </a:lnTo>
                  <a:lnTo>
                    <a:pt x="39624" y="17341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5816345" y="5724905"/>
              <a:ext cx="115570" cy="196850"/>
            </a:xfrm>
            <a:custGeom>
              <a:rect b="b" l="l" r="r" t="t"/>
              <a:pathLst>
                <a:path extrusionOk="0" h="196850" w="115570">
                  <a:moveTo>
                    <a:pt x="14477" y="0"/>
                  </a:moveTo>
                  <a:lnTo>
                    <a:pt x="5464" y="16823"/>
                  </a:lnTo>
                  <a:lnTo>
                    <a:pt x="1238" y="32289"/>
                  </a:lnTo>
                  <a:lnTo>
                    <a:pt x="11" y="48756"/>
                  </a:lnTo>
                  <a:lnTo>
                    <a:pt x="0" y="68579"/>
                  </a:lnTo>
                  <a:lnTo>
                    <a:pt x="714" y="90832"/>
                  </a:lnTo>
                  <a:lnTo>
                    <a:pt x="9001" y="134481"/>
                  </a:lnTo>
                  <a:lnTo>
                    <a:pt x="28825" y="170449"/>
                  </a:lnTo>
                  <a:lnTo>
                    <a:pt x="75437" y="196595"/>
                  </a:lnTo>
                  <a:lnTo>
                    <a:pt x="88165" y="196560"/>
                  </a:lnTo>
                  <a:lnTo>
                    <a:pt x="97821" y="196310"/>
                  </a:lnTo>
                  <a:lnTo>
                    <a:pt x="106191" y="195631"/>
                  </a:lnTo>
                  <a:lnTo>
                    <a:pt x="115061" y="19430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6"/>
            <p:cNvSpPr/>
            <p:nvPr/>
          </p:nvSpPr>
          <p:spPr>
            <a:xfrm>
              <a:off x="6162293" y="5605474"/>
              <a:ext cx="57150" cy="63500"/>
            </a:xfrm>
            <a:custGeom>
              <a:rect b="b" l="l" r="r" t="t"/>
              <a:pathLst>
                <a:path extrusionOk="0" h="63500" w="57150">
                  <a:moveTo>
                    <a:pt x="0" y="12751"/>
                  </a:moveTo>
                  <a:lnTo>
                    <a:pt x="6548" y="5167"/>
                  </a:lnTo>
                  <a:lnTo>
                    <a:pt x="11810" y="1226"/>
                  </a:lnTo>
                  <a:lnTo>
                    <a:pt x="18216" y="0"/>
                  </a:lnTo>
                  <a:lnTo>
                    <a:pt x="28194" y="559"/>
                  </a:lnTo>
                  <a:lnTo>
                    <a:pt x="37338" y="1321"/>
                  </a:lnTo>
                  <a:lnTo>
                    <a:pt x="41148" y="7417"/>
                  </a:lnTo>
                  <a:lnTo>
                    <a:pt x="41910" y="15799"/>
                  </a:lnTo>
                  <a:lnTo>
                    <a:pt x="41290" y="24288"/>
                  </a:lnTo>
                  <a:lnTo>
                    <a:pt x="19050" y="55423"/>
                  </a:lnTo>
                  <a:lnTo>
                    <a:pt x="17526" y="61519"/>
                  </a:lnTo>
                  <a:lnTo>
                    <a:pt x="17526" y="62281"/>
                  </a:lnTo>
                  <a:lnTo>
                    <a:pt x="17526" y="63043"/>
                  </a:lnTo>
                  <a:lnTo>
                    <a:pt x="25908" y="63043"/>
                  </a:lnTo>
                  <a:lnTo>
                    <a:pt x="34290" y="63043"/>
                  </a:lnTo>
                  <a:lnTo>
                    <a:pt x="42672" y="61519"/>
                  </a:lnTo>
                  <a:lnTo>
                    <a:pt x="50292" y="59233"/>
                  </a:lnTo>
                  <a:lnTo>
                    <a:pt x="52578" y="58471"/>
                  </a:lnTo>
                  <a:lnTo>
                    <a:pt x="57150" y="5694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30" name="Google Shape;730;p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272009" y="5751563"/>
            <a:ext cx="77749" cy="92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1" name="Google Shape;731;p6"/>
          <p:cNvGrpSpPr/>
          <p:nvPr/>
        </p:nvGrpSpPr>
        <p:grpSpPr>
          <a:xfrm>
            <a:off x="6487012" y="5549633"/>
            <a:ext cx="483014" cy="312576"/>
            <a:chOff x="6487012" y="5549633"/>
            <a:chExt cx="483014" cy="312576"/>
          </a:xfrm>
        </p:grpSpPr>
        <p:pic>
          <p:nvPicPr>
            <p:cNvPr id="732" name="Google Shape;732;p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6487012" y="5716511"/>
              <a:ext cx="98966" cy="94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3" name="Google Shape;733;p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542995" y="5596115"/>
              <a:ext cx="92513" cy="807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659200" y="5679935"/>
              <a:ext cx="139471" cy="182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5" name="Google Shape;735;p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822935" y="5549633"/>
              <a:ext cx="147091" cy="2705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6" name="Google Shape;736;p6"/>
          <p:cNvSpPr/>
          <p:nvPr/>
        </p:nvSpPr>
        <p:spPr>
          <a:xfrm>
            <a:off x="7067550" y="5712714"/>
            <a:ext cx="62230" cy="9525"/>
          </a:xfrm>
          <a:custGeom>
            <a:rect b="b" l="l" r="r" t="t"/>
            <a:pathLst>
              <a:path extrusionOk="0" h="9525" w="62229">
                <a:moveTo>
                  <a:pt x="0" y="9143"/>
                </a:moveTo>
                <a:lnTo>
                  <a:pt x="9584" y="9120"/>
                </a:lnTo>
                <a:lnTo>
                  <a:pt x="18954" y="8953"/>
                </a:lnTo>
                <a:lnTo>
                  <a:pt x="28182" y="8501"/>
                </a:lnTo>
                <a:lnTo>
                  <a:pt x="37338" y="7619"/>
                </a:lnTo>
                <a:lnTo>
                  <a:pt x="43434" y="7619"/>
                </a:lnTo>
                <a:lnTo>
                  <a:pt x="54864" y="8381"/>
                </a:lnTo>
                <a:lnTo>
                  <a:pt x="59436" y="3809"/>
                </a:lnTo>
                <a:lnTo>
                  <a:pt x="60198" y="2285"/>
                </a:lnTo>
                <a:lnTo>
                  <a:pt x="60960" y="1523"/>
                </a:lnTo>
                <a:lnTo>
                  <a:pt x="61722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7" name="Google Shape;737;p6"/>
          <p:cNvGrpSpPr/>
          <p:nvPr/>
        </p:nvGrpSpPr>
        <p:grpSpPr>
          <a:xfrm>
            <a:off x="7316711" y="5631167"/>
            <a:ext cx="224053" cy="118135"/>
            <a:chOff x="7316711" y="5631167"/>
            <a:chExt cx="224053" cy="118135"/>
          </a:xfrm>
        </p:grpSpPr>
        <p:pic>
          <p:nvPicPr>
            <p:cNvPr id="738" name="Google Shape;738;p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316711" y="5646407"/>
              <a:ext cx="104419" cy="102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9" name="Google Shape;739;p6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456919" y="5631167"/>
              <a:ext cx="83845" cy="96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0" name="Google Shape;740;p6"/>
          <p:cNvGrpSpPr/>
          <p:nvPr/>
        </p:nvGrpSpPr>
        <p:grpSpPr>
          <a:xfrm>
            <a:off x="7597888" y="5600687"/>
            <a:ext cx="322212" cy="156997"/>
            <a:chOff x="7597888" y="5600687"/>
            <a:chExt cx="322212" cy="156997"/>
          </a:xfrm>
        </p:grpSpPr>
        <p:pic>
          <p:nvPicPr>
            <p:cNvPr id="741" name="Google Shape;741;p6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7597888" y="5622785"/>
              <a:ext cx="145567" cy="134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2" name="Google Shape;742;p6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787531" y="5600687"/>
              <a:ext cx="89274" cy="86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3" name="Google Shape;743;p6"/>
            <p:cNvSpPr/>
            <p:nvPr/>
          </p:nvSpPr>
          <p:spPr>
            <a:xfrm>
              <a:off x="7911845" y="5669279"/>
              <a:ext cx="8255" cy="74295"/>
            </a:xfrm>
            <a:custGeom>
              <a:rect b="b" l="l" r="r" t="t"/>
              <a:pathLst>
                <a:path extrusionOk="0" h="74295" w="8254">
                  <a:moveTo>
                    <a:pt x="6096" y="0"/>
                  </a:moveTo>
                  <a:lnTo>
                    <a:pt x="7750" y="43183"/>
                  </a:lnTo>
                  <a:lnTo>
                    <a:pt x="6953" y="51720"/>
                  </a:lnTo>
                  <a:lnTo>
                    <a:pt x="5155" y="60114"/>
                  </a:lnTo>
                  <a:lnTo>
                    <a:pt x="2286" y="68579"/>
                  </a:lnTo>
                  <a:lnTo>
                    <a:pt x="1524" y="70103"/>
                  </a:lnTo>
                  <a:lnTo>
                    <a:pt x="762" y="72389"/>
                  </a:lnTo>
                  <a:lnTo>
                    <a:pt x="0" y="7391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44" name="Google Shape;744;p6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170150" y="5580875"/>
            <a:ext cx="89941" cy="97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6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312633" y="5415735"/>
            <a:ext cx="342937" cy="280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6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8711171" y="5558777"/>
            <a:ext cx="76987" cy="8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6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8871905" y="5525130"/>
            <a:ext cx="92275" cy="808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8" name="Google Shape;748;p6"/>
          <p:cNvGrpSpPr/>
          <p:nvPr/>
        </p:nvGrpSpPr>
        <p:grpSpPr>
          <a:xfrm>
            <a:off x="8931388" y="5394102"/>
            <a:ext cx="333781" cy="218802"/>
            <a:chOff x="8931388" y="5394102"/>
            <a:chExt cx="333781" cy="218802"/>
          </a:xfrm>
        </p:grpSpPr>
        <p:pic>
          <p:nvPicPr>
            <p:cNvPr id="749" name="Google Shape;749;p6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8931388" y="5394828"/>
              <a:ext cx="87655" cy="84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0" name="Google Shape;750;p6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9063214" y="5501627"/>
              <a:ext cx="172237" cy="1112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1" name="Google Shape;751;p6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9183610" y="5394102"/>
              <a:ext cx="81559" cy="755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2" name="Google Shape;752;p6"/>
          <p:cNvSpPr/>
          <p:nvPr/>
        </p:nvSpPr>
        <p:spPr>
          <a:xfrm>
            <a:off x="9400031" y="5509259"/>
            <a:ext cx="64769" cy="12700"/>
          </a:xfrm>
          <a:custGeom>
            <a:rect b="b" l="l" r="r" t="t"/>
            <a:pathLst>
              <a:path extrusionOk="0" h="12700" w="64770">
                <a:moveTo>
                  <a:pt x="0" y="12192"/>
                </a:moveTo>
                <a:lnTo>
                  <a:pt x="41445" y="8096"/>
                </a:lnTo>
                <a:lnTo>
                  <a:pt x="47910" y="7048"/>
                </a:lnTo>
                <a:lnTo>
                  <a:pt x="54232" y="5715"/>
                </a:lnTo>
                <a:lnTo>
                  <a:pt x="60198" y="3810"/>
                </a:lnTo>
                <a:lnTo>
                  <a:pt x="63246" y="2286"/>
                </a:lnTo>
                <a:lnTo>
                  <a:pt x="64008" y="1524"/>
                </a:lnTo>
                <a:lnTo>
                  <a:pt x="64769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3" name="Google Shape;753;p6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9518129" y="5426237"/>
            <a:ext cx="76987" cy="1013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4" name="Google Shape;754;p6"/>
          <p:cNvGrpSpPr/>
          <p:nvPr/>
        </p:nvGrpSpPr>
        <p:grpSpPr>
          <a:xfrm>
            <a:off x="9649968" y="5404853"/>
            <a:ext cx="365772" cy="131851"/>
            <a:chOff x="9649968" y="5404853"/>
            <a:chExt cx="365772" cy="131851"/>
          </a:xfrm>
        </p:grpSpPr>
        <p:sp>
          <p:nvSpPr>
            <p:cNvPr id="755" name="Google Shape;755;p6"/>
            <p:cNvSpPr/>
            <p:nvPr/>
          </p:nvSpPr>
          <p:spPr>
            <a:xfrm>
              <a:off x="9649968" y="5426297"/>
              <a:ext cx="37465" cy="77470"/>
            </a:xfrm>
            <a:custGeom>
              <a:rect b="b" l="l" r="r" t="t"/>
              <a:pathLst>
                <a:path extrusionOk="0" h="77470" w="37465">
                  <a:moveTo>
                    <a:pt x="29718" y="15906"/>
                  </a:moveTo>
                  <a:lnTo>
                    <a:pt x="24348" y="702"/>
                  </a:lnTo>
                  <a:lnTo>
                    <a:pt x="24479" y="0"/>
                  </a:lnTo>
                  <a:lnTo>
                    <a:pt x="25324" y="4012"/>
                  </a:lnTo>
                  <a:lnTo>
                    <a:pt x="22098" y="2952"/>
                  </a:lnTo>
                  <a:lnTo>
                    <a:pt x="13716" y="6000"/>
                  </a:lnTo>
                  <a:lnTo>
                    <a:pt x="11430" y="12096"/>
                  </a:lnTo>
                  <a:lnTo>
                    <a:pt x="7620" y="20478"/>
                  </a:lnTo>
                  <a:lnTo>
                    <a:pt x="4405" y="28491"/>
                  </a:lnTo>
                  <a:lnTo>
                    <a:pt x="2476" y="36576"/>
                  </a:lnTo>
                  <a:lnTo>
                    <a:pt x="1404" y="44803"/>
                  </a:lnTo>
                  <a:lnTo>
                    <a:pt x="762" y="53244"/>
                  </a:lnTo>
                  <a:lnTo>
                    <a:pt x="762" y="60864"/>
                  </a:lnTo>
                  <a:lnTo>
                    <a:pt x="0" y="67722"/>
                  </a:lnTo>
                  <a:lnTo>
                    <a:pt x="6858" y="72294"/>
                  </a:lnTo>
                  <a:lnTo>
                    <a:pt x="12954" y="76866"/>
                  </a:lnTo>
                  <a:lnTo>
                    <a:pt x="17526" y="76866"/>
                  </a:lnTo>
                  <a:lnTo>
                    <a:pt x="25146" y="76866"/>
                  </a:lnTo>
                  <a:lnTo>
                    <a:pt x="31242" y="76866"/>
                  </a:lnTo>
                  <a:lnTo>
                    <a:pt x="33528" y="76866"/>
                  </a:lnTo>
                  <a:lnTo>
                    <a:pt x="37338" y="7686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6" name="Google Shape;756;p6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9716249" y="5404853"/>
              <a:ext cx="299491" cy="131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7" name="Google Shape;757;p6"/>
          <p:cNvGrpSpPr/>
          <p:nvPr/>
        </p:nvGrpSpPr>
        <p:grpSpPr>
          <a:xfrm>
            <a:off x="7507223" y="2656332"/>
            <a:ext cx="68326" cy="65532"/>
            <a:chOff x="7507223" y="2656332"/>
            <a:chExt cx="68326" cy="65532"/>
          </a:xfrm>
        </p:grpSpPr>
        <p:sp>
          <p:nvSpPr>
            <p:cNvPr id="758" name="Google Shape;758;p6"/>
            <p:cNvSpPr/>
            <p:nvPr/>
          </p:nvSpPr>
          <p:spPr>
            <a:xfrm>
              <a:off x="7507223" y="2656332"/>
              <a:ext cx="55244" cy="6350"/>
            </a:xfrm>
            <a:custGeom>
              <a:rect b="b" l="l" r="r" t="t"/>
              <a:pathLst>
                <a:path extrusionOk="0" h="6350" w="55245">
                  <a:moveTo>
                    <a:pt x="0" y="6096"/>
                  </a:moveTo>
                  <a:lnTo>
                    <a:pt x="39624" y="3810"/>
                  </a:lnTo>
                  <a:lnTo>
                    <a:pt x="44958" y="2286"/>
                  </a:lnTo>
                  <a:lnTo>
                    <a:pt x="49530" y="1524"/>
                  </a:lnTo>
                  <a:lnTo>
                    <a:pt x="54864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6"/>
            <p:cNvSpPr/>
            <p:nvPr/>
          </p:nvSpPr>
          <p:spPr>
            <a:xfrm>
              <a:off x="7513319" y="2714244"/>
              <a:ext cx="62230" cy="7620"/>
            </a:xfrm>
            <a:custGeom>
              <a:rect b="b" l="l" r="r" t="t"/>
              <a:pathLst>
                <a:path extrusionOk="0" h="7619" w="62229">
                  <a:moveTo>
                    <a:pt x="0" y="2286"/>
                  </a:moveTo>
                  <a:lnTo>
                    <a:pt x="10263" y="4619"/>
                  </a:lnTo>
                  <a:lnTo>
                    <a:pt x="19812" y="6096"/>
                  </a:lnTo>
                  <a:lnTo>
                    <a:pt x="29360" y="7000"/>
                  </a:lnTo>
                  <a:lnTo>
                    <a:pt x="39624" y="7620"/>
                  </a:lnTo>
                  <a:lnTo>
                    <a:pt x="49530" y="7620"/>
                  </a:lnTo>
                  <a:lnTo>
                    <a:pt x="55626" y="7620"/>
                  </a:lnTo>
                  <a:lnTo>
                    <a:pt x="61722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0" name="Google Shape;760;p6"/>
          <p:cNvGrpSpPr/>
          <p:nvPr/>
        </p:nvGrpSpPr>
        <p:grpSpPr>
          <a:xfrm>
            <a:off x="7844408" y="2342983"/>
            <a:ext cx="501777" cy="614720"/>
            <a:chOff x="7844408" y="2342983"/>
            <a:chExt cx="501777" cy="614720"/>
          </a:xfrm>
        </p:grpSpPr>
        <p:sp>
          <p:nvSpPr>
            <p:cNvPr id="761" name="Google Shape;761;p6"/>
            <p:cNvSpPr/>
            <p:nvPr/>
          </p:nvSpPr>
          <p:spPr>
            <a:xfrm>
              <a:off x="7844408" y="2434113"/>
              <a:ext cx="102235" cy="481330"/>
            </a:xfrm>
            <a:custGeom>
              <a:rect b="b" l="l" r="r" t="t"/>
              <a:pathLst>
                <a:path extrusionOk="0" h="481330" w="102234">
                  <a:moveTo>
                    <a:pt x="94869" y="476"/>
                  </a:moveTo>
                  <a:lnTo>
                    <a:pt x="79890" y="273"/>
                  </a:lnTo>
                  <a:lnTo>
                    <a:pt x="64770" y="0"/>
                  </a:lnTo>
                  <a:lnTo>
                    <a:pt x="49649" y="154"/>
                  </a:lnTo>
                  <a:lnTo>
                    <a:pt x="8846" y="5845"/>
                  </a:lnTo>
                  <a:lnTo>
                    <a:pt x="0" y="30575"/>
                  </a:lnTo>
                  <a:lnTo>
                    <a:pt x="952" y="42100"/>
                  </a:lnTo>
                  <a:lnTo>
                    <a:pt x="1905" y="50768"/>
                  </a:lnTo>
                  <a:lnTo>
                    <a:pt x="4119" y="74771"/>
                  </a:lnTo>
                  <a:lnTo>
                    <a:pt x="7048" y="98774"/>
                  </a:lnTo>
                  <a:lnTo>
                    <a:pt x="10263" y="122777"/>
                  </a:lnTo>
                  <a:lnTo>
                    <a:pt x="13335" y="146780"/>
                  </a:lnTo>
                  <a:lnTo>
                    <a:pt x="19073" y="195929"/>
                  </a:lnTo>
                  <a:lnTo>
                    <a:pt x="24955" y="245078"/>
                  </a:lnTo>
                  <a:lnTo>
                    <a:pt x="31122" y="294227"/>
                  </a:lnTo>
                  <a:lnTo>
                    <a:pt x="37719" y="343376"/>
                  </a:lnTo>
                  <a:lnTo>
                    <a:pt x="40540" y="361783"/>
                  </a:lnTo>
                  <a:lnTo>
                    <a:pt x="43148" y="380333"/>
                  </a:lnTo>
                  <a:lnTo>
                    <a:pt x="45327" y="398883"/>
                  </a:lnTo>
                  <a:lnTo>
                    <a:pt x="46863" y="417290"/>
                  </a:lnTo>
                  <a:lnTo>
                    <a:pt x="47029" y="428041"/>
                  </a:lnTo>
                  <a:lnTo>
                    <a:pt x="47053" y="439293"/>
                  </a:lnTo>
                  <a:lnTo>
                    <a:pt x="47934" y="450401"/>
                  </a:lnTo>
                  <a:lnTo>
                    <a:pt x="50673" y="460724"/>
                  </a:lnTo>
                  <a:lnTo>
                    <a:pt x="52197" y="464534"/>
                  </a:lnTo>
                  <a:lnTo>
                    <a:pt x="55245" y="467582"/>
                  </a:lnTo>
                  <a:lnTo>
                    <a:pt x="56769" y="469868"/>
                  </a:lnTo>
                  <a:lnTo>
                    <a:pt x="59817" y="473678"/>
                  </a:lnTo>
                  <a:lnTo>
                    <a:pt x="65151" y="479012"/>
                  </a:lnTo>
                  <a:lnTo>
                    <a:pt x="69723" y="479774"/>
                  </a:lnTo>
                  <a:lnTo>
                    <a:pt x="78688" y="480726"/>
                  </a:lnTo>
                  <a:lnTo>
                    <a:pt x="86582" y="479393"/>
                  </a:lnTo>
                  <a:lnTo>
                    <a:pt x="94047" y="476345"/>
                  </a:lnTo>
                  <a:lnTo>
                    <a:pt x="101727" y="47215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2" name="Google Shape;762;p6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7997938" y="2467343"/>
              <a:ext cx="107467" cy="884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3" name="Google Shape;763;p6"/>
            <p:cNvSpPr/>
            <p:nvPr/>
          </p:nvSpPr>
          <p:spPr>
            <a:xfrm>
              <a:off x="8149589" y="2504694"/>
              <a:ext cx="7620" cy="41275"/>
            </a:xfrm>
            <a:custGeom>
              <a:rect b="b" l="l" r="r" t="t"/>
              <a:pathLst>
                <a:path extrusionOk="0" h="41275" w="7620">
                  <a:moveTo>
                    <a:pt x="0" y="0"/>
                  </a:moveTo>
                  <a:lnTo>
                    <a:pt x="6858" y="37338"/>
                  </a:lnTo>
                  <a:lnTo>
                    <a:pt x="7620" y="4114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6"/>
            <p:cNvSpPr/>
            <p:nvPr/>
          </p:nvSpPr>
          <p:spPr>
            <a:xfrm>
              <a:off x="8212835" y="2342983"/>
              <a:ext cx="133350" cy="511175"/>
            </a:xfrm>
            <a:custGeom>
              <a:rect b="b" l="l" r="r" t="t"/>
              <a:pathLst>
                <a:path extrusionOk="0" h="511175" w="133350">
                  <a:moveTo>
                    <a:pt x="0" y="15406"/>
                  </a:moveTo>
                  <a:lnTo>
                    <a:pt x="37290" y="5119"/>
                  </a:lnTo>
                  <a:lnTo>
                    <a:pt x="82677" y="166"/>
                  </a:lnTo>
                  <a:lnTo>
                    <a:pt x="99060" y="0"/>
                  </a:lnTo>
                  <a:lnTo>
                    <a:pt x="114300" y="1690"/>
                  </a:lnTo>
                  <a:lnTo>
                    <a:pt x="121991" y="5214"/>
                  </a:lnTo>
                  <a:lnTo>
                    <a:pt x="125539" y="11596"/>
                  </a:lnTo>
                  <a:lnTo>
                    <a:pt x="126515" y="19692"/>
                  </a:lnTo>
                  <a:lnTo>
                    <a:pt x="126492" y="28360"/>
                  </a:lnTo>
                  <a:lnTo>
                    <a:pt x="125599" y="51101"/>
                  </a:lnTo>
                  <a:lnTo>
                    <a:pt x="123348" y="73699"/>
                  </a:lnTo>
                  <a:lnTo>
                    <a:pt x="120384" y="96297"/>
                  </a:lnTo>
                  <a:lnTo>
                    <a:pt x="117348" y="119038"/>
                  </a:lnTo>
                  <a:lnTo>
                    <a:pt x="114716" y="150590"/>
                  </a:lnTo>
                  <a:lnTo>
                    <a:pt x="113442" y="182284"/>
                  </a:lnTo>
                  <a:lnTo>
                    <a:pt x="113168" y="213979"/>
                  </a:lnTo>
                  <a:lnTo>
                    <a:pt x="113538" y="245530"/>
                  </a:lnTo>
                  <a:lnTo>
                    <a:pt x="115573" y="272141"/>
                  </a:lnTo>
                  <a:lnTo>
                    <a:pt x="118967" y="298394"/>
                  </a:lnTo>
                  <a:lnTo>
                    <a:pt x="123074" y="324504"/>
                  </a:lnTo>
                  <a:lnTo>
                    <a:pt x="127254" y="350686"/>
                  </a:lnTo>
                  <a:lnTo>
                    <a:pt x="129706" y="370439"/>
                  </a:lnTo>
                  <a:lnTo>
                    <a:pt x="131445" y="389834"/>
                  </a:lnTo>
                  <a:lnTo>
                    <a:pt x="132611" y="409086"/>
                  </a:lnTo>
                  <a:lnTo>
                    <a:pt x="133350" y="428410"/>
                  </a:lnTo>
                  <a:lnTo>
                    <a:pt x="132778" y="440043"/>
                  </a:lnTo>
                  <a:lnTo>
                    <a:pt x="121920" y="479464"/>
                  </a:lnTo>
                  <a:lnTo>
                    <a:pt x="114300" y="490894"/>
                  </a:lnTo>
                  <a:lnTo>
                    <a:pt x="111252" y="494704"/>
                  </a:lnTo>
                  <a:lnTo>
                    <a:pt x="105918" y="495466"/>
                  </a:lnTo>
                  <a:lnTo>
                    <a:pt x="101346" y="496990"/>
                  </a:lnTo>
                  <a:lnTo>
                    <a:pt x="93333" y="499717"/>
                  </a:lnTo>
                  <a:lnTo>
                    <a:pt x="85248" y="502229"/>
                  </a:lnTo>
                  <a:lnTo>
                    <a:pt x="41469" y="510539"/>
                  </a:lnTo>
                  <a:lnTo>
                    <a:pt x="32004" y="51070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6"/>
            <p:cNvSpPr/>
            <p:nvPr/>
          </p:nvSpPr>
          <p:spPr>
            <a:xfrm>
              <a:off x="8090915" y="2932938"/>
              <a:ext cx="168910" cy="24765"/>
            </a:xfrm>
            <a:custGeom>
              <a:rect b="b" l="l" r="r" t="t"/>
              <a:pathLst>
                <a:path extrusionOk="0" h="24764" w="168909">
                  <a:moveTo>
                    <a:pt x="0" y="24384"/>
                  </a:moveTo>
                  <a:lnTo>
                    <a:pt x="14739" y="22538"/>
                  </a:lnTo>
                  <a:lnTo>
                    <a:pt x="29337" y="20478"/>
                  </a:lnTo>
                  <a:lnTo>
                    <a:pt x="43934" y="18276"/>
                  </a:lnTo>
                  <a:lnTo>
                    <a:pt x="58674" y="16002"/>
                  </a:lnTo>
                  <a:lnTo>
                    <a:pt x="77985" y="13263"/>
                  </a:lnTo>
                  <a:lnTo>
                    <a:pt x="116324" y="8072"/>
                  </a:lnTo>
                  <a:lnTo>
                    <a:pt x="159317" y="1262"/>
                  </a:lnTo>
                  <a:lnTo>
                    <a:pt x="166878" y="0"/>
                  </a:lnTo>
                  <a:lnTo>
                    <a:pt x="167640" y="0"/>
                  </a:lnTo>
                  <a:lnTo>
                    <a:pt x="168402" y="0"/>
                  </a:lnTo>
                  <a:lnTo>
                    <a:pt x="160020" y="0"/>
                  </a:lnTo>
                  <a:lnTo>
                    <a:pt x="123110" y="4119"/>
                  </a:lnTo>
                  <a:lnTo>
                    <a:pt x="117348" y="381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6" name="Google Shape;766;p6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039086" y="2739377"/>
              <a:ext cx="185191" cy="925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7" name="Google Shape;767;p6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1559039" y="1970519"/>
            <a:ext cx="4160545" cy="2526817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"/>
          <p:cNvSpPr/>
          <p:nvPr/>
        </p:nvSpPr>
        <p:spPr>
          <a:xfrm>
            <a:off x="7217664" y="2438400"/>
            <a:ext cx="90170" cy="567055"/>
          </a:xfrm>
          <a:custGeom>
            <a:rect b="b" l="l" r="r" t="t"/>
            <a:pathLst>
              <a:path extrusionOk="0" h="567055" w="90170">
                <a:moveTo>
                  <a:pt x="1524" y="30479"/>
                </a:moveTo>
                <a:lnTo>
                  <a:pt x="44196" y="5333"/>
                </a:lnTo>
                <a:lnTo>
                  <a:pt x="50946" y="3428"/>
                </a:lnTo>
                <a:lnTo>
                  <a:pt x="57626" y="1523"/>
                </a:lnTo>
                <a:lnTo>
                  <a:pt x="64448" y="190"/>
                </a:lnTo>
                <a:lnTo>
                  <a:pt x="71628" y="0"/>
                </a:lnTo>
                <a:lnTo>
                  <a:pt x="78616" y="3202"/>
                </a:lnTo>
                <a:lnTo>
                  <a:pt x="89368" y="56292"/>
                </a:lnTo>
                <a:lnTo>
                  <a:pt x="89725" y="86486"/>
                </a:lnTo>
                <a:lnTo>
                  <a:pt x="89225" y="116681"/>
                </a:lnTo>
                <a:lnTo>
                  <a:pt x="89154" y="146303"/>
                </a:lnTo>
                <a:lnTo>
                  <a:pt x="89034" y="179331"/>
                </a:lnTo>
                <a:lnTo>
                  <a:pt x="88773" y="212216"/>
                </a:lnTo>
                <a:lnTo>
                  <a:pt x="88511" y="245102"/>
                </a:lnTo>
                <a:lnTo>
                  <a:pt x="88392" y="278129"/>
                </a:lnTo>
                <a:lnTo>
                  <a:pt x="88403" y="306252"/>
                </a:lnTo>
                <a:lnTo>
                  <a:pt x="88487" y="334517"/>
                </a:lnTo>
                <a:lnTo>
                  <a:pt x="88713" y="362783"/>
                </a:lnTo>
                <a:lnTo>
                  <a:pt x="89154" y="390905"/>
                </a:lnTo>
                <a:lnTo>
                  <a:pt x="89023" y="412063"/>
                </a:lnTo>
                <a:lnTo>
                  <a:pt x="88189" y="454663"/>
                </a:lnTo>
                <a:lnTo>
                  <a:pt x="86201" y="505301"/>
                </a:lnTo>
                <a:lnTo>
                  <a:pt x="85594" y="520076"/>
                </a:lnTo>
                <a:lnTo>
                  <a:pt x="85344" y="534923"/>
                </a:lnTo>
                <a:lnTo>
                  <a:pt x="85332" y="541460"/>
                </a:lnTo>
                <a:lnTo>
                  <a:pt x="85248" y="548354"/>
                </a:lnTo>
                <a:lnTo>
                  <a:pt x="85022" y="555390"/>
                </a:lnTo>
                <a:lnTo>
                  <a:pt x="84582" y="562355"/>
                </a:lnTo>
                <a:lnTo>
                  <a:pt x="84582" y="566927"/>
                </a:lnTo>
                <a:lnTo>
                  <a:pt x="80772" y="566165"/>
                </a:lnTo>
                <a:lnTo>
                  <a:pt x="76962" y="566165"/>
                </a:lnTo>
                <a:lnTo>
                  <a:pt x="64281" y="566416"/>
                </a:lnTo>
                <a:lnTo>
                  <a:pt x="51530" y="565880"/>
                </a:lnTo>
                <a:lnTo>
                  <a:pt x="11334" y="556069"/>
                </a:lnTo>
                <a:lnTo>
                  <a:pt x="5774" y="553235"/>
                </a:lnTo>
                <a:lnTo>
                  <a:pt x="0" y="549401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9" name="Google Shape;769;p6"/>
          <p:cNvGrpSpPr/>
          <p:nvPr/>
        </p:nvGrpSpPr>
        <p:grpSpPr>
          <a:xfrm>
            <a:off x="7122413" y="2830067"/>
            <a:ext cx="33020" cy="164718"/>
            <a:chOff x="7122413" y="2830067"/>
            <a:chExt cx="33020" cy="164718"/>
          </a:xfrm>
        </p:grpSpPr>
        <p:sp>
          <p:nvSpPr>
            <p:cNvPr id="770" name="Google Shape;770;p6"/>
            <p:cNvSpPr/>
            <p:nvPr/>
          </p:nvSpPr>
          <p:spPr>
            <a:xfrm>
              <a:off x="7144511" y="2980181"/>
              <a:ext cx="0" cy="14604"/>
            </a:xfrm>
            <a:custGeom>
              <a:rect b="b" l="l" r="r" t="t"/>
              <a:pathLst>
                <a:path extrusionOk="0" h="14605" w="120000">
                  <a:moveTo>
                    <a:pt x="0" y="14477"/>
                  </a:moveTo>
                  <a:lnTo>
                    <a:pt x="0" y="9143"/>
                  </a:lnTo>
                  <a:lnTo>
                    <a:pt x="0" y="4571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6"/>
            <p:cNvSpPr/>
            <p:nvPr/>
          </p:nvSpPr>
          <p:spPr>
            <a:xfrm>
              <a:off x="7141463" y="2980181"/>
              <a:ext cx="13970" cy="11430"/>
            </a:xfrm>
            <a:custGeom>
              <a:rect b="b" l="l" r="r" t="t"/>
              <a:pathLst>
                <a:path extrusionOk="0" h="11430" w="13970">
                  <a:moveTo>
                    <a:pt x="761" y="5334"/>
                  </a:moveTo>
                  <a:lnTo>
                    <a:pt x="6643" y="2262"/>
                  </a:lnTo>
                  <a:lnTo>
                    <a:pt x="8953" y="1333"/>
                  </a:lnTo>
                  <a:lnTo>
                    <a:pt x="10406" y="1262"/>
                  </a:lnTo>
                  <a:lnTo>
                    <a:pt x="13715" y="762"/>
                  </a:lnTo>
                  <a:lnTo>
                    <a:pt x="13715" y="4572"/>
                  </a:lnTo>
                  <a:lnTo>
                    <a:pt x="13715" y="5334"/>
                  </a:lnTo>
                  <a:lnTo>
                    <a:pt x="12191" y="8382"/>
                  </a:lnTo>
                  <a:lnTo>
                    <a:pt x="9905" y="11430"/>
                  </a:lnTo>
                  <a:lnTo>
                    <a:pt x="6095" y="10668"/>
                  </a:lnTo>
                  <a:lnTo>
                    <a:pt x="2285" y="11430"/>
                  </a:lnTo>
                  <a:lnTo>
                    <a:pt x="1523" y="11430"/>
                  </a:lnTo>
                  <a:lnTo>
                    <a:pt x="761" y="11430"/>
                  </a:lnTo>
                  <a:lnTo>
                    <a:pt x="761" y="6858"/>
                  </a:lnTo>
                  <a:lnTo>
                    <a:pt x="0" y="5334"/>
                  </a:lnTo>
                  <a:lnTo>
                    <a:pt x="3809" y="3048"/>
                  </a:lnTo>
                  <a:lnTo>
                    <a:pt x="7619" y="0"/>
                  </a:lnTo>
                  <a:lnTo>
                    <a:pt x="9143" y="762"/>
                  </a:lnTo>
                  <a:lnTo>
                    <a:pt x="11429" y="3810"/>
                  </a:lnTo>
                  <a:lnTo>
                    <a:pt x="12953" y="5334"/>
                  </a:lnTo>
                  <a:lnTo>
                    <a:pt x="12953" y="685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6"/>
            <p:cNvSpPr/>
            <p:nvPr/>
          </p:nvSpPr>
          <p:spPr>
            <a:xfrm>
              <a:off x="7122413" y="2830067"/>
              <a:ext cx="25400" cy="102870"/>
            </a:xfrm>
            <a:custGeom>
              <a:rect b="b" l="l" r="r" t="t"/>
              <a:pathLst>
                <a:path extrusionOk="0" h="102869" w="25400">
                  <a:moveTo>
                    <a:pt x="1524" y="16001"/>
                  </a:moveTo>
                  <a:lnTo>
                    <a:pt x="2286" y="6095"/>
                  </a:lnTo>
                  <a:lnTo>
                    <a:pt x="0" y="1523"/>
                  </a:lnTo>
                  <a:lnTo>
                    <a:pt x="10668" y="0"/>
                  </a:lnTo>
                  <a:lnTo>
                    <a:pt x="16764" y="0"/>
                  </a:lnTo>
                  <a:lnTo>
                    <a:pt x="19812" y="1523"/>
                  </a:lnTo>
                  <a:lnTo>
                    <a:pt x="22098" y="7619"/>
                  </a:lnTo>
                  <a:lnTo>
                    <a:pt x="25146" y="14477"/>
                  </a:lnTo>
                  <a:lnTo>
                    <a:pt x="25146" y="22859"/>
                  </a:lnTo>
                  <a:lnTo>
                    <a:pt x="24384" y="30479"/>
                  </a:lnTo>
                  <a:lnTo>
                    <a:pt x="23491" y="38350"/>
                  </a:lnTo>
                  <a:lnTo>
                    <a:pt x="21240" y="46005"/>
                  </a:lnTo>
                  <a:lnTo>
                    <a:pt x="18276" y="53518"/>
                  </a:lnTo>
                  <a:lnTo>
                    <a:pt x="15240" y="60959"/>
                  </a:lnTo>
                  <a:lnTo>
                    <a:pt x="12192" y="68579"/>
                  </a:lnTo>
                  <a:lnTo>
                    <a:pt x="9906" y="74675"/>
                  </a:lnTo>
                  <a:lnTo>
                    <a:pt x="9144" y="82295"/>
                  </a:lnTo>
                  <a:lnTo>
                    <a:pt x="8382" y="86867"/>
                  </a:lnTo>
                  <a:lnTo>
                    <a:pt x="7620" y="93725"/>
                  </a:lnTo>
                  <a:lnTo>
                    <a:pt x="9144" y="98297"/>
                  </a:lnTo>
                  <a:lnTo>
                    <a:pt x="9144" y="99821"/>
                  </a:lnTo>
                  <a:lnTo>
                    <a:pt x="9906" y="101345"/>
                  </a:lnTo>
                  <a:lnTo>
                    <a:pt x="10668" y="102869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3" name="Google Shape;773;p6"/>
          <p:cNvGrpSpPr/>
          <p:nvPr/>
        </p:nvGrpSpPr>
        <p:grpSpPr>
          <a:xfrm>
            <a:off x="7091861" y="2521445"/>
            <a:ext cx="65616" cy="167399"/>
            <a:chOff x="7091861" y="2521445"/>
            <a:chExt cx="65616" cy="167399"/>
          </a:xfrm>
        </p:grpSpPr>
        <p:pic>
          <p:nvPicPr>
            <p:cNvPr id="774" name="Google Shape;774;p6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7091861" y="2521445"/>
              <a:ext cx="65616" cy="1272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5" name="Google Shape;775;p6"/>
            <p:cNvSpPr/>
            <p:nvPr/>
          </p:nvSpPr>
          <p:spPr>
            <a:xfrm>
              <a:off x="7139939" y="2672334"/>
              <a:ext cx="15240" cy="16510"/>
            </a:xfrm>
            <a:custGeom>
              <a:rect b="b" l="l" r="r" t="t"/>
              <a:pathLst>
                <a:path extrusionOk="0" h="16510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6002"/>
                  </a:lnTo>
                  <a:lnTo>
                    <a:pt x="11430" y="16002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6" name="Google Shape;776;p6"/>
          <p:cNvSpPr/>
          <p:nvPr/>
        </p:nvSpPr>
        <p:spPr>
          <a:xfrm>
            <a:off x="7116318" y="2834639"/>
            <a:ext cx="38100" cy="95250"/>
          </a:xfrm>
          <a:custGeom>
            <a:rect b="b" l="l" r="r" t="t"/>
            <a:pathLst>
              <a:path extrusionOk="0" h="95250" w="38100">
                <a:moveTo>
                  <a:pt x="0" y="20574"/>
                </a:moveTo>
                <a:lnTo>
                  <a:pt x="2285" y="9906"/>
                </a:lnTo>
                <a:lnTo>
                  <a:pt x="1523" y="4572"/>
                </a:lnTo>
                <a:lnTo>
                  <a:pt x="12953" y="1524"/>
                </a:lnTo>
                <a:lnTo>
                  <a:pt x="19049" y="0"/>
                </a:lnTo>
                <a:lnTo>
                  <a:pt x="26669" y="0"/>
                </a:lnTo>
                <a:lnTo>
                  <a:pt x="32003" y="4572"/>
                </a:lnTo>
                <a:lnTo>
                  <a:pt x="38100" y="9906"/>
                </a:lnTo>
                <a:lnTo>
                  <a:pt x="38100" y="18288"/>
                </a:lnTo>
                <a:lnTo>
                  <a:pt x="38100" y="25908"/>
                </a:lnTo>
                <a:lnTo>
                  <a:pt x="37861" y="33289"/>
                </a:lnTo>
                <a:lnTo>
                  <a:pt x="36195" y="39814"/>
                </a:lnTo>
                <a:lnTo>
                  <a:pt x="33385" y="46053"/>
                </a:lnTo>
                <a:lnTo>
                  <a:pt x="29718" y="52578"/>
                </a:lnTo>
                <a:lnTo>
                  <a:pt x="25908" y="59436"/>
                </a:lnTo>
                <a:lnTo>
                  <a:pt x="22098" y="66294"/>
                </a:lnTo>
                <a:lnTo>
                  <a:pt x="20574" y="73914"/>
                </a:lnTo>
                <a:lnTo>
                  <a:pt x="19812" y="78486"/>
                </a:lnTo>
                <a:lnTo>
                  <a:pt x="19812" y="85344"/>
                </a:lnTo>
                <a:lnTo>
                  <a:pt x="19812" y="90678"/>
                </a:lnTo>
                <a:lnTo>
                  <a:pt x="20574" y="92202"/>
                </a:lnTo>
                <a:lnTo>
                  <a:pt x="20574" y="93726"/>
                </a:lnTo>
                <a:lnTo>
                  <a:pt x="21336" y="9525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7" name="Google Shape;777;p6"/>
          <p:cNvGrpSpPr/>
          <p:nvPr/>
        </p:nvGrpSpPr>
        <p:grpSpPr>
          <a:xfrm>
            <a:off x="5959899" y="2548128"/>
            <a:ext cx="572726" cy="543433"/>
            <a:chOff x="5959899" y="2548128"/>
            <a:chExt cx="572726" cy="543433"/>
          </a:xfrm>
        </p:grpSpPr>
        <p:pic>
          <p:nvPicPr>
            <p:cNvPr id="778" name="Google Shape;778;p6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6124181" y="2945117"/>
              <a:ext cx="187477" cy="93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9" name="Google Shape;779;p6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6332969" y="2933687"/>
              <a:ext cx="76987" cy="821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"/>
            <p:cNvSpPr/>
            <p:nvPr/>
          </p:nvSpPr>
          <p:spPr>
            <a:xfrm>
              <a:off x="6418325" y="2548128"/>
              <a:ext cx="114300" cy="501015"/>
            </a:xfrm>
            <a:custGeom>
              <a:rect b="b" l="l" r="r" t="t"/>
              <a:pathLst>
                <a:path extrusionOk="0" h="501014" w="114300">
                  <a:moveTo>
                    <a:pt x="0" y="16763"/>
                  </a:moveTo>
                  <a:lnTo>
                    <a:pt x="40707" y="2809"/>
                  </a:lnTo>
                  <a:lnTo>
                    <a:pt x="60960" y="1523"/>
                  </a:lnTo>
                  <a:lnTo>
                    <a:pt x="68580" y="761"/>
                  </a:lnTo>
                  <a:lnTo>
                    <a:pt x="72390" y="0"/>
                  </a:lnTo>
                  <a:lnTo>
                    <a:pt x="74676" y="7619"/>
                  </a:lnTo>
                  <a:lnTo>
                    <a:pt x="77283" y="21824"/>
                  </a:lnTo>
                  <a:lnTo>
                    <a:pt x="77819" y="36671"/>
                  </a:lnTo>
                  <a:lnTo>
                    <a:pt x="77354" y="51661"/>
                  </a:lnTo>
                  <a:lnTo>
                    <a:pt x="76962" y="66293"/>
                  </a:lnTo>
                  <a:lnTo>
                    <a:pt x="77712" y="112466"/>
                  </a:lnTo>
                  <a:lnTo>
                    <a:pt x="80105" y="158495"/>
                  </a:lnTo>
                  <a:lnTo>
                    <a:pt x="84355" y="204525"/>
                  </a:lnTo>
                  <a:lnTo>
                    <a:pt x="90678" y="250697"/>
                  </a:lnTo>
                  <a:lnTo>
                    <a:pt x="102203" y="315944"/>
                  </a:lnTo>
                  <a:lnTo>
                    <a:pt x="107715" y="348745"/>
                  </a:lnTo>
                  <a:lnTo>
                    <a:pt x="112014" y="381761"/>
                  </a:lnTo>
                  <a:lnTo>
                    <a:pt x="113502" y="399264"/>
                  </a:lnTo>
                  <a:lnTo>
                    <a:pt x="114204" y="417194"/>
                  </a:lnTo>
                  <a:lnTo>
                    <a:pt x="113621" y="435125"/>
                  </a:lnTo>
                  <a:lnTo>
                    <a:pt x="102870" y="479393"/>
                  </a:lnTo>
                  <a:lnTo>
                    <a:pt x="77902" y="500919"/>
                  </a:lnTo>
                  <a:lnTo>
                    <a:pt x="69818" y="500824"/>
                  </a:lnTo>
                  <a:lnTo>
                    <a:pt x="24217" y="487203"/>
                  </a:lnTo>
                  <a:lnTo>
                    <a:pt x="14478" y="483107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6"/>
            <p:cNvSpPr/>
            <p:nvPr/>
          </p:nvSpPr>
          <p:spPr>
            <a:xfrm>
              <a:off x="5959899" y="2619756"/>
              <a:ext cx="138430" cy="471805"/>
            </a:xfrm>
            <a:custGeom>
              <a:rect b="b" l="l" r="r" t="t"/>
              <a:pathLst>
                <a:path extrusionOk="0" h="471805" w="138429">
                  <a:moveTo>
                    <a:pt x="136862" y="1524"/>
                  </a:moveTo>
                  <a:lnTo>
                    <a:pt x="123955" y="964"/>
                  </a:lnTo>
                  <a:lnTo>
                    <a:pt x="111335" y="476"/>
                  </a:lnTo>
                  <a:lnTo>
                    <a:pt x="98714" y="130"/>
                  </a:lnTo>
                  <a:lnTo>
                    <a:pt x="85808" y="0"/>
                  </a:lnTo>
                  <a:lnTo>
                    <a:pt x="70282" y="345"/>
                  </a:lnTo>
                  <a:lnTo>
                    <a:pt x="24848" y="8382"/>
                  </a:lnTo>
                  <a:lnTo>
                    <a:pt x="0" y="49470"/>
                  </a:lnTo>
                  <a:lnTo>
                    <a:pt x="369" y="66960"/>
                  </a:lnTo>
                  <a:lnTo>
                    <a:pt x="11513" y="128004"/>
                  </a:lnTo>
                  <a:lnTo>
                    <a:pt x="27324" y="182558"/>
                  </a:lnTo>
                  <a:lnTo>
                    <a:pt x="35516" y="209550"/>
                  </a:lnTo>
                  <a:lnTo>
                    <a:pt x="46672" y="249352"/>
                  </a:lnTo>
                  <a:lnTo>
                    <a:pt x="56757" y="289083"/>
                  </a:lnTo>
                  <a:lnTo>
                    <a:pt x="64984" y="329243"/>
                  </a:lnTo>
                  <a:lnTo>
                    <a:pt x="70568" y="370332"/>
                  </a:lnTo>
                  <a:lnTo>
                    <a:pt x="72390" y="406979"/>
                  </a:lnTo>
                  <a:lnTo>
                    <a:pt x="72854" y="419100"/>
                  </a:lnTo>
                  <a:lnTo>
                    <a:pt x="92356" y="458033"/>
                  </a:lnTo>
                  <a:lnTo>
                    <a:pt x="126194" y="470916"/>
                  </a:lnTo>
                  <a:lnTo>
                    <a:pt x="130004" y="471678"/>
                  </a:lnTo>
                  <a:lnTo>
                    <a:pt x="138386" y="47091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82" name="Google Shape;782;p6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6670535" y="2703563"/>
            <a:ext cx="110515" cy="112801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"/>
          <p:cNvSpPr/>
          <p:nvPr/>
        </p:nvSpPr>
        <p:spPr>
          <a:xfrm>
            <a:off x="6931914" y="2531864"/>
            <a:ext cx="167640" cy="516255"/>
          </a:xfrm>
          <a:custGeom>
            <a:rect b="b" l="l" r="r" t="t"/>
            <a:pathLst>
              <a:path extrusionOk="0" h="516255" w="167640">
                <a:moveTo>
                  <a:pt x="88392" y="4071"/>
                </a:moveTo>
                <a:lnTo>
                  <a:pt x="77759" y="1666"/>
                </a:lnTo>
                <a:lnTo>
                  <a:pt x="67341" y="261"/>
                </a:lnTo>
                <a:lnTo>
                  <a:pt x="56780" y="0"/>
                </a:lnTo>
                <a:lnTo>
                  <a:pt x="45720" y="1023"/>
                </a:lnTo>
                <a:lnTo>
                  <a:pt x="8382" y="8643"/>
                </a:lnTo>
                <a:lnTo>
                  <a:pt x="0" y="20073"/>
                </a:lnTo>
                <a:lnTo>
                  <a:pt x="1524" y="26931"/>
                </a:lnTo>
                <a:lnTo>
                  <a:pt x="4988" y="43398"/>
                </a:lnTo>
                <a:lnTo>
                  <a:pt x="9239" y="59793"/>
                </a:lnTo>
                <a:lnTo>
                  <a:pt x="13632" y="76330"/>
                </a:lnTo>
                <a:lnTo>
                  <a:pt x="17526" y="93225"/>
                </a:lnTo>
                <a:lnTo>
                  <a:pt x="22407" y="122622"/>
                </a:lnTo>
                <a:lnTo>
                  <a:pt x="26860" y="152376"/>
                </a:lnTo>
                <a:lnTo>
                  <a:pt x="31027" y="182272"/>
                </a:lnTo>
                <a:lnTo>
                  <a:pt x="35052" y="212097"/>
                </a:lnTo>
                <a:lnTo>
                  <a:pt x="39445" y="240672"/>
                </a:lnTo>
                <a:lnTo>
                  <a:pt x="44481" y="269247"/>
                </a:lnTo>
                <a:lnTo>
                  <a:pt x="49946" y="297822"/>
                </a:lnTo>
                <a:lnTo>
                  <a:pt x="55626" y="326397"/>
                </a:lnTo>
                <a:lnTo>
                  <a:pt x="61745" y="354853"/>
                </a:lnTo>
                <a:lnTo>
                  <a:pt x="67437" y="383166"/>
                </a:lnTo>
                <a:lnTo>
                  <a:pt x="72556" y="411480"/>
                </a:lnTo>
                <a:lnTo>
                  <a:pt x="76962" y="439935"/>
                </a:lnTo>
                <a:lnTo>
                  <a:pt x="79117" y="453092"/>
                </a:lnTo>
                <a:lnTo>
                  <a:pt x="81057" y="466320"/>
                </a:lnTo>
                <a:lnTo>
                  <a:pt x="82855" y="479690"/>
                </a:lnTo>
                <a:lnTo>
                  <a:pt x="84582" y="493275"/>
                </a:lnTo>
                <a:lnTo>
                  <a:pt x="86106" y="500133"/>
                </a:lnTo>
                <a:lnTo>
                  <a:pt x="87630" y="507753"/>
                </a:lnTo>
                <a:lnTo>
                  <a:pt x="93726" y="512325"/>
                </a:lnTo>
                <a:lnTo>
                  <a:pt x="99060" y="516135"/>
                </a:lnTo>
                <a:lnTo>
                  <a:pt x="106680" y="514611"/>
                </a:lnTo>
                <a:lnTo>
                  <a:pt x="113538" y="514611"/>
                </a:lnTo>
                <a:lnTo>
                  <a:pt x="153924" y="503181"/>
                </a:lnTo>
                <a:lnTo>
                  <a:pt x="158496" y="500133"/>
                </a:lnTo>
                <a:lnTo>
                  <a:pt x="163068" y="497847"/>
                </a:lnTo>
                <a:lnTo>
                  <a:pt x="167640" y="494799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6"/>
          <p:cNvSpPr/>
          <p:nvPr/>
        </p:nvSpPr>
        <p:spPr>
          <a:xfrm>
            <a:off x="6158484" y="3105911"/>
            <a:ext cx="229870" cy="23495"/>
          </a:xfrm>
          <a:custGeom>
            <a:rect b="b" l="l" r="r" t="t"/>
            <a:pathLst>
              <a:path extrusionOk="0" h="23494" w="229870">
                <a:moveTo>
                  <a:pt x="0" y="19050"/>
                </a:moveTo>
                <a:lnTo>
                  <a:pt x="11894" y="21359"/>
                </a:lnTo>
                <a:lnTo>
                  <a:pt x="23717" y="22669"/>
                </a:lnTo>
                <a:lnTo>
                  <a:pt x="35683" y="23121"/>
                </a:lnTo>
                <a:lnTo>
                  <a:pt x="48006" y="22859"/>
                </a:lnTo>
                <a:lnTo>
                  <a:pt x="89154" y="18764"/>
                </a:lnTo>
                <a:lnTo>
                  <a:pt x="130302" y="12953"/>
                </a:lnTo>
                <a:lnTo>
                  <a:pt x="170307" y="6953"/>
                </a:lnTo>
                <a:lnTo>
                  <a:pt x="190309" y="4060"/>
                </a:lnTo>
                <a:lnTo>
                  <a:pt x="210311" y="1523"/>
                </a:lnTo>
                <a:lnTo>
                  <a:pt x="215646" y="761"/>
                </a:lnTo>
                <a:lnTo>
                  <a:pt x="220979" y="0"/>
                </a:lnTo>
                <a:lnTo>
                  <a:pt x="226314" y="0"/>
                </a:lnTo>
                <a:lnTo>
                  <a:pt x="227076" y="0"/>
                </a:lnTo>
                <a:lnTo>
                  <a:pt x="228600" y="0"/>
                </a:lnTo>
                <a:lnTo>
                  <a:pt x="229361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p6"/>
          <p:cNvGrpSpPr/>
          <p:nvPr/>
        </p:nvGrpSpPr>
        <p:grpSpPr>
          <a:xfrm>
            <a:off x="6097296" y="2634221"/>
            <a:ext cx="243686" cy="131398"/>
            <a:chOff x="6097296" y="2634221"/>
            <a:chExt cx="243686" cy="131398"/>
          </a:xfrm>
        </p:grpSpPr>
        <p:pic>
          <p:nvPicPr>
            <p:cNvPr id="786" name="Google Shape;786;p6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6097296" y="2634221"/>
              <a:ext cx="205979" cy="1313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6"/>
            <p:cNvSpPr/>
            <p:nvPr/>
          </p:nvSpPr>
          <p:spPr>
            <a:xfrm>
              <a:off x="6331457" y="2650236"/>
              <a:ext cx="9525" cy="81280"/>
            </a:xfrm>
            <a:custGeom>
              <a:rect b="b" l="l" r="r" t="t"/>
              <a:pathLst>
                <a:path extrusionOk="0" h="81280" w="9525">
                  <a:moveTo>
                    <a:pt x="0" y="0"/>
                  </a:moveTo>
                  <a:lnTo>
                    <a:pt x="8382" y="44196"/>
                  </a:lnTo>
                  <a:lnTo>
                    <a:pt x="9132" y="71628"/>
                  </a:lnTo>
                  <a:lnTo>
                    <a:pt x="9144" y="8077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7"/>
          <p:cNvGrpSpPr/>
          <p:nvPr/>
        </p:nvGrpSpPr>
        <p:grpSpPr>
          <a:xfrm>
            <a:off x="5039093" y="2151888"/>
            <a:ext cx="369713" cy="264878"/>
            <a:chOff x="5039093" y="2151888"/>
            <a:chExt cx="369713" cy="264878"/>
          </a:xfrm>
        </p:grpSpPr>
        <p:pic>
          <p:nvPicPr>
            <p:cNvPr id="793" name="Google Shape;79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39093" y="2253983"/>
              <a:ext cx="91465" cy="160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p7"/>
            <p:cNvSpPr/>
            <p:nvPr/>
          </p:nvSpPr>
          <p:spPr>
            <a:xfrm>
              <a:off x="5113781" y="2151888"/>
              <a:ext cx="22860" cy="62865"/>
            </a:xfrm>
            <a:custGeom>
              <a:rect b="b" l="l" r="r" t="t"/>
              <a:pathLst>
                <a:path extrusionOk="0" h="62864" w="22860">
                  <a:moveTo>
                    <a:pt x="0" y="0"/>
                  </a:moveTo>
                  <a:lnTo>
                    <a:pt x="11430" y="38862"/>
                  </a:lnTo>
                  <a:lnTo>
                    <a:pt x="19573" y="56757"/>
                  </a:lnTo>
                  <a:lnTo>
                    <a:pt x="22860" y="6248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5" name="Google Shape;79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76431" y="2193785"/>
              <a:ext cx="232375" cy="22298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6" name="Google Shape;796;p7"/>
          <p:cNvGrpSpPr/>
          <p:nvPr/>
        </p:nvGrpSpPr>
        <p:grpSpPr>
          <a:xfrm>
            <a:off x="5534405" y="2276856"/>
            <a:ext cx="59690" cy="39370"/>
            <a:chOff x="5534405" y="2276856"/>
            <a:chExt cx="59690" cy="39370"/>
          </a:xfrm>
        </p:grpSpPr>
        <p:sp>
          <p:nvSpPr>
            <p:cNvPr id="797" name="Google Shape;797;p7"/>
            <p:cNvSpPr/>
            <p:nvPr/>
          </p:nvSpPr>
          <p:spPr>
            <a:xfrm>
              <a:off x="5538977" y="2276856"/>
              <a:ext cx="43815" cy="1905"/>
            </a:xfrm>
            <a:custGeom>
              <a:rect b="b" l="l" r="r" t="t"/>
              <a:pathLst>
                <a:path extrusionOk="0" h="1905" w="43814">
                  <a:moveTo>
                    <a:pt x="0" y="0"/>
                  </a:moveTo>
                  <a:lnTo>
                    <a:pt x="8001" y="559"/>
                  </a:lnTo>
                  <a:lnTo>
                    <a:pt x="16002" y="1047"/>
                  </a:lnTo>
                  <a:lnTo>
                    <a:pt x="24003" y="1393"/>
                  </a:lnTo>
                  <a:lnTo>
                    <a:pt x="32004" y="1523"/>
                  </a:lnTo>
                  <a:lnTo>
                    <a:pt x="35814" y="1523"/>
                  </a:lnTo>
                  <a:lnTo>
                    <a:pt x="39624" y="1523"/>
                  </a:lnTo>
                  <a:lnTo>
                    <a:pt x="43434" y="152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7"/>
            <p:cNvSpPr/>
            <p:nvPr/>
          </p:nvSpPr>
          <p:spPr>
            <a:xfrm>
              <a:off x="5534405" y="2307336"/>
              <a:ext cx="59690" cy="8890"/>
            </a:xfrm>
            <a:custGeom>
              <a:rect b="b" l="l" r="r" t="t"/>
              <a:pathLst>
                <a:path extrusionOk="0" h="8889" w="59689">
                  <a:moveTo>
                    <a:pt x="0" y="8382"/>
                  </a:moveTo>
                  <a:lnTo>
                    <a:pt x="39624" y="4572"/>
                  </a:lnTo>
                  <a:lnTo>
                    <a:pt x="46482" y="3048"/>
                  </a:lnTo>
                  <a:lnTo>
                    <a:pt x="53340" y="3810"/>
                  </a:lnTo>
                  <a:lnTo>
                    <a:pt x="59436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9" name="Google Shape;799;p7"/>
          <p:cNvGrpSpPr/>
          <p:nvPr/>
        </p:nvGrpSpPr>
        <p:grpSpPr>
          <a:xfrm>
            <a:off x="6099035" y="2225789"/>
            <a:ext cx="221005" cy="128041"/>
            <a:chOff x="6099035" y="2225789"/>
            <a:chExt cx="221005" cy="128041"/>
          </a:xfrm>
        </p:grpSpPr>
        <p:pic>
          <p:nvPicPr>
            <p:cNvPr id="800" name="Google Shape;800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99035" y="2241791"/>
              <a:ext cx="88417" cy="1120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1" name="Google Shape;801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6158" y="2225789"/>
              <a:ext cx="93882" cy="1105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2" name="Google Shape;802;p7"/>
          <p:cNvGrpSpPr/>
          <p:nvPr/>
        </p:nvGrpSpPr>
        <p:grpSpPr>
          <a:xfrm>
            <a:off x="6417551" y="2091963"/>
            <a:ext cx="223291" cy="257028"/>
            <a:chOff x="6417551" y="2091963"/>
            <a:chExt cx="223291" cy="257028"/>
          </a:xfrm>
        </p:grpSpPr>
        <p:pic>
          <p:nvPicPr>
            <p:cNvPr id="803" name="Google Shape;803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417551" y="2218931"/>
              <a:ext cx="106705" cy="975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4" name="Google Shape;804;p7"/>
            <p:cNvSpPr/>
            <p:nvPr/>
          </p:nvSpPr>
          <p:spPr>
            <a:xfrm>
              <a:off x="6562344" y="2279141"/>
              <a:ext cx="6985" cy="69850"/>
            </a:xfrm>
            <a:custGeom>
              <a:rect b="b" l="l" r="r" t="t"/>
              <a:pathLst>
                <a:path extrusionOk="0" h="69850" w="6984">
                  <a:moveTo>
                    <a:pt x="0" y="0"/>
                  </a:moveTo>
                  <a:lnTo>
                    <a:pt x="1262" y="8453"/>
                  </a:lnTo>
                  <a:lnTo>
                    <a:pt x="2667" y="16764"/>
                  </a:lnTo>
                  <a:lnTo>
                    <a:pt x="4071" y="25074"/>
                  </a:lnTo>
                  <a:lnTo>
                    <a:pt x="5334" y="33528"/>
                  </a:lnTo>
                  <a:lnTo>
                    <a:pt x="5334" y="42207"/>
                  </a:lnTo>
                  <a:lnTo>
                    <a:pt x="4762" y="50958"/>
                  </a:lnTo>
                  <a:lnTo>
                    <a:pt x="4476" y="59566"/>
                  </a:lnTo>
                  <a:lnTo>
                    <a:pt x="5334" y="67818"/>
                  </a:lnTo>
                  <a:lnTo>
                    <a:pt x="5334" y="69342"/>
                  </a:lnTo>
                  <a:lnTo>
                    <a:pt x="6858" y="6934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5" name="Google Shape;805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547853" y="2091963"/>
              <a:ext cx="92989" cy="1094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6" name="Google Shape;806;p7"/>
          <p:cNvSpPr/>
          <p:nvPr/>
        </p:nvSpPr>
        <p:spPr>
          <a:xfrm>
            <a:off x="6813042" y="2274570"/>
            <a:ext cx="78105" cy="8890"/>
          </a:xfrm>
          <a:custGeom>
            <a:rect b="b" l="l" r="r" t="t"/>
            <a:pathLst>
              <a:path extrusionOk="0" h="8889" w="78104">
                <a:moveTo>
                  <a:pt x="0" y="8382"/>
                </a:moveTo>
                <a:lnTo>
                  <a:pt x="10060" y="8001"/>
                </a:lnTo>
                <a:lnTo>
                  <a:pt x="19907" y="7048"/>
                </a:lnTo>
                <a:lnTo>
                  <a:pt x="29896" y="5810"/>
                </a:lnTo>
                <a:lnTo>
                  <a:pt x="40386" y="4572"/>
                </a:lnTo>
                <a:lnTo>
                  <a:pt x="48506" y="3440"/>
                </a:lnTo>
                <a:lnTo>
                  <a:pt x="56769" y="2381"/>
                </a:lnTo>
                <a:lnTo>
                  <a:pt x="65031" y="1464"/>
                </a:lnTo>
                <a:lnTo>
                  <a:pt x="73152" y="762"/>
                </a:lnTo>
                <a:lnTo>
                  <a:pt x="75438" y="762"/>
                </a:lnTo>
                <a:lnTo>
                  <a:pt x="76962" y="4572"/>
                </a:lnTo>
                <a:lnTo>
                  <a:pt x="77724" y="2286"/>
                </a:lnTo>
                <a:lnTo>
                  <a:pt x="76200" y="2286"/>
                </a:lnTo>
                <a:lnTo>
                  <a:pt x="76962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7" name="Google Shape;80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25626" y="2180831"/>
            <a:ext cx="96799" cy="1204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8" name="Google Shape;808;p7"/>
          <p:cNvGrpSpPr/>
          <p:nvPr/>
        </p:nvGrpSpPr>
        <p:grpSpPr>
          <a:xfrm>
            <a:off x="7190219" y="2154161"/>
            <a:ext cx="343420" cy="159283"/>
            <a:chOff x="7190219" y="2154161"/>
            <a:chExt cx="343420" cy="159283"/>
          </a:xfrm>
        </p:grpSpPr>
        <p:pic>
          <p:nvPicPr>
            <p:cNvPr id="809" name="Google Shape;809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190219" y="2175497"/>
              <a:ext cx="152425" cy="1379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0" name="Google Shape;810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378433" y="2154161"/>
              <a:ext cx="103847" cy="975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1" name="Google Shape;811;p7"/>
            <p:cNvSpPr/>
            <p:nvPr/>
          </p:nvSpPr>
          <p:spPr>
            <a:xfrm>
              <a:off x="7528559" y="2235708"/>
              <a:ext cx="5080" cy="69850"/>
            </a:xfrm>
            <a:custGeom>
              <a:rect b="b" l="l" r="r" t="t"/>
              <a:pathLst>
                <a:path extrusionOk="0" h="69850" w="5079">
                  <a:moveTo>
                    <a:pt x="1524" y="0"/>
                  </a:moveTo>
                  <a:lnTo>
                    <a:pt x="3286" y="9798"/>
                  </a:lnTo>
                  <a:lnTo>
                    <a:pt x="4191" y="18954"/>
                  </a:lnTo>
                  <a:lnTo>
                    <a:pt x="4524" y="27967"/>
                  </a:lnTo>
                  <a:lnTo>
                    <a:pt x="4572" y="37338"/>
                  </a:lnTo>
                  <a:lnTo>
                    <a:pt x="4179" y="44648"/>
                  </a:lnTo>
                  <a:lnTo>
                    <a:pt x="3143" y="51816"/>
                  </a:lnTo>
                  <a:lnTo>
                    <a:pt x="1678" y="58983"/>
                  </a:lnTo>
                  <a:lnTo>
                    <a:pt x="0" y="66294"/>
                  </a:lnTo>
                  <a:lnTo>
                    <a:pt x="0" y="67056"/>
                  </a:lnTo>
                  <a:lnTo>
                    <a:pt x="0" y="68580"/>
                  </a:lnTo>
                  <a:lnTo>
                    <a:pt x="0" y="6934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12" name="Google Shape;812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53515" y="2154161"/>
            <a:ext cx="92989" cy="101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3" name="Google Shape;813;p7"/>
          <p:cNvGrpSpPr/>
          <p:nvPr/>
        </p:nvGrpSpPr>
        <p:grpSpPr>
          <a:xfrm>
            <a:off x="7885925" y="2125205"/>
            <a:ext cx="202717" cy="121183"/>
            <a:chOff x="7885925" y="2125205"/>
            <a:chExt cx="202717" cy="121183"/>
          </a:xfrm>
        </p:grpSpPr>
        <p:pic>
          <p:nvPicPr>
            <p:cNvPr id="814" name="Google Shape;814;p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005762" y="2129015"/>
              <a:ext cx="82880" cy="990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5" name="Google Shape;815;p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885925" y="2125205"/>
              <a:ext cx="75463" cy="1211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16" name="Google Shape;816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139671" y="2004047"/>
            <a:ext cx="230149" cy="259486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"/>
          <p:cNvSpPr/>
          <p:nvPr/>
        </p:nvSpPr>
        <p:spPr>
          <a:xfrm>
            <a:off x="8483345" y="2152650"/>
            <a:ext cx="58419" cy="10160"/>
          </a:xfrm>
          <a:custGeom>
            <a:rect b="b" l="l" r="r" t="t"/>
            <a:pathLst>
              <a:path extrusionOk="0" h="10160" w="58420">
                <a:moveTo>
                  <a:pt x="0" y="3048"/>
                </a:moveTo>
                <a:lnTo>
                  <a:pt x="9584" y="4822"/>
                </a:lnTo>
                <a:lnTo>
                  <a:pt x="18383" y="5810"/>
                </a:lnTo>
                <a:lnTo>
                  <a:pt x="27324" y="6369"/>
                </a:lnTo>
                <a:lnTo>
                  <a:pt x="37338" y="6858"/>
                </a:lnTo>
                <a:lnTo>
                  <a:pt x="41910" y="6858"/>
                </a:lnTo>
                <a:lnTo>
                  <a:pt x="57912" y="9906"/>
                </a:lnTo>
                <a:lnTo>
                  <a:pt x="55626" y="4572"/>
                </a:lnTo>
                <a:lnTo>
                  <a:pt x="54864" y="3048"/>
                </a:lnTo>
                <a:lnTo>
                  <a:pt x="54102" y="1524"/>
                </a:lnTo>
                <a:lnTo>
                  <a:pt x="52577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8" name="Google Shape;818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673833" y="2090153"/>
            <a:ext cx="95275" cy="1120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9" name="Google Shape;819;p7"/>
          <p:cNvGrpSpPr/>
          <p:nvPr/>
        </p:nvGrpSpPr>
        <p:grpSpPr>
          <a:xfrm>
            <a:off x="8835376" y="2061959"/>
            <a:ext cx="427507" cy="153949"/>
            <a:chOff x="8835376" y="2061959"/>
            <a:chExt cx="427507" cy="153949"/>
          </a:xfrm>
        </p:grpSpPr>
        <p:pic>
          <p:nvPicPr>
            <p:cNvPr id="820" name="Google Shape;820;p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835376" y="2101583"/>
              <a:ext cx="209575" cy="114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1" name="Google Shape;821;p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078454" y="2061959"/>
              <a:ext cx="184429" cy="1455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2" name="Google Shape;822;p7"/>
          <p:cNvSpPr/>
          <p:nvPr/>
        </p:nvSpPr>
        <p:spPr>
          <a:xfrm>
            <a:off x="7376159" y="2749295"/>
            <a:ext cx="88900" cy="3810"/>
          </a:xfrm>
          <a:custGeom>
            <a:rect b="b" l="l" r="r" t="t"/>
            <a:pathLst>
              <a:path extrusionOk="0" h="3810" w="88900">
                <a:moveTo>
                  <a:pt x="0" y="2286"/>
                </a:moveTo>
                <a:lnTo>
                  <a:pt x="11882" y="3167"/>
                </a:lnTo>
                <a:lnTo>
                  <a:pt x="23622" y="3619"/>
                </a:lnTo>
                <a:lnTo>
                  <a:pt x="35361" y="3786"/>
                </a:lnTo>
                <a:lnTo>
                  <a:pt x="47244" y="3810"/>
                </a:lnTo>
                <a:lnTo>
                  <a:pt x="56387" y="3774"/>
                </a:lnTo>
                <a:lnTo>
                  <a:pt x="65531" y="3524"/>
                </a:lnTo>
                <a:lnTo>
                  <a:pt x="74675" y="2845"/>
                </a:lnTo>
                <a:lnTo>
                  <a:pt x="83820" y="1524"/>
                </a:lnTo>
                <a:lnTo>
                  <a:pt x="85344" y="762"/>
                </a:lnTo>
                <a:lnTo>
                  <a:pt x="86868" y="762"/>
                </a:lnTo>
                <a:lnTo>
                  <a:pt x="88392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7"/>
          <p:cNvSpPr/>
          <p:nvPr/>
        </p:nvSpPr>
        <p:spPr>
          <a:xfrm>
            <a:off x="7387590" y="2815589"/>
            <a:ext cx="98425" cy="17145"/>
          </a:xfrm>
          <a:custGeom>
            <a:rect b="b" l="l" r="r" t="t"/>
            <a:pathLst>
              <a:path extrusionOk="0" h="17144" w="98425">
                <a:moveTo>
                  <a:pt x="0" y="12953"/>
                </a:moveTo>
                <a:lnTo>
                  <a:pt x="13668" y="15656"/>
                </a:lnTo>
                <a:lnTo>
                  <a:pt x="25908" y="16859"/>
                </a:lnTo>
                <a:lnTo>
                  <a:pt x="38147" y="16490"/>
                </a:lnTo>
                <a:lnTo>
                  <a:pt x="51816" y="14477"/>
                </a:lnTo>
                <a:lnTo>
                  <a:pt x="63686" y="11572"/>
                </a:lnTo>
                <a:lnTo>
                  <a:pt x="75342" y="8381"/>
                </a:lnTo>
                <a:lnTo>
                  <a:pt x="86856" y="4619"/>
                </a:lnTo>
                <a:lnTo>
                  <a:pt x="98298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4" name="Google Shape;824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551776" y="2740032"/>
            <a:ext cx="100240" cy="10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183111" y="3240011"/>
            <a:ext cx="166141" cy="12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728703" y="3136819"/>
            <a:ext cx="2725604" cy="10427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7" name="Google Shape;827;p7"/>
          <p:cNvGrpSpPr/>
          <p:nvPr/>
        </p:nvGrpSpPr>
        <p:grpSpPr>
          <a:xfrm>
            <a:off x="8730996" y="3598913"/>
            <a:ext cx="169938" cy="131851"/>
            <a:chOff x="8730996" y="3598913"/>
            <a:chExt cx="169938" cy="131851"/>
          </a:xfrm>
        </p:grpSpPr>
        <p:sp>
          <p:nvSpPr>
            <p:cNvPr id="828" name="Google Shape;828;p7"/>
            <p:cNvSpPr/>
            <p:nvPr/>
          </p:nvSpPr>
          <p:spPr>
            <a:xfrm>
              <a:off x="8730996" y="3632453"/>
              <a:ext cx="13335" cy="95250"/>
            </a:xfrm>
            <a:custGeom>
              <a:rect b="b" l="l" r="r" t="t"/>
              <a:pathLst>
                <a:path extrusionOk="0" h="95250" w="13334">
                  <a:moveTo>
                    <a:pt x="0" y="0"/>
                  </a:moveTo>
                  <a:lnTo>
                    <a:pt x="8786" y="39862"/>
                  </a:lnTo>
                  <a:lnTo>
                    <a:pt x="11430" y="71532"/>
                  </a:lnTo>
                  <a:lnTo>
                    <a:pt x="11739" y="80450"/>
                  </a:lnTo>
                  <a:lnTo>
                    <a:pt x="12192" y="89154"/>
                  </a:lnTo>
                  <a:lnTo>
                    <a:pt x="12192" y="92964"/>
                  </a:lnTo>
                  <a:lnTo>
                    <a:pt x="12192" y="93726"/>
                  </a:lnTo>
                  <a:lnTo>
                    <a:pt x="12954" y="9525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29" name="Google Shape;829;p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774417" y="3598913"/>
              <a:ext cx="126517" cy="131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0" name="Google Shape;830;p7"/>
          <p:cNvGrpSpPr/>
          <p:nvPr/>
        </p:nvGrpSpPr>
        <p:grpSpPr>
          <a:xfrm>
            <a:off x="8946593" y="3560039"/>
            <a:ext cx="392491" cy="157771"/>
            <a:chOff x="8946593" y="3560039"/>
            <a:chExt cx="392491" cy="157771"/>
          </a:xfrm>
        </p:grpSpPr>
        <p:pic>
          <p:nvPicPr>
            <p:cNvPr id="831" name="Google Shape;831;p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8946593" y="3584435"/>
              <a:ext cx="110551" cy="133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2" name="Google Shape;832;p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9090599" y="3569195"/>
              <a:ext cx="95323" cy="148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3" name="Google Shape;833;p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9219008" y="3560039"/>
              <a:ext cx="120076" cy="1425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4" name="Google Shape;834;p7"/>
          <p:cNvGrpSpPr/>
          <p:nvPr/>
        </p:nvGrpSpPr>
        <p:grpSpPr>
          <a:xfrm>
            <a:off x="8946904" y="3760457"/>
            <a:ext cx="734318" cy="213499"/>
            <a:chOff x="8946904" y="3760457"/>
            <a:chExt cx="734318" cy="213499"/>
          </a:xfrm>
        </p:grpSpPr>
        <p:sp>
          <p:nvSpPr>
            <p:cNvPr id="835" name="Google Shape;835;p7"/>
            <p:cNvSpPr/>
            <p:nvPr/>
          </p:nvSpPr>
          <p:spPr>
            <a:xfrm>
              <a:off x="8970264" y="3864101"/>
              <a:ext cx="5080" cy="109855"/>
            </a:xfrm>
            <a:custGeom>
              <a:rect b="b" l="l" r="r" t="t"/>
              <a:pathLst>
                <a:path extrusionOk="0" h="109854" w="5079">
                  <a:moveTo>
                    <a:pt x="3048" y="0"/>
                  </a:moveTo>
                  <a:lnTo>
                    <a:pt x="3500" y="12573"/>
                  </a:lnTo>
                  <a:lnTo>
                    <a:pt x="3810" y="25146"/>
                  </a:lnTo>
                  <a:lnTo>
                    <a:pt x="4119" y="37719"/>
                  </a:lnTo>
                  <a:lnTo>
                    <a:pt x="4572" y="50292"/>
                  </a:lnTo>
                  <a:lnTo>
                    <a:pt x="4655" y="61710"/>
                  </a:lnTo>
                  <a:lnTo>
                    <a:pt x="4667" y="73056"/>
                  </a:lnTo>
                  <a:lnTo>
                    <a:pt x="4250" y="84260"/>
                  </a:lnTo>
                  <a:lnTo>
                    <a:pt x="3048" y="95250"/>
                  </a:lnTo>
                  <a:lnTo>
                    <a:pt x="762" y="102870"/>
                  </a:lnTo>
                  <a:lnTo>
                    <a:pt x="0" y="104394"/>
                  </a:lnTo>
                  <a:lnTo>
                    <a:pt x="0" y="10972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7"/>
            <p:cNvSpPr/>
            <p:nvPr/>
          </p:nvSpPr>
          <p:spPr>
            <a:xfrm>
              <a:off x="8946904" y="3810142"/>
              <a:ext cx="84455" cy="98425"/>
            </a:xfrm>
            <a:custGeom>
              <a:rect b="b" l="l" r="r" t="t"/>
              <a:pathLst>
                <a:path extrusionOk="0" h="98425" w="84454">
                  <a:moveTo>
                    <a:pt x="2024" y="37957"/>
                  </a:moveTo>
                  <a:lnTo>
                    <a:pt x="0" y="26146"/>
                  </a:lnTo>
                  <a:lnTo>
                    <a:pt x="690" y="18907"/>
                  </a:lnTo>
                  <a:lnTo>
                    <a:pt x="5667" y="13954"/>
                  </a:lnTo>
                  <a:lnTo>
                    <a:pt x="16502" y="9001"/>
                  </a:lnTo>
                  <a:lnTo>
                    <a:pt x="29825" y="4190"/>
                  </a:lnTo>
                  <a:lnTo>
                    <a:pt x="44791" y="809"/>
                  </a:lnTo>
                  <a:lnTo>
                    <a:pt x="59900" y="0"/>
                  </a:lnTo>
                  <a:lnTo>
                    <a:pt x="73652" y="2905"/>
                  </a:lnTo>
                  <a:lnTo>
                    <a:pt x="81141" y="9346"/>
                  </a:lnTo>
                  <a:lnTo>
                    <a:pt x="83843" y="18430"/>
                  </a:lnTo>
                  <a:lnTo>
                    <a:pt x="82974" y="28515"/>
                  </a:lnTo>
                  <a:lnTo>
                    <a:pt x="60793" y="62912"/>
                  </a:lnTo>
                  <a:lnTo>
                    <a:pt x="31742" y="89011"/>
                  </a:lnTo>
                  <a:lnTo>
                    <a:pt x="28694" y="92821"/>
                  </a:lnTo>
                  <a:lnTo>
                    <a:pt x="23360" y="98155"/>
                  </a:lnTo>
                  <a:lnTo>
                    <a:pt x="30218" y="97393"/>
                  </a:lnTo>
                  <a:lnTo>
                    <a:pt x="33266" y="95869"/>
                  </a:lnTo>
                  <a:lnTo>
                    <a:pt x="37076" y="9205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37" name="Google Shape;837;p7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9070073" y="3809987"/>
              <a:ext cx="106705" cy="1501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8" name="Google Shape;838;p7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9196565" y="3794747"/>
              <a:ext cx="198050" cy="134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9" name="Google Shape;839;p7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9430475" y="3773411"/>
              <a:ext cx="67474" cy="1265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0" name="Google Shape;840;p7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9524225" y="3760457"/>
              <a:ext cx="156997" cy="1277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1" name="Google Shape;841;p7"/>
          <p:cNvSpPr/>
          <p:nvPr/>
        </p:nvSpPr>
        <p:spPr>
          <a:xfrm>
            <a:off x="9741407" y="3674364"/>
            <a:ext cx="102870" cy="290830"/>
          </a:xfrm>
          <a:custGeom>
            <a:rect b="b" l="l" r="r" t="t"/>
            <a:pathLst>
              <a:path extrusionOk="0" h="290829" w="102870">
                <a:moveTo>
                  <a:pt x="102870" y="0"/>
                </a:moveTo>
                <a:lnTo>
                  <a:pt x="73402" y="31396"/>
                </a:lnTo>
                <a:lnTo>
                  <a:pt x="56161" y="77104"/>
                </a:lnTo>
                <a:lnTo>
                  <a:pt x="36945" y="137683"/>
                </a:lnTo>
                <a:lnTo>
                  <a:pt x="21645" y="194464"/>
                </a:lnTo>
                <a:lnTo>
                  <a:pt x="10834" y="246304"/>
                </a:lnTo>
                <a:lnTo>
                  <a:pt x="6858" y="272796"/>
                </a:lnTo>
                <a:lnTo>
                  <a:pt x="5334" y="282702"/>
                </a:lnTo>
                <a:lnTo>
                  <a:pt x="6858" y="286512"/>
                </a:lnTo>
                <a:lnTo>
                  <a:pt x="0" y="29032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2" name="Google Shape;842;p7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9043403" y="4152125"/>
            <a:ext cx="264439" cy="168427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"/>
          <p:cNvSpPr/>
          <p:nvPr/>
        </p:nvSpPr>
        <p:spPr>
          <a:xfrm>
            <a:off x="9380219" y="4203953"/>
            <a:ext cx="39370" cy="2540"/>
          </a:xfrm>
          <a:custGeom>
            <a:rect b="b" l="l" r="r" t="t"/>
            <a:pathLst>
              <a:path extrusionOk="0" h="2539" w="39370">
                <a:moveTo>
                  <a:pt x="0" y="1524"/>
                </a:moveTo>
                <a:lnTo>
                  <a:pt x="9286" y="1821"/>
                </a:lnTo>
                <a:lnTo>
                  <a:pt x="19431" y="2190"/>
                </a:lnTo>
                <a:lnTo>
                  <a:pt x="29575" y="1845"/>
                </a:lnTo>
                <a:lnTo>
                  <a:pt x="38862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4" name="Google Shape;844;p7"/>
          <p:cNvGrpSpPr/>
          <p:nvPr/>
        </p:nvGrpSpPr>
        <p:grpSpPr>
          <a:xfrm>
            <a:off x="9486137" y="4111739"/>
            <a:ext cx="541019" cy="157239"/>
            <a:chOff x="9486137" y="4111739"/>
            <a:chExt cx="541019" cy="157239"/>
          </a:xfrm>
        </p:grpSpPr>
        <p:sp>
          <p:nvSpPr>
            <p:cNvPr id="845" name="Google Shape;845;p7"/>
            <p:cNvSpPr/>
            <p:nvPr/>
          </p:nvSpPr>
          <p:spPr>
            <a:xfrm>
              <a:off x="9498329" y="4178808"/>
              <a:ext cx="1270" cy="90170"/>
            </a:xfrm>
            <a:custGeom>
              <a:rect b="b" l="l" r="r" t="t"/>
              <a:pathLst>
                <a:path extrusionOk="0" h="90170" w="1270">
                  <a:moveTo>
                    <a:pt x="0" y="0"/>
                  </a:moveTo>
                  <a:lnTo>
                    <a:pt x="119" y="12013"/>
                  </a:lnTo>
                  <a:lnTo>
                    <a:pt x="381" y="24098"/>
                  </a:lnTo>
                  <a:lnTo>
                    <a:pt x="642" y="36325"/>
                  </a:lnTo>
                  <a:lnTo>
                    <a:pt x="762" y="48768"/>
                  </a:lnTo>
                  <a:lnTo>
                    <a:pt x="1083" y="59055"/>
                  </a:lnTo>
                  <a:lnTo>
                    <a:pt x="1047" y="69342"/>
                  </a:lnTo>
                  <a:lnTo>
                    <a:pt x="869" y="79629"/>
                  </a:lnTo>
                  <a:lnTo>
                    <a:pt x="762" y="8991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7"/>
            <p:cNvSpPr/>
            <p:nvPr/>
          </p:nvSpPr>
          <p:spPr>
            <a:xfrm>
              <a:off x="9486137" y="4135838"/>
              <a:ext cx="66675" cy="83820"/>
            </a:xfrm>
            <a:custGeom>
              <a:rect b="b" l="l" r="r" t="t"/>
              <a:pathLst>
                <a:path extrusionOk="0" h="83820" w="66675">
                  <a:moveTo>
                    <a:pt x="0" y="21633"/>
                  </a:moveTo>
                  <a:lnTo>
                    <a:pt x="30813" y="0"/>
                  </a:lnTo>
                  <a:lnTo>
                    <a:pt x="40766" y="773"/>
                  </a:lnTo>
                  <a:lnTo>
                    <a:pt x="50149" y="3405"/>
                  </a:lnTo>
                  <a:lnTo>
                    <a:pt x="58674" y="8679"/>
                  </a:lnTo>
                  <a:lnTo>
                    <a:pt x="64186" y="15704"/>
                  </a:lnTo>
                  <a:lnTo>
                    <a:pt x="66198" y="23729"/>
                  </a:lnTo>
                  <a:lnTo>
                    <a:pt x="65210" y="32039"/>
                  </a:lnTo>
                  <a:lnTo>
                    <a:pt x="35040" y="67032"/>
                  </a:lnTo>
                  <a:lnTo>
                    <a:pt x="25146" y="74973"/>
                  </a:lnTo>
                  <a:lnTo>
                    <a:pt x="22098" y="78021"/>
                  </a:lnTo>
                  <a:lnTo>
                    <a:pt x="20574" y="79545"/>
                  </a:lnTo>
                  <a:lnTo>
                    <a:pt x="17526" y="83355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7" name="Google Shape;847;p7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9579089" y="4111739"/>
              <a:ext cx="411505" cy="149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8" name="Google Shape;848;p7"/>
            <p:cNvSpPr/>
            <p:nvPr/>
          </p:nvSpPr>
          <p:spPr>
            <a:xfrm>
              <a:off x="10011916" y="417576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9" name="Google Shape;849;p7"/>
          <p:cNvGrpSpPr/>
          <p:nvPr/>
        </p:nvGrpSpPr>
        <p:grpSpPr>
          <a:xfrm>
            <a:off x="5656314" y="4776978"/>
            <a:ext cx="530999" cy="573913"/>
            <a:chOff x="5656314" y="4776978"/>
            <a:chExt cx="530999" cy="573913"/>
          </a:xfrm>
        </p:grpSpPr>
        <p:pic>
          <p:nvPicPr>
            <p:cNvPr id="850" name="Google Shape;850;p7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5834621" y="4844783"/>
              <a:ext cx="157759" cy="1280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1" name="Google Shape;851;p7"/>
            <p:cNvSpPr/>
            <p:nvPr/>
          </p:nvSpPr>
          <p:spPr>
            <a:xfrm>
              <a:off x="5656314" y="4814316"/>
              <a:ext cx="184150" cy="536575"/>
            </a:xfrm>
            <a:custGeom>
              <a:rect b="b" l="l" r="r" t="t"/>
              <a:pathLst>
                <a:path extrusionOk="0" h="536575" w="184150">
                  <a:moveTo>
                    <a:pt x="72401" y="0"/>
                  </a:moveTo>
                  <a:lnTo>
                    <a:pt x="34301" y="30479"/>
                  </a:lnTo>
                  <a:lnTo>
                    <a:pt x="15347" y="72485"/>
                  </a:lnTo>
                  <a:lnTo>
                    <a:pt x="6107" y="117347"/>
                  </a:lnTo>
                  <a:lnTo>
                    <a:pt x="297" y="187451"/>
                  </a:lnTo>
                  <a:lnTo>
                    <a:pt x="0" y="222575"/>
                  </a:lnTo>
                  <a:lnTo>
                    <a:pt x="773" y="257555"/>
                  </a:lnTo>
                  <a:lnTo>
                    <a:pt x="3000" y="296620"/>
                  </a:lnTo>
                  <a:lnTo>
                    <a:pt x="7727" y="335756"/>
                  </a:lnTo>
                  <a:lnTo>
                    <a:pt x="15454" y="374463"/>
                  </a:lnTo>
                  <a:lnTo>
                    <a:pt x="26681" y="412241"/>
                  </a:lnTo>
                  <a:lnTo>
                    <a:pt x="54971" y="468820"/>
                  </a:lnTo>
                  <a:lnTo>
                    <a:pt x="99833" y="512825"/>
                  </a:lnTo>
                  <a:lnTo>
                    <a:pt x="140315" y="529780"/>
                  </a:lnTo>
                  <a:lnTo>
                    <a:pt x="161234" y="533614"/>
                  </a:lnTo>
                  <a:lnTo>
                    <a:pt x="183653" y="53644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7"/>
            <p:cNvSpPr/>
            <p:nvPr/>
          </p:nvSpPr>
          <p:spPr>
            <a:xfrm>
              <a:off x="5728716" y="4840224"/>
              <a:ext cx="135890" cy="434340"/>
            </a:xfrm>
            <a:custGeom>
              <a:rect b="b" l="l" r="r" t="t"/>
              <a:pathLst>
                <a:path extrusionOk="0" h="434339" w="135889">
                  <a:moveTo>
                    <a:pt x="95250" y="1524"/>
                  </a:moveTo>
                  <a:lnTo>
                    <a:pt x="86225" y="964"/>
                  </a:lnTo>
                  <a:lnTo>
                    <a:pt x="77343" y="476"/>
                  </a:lnTo>
                  <a:lnTo>
                    <a:pt x="68460" y="130"/>
                  </a:lnTo>
                  <a:lnTo>
                    <a:pt x="59436" y="0"/>
                  </a:lnTo>
                  <a:lnTo>
                    <a:pt x="49149" y="416"/>
                  </a:lnTo>
                  <a:lnTo>
                    <a:pt x="10822" y="9096"/>
                  </a:lnTo>
                  <a:lnTo>
                    <a:pt x="0" y="26670"/>
                  </a:lnTo>
                  <a:lnTo>
                    <a:pt x="523" y="40695"/>
                  </a:lnTo>
                  <a:lnTo>
                    <a:pt x="3619" y="54292"/>
                  </a:lnTo>
                  <a:lnTo>
                    <a:pt x="8143" y="67603"/>
                  </a:lnTo>
                  <a:lnTo>
                    <a:pt x="12954" y="80772"/>
                  </a:lnTo>
                  <a:lnTo>
                    <a:pt x="20657" y="104215"/>
                  </a:lnTo>
                  <a:lnTo>
                    <a:pt x="34063" y="151387"/>
                  </a:lnTo>
                  <a:lnTo>
                    <a:pt x="44660" y="199977"/>
                  </a:lnTo>
                  <a:lnTo>
                    <a:pt x="51304" y="250269"/>
                  </a:lnTo>
                  <a:lnTo>
                    <a:pt x="54542" y="296989"/>
                  </a:lnTo>
                  <a:lnTo>
                    <a:pt x="54959" y="318135"/>
                  </a:lnTo>
                  <a:lnTo>
                    <a:pt x="54947" y="339280"/>
                  </a:lnTo>
                  <a:lnTo>
                    <a:pt x="54864" y="360426"/>
                  </a:lnTo>
                  <a:lnTo>
                    <a:pt x="54983" y="371867"/>
                  </a:lnTo>
                  <a:lnTo>
                    <a:pt x="55245" y="383381"/>
                  </a:lnTo>
                  <a:lnTo>
                    <a:pt x="55506" y="395037"/>
                  </a:lnTo>
                  <a:lnTo>
                    <a:pt x="55626" y="406908"/>
                  </a:lnTo>
                  <a:lnTo>
                    <a:pt x="55626" y="412242"/>
                  </a:lnTo>
                  <a:lnTo>
                    <a:pt x="54864" y="414528"/>
                  </a:lnTo>
                  <a:lnTo>
                    <a:pt x="59436" y="418338"/>
                  </a:lnTo>
                  <a:lnTo>
                    <a:pt x="97976" y="434042"/>
                  </a:lnTo>
                  <a:lnTo>
                    <a:pt x="105156" y="434340"/>
                  </a:lnTo>
                  <a:lnTo>
                    <a:pt x="114847" y="433673"/>
                  </a:lnTo>
                  <a:lnTo>
                    <a:pt x="122110" y="430720"/>
                  </a:lnTo>
                  <a:lnTo>
                    <a:pt x="128516" y="425767"/>
                  </a:lnTo>
                  <a:lnTo>
                    <a:pt x="135636" y="41910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53" name="Google Shape;853;p7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5861291" y="5150345"/>
              <a:ext cx="190525" cy="1051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4" name="Google Shape;854;p7"/>
            <p:cNvSpPr/>
            <p:nvPr/>
          </p:nvSpPr>
          <p:spPr>
            <a:xfrm>
              <a:off x="6022848" y="4776978"/>
              <a:ext cx="164465" cy="478790"/>
            </a:xfrm>
            <a:custGeom>
              <a:rect b="b" l="l" r="r" t="t"/>
              <a:pathLst>
                <a:path extrusionOk="0" h="478789" w="164464">
                  <a:moveTo>
                    <a:pt x="0" y="37337"/>
                  </a:moveTo>
                  <a:lnTo>
                    <a:pt x="33325" y="17406"/>
                  </a:lnTo>
                  <a:lnTo>
                    <a:pt x="71056" y="3809"/>
                  </a:lnTo>
                  <a:lnTo>
                    <a:pt x="97535" y="0"/>
                  </a:lnTo>
                  <a:lnTo>
                    <a:pt x="108632" y="1833"/>
                  </a:lnTo>
                  <a:lnTo>
                    <a:pt x="125348" y="50161"/>
                  </a:lnTo>
                  <a:lnTo>
                    <a:pt x="127920" y="94952"/>
                  </a:lnTo>
                  <a:lnTo>
                    <a:pt x="128778" y="117347"/>
                  </a:lnTo>
                  <a:lnTo>
                    <a:pt x="134302" y="175259"/>
                  </a:lnTo>
                  <a:lnTo>
                    <a:pt x="140970" y="233171"/>
                  </a:lnTo>
                  <a:lnTo>
                    <a:pt x="147066" y="281654"/>
                  </a:lnTo>
                  <a:lnTo>
                    <a:pt x="150185" y="306145"/>
                  </a:lnTo>
                  <a:lnTo>
                    <a:pt x="155995" y="357818"/>
                  </a:lnTo>
                  <a:lnTo>
                    <a:pt x="161091" y="412896"/>
                  </a:lnTo>
                  <a:lnTo>
                    <a:pt x="164306" y="458152"/>
                  </a:lnTo>
                  <a:lnTo>
                    <a:pt x="164032" y="468296"/>
                  </a:lnTo>
                  <a:lnTo>
                    <a:pt x="161544" y="474725"/>
                  </a:lnTo>
                  <a:lnTo>
                    <a:pt x="156972" y="478536"/>
                  </a:lnTo>
                  <a:lnTo>
                    <a:pt x="142494" y="476250"/>
                  </a:lnTo>
                  <a:lnTo>
                    <a:pt x="137922" y="476250"/>
                  </a:lnTo>
                  <a:lnTo>
                    <a:pt x="127408" y="476440"/>
                  </a:lnTo>
                  <a:lnTo>
                    <a:pt x="116681" y="476631"/>
                  </a:lnTo>
                  <a:lnTo>
                    <a:pt x="106096" y="476250"/>
                  </a:lnTo>
                  <a:lnTo>
                    <a:pt x="96012" y="474725"/>
                  </a:lnTo>
                  <a:lnTo>
                    <a:pt x="92964" y="473964"/>
                  </a:lnTo>
                  <a:lnTo>
                    <a:pt x="90678" y="473202"/>
                  </a:lnTo>
                  <a:lnTo>
                    <a:pt x="87630" y="47167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5" name="Google Shape;855;p7"/>
          <p:cNvSpPr/>
          <p:nvPr/>
        </p:nvSpPr>
        <p:spPr>
          <a:xfrm>
            <a:off x="6351270" y="5151120"/>
            <a:ext cx="19685" cy="93345"/>
          </a:xfrm>
          <a:custGeom>
            <a:rect b="b" l="l" r="r" t="t"/>
            <a:pathLst>
              <a:path extrusionOk="0" h="93345" w="19685">
                <a:moveTo>
                  <a:pt x="13715" y="0"/>
                </a:moveTo>
                <a:lnTo>
                  <a:pt x="16883" y="12561"/>
                </a:lnTo>
                <a:lnTo>
                  <a:pt x="19049" y="24479"/>
                </a:lnTo>
                <a:lnTo>
                  <a:pt x="19502" y="36540"/>
                </a:lnTo>
                <a:lnTo>
                  <a:pt x="17525" y="49530"/>
                </a:lnTo>
                <a:lnTo>
                  <a:pt x="14144" y="60495"/>
                </a:lnTo>
                <a:lnTo>
                  <a:pt x="9905" y="71532"/>
                </a:lnTo>
                <a:lnTo>
                  <a:pt x="5095" y="82426"/>
                </a:lnTo>
                <a:lnTo>
                  <a:pt x="0" y="9296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6" name="Google Shape;856;p7"/>
          <p:cNvGrpSpPr/>
          <p:nvPr/>
        </p:nvGrpSpPr>
        <p:grpSpPr>
          <a:xfrm>
            <a:off x="6437375" y="4715446"/>
            <a:ext cx="443992" cy="464252"/>
            <a:chOff x="6437375" y="4715446"/>
            <a:chExt cx="443992" cy="464252"/>
          </a:xfrm>
        </p:grpSpPr>
        <p:sp>
          <p:nvSpPr>
            <p:cNvPr id="857" name="Google Shape;857;p7"/>
            <p:cNvSpPr/>
            <p:nvPr/>
          </p:nvSpPr>
          <p:spPr>
            <a:xfrm>
              <a:off x="6437375" y="4777108"/>
              <a:ext cx="128905" cy="402590"/>
            </a:xfrm>
            <a:custGeom>
              <a:rect b="b" l="l" r="r" t="t"/>
              <a:pathLst>
                <a:path extrusionOk="0" h="402589" w="128904">
                  <a:moveTo>
                    <a:pt x="76200" y="1393"/>
                  </a:moveTo>
                  <a:lnTo>
                    <a:pt x="60412" y="738"/>
                  </a:lnTo>
                  <a:lnTo>
                    <a:pt x="44196" y="154"/>
                  </a:lnTo>
                  <a:lnTo>
                    <a:pt x="27979" y="0"/>
                  </a:lnTo>
                  <a:lnTo>
                    <a:pt x="12192" y="631"/>
                  </a:lnTo>
                  <a:lnTo>
                    <a:pt x="0" y="2155"/>
                  </a:lnTo>
                  <a:lnTo>
                    <a:pt x="1524" y="11299"/>
                  </a:lnTo>
                  <a:lnTo>
                    <a:pt x="1524" y="20443"/>
                  </a:lnTo>
                  <a:lnTo>
                    <a:pt x="2262" y="39385"/>
                  </a:lnTo>
                  <a:lnTo>
                    <a:pt x="5143" y="57685"/>
                  </a:lnTo>
                  <a:lnTo>
                    <a:pt x="9453" y="75842"/>
                  </a:lnTo>
                  <a:lnTo>
                    <a:pt x="14478" y="94357"/>
                  </a:lnTo>
                  <a:lnTo>
                    <a:pt x="21062" y="119514"/>
                  </a:lnTo>
                  <a:lnTo>
                    <a:pt x="32801" y="170116"/>
                  </a:lnTo>
                  <a:lnTo>
                    <a:pt x="42255" y="218443"/>
                  </a:lnTo>
                  <a:lnTo>
                    <a:pt x="48279" y="263640"/>
                  </a:lnTo>
                  <a:lnTo>
                    <a:pt x="51732" y="304085"/>
                  </a:lnTo>
                  <a:lnTo>
                    <a:pt x="53340" y="356485"/>
                  </a:lnTo>
                  <a:lnTo>
                    <a:pt x="52828" y="364366"/>
                  </a:lnTo>
                  <a:lnTo>
                    <a:pt x="52101" y="376106"/>
                  </a:lnTo>
                  <a:lnTo>
                    <a:pt x="52375" y="387560"/>
                  </a:lnTo>
                  <a:lnTo>
                    <a:pt x="54864" y="394585"/>
                  </a:lnTo>
                  <a:lnTo>
                    <a:pt x="57912" y="396871"/>
                  </a:lnTo>
                  <a:lnTo>
                    <a:pt x="66294" y="396109"/>
                  </a:lnTo>
                  <a:lnTo>
                    <a:pt x="70104" y="397633"/>
                  </a:lnTo>
                  <a:lnTo>
                    <a:pt x="76283" y="399311"/>
                  </a:lnTo>
                  <a:lnTo>
                    <a:pt x="82391" y="400776"/>
                  </a:lnTo>
                  <a:lnTo>
                    <a:pt x="88642" y="401812"/>
                  </a:lnTo>
                  <a:lnTo>
                    <a:pt x="95250" y="402205"/>
                  </a:lnTo>
                  <a:lnTo>
                    <a:pt x="106275" y="400931"/>
                  </a:lnTo>
                  <a:lnTo>
                    <a:pt x="114300" y="397156"/>
                  </a:lnTo>
                  <a:lnTo>
                    <a:pt x="121181" y="390953"/>
                  </a:lnTo>
                  <a:lnTo>
                    <a:pt x="128778" y="38239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58" name="Google Shape;858;p7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6550901" y="4782299"/>
              <a:ext cx="107574" cy="87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9" name="Google Shape;859;p7"/>
            <p:cNvSpPr/>
            <p:nvPr/>
          </p:nvSpPr>
          <p:spPr>
            <a:xfrm>
              <a:off x="6691121" y="4812792"/>
              <a:ext cx="6985" cy="55880"/>
            </a:xfrm>
            <a:custGeom>
              <a:rect b="b" l="l" r="r" t="t"/>
              <a:pathLst>
                <a:path extrusionOk="0" h="55879" w="6984">
                  <a:moveTo>
                    <a:pt x="0" y="0"/>
                  </a:moveTo>
                  <a:lnTo>
                    <a:pt x="821" y="8453"/>
                  </a:lnTo>
                  <a:lnTo>
                    <a:pt x="2000" y="16764"/>
                  </a:lnTo>
                  <a:lnTo>
                    <a:pt x="3321" y="25074"/>
                  </a:lnTo>
                  <a:lnTo>
                    <a:pt x="4572" y="33528"/>
                  </a:lnTo>
                  <a:lnTo>
                    <a:pt x="5334" y="41148"/>
                  </a:lnTo>
                  <a:lnTo>
                    <a:pt x="6096" y="48006"/>
                  </a:lnTo>
                  <a:lnTo>
                    <a:pt x="6858" y="5562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60" name="Google Shape;860;p7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610337" y="5047475"/>
              <a:ext cx="176047" cy="830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1" name="Google Shape;861;p7"/>
            <p:cNvSpPr/>
            <p:nvPr/>
          </p:nvSpPr>
          <p:spPr>
            <a:xfrm>
              <a:off x="6746747" y="4715446"/>
              <a:ext cx="134620" cy="415925"/>
            </a:xfrm>
            <a:custGeom>
              <a:rect b="b" l="l" r="r" t="t"/>
              <a:pathLst>
                <a:path extrusionOk="0" h="415925" w="134620">
                  <a:moveTo>
                    <a:pt x="0" y="31051"/>
                  </a:moveTo>
                  <a:lnTo>
                    <a:pt x="32003" y="5143"/>
                  </a:lnTo>
                  <a:lnTo>
                    <a:pt x="68972" y="0"/>
                  </a:lnTo>
                  <a:lnTo>
                    <a:pt x="80772" y="2095"/>
                  </a:lnTo>
                  <a:lnTo>
                    <a:pt x="114204" y="31884"/>
                  </a:lnTo>
                  <a:lnTo>
                    <a:pt x="130302" y="89916"/>
                  </a:lnTo>
                  <a:lnTo>
                    <a:pt x="133350" y="135445"/>
                  </a:lnTo>
                  <a:lnTo>
                    <a:pt x="133671" y="161603"/>
                  </a:lnTo>
                  <a:lnTo>
                    <a:pt x="133635" y="187547"/>
                  </a:lnTo>
                  <a:lnTo>
                    <a:pt x="133457" y="213348"/>
                  </a:lnTo>
                  <a:lnTo>
                    <a:pt x="133350" y="239077"/>
                  </a:lnTo>
                  <a:lnTo>
                    <a:pt x="133576" y="260234"/>
                  </a:lnTo>
                  <a:lnTo>
                    <a:pt x="134016" y="281463"/>
                  </a:lnTo>
                  <a:lnTo>
                    <a:pt x="134314" y="302835"/>
                  </a:lnTo>
                  <a:lnTo>
                    <a:pt x="132873" y="354139"/>
                  </a:lnTo>
                  <a:lnTo>
                    <a:pt x="123729" y="399764"/>
                  </a:lnTo>
                  <a:lnTo>
                    <a:pt x="95250" y="415671"/>
                  </a:lnTo>
                  <a:lnTo>
                    <a:pt x="85677" y="414313"/>
                  </a:lnTo>
                  <a:lnTo>
                    <a:pt x="76962" y="41281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2" name="Google Shape;862;p7"/>
          <p:cNvSpPr/>
          <p:nvPr/>
        </p:nvSpPr>
        <p:spPr>
          <a:xfrm>
            <a:off x="6947916" y="4632959"/>
            <a:ext cx="116205" cy="474980"/>
          </a:xfrm>
          <a:custGeom>
            <a:rect b="b" l="l" r="r" t="t"/>
            <a:pathLst>
              <a:path extrusionOk="0" h="474979" w="116204">
                <a:moveTo>
                  <a:pt x="0" y="0"/>
                </a:moveTo>
                <a:lnTo>
                  <a:pt x="34290" y="35468"/>
                </a:lnTo>
                <a:lnTo>
                  <a:pt x="57840" y="72925"/>
                </a:lnTo>
                <a:lnTo>
                  <a:pt x="79128" y="122289"/>
                </a:lnTo>
                <a:lnTo>
                  <a:pt x="96607" y="178712"/>
                </a:lnTo>
                <a:lnTo>
                  <a:pt x="109704" y="241053"/>
                </a:lnTo>
                <a:lnTo>
                  <a:pt x="115716" y="302037"/>
                </a:lnTo>
                <a:lnTo>
                  <a:pt x="116109" y="331279"/>
                </a:lnTo>
                <a:lnTo>
                  <a:pt x="114073" y="360235"/>
                </a:lnTo>
                <a:lnTo>
                  <a:pt x="102358" y="409336"/>
                </a:lnTo>
                <a:lnTo>
                  <a:pt x="83141" y="449056"/>
                </a:lnTo>
                <a:lnTo>
                  <a:pt x="67056" y="468630"/>
                </a:lnTo>
                <a:lnTo>
                  <a:pt x="64008" y="471678"/>
                </a:lnTo>
                <a:lnTo>
                  <a:pt x="60960" y="474726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3" name="Google Shape;863;p7"/>
          <p:cNvGrpSpPr/>
          <p:nvPr/>
        </p:nvGrpSpPr>
        <p:grpSpPr>
          <a:xfrm>
            <a:off x="7243571" y="4915662"/>
            <a:ext cx="63246" cy="70104"/>
            <a:chOff x="7243571" y="4915662"/>
            <a:chExt cx="63246" cy="70104"/>
          </a:xfrm>
        </p:grpSpPr>
        <p:sp>
          <p:nvSpPr>
            <p:cNvPr id="864" name="Google Shape;864;p7"/>
            <p:cNvSpPr/>
            <p:nvPr/>
          </p:nvSpPr>
          <p:spPr>
            <a:xfrm>
              <a:off x="7243571" y="4915662"/>
              <a:ext cx="49530" cy="6985"/>
            </a:xfrm>
            <a:custGeom>
              <a:rect b="b" l="l" r="r" t="t"/>
              <a:pathLst>
                <a:path extrusionOk="0" h="6985" w="49529">
                  <a:moveTo>
                    <a:pt x="0" y="5333"/>
                  </a:moveTo>
                  <a:lnTo>
                    <a:pt x="12477" y="6774"/>
                  </a:lnTo>
                  <a:lnTo>
                    <a:pt x="22669" y="6572"/>
                  </a:lnTo>
                  <a:lnTo>
                    <a:pt x="32575" y="4798"/>
                  </a:lnTo>
                  <a:lnTo>
                    <a:pt x="44196" y="1523"/>
                  </a:lnTo>
                  <a:lnTo>
                    <a:pt x="46482" y="761"/>
                  </a:lnTo>
                  <a:lnTo>
                    <a:pt x="48006" y="0"/>
                  </a:lnTo>
                  <a:lnTo>
                    <a:pt x="4953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7"/>
            <p:cNvSpPr/>
            <p:nvPr/>
          </p:nvSpPr>
          <p:spPr>
            <a:xfrm>
              <a:off x="7253477" y="4970526"/>
              <a:ext cx="53340" cy="15240"/>
            </a:xfrm>
            <a:custGeom>
              <a:rect b="b" l="l" r="r" t="t"/>
              <a:pathLst>
                <a:path extrusionOk="0" h="15239" w="53340">
                  <a:moveTo>
                    <a:pt x="3809" y="0"/>
                  </a:moveTo>
                  <a:lnTo>
                    <a:pt x="1523" y="7620"/>
                  </a:lnTo>
                  <a:lnTo>
                    <a:pt x="0" y="8382"/>
                  </a:lnTo>
                  <a:lnTo>
                    <a:pt x="1523" y="12954"/>
                  </a:lnTo>
                  <a:lnTo>
                    <a:pt x="11144" y="14370"/>
                  </a:lnTo>
                  <a:lnTo>
                    <a:pt x="21335" y="15144"/>
                  </a:lnTo>
                  <a:lnTo>
                    <a:pt x="31527" y="15204"/>
                  </a:lnTo>
                  <a:lnTo>
                    <a:pt x="41147" y="14477"/>
                  </a:lnTo>
                  <a:lnTo>
                    <a:pt x="44957" y="12953"/>
                  </a:lnTo>
                  <a:lnTo>
                    <a:pt x="48767" y="11429"/>
                  </a:lnTo>
                  <a:lnTo>
                    <a:pt x="53339" y="1066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6" name="Google Shape;866;p7"/>
          <p:cNvGrpSpPr/>
          <p:nvPr/>
        </p:nvGrpSpPr>
        <p:grpSpPr>
          <a:xfrm>
            <a:off x="7662885" y="4843259"/>
            <a:ext cx="333797" cy="152425"/>
            <a:chOff x="7662885" y="4843259"/>
            <a:chExt cx="333797" cy="152425"/>
          </a:xfrm>
        </p:grpSpPr>
        <p:pic>
          <p:nvPicPr>
            <p:cNvPr id="867" name="Google Shape;867;p7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7662885" y="4876787"/>
              <a:ext cx="156771" cy="118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8" name="Google Shape;868;p7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7856969" y="4843259"/>
              <a:ext cx="92227" cy="846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9" name="Google Shape;869;p7"/>
            <p:cNvSpPr/>
            <p:nvPr/>
          </p:nvSpPr>
          <p:spPr>
            <a:xfrm>
              <a:off x="7986522" y="4896612"/>
              <a:ext cx="10160" cy="63500"/>
            </a:xfrm>
            <a:custGeom>
              <a:rect b="b" l="l" r="r" t="t"/>
              <a:pathLst>
                <a:path extrusionOk="0" h="63500" w="10159">
                  <a:moveTo>
                    <a:pt x="0" y="0"/>
                  </a:moveTo>
                  <a:lnTo>
                    <a:pt x="9155" y="37849"/>
                  </a:lnTo>
                  <a:lnTo>
                    <a:pt x="9560" y="54685"/>
                  </a:lnTo>
                  <a:lnTo>
                    <a:pt x="9906" y="6324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70" name="Google Shape;870;p7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8079473" y="4830305"/>
            <a:ext cx="84607" cy="9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8234921" y="4767821"/>
            <a:ext cx="435127" cy="172237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"/>
          <p:cNvSpPr/>
          <p:nvPr/>
        </p:nvSpPr>
        <p:spPr>
          <a:xfrm>
            <a:off x="7632192" y="5892546"/>
            <a:ext cx="1118235" cy="107950"/>
          </a:xfrm>
          <a:custGeom>
            <a:rect b="b" l="l" r="r" t="t"/>
            <a:pathLst>
              <a:path extrusionOk="0" h="107950" w="1118234">
                <a:moveTo>
                  <a:pt x="0" y="102869"/>
                </a:moveTo>
                <a:lnTo>
                  <a:pt x="15537" y="105513"/>
                </a:lnTo>
                <a:lnTo>
                  <a:pt x="30575" y="106870"/>
                </a:lnTo>
                <a:lnTo>
                  <a:pt x="45755" y="107370"/>
                </a:lnTo>
                <a:lnTo>
                  <a:pt x="61722" y="107441"/>
                </a:lnTo>
                <a:lnTo>
                  <a:pt x="80450" y="106941"/>
                </a:lnTo>
                <a:lnTo>
                  <a:pt x="98964" y="105727"/>
                </a:lnTo>
                <a:lnTo>
                  <a:pt x="117336" y="104227"/>
                </a:lnTo>
                <a:lnTo>
                  <a:pt x="135636" y="102869"/>
                </a:lnTo>
                <a:lnTo>
                  <a:pt x="158496" y="101607"/>
                </a:lnTo>
                <a:lnTo>
                  <a:pt x="181356" y="100202"/>
                </a:lnTo>
                <a:lnTo>
                  <a:pt x="204216" y="98798"/>
                </a:lnTo>
                <a:lnTo>
                  <a:pt x="227076" y="97535"/>
                </a:lnTo>
                <a:lnTo>
                  <a:pt x="251079" y="96273"/>
                </a:lnTo>
                <a:lnTo>
                  <a:pt x="275082" y="94868"/>
                </a:lnTo>
                <a:lnTo>
                  <a:pt x="299085" y="93464"/>
                </a:lnTo>
                <a:lnTo>
                  <a:pt x="323088" y="92201"/>
                </a:lnTo>
                <a:lnTo>
                  <a:pt x="352794" y="90916"/>
                </a:lnTo>
                <a:lnTo>
                  <a:pt x="382428" y="89344"/>
                </a:lnTo>
                <a:lnTo>
                  <a:pt x="411920" y="87487"/>
                </a:lnTo>
                <a:lnTo>
                  <a:pt x="441198" y="85343"/>
                </a:lnTo>
                <a:lnTo>
                  <a:pt x="464510" y="83188"/>
                </a:lnTo>
                <a:lnTo>
                  <a:pt x="487680" y="81248"/>
                </a:lnTo>
                <a:lnTo>
                  <a:pt x="510849" y="79450"/>
                </a:lnTo>
                <a:lnTo>
                  <a:pt x="534162" y="77723"/>
                </a:lnTo>
                <a:lnTo>
                  <a:pt x="557593" y="75568"/>
                </a:lnTo>
                <a:lnTo>
                  <a:pt x="581025" y="73628"/>
                </a:lnTo>
                <a:lnTo>
                  <a:pt x="604456" y="71830"/>
                </a:lnTo>
                <a:lnTo>
                  <a:pt x="627888" y="70103"/>
                </a:lnTo>
                <a:lnTo>
                  <a:pt x="651319" y="67925"/>
                </a:lnTo>
                <a:lnTo>
                  <a:pt x="698182" y="63567"/>
                </a:lnTo>
                <a:lnTo>
                  <a:pt x="745617" y="57971"/>
                </a:lnTo>
                <a:lnTo>
                  <a:pt x="793622" y="51423"/>
                </a:lnTo>
                <a:lnTo>
                  <a:pt x="817626" y="48005"/>
                </a:lnTo>
                <a:lnTo>
                  <a:pt x="839462" y="44910"/>
                </a:lnTo>
                <a:lnTo>
                  <a:pt x="861441" y="41528"/>
                </a:lnTo>
                <a:lnTo>
                  <a:pt x="883419" y="38147"/>
                </a:lnTo>
                <a:lnTo>
                  <a:pt x="905256" y="35051"/>
                </a:lnTo>
                <a:lnTo>
                  <a:pt x="923984" y="32765"/>
                </a:lnTo>
                <a:lnTo>
                  <a:pt x="942498" y="30479"/>
                </a:lnTo>
                <a:lnTo>
                  <a:pt x="960870" y="28193"/>
                </a:lnTo>
                <a:lnTo>
                  <a:pt x="979169" y="25907"/>
                </a:lnTo>
                <a:lnTo>
                  <a:pt x="993588" y="23633"/>
                </a:lnTo>
                <a:lnTo>
                  <a:pt x="1008221" y="21431"/>
                </a:lnTo>
                <a:lnTo>
                  <a:pt x="1046868" y="16513"/>
                </a:lnTo>
                <a:lnTo>
                  <a:pt x="1073658" y="14477"/>
                </a:lnTo>
                <a:lnTo>
                  <a:pt x="1081087" y="13799"/>
                </a:lnTo>
                <a:lnTo>
                  <a:pt x="1088517" y="13049"/>
                </a:lnTo>
                <a:lnTo>
                  <a:pt x="1095946" y="12442"/>
                </a:lnTo>
                <a:lnTo>
                  <a:pt x="1103376" y="12191"/>
                </a:lnTo>
                <a:lnTo>
                  <a:pt x="1107948" y="12191"/>
                </a:lnTo>
                <a:lnTo>
                  <a:pt x="1117092" y="14477"/>
                </a:lnTo>
                <a:lnTo>
                  <a:pt x="1117854" y="7619"/>
                </a:lnTo>
                <a:lnTo>
                  <a:pt x="1117854" y="5333"/>
                </a:lnTo>
                <a:lnTo>
                  <a:pt x="1117854" y="3047"/>
                </a:lnTo>
                <a:lnTo>
                  <a:pt x="1117854" y="0"/>
                </a:lnTo>
              </a:path>
            </a:pathLst>
          </a:custGeom>
          <a:noFill/>
          <a:ln cap="flat" cmpd="sng" w="152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3" name="Google Shape;873;p7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5937491" y="5717273"/>
            <a:ext cx="156711" cy="1272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7"/>
          <p:cNvGrpSpPr/>
          <p:nvPr/>
        </p:nvGrpSpPr>
        <p:grpSpPr>
          <a:xfrm>
            <a:off x="5997701" y="6181343"/>
            <a:ext cx="101417" cy="86487"/>
            <a:chOff x="5997701" y="6181343"/>
            <a:chExt cx="101417" cy="86487"/>
          </a:xfrm>
        </p:grpSpPr>
        <p:sp>
          <p:nvSpPr>
            <p:cNvPr id="875" name="Google Shape;875;p7"/>
            <p:cNvSpPr/>
            <p:nvPr/>
          </p:nvSpPr>
          <p:spPr>
            <a:xfrm>
              <a:off x="5997701" y="6182105"/>
              <a:ext cx="31750" cy="85725"/>
            </a:xfrm>
            <a:custGeom>
              <a:rect b="b" l="l" r="r" t="t"/>
              <a:pathLst>
                <a:path extrusionOk="0" h="85725" w="31750">
                  <a:moveTo>
                    <a:pt x="0" y="18288"/>
                  </a:moveTo>
                  <a:lnTo>
                    <a:pt x="3988" y="10501"/>
                  </a:lnTo>
                  <a:lnTo>
                    <a:pt x="7905" y="4572"/>
                  </a:lnTo>
                  <a:lnTo>
                    <a:pt x="13394" y="928"/>
                  </a:lnTo>
                  <a:lnTo>
                    <a:pt x="22097" y="0"/>
                  </a:lnTo>
                  <a:lnTo>
                    <a:pt x="31241" y="762"/>
                  </a:lnTo>
                  <a:lnTo>
                    <a:pt x="30480" y="16002"/>
                  </a:lnTo>
                  <a:lnTo>
                    <a:pt x="31242" y="22860"/>
                  </a:lnTo>
                  <a:lnTo>
                    <a:pt x="31384" y="33587"/>
                  </a:lnTo>
                  <a:lnTo>
                    <a:pt x="30670" y="44100"/>
                  </a:lnTo>
                  <a:lnTo>
                    <a:pt x="29098" y="54471"/>
                  </a:lnTo>
                  <a:lnTo>
                    <a:pt x="26670" y="64770"/>
                  </a:lnTo>
                  <a:lnTo>
                    <a:pt x="25146" y="71628"/>
                  </a:lnTo>
                  <a:lnTo>
                    <a:pt x="23622" y="78486"/>
                  </a:lnTo>
                  <a:lnTo>
                    <a:pt x="21336" y="85344"/>
                  </a:lnTo>
                  <a:lnTo>
                    <a:pt x="21336" y="8458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7"/>
            <p:cNvSpPr/>
            <p:nvPr/>
          </p:nvSpPr>
          <p:spPr>
            <a:xfrm>
              <a:off x="6043874" y="6181343"/>
              <a:ext cx="55244" cy="69850"/>
            </a:xfrm>
            <a:custGeom>
              <a:rect b="b" l="l" r="r" t="t"/>
              <a:pathLst>
                <a:path extrusionOk="0" h="69850" w="55245">
                  <a:moveTo>
                    <a:pt x="17073" y="0"/>
                  </a:moveTo>
                  <a:lnTo>
                    <a:pt x="0" y="38659"/>
                  </a:lnTo>
                  <a:lnTo>
                    <a:pt x="690" y="46196"/>
                  </a:lnTo>
                  <a:lnTo>
                    <a:pt x="30003" y="69413"/>
                  </a:lnTo>
                  <a:lnTo>
                    <a:pt x="38409" y="69342"/>
                  </a:lnTo>
                  <a:lnTo>
                    <a:pt x="46791" y="67818"/>
                  </a:lnTo>
                  <a:lnTo>
                    <a:pt x="49839" y="67818"/>
                  </a:lnTo>
                  <a:lnTo>
                    <a:pt x="55173" y="6400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7" name="Google Shape;877;p7"/>
          <p:cNvSpPr/>
          <p:nvPr/>
        </p:nvSpPr>
        <p:spPr>
          <a:xfrm>
            <a:off x="6024371" y="5949696"/>
            <a:ext cx="15240" cy="15240"/>
          </a:xfrm>
          <a:custGeom>
            <a:rect b="b" l="l" r="r" t="t"/>
            <a:pathLst>
              <a:path extrusionOk="0" h="15239" w="15239">
                <a:moveTo>
                  <a:pt x="0" y="3810"/>
                </a:moveTo>
                <a:lnTo>
                  <a:pt x="0" y="12192"/>
                </a:lnTo>
                <a:lnTo>
                  <a:pt x="3809" y="15240"/>
                </a:lnTo>
                <a:lnTo>
                  <a:pt x="12191" y="15240"/>
                </a:lnTo>
                <a:lnTo>
                  <a:pt x="15239" y="12192"/>
                </a:lnTo>
                <a:lnTo>
                  <a:pt x="15239" y="7620"/>
                </a:lnTo>
                <a:lnTo>
                  <a:pt x="15239" y="3810"/>
                </a:lnTo>
                <a:lnTo>
                  <a:pt x="12191" y="0"/>
                </a:lnTo>
                <a:lnTo>
                  <a:pt x="3809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7"/>
          <p:cNvSpPr/>
          <p:nvPr/>
        </p:nvSpPr>
        <p:spPr>
          <a:xfrm>
            <a:off x="6038088" y="6043421"/>
            <a:ext cx="15240" cy="15240"/>
          </a:xfrm>
          <a:custGeom>
            <a:rect b="b" l="l" r="r" t="t"/>
            <a:pathLst>
              <a:path extrusionOk="0" h="15239" w="15239">
                <a:moveTo>
                  <a:pt x="0" y="3048"/>
                </a:moveTo>
                <a:lnTo>
                  <a:pt x="0" y="11430"/>
                </a:lnTo>
                <a:lnTo>
                  <a:pt x="3809" y="15240"/>
                </a:lnTo>
                <a:lnTo>
                  <a:pt x="12191" y="15240"/>
                </a:lnTo>
                <a:lnTo>
                  <a:pt x="15239" y="11430"/>
                </a:lnTo>
                <a:lnTo>
                  <a:pt x="15239" y="7620"/>
                </a:lnTo>
                <a:lnTo>
                  <a:pt x="15239" y="3048"/>
                </a:lnTo>
                <a:lnTo>
                  <a:pt x="12191" y="0"/>
                </a:lnTo>
                <a:lnTo>
                  <a:pt x="3809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"/>
          <p:cNvSpPr/>
          <p:nvPr/>
        </p:nvSpPr>
        <p:spPr>
          <a:xfrm>
            <a:off x="6399276" y="5942076"/>
            <a:ext cx="28575" cy="69850"/>
          </a:xfrm>
          <a:custGeom>
            <a:rect b="b" l="l" r="r" t="t"/>
            <a:pathLst>
              <a:path extrusionOk="0" h="69850" w="28575">
                <a:moveTo>
                  <a:pt x="0" y="0"/>
                </a:moveTo>
                <a:lnTo>
                  <a:pt x="28527" y="31706"/>
                </a:lnTo>
                <a:lnTo>
                  <a:pt x="28194" y="41814"/>
                </a:lnTo>
                <a:lnTo>
                  <a:pt x="26146" y="51780"/>
                </a:lnTo>
                <a:lnTo>
                  <a:pt x="22098" y="60960"/>
                </a:lnTo>
                <a:lnTo>
                  <a:pt x="17526" y="66294"/>
                </a:lnTo>
                <a:lnTo>
                  <a:pt x="16764" y="67818"/>
                </a:lnTo>
                <a:lnTo>
                  <a:pt x="12192" y="6934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0" name="Google Shape;880;p7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6592620" y="5700509"/>
            <a:ext cx="161759" cy="92227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7"/>
          <p:cNvSpPr/>
          <p:nvPr/>
        </p:nvSpPr>
        <p:spPr>
          <a:xfrm>
            <a:off x="6122670" y="6223253"/>
            <a:ext cx="48895" cy="120650"/>
          </a:xfrm>
          <a:custGeom>
            <a:rect b="b" l="l" r="r" t="t"/>
            <a:pathLst>
              <a:path extrusionOk="0" h="120650" w="48895">
                <a:moveTo>
                  <a:pt x="4572" y="0"/>
                </a:moveTo>
                <a:lnTo>
                  <a:pt x="13716" y="44196"/>
                </a:lnTo>
                <a:lnTo>
                  <a:pt x="21336" y="90678"/>
                </a:lnTo>
                <a:lnTo>
                  <a:pt x="22860" y="96012"/>
                </a:lnTo>
                <a:lnTo>
                  <a:pt x="22860" y="108204"/>
                </a:lnTo>
                <a:lnTo>
                  <a:pt x="28194" y="112014"/>
                </a:lnTo>
                <a:lnTo>
                  <a:pt x="28956" y="112014"/>
                </a:lnTo>
                <a:lnTo>
                  <a:pt x="29718" y="112014"/>
                </a:lnTo>
                <a:lnTo>
                  <a:pt x="32004" y="107442"/>
                </a:lnTo>
                <a:lnTo>
                  <a:pt x="32004" y="102870"/>
                </a:lnTo>
                <a:lnTo>
                  <a:pt x="32004" y="96774"/>
                </a:lnTo>
                <a:lnTo>
                  <a:pt x="32004" y="89916"/>
                </a:lnTo>
                <a:lnTo>
                  <a:pt x="31242" y="85344"/>
                </a:lnTo>
                <a:lnTo>
                  <a:pt x="23622" y="82296"/>
                </a:lnTo>
                <a:lnTo>
                  <a:pt x="19812" y="80772"/>
                </a:lnTo>
                <a:lnTo>
                  <a:pt x="12192" y="80010"/>
                </a:lnTo>
                <a:lnTo>
                  <a:pt x="8382" y="81534"/>
                </a:lnTo>
                <a:lnTo>
                  <a:pt x="3048" y="83058"/>
                </a:lnTo>
                <a:lnTo>
                  <a:pt x="762" y="89154"/>
                </a:lnTo>
                <a:lnTo>
                  <a:pt x="0" y="94488"/>
                </a:lnTo>
                <a:lnTo>
                  <a:pt x="0" y="101346"/>
                </a:lnTo>
                <a:lnTo>
                  <a:pt x="24193" y="120181"/>
                </a:lnTo>
                <a:lnTo>
                  <a:pt x="30480" y="119634"/>
                </a:lnTo>
                <a:lnTo>
                  <a:pt x="40386" y="115823"/>
                </a:lnTo>
                <a:lnTo>
                  <a:pt x="43434" y="114300"/>
                </a:lnTo>
                <a:lnTo>
                  <a:pt x="48768" y="108966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7"/>
          <p:cNvSpPr/>
          <p:nvPr/>
        </p:nvSpPr>
        <p:spPr>
          <a:xfrm>
            <a:off x="6686550" y="5939028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1429"/>
                </a:lnTo>
                <a:lnTo>
                  <a:pt x="3048" y="15239"/>
                </a:lnTo>
                <a:lnTo>
                  <a:pt x="11430" y="15239"/>
                </a:lnTo>
                <a:lnTo>
                  <a:pt x="15240" y="11429"/>
                </a:lnTo>
                <a:lnTo>
                  <a:pt x="15240" y="7619"/>
                </a:lnTo>
                <a:lnTo>
                  <a:pt x="15240" y="3047"/>
                </a:lnTo>
                <a:lnTo>
                  <a:pt x="11430" y="0"/>
                </a:lnTo>
                <a:lnTo>
                  <a:pt x="3048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7"/>
          <p:cNvSpPr/>
          <p:nvPr/>
        </p:nvSpPr>
        <p:spPr>
          <a:xfrm>
            <a:off x="6703314" y="6037326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048" y="15240"/>
                </a:lnTo>
                <a:lnTo>
                  <a:pt x="11430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1430" y="0"/>
                </a:lnTo>
                <a:lnTo>
                  <a:pt x="3048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4" name="Google Shape;884;p7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6693395" y="6162281"/>
            <a:ext cx="169951" cy="14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7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7260323" y="5837347"/>
            <a:ext cx="107467" cy="84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6" name="Google Shape;886;p7"/>
          <p:cNvGrpSpPr/>
          <p:nvPr/>
        </p:nvGrpSpPr>
        <p:grpSpPr>
          <a:xfrm>
            <a:off x="7588745" y="5749277"/>
            <a:ext cx="412267" cy="137185"/>
            <a:chOff x="7588745" y="5749277"/>
            <a:chExt cx="412267" cy="137185"/>
          </a:xfrm>
        </p:grpSpPr>
        <p:pic>
          <p:nvPicPr>
            <p:cNvPr id="887" name="Google Shape;887;p7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7588745" y="5749277"/>
              <a:ext cx="250723" cy="1371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" name="Google Shape;888;p7"/>
            <p:cNvSpPr/>
            <p:nvPr/>
          </p:nvSpPr>
          <p:spPr>
            <a:xfrm>
              <a:off x="7876032" y="5801106"/>
              <a:ext cx="14604" cy="74930"/>
            </a:xfrm>
            <a:custGeom>
              <a:rect b="b" l="l" r="r" t="t"/>
              <a:pathLst>
                <a:path extrusionOk="0" h="74929" w="14604">
                  <a:moveTo>
                    <a:pt x="0" y="0"/>
                  </a:moveTo>
                  <a:lnTo>
                    <a:pt x="833" y="9024"/>
                  </a:lnTo>
                  <a:lnTo>
                    <a:pt x="2095" y="17907"/>
                  </a:lnTo>
                  <a:lnTo>
                    <a:pt x="3643" y="26789"/>
                  </a:lnTo>
                  <a:lnTo>
                    <a:pt x="5334" y="35814"/>
                  </a:lnTo>
                  <a:lnTo>
                    <a:pt x="6727" y="44255"/>
                  </a:lnTo>
                  <a:lnTo>
                    <a:pt x="8477" y="52482"/>
                  </a:lnTo>
                  <a:lnTo>
                    <a:pt x="10370" y="60567"/>
                  </a:lnTo>
                  <a:lnTo>
                    <a:pt x="12192" y="68580"/>
                  </a:lnTo>
                  <a:lnTo>
                    <a:pt x="12954" y="72390"/>
                  </a:lnTo>
                  <a:lnTo>
                    <a:pt x="12954" y="73152"/>
                  </a:lnTo>
                  <a:lnTo>
                    <a:pt x="14478" y="7467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89" name="Google Shape;889;p7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7935455" y="5753087"/>
              <a:ext cx="65557" cy="800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90" name="Google Shape;890;p7"/>
          <p:cNvSpPr/>
          <p:nvPr/>
        </p:nvSpPr>
        <p:spPr>
          <a:xfrm>
            <a:off x="8068818" y="5766815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809"/>
                </a:moveTo>
                <a:lnTo>
                  <a:pt x="0" y="12191"/>
                </a:lnTo>
                <a:lnTo>
                  <a:pt x="3048" y="15239"/>
                </a:lnTo>
                <a:lnTo>
                  <a:pt x="11430" y="15239"/>
                </a:lnTo>
                <a:lnTo>
                  <a:pt x="15240" y="12191"/>
                </a:lnTo>
                <a:lnTo>
                  <a:pt x="15240" y="7619"/>
                </a:lnTo>
                <a:lnTo>
                  <a:pt x="15240" y="3809"/>
                </a:lnTo>
                <a:lnTo>
                  <a:pt x="11430" y="0"/>
                </a:lnTo>
                <a:lnTo>
                  <a:pt x="3048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1" name="Google Shape;891;p7"/>
          <p:cNvGrpSpPr/>
          <p:nvPr/>
        </p:nvGrpSpPr>
        <p:grpSpPr>
          <a:xfrm>
            <a:off x="8145018" y="5752338"/>
            <a:ext cx="64770" cy="16129"/>
            <a:chOff x="8145018" y="5752338"/>
            <a:chExt cx="64770" cy="16129"/>
          </a:xfrm>
        </p:grpSpPr>
        <p:sp>
          <p:nvSpPr>
            <p:cNvPr id="892" name="Google Shape;892;p7"/>
            <p:cNvSpPr/>
            <p:nvPr/>
          </p:nvSpPr>
          <p:spPr>
            <a:xfrm>
              <a:off x="8145018" y="5765292"/>
              <a:ext cx="10795" cy="3175"/>
            </a:xfrm>
            <a:custGeom>
              <a:rect b="b" l="l" r="r" t="t"/>
              <a:pathLst>
                <a:path extrusionOk="0" h="3175" w="10795">
                  <a:moveTo>
                    <a:pt x="0" y="3048"/>
                  </a:moveTo>
                  <a:lnTo>
                    <a:pt x="3810" y="2286"/>
                  </a:lnTo>
                  <a:lnTo>
                    <a:pt x="7620" y="762"/>
                  </a:lnTo>
                  <a:lnTo>
                    <a:pt x="1066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7"/>
            <p:cNvSpPr/>
            <p:nvPr/>
          </p:nvSpPr>
          <p:spPr>
            <a:xfrm>
              <a:off x="8194548" y="5752338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048" y="15239"/>
                  </a:lnTo>
                  <a:lnTo>
                    <a:pt x="11430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4" name="Google Shape;894;p7"/>
          <p:cNvGrpSpPr/>
          <p:nvPr/>
        </p:nvGrpSpPr>
        <p:grpSpPr>
          <a:xfrm>
            <a:off x="8308073" y="5622785"/>
            <a:ext cx="499135" cy="195097"/>
            <a:chOff x="8308073" y="5622785"/>
            <a:chExt cx="499135" cy="195097"/>
          </a:xfrm>
        </p:grpSpPr>
        <p:pic>
          <p:nvPicPr>
            <p:cNvPr id="895" name="Google Shape;895;p7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8308073" y="5666981"/>
              <a:ext cx="100609" cy="1067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6" name="Google Shape;896;p7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8433803" y="5651741"/>
              <a:ext cx="153187" cy="166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7" name="Google Shape;897;p7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8607539" y="5622785"/>
              <a:ext cx="199669" cy="1676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8" name="Google Shape;898;p7"/>
          <p:cNvGrpSpPr/>
          <p:nvPr/>
        </p:nvGrpSpPr>
        <p:grpSpPr>
          <a:xfrm>
            <a:off x="8908542" y="5627369"/>
            <a:ext cx="65659" cy="62738"/>
            <a:chOff x="8908542" y="5627369"/>
            <a:chExt cx="65659" cy="62738"/>
          </a:xfrm>
        </p:grpSpPr>
        <p:sp>
          <p:nvSpPr>
            <p:cNvPr id="899" name="Google Shape;899;p7"/>
            <p:cNvSpPr/>
            <p:nvPr/>
          </p:nvSpPr>
          <p:spPr>
            <a:xfrm>
              <a:off x="8908542" y="5627369"/>
              <a:ext cx="37465" cy="10795"/>
            </a:xfrm>
            <a:custGeom>
              <a:rect b="b" l="l" r="r" t="t"/>
              <a:pathLst>
                <a:path extrusionOk="0" h="10795" w="37465">
                  <a:moveTo>
                    <a:pt x="0" y="10668"/>
                  </a:moveTo>
                  <a:lnTo>
                    <a:pt x="7298" y="6536"/>
                  </a:lnTo>
                  <a:lnTo>
                    <a:pt x="13811" y="3333"/>
                  </a:lnTo>
                  <a:lnTo>
                    <a:pt x="20466" y="1131"/>
                  </a:lnTo>
                  <a:lnTo>
                    <a:pt x="28194" y="0"/>
                  </a:lnTo>
                  <a:lnTo>
                    <a:pt x="31242" y="0"/>
                  </a:lnTo>
                  <a:lnTo>
                    <a:pt x="34290" y="0"/>
                  </a:lnTo>
                  <a:lnTo>
                    <a:pt x="3733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7"/>
            <p:cNvSpPr/>
            <p:nvPr/>
          </p:nvSpPr>
          <p:spPr>
            <a:xfrm>
              <a:off x="8925306" y="5676137"/>
              <a:ext cx="48895" cy="13970"/>
            </a:xfrm>
            <a:custGeom>
              <a:rect b="b" l="l" r="r" t="t"/>
              <a:pathLst>
                <a:path extrusionOk="0" h="13970" w="48895">
                  <a:moveTo>
                    <a:pt x="0" y="13716"/>
                  </a:moveTo>
                  <a:lnTo>
                    <a:pt x="43434" y="5334"/>
                  </a:lnTo>
                  <a:lnTo>
                    <a:pt x="45720" y="4572"/>
                  </a:lnTo>
                  <a:lnTo>
                    <a:pt x="4876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01" name="Google Shape;901;p7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9226902" y="5315318"/>
            <a:ext cx="401075" cy="3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6" name="Google Shape;906;p8"/>
          <p:cNvGrpSpPr/>
          <p:nvPr/>
        </p:nvGrpSpPr>
        <p:grpSpPr>
          <a:xfrm>
            <a:off x="3041045" y="1922513"/>
            <a:ext cx="643237" cy="208165"/>
            <a:chOff x="3041045" y="1922513"/>
            <a:chExt cx="643237" cy="208165"/>
          </a:xfrm>
        </p:grpSpPr>
        <p:pic>
          <p:nvPicPr>
            <p:cNvPr id="907" name="Google Shape;90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41045" y="1937300"/>
              <a:ext cx="76451" cy="135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8" name="Google Shape;90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46285" y="1946897"/>
              <a:ext cx="69272" cy="1181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9" name="Google Shape;909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46107" y="1922513"/>
              <a:ext cx="438175" cy="1456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0" name="Google Shape;910;p8"/>
            <p:cNvSpPr/>
            <p:nvPr/>
          </p:nvSpPr>
          <p:spPr>
            <a:xfrm>
              <a:off x="3080004" y="2108453"/>
              <a:ext cx="600075" cy="22225"/>
            </a:xfrm>
            <a:custGeom>
              <a:rect b="b" l="l" r="r" t="t"/>
              <a:pathLst>
                <a:path extrusionOk="0" h="22225" w="600075">
                  <a:moveTo>
                    <a:pt x="13716" y="19812"/>
                  </a:moveTo>
                  <a:lnTo>
                    <a:pt x="5334" y="21336"/>
                  </a:lnTo>
                  <a:lnTo>
                    <a:pt x="4572" y="22098"/>
                  </a:lnTo>
                  <a:lnTo>
                    <a:pt x="0" y="22098"/>
                  </a:lnTo>
                  <a:lnTo>
                    <a:pt x="42219" y="16525"/>
                  </a:lnTo>
                  <a:lnTo>
                    <a:pt x="91237" y="12096"/>
                  </a:lnTo>
                  <a:lnTo>
                    <a:pt x="160651" y="7524"/>
                  </a:lnTo>
                  <a:lnTo>
                    <a:pt x="195072" y="6095"/>
                  </a:lnTo>
                  <a:lnTo>
                    <a:pt x="240089" y="3964"/>
                  </a:lnTo>
                  <a:lnTo>
                    <a:pt x="284892" y="2190"/>
                  </a:lnTo>
                  <a:lnTo>
                    <a:pt x="329553" y="845"/>
                  </a:lnTo>
                  <a:lnTo>
                    <a:pt x="374142" y="0"/>
                  </a:lnTo>
                  <a:lnTo>
                    <a:pt x="411408" y="119"/>
                  </a:lnTo>
                  <a:lnTo>
                    <a:pt x="448818" y="380"/>
                  </a:lnTo>
                  <a:lnTo>
                    <a:pt x="486227" y="642"/>
                  </a:lnTo>
                  <a:lnTo>
                    <a:pt x="523494" y="761"/>
                  </a:lnTo>
                  <a:lnTo>
                    <a:pt x="549390" y="761"/>
                  </a:lnTo>
                  <a:lnTo>
                    <a:pt x="579215" y="761"/>
                  </a:lnTo>
                  <a:lnTo>
                    <a:pt x="599467" y="761"/>
                  </a:lnTo>
                  <a:lnTo>
                    <a:pt x="596646" y="761"/>
                  </a:lnTo>
                  <a:lnTo>
                    <a:pt x="592074" y="761"/>
                  </a:lnTo>
                  <a:lnTo>
                    <a:pt x="590550" y="761"/>
                  </a:lnTo>
                  <a:lnTo>
                    <a:pt x="588264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1" name="Google Shape;911;p8"/>
          <p:cNvGrpSpPr/>
          <p:nvPr/>
        </p:nvGrpSpPr>
        <p:grpSpPr>
          <a:xfrm>
            <a:off x="6688835" y="2049017"/>
            <a:ext cx="33909" cy="51308"/>
            <a:chOff x="6688835" y="2049017"/>
            <a:chExt cx="33909" cy="51308"/>
          </a:xfrm>
        </p:grpSpPr>
        <p:sp>
          <p:nvSpPr>
            <p:cNvPr id="912" name="Google Shape;912;p8"/>
            <p:cNvSpPr/>
            <p:nvPr/>
          </p:nvSpPr>
          <p:spPr>
            <a:xfrm>
              <a:off x="6688835" y="2049017"/>
              <a:ext cx="3810" cy="40640"/>
            </a:xfrm>
            <a:custGeom>
              <a:rect b="b" l="l" r="r" t="t"/>
              <a:pathLst>
                <a:path extrusionOk="0" h="40639" w="3809">
                  <a:moveTo>
                    <a:pt x="3048" y="0"/>
                  </a:moveTo>
                  <a:lnTo>
                    <a:pt x="3262" y="6881"/>
                  </a:lnTo>
                  <a:lnTo>
                    <a:pt x="3619" y="14478"/>
                  </a:lnTo>
                  <a:lnTo>
                    <a:pt x="3690" y="22074"/>
                  </a:lnTo>
                  <a:lnTo>
                    <a:pt x="3048" y="28956"/>
                  </a:lnTo>
                  <a:lnTo>
                    <a:pt x="1524" y="32766"/>
                  </a:lnTo>
                  <a:lnTo>
                    <a:pt x="762" y="36576"/>
                  </a:lnTo>
                  <a:lnTo>
                    <a:pt x="0" y="4038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8"/>
            <p:cNvSpPr/>
            <p:nvPr/>
          </p:nvSpPr>
          <p:spPr>
            <a:xfrm>
              <a:off x="6705599" y="2063495"/>
              <a:ext cx="17145" cy="36830"/>
            </a:xfrm>
            <a:custGeom>
              <a:rect b="b" l="l" r="r" t="t"/>
              <a:pathLst>
                <a:path extrusionOk="0" h="36830" w="17145">
                  <a:moveTo>
                    <a:pt x="16764" y="0"/>
                  </a:moveTo>
                  <a:lnTo>
                    <a:pt x="2286" y="33528"/>
                  </a:lnTo>
                  <a:lnTo>
                    <a:pt x="762" y="35052"/>
                  </a:lnTo>
                  <a:lnTo>
                    <a:pt x="0" y="3657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4" name="Google Shape;914;p8"/>
          <p:cNvSpPr/>
          <p:nvPr/>
        </p:nvSpPr>
        <p:spPr>
          <a:xfrm>
            <a:off x="3073229" y="3090672"/>
            <a:ext cx="40640" cy="58419"/>
          </a:xfrm>
          <a:custGeom>
            <a:rect b="b" l="l" r="r" t="t"/>
            <a:pathLst>
              <a:path extrusionOk="0" h="58419" w="40639">
                <a:moveTo>
                  <a:pt x="25824" y="22098"/>
                </a:moveTo>
                <a:lnTo>
                  <a:pt x="17442" y="22098"/>
                </a:lnTo>
                <a:lnTo>
                  <a:pt x="15156" y="24384"/>
                </a:lnTo>
                <a:lnTo>
                  <a:pt x="13632" y="20574"/>
                </a:lnTo>
                <a:lnTo>
                  <a:pt x="14394" y="15240"/>
                </a:lnTo>
                <a:lnTo>
                  <a:pt x="13632" y="13716"/>
                </a:lnTo>
                <a:lnTo>
                  <a:pt x="19728" y="11430"/>
                </a:lnTo>
                <a:lnTo>
                  <a:pt x="22014" y="9906"/>
                </a:lnTo>
                <a:lnTo>
                  <a:pt x="34206" y="8382"/>
                </a:lnTo>
                <a:lnTo>
                  <a:pt x="36492" y="10668"/>
                </a:lnTo>
                <a:lnTo>
                  <a:pt x="40302" y="14478"/>
                </a:lnTo>
                <a:lnTo>
                  <a:pt x="37254" y="27432"/>
                </a:lnTo>
                <a:lnTo>
                  <a:pt x="34968" y="31242"/>
                </a:lnTo>
                <a:lnTo>
                  <a:pt x="31920" y="37338"/>
                </a:lnTo>
                <a:lnTo>
                  <a:pt x="25062" y="44196"/>
                </a:lnTo>
                <a:lnTo>
                  <a:pt x="18204" y="45720"/>
                </a:lnTo>
                <a:lnTo>
                  <a:pt x="9822" y="47244"/>
                </a:lnTo>
                <a:lnTo>
                  <a:pt x="8298" y="38862"/>
                </a:lnTo>
                <a:lnTo>
                  <a:pt x="7536" y="32766"/>
                </a:lnTo>
                <a:lnTo>
                  <a:pt x="7048" y="25919"/>
                </a:lnTo>
                <a:lnTo>
                  <a:pt x="7060" y="18573"/>
                </a:lnTo>
                <a:lnTo>
                  <a:pt x="8072" y="11656"/>
                </a:lnTo>
                <a:lnTo>
                  <a:pt x="10584" y="6096"/>
                </a:lnTo>
                <a:lnTo>
                  <a:pt x="15156" y="762"/>
                </a:lnTo>
                <a:lnTo>
                  <a:pt x="24300" y="1524"/>
                </a:lnTo>
                <a:lnTo>
                  <a:pt x="38016" y="32766"/>
                </a:lnTo>
                <a:lnTo>
                  <a:pt x="38778" y="41148"/>
                </a:lnTo>
                <a:lnTo>
                  <a:pt x="37254" y="48768"/>
                </a:lnTo>
                <a:lnTo>
                  <a:pt x="28872" y="54102"/>
                </a:lnTo>
                <a:lnTo>
                  <a:pt x="23538" y="57912"/>
                </a:lnTo>
                <a:lnTo>
                  <a:pt x="0" y="13882"/>
                </a:lnTo>
                <a:lnTo>
                  <a:pt x="2964" y="3810"/>
                </a:lnTo>
                <a:lnTo>
                  <a:pt x="6774" y="0"/>
                </a:lnTo>
                <a:lnTo>
                  <a:pt x="17442" y="3048"/>
                </a:lnTo>
                <a:lnTo>
                  <a:pt x="20490" y="6096"/>
                </a:lnTo>
                <a:lnTo>
                  <a:pt x="25824" y="10668"/>
                </a:lnTo>
                <a:lnTo>
                  <a:pt x="31158" y="17526"/>
                </a:lnTo>
                <a:lnTo>
                  <a:pt x="31920" y="25146"/>
                </a:lnTo>
                <a:lnTo>
                  <a:pt x="32682" y="30480"/>
                </a:lnTo>
                <a:lnTo>
                  <a:pt x="32682" y="34290"/>
                </a:lnTo>
                <a:lnTo>
                  <a:pt x="27348" y="36576"/>
                </a:lnTo>
                <a:lnTo>
                  <a:pt x="22014" y="38862"/>
                </a:lnTo>
                <a:lnTo>
                  <a:pt x="17442" y="36576"/>
                </a:lnTo>
                <a:lnTo>
                  <a:pt x="15156" y="31242"/>
                </a:lnTo>
                <a:lnTo>
                  <a:pt x="12870" y="26670"/>
                </a:lnTo>
                <a:lnTo>
                  <a:pt x="9822" y="12192"/>
                </a:lnTo>
                <a:lnTo>
                  <a:pt x="15156" y="8382"/>
                </a:lnTo>
                <a:lnTo>
                  <a:pt x="17442" y="6096"/>
                </a:lnTo>
                <a:lnTo>
                  <a:pt x="25062" y="6096"/>
                </a:lnTo>
                <a:lnTo>
                  <a:pt x="27348" y="8382"/>
                </a:lnTo>
                <a:lnTo>
                  <a:pt x="30396" y="9906"/>
                </a:lnTo>
                <a:lnTo>
                  <a:pt x="30396" y="14478"/>
                </a:lnTo>
                <a:lnTo>
                  <a:pt x="30396" y="17526"/>
                </a:lnTo>
                <a:lnTo>
                  <a:pt x="29634" y="20574"/>
                </a:lnTo>
                <a:lnTo>
                  <a:pt x="23538" y="23622"/>
                </a:lnTo>
                <a:lnTo>
                  <a:pt x="19728" y="22098"/>
                </a:lnTo>
                <a:lnTo>
                  <a:pt x="18966" y="21336"/>
                </a:lnTo>
                <a:lnTo>
                  <a:pt x="18204" y="20574"/>
                </a:lnTo>
                <a:lnTo>
                  <a:pt x="17442" y="19812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5" name="Google Shape;91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30967" y="2994635"/>
            <a:ext cx="278655" cy="238543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"/>
          <p:cNvSpPr/>
          <p:nvPr/>
        </p:nvSpPr>
        <p:spPr>
          <a:xfrm>
            <a:off x="4403597" y="3136975"/>
            <a:ext cx="46355" cy="80010"/>
          </a:xfrm>
          <a:custGeom>
            <a:rect b="b" l="l" r="r" t="t"/>
            <a:pathLst>
              <a:path extrusionOk="0" h="80010" w="46354">
                <a:moveTo>
                  <a:pt x="16763" y="940"/>
                </a:moveTo>
                <a:lnTo>
                  <a:pt x="27062" y="0"/>
                </a:lnTo>
                <a:lnTo>
                  <a:pt x="35147" y="845"/>
                </a:lnTo>
                <a:lnTo>
                  <a:pt x="41088" y="5548"/>
                </a:lnTo>
                <a:lnTo>
                  <a:pt x="44957" y="16180"/>
                </a:lnTo>
                <a:lnTo>
                  <a:pt x="46041" y="28336"/>
                </a:lnTo>
                <a:lnTo>
                  <a:pt x="43910" y="39707"/>
                </a:lnTo>
                <a:lnTo>
                  <a:pt x="17144" y="72473"/>
                </a:lnTo>
                <a:lnTo>
                  <a:pt x="9072" y="76128"/>
                </a:lnTo>
                <a:lnTo>
                  <a:pt x="0" y="79426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7" name="Google Shape;917;p8"/>
          <p:cNvGrpSpPr/>
          <p:nvPr/>
        </p:nvGrpSpPr>
        <p:grpSpPr>
          <a:xfrm>
            <a:off x="4681048" y="2887205"/>
            <a:ext cx="1002722" cy="225577"/>
            <a:chOff x="4681048" y="2887205"/>
            <a:chExt cx="1002722" cy="225577"/>
          </a:xfrm>
        </p:grpSpPr>
        <p:pic>
          <p:nvPicPr>
            <p:cNvPr id="918" name="Google Shape;918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81048" y="2969501"/>
              <a:ext cx="298919" cy="1432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9" name="Google Shape;919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006327" y="2931401"/>
              <a:ext cx="64033" cy="162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0" name="Google Shape;920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094719" y="2912351"/>
              <a:ext cx="105181" cy="170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1" name="Google Shape;921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41785" y="2983979"/>
              <a:ext cx="64033" cy="841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" name="Google Shape;922;p8"/>
            <p:cNvSpPr/>
            <p:nvPr/>
          </p:nvSpPr>
          <p:spPr>
            <a:xfrm>
              <a:off x="5339929" y="2979420"/>
              <a:ext cx="30480" cy="59690"/>
            </a:xfrm>
            <a:custGeom>
              <a:rect b="b" l="l" r="r" t="t"/>
              <a:pathLst>
                <a:path extrusionOk="0" h="59689" w="30479">
                  <a:moveTo>
                    <a:pt x="3214" y="0"/>
                  </a:moveTo>
                  <a:lnTo>
                    <a:pt x="1476" y="8584"/>
                  </a:lnTo>
                  <a:lnTo>
                    <a:pt x="166" y="17240"/>
                  </a:lnTo>
                  <a:lnTo>
                    <a:pt x="0" y="26038"/>
                  </a:lnTo>
                  <a:lnTo>
                    <a:pt x="1690" y="35052"/>
                  </a:lnTo>
                  <a:lnTo>
                    <a:pt x="23026" y="59436"/>
                  </a:lnTo>
                  <a:lnTo>
                    <a:pt x="26074" y="55626"/>
                  </a:lnTo>
                  <a:lnTo>
                    <a:pt x="27598" y="53340"/>
                  </a:lnTo>
                  <a:lnTo>
                    <a:pt x="28360" y="51816"/>
                  </a:lnTo>
                  <a:lnTo>
                    <a:pt x="29884" y="49529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8"/>
            <p:cNvSpPr/>
            <p:nvPr/>
          </p:nvSpPr>
          <p:spPr>
            <a:xfrm>
              <a:off x="5327903" y="2909316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8"/>
            <p:cNvSpPr/>
            <p:nvPr/>
          </p:nvSpPr>
          <p:spPr>
            <a:xfrm>
              <a:off x="5383946" y="2977134"/>
              <a:ext cx="49530" cy="62230"/>
            </a:xfrm>
            <a:custGeom>
              <a:rect b="b" l="l" r="r" t="t"/>
              <a:pathLst>
                <a:path extrusionOk="0" h="62230" w="49529">
                  <a:moveTo>
                    <a:pt x="5679" y="0"/>
                  </a:moveTo>
                  <a:lnTo>
                    <a:pt x="3024" y="10870"/>
                  </a:lnTo>
                  <a:lnTo>
                    <a:pt x="1012" y="21812"/>
                  </a:lnTo>
                  <a:lnTo>
                    <a:pt x="0" y="32896"/>
                  </a:lnTo>
                  <a:lnTo>
                    <a:pt x="345" y="44196"/>
                  </a:lnTo>
                  <a:lnTo>
                    <a:pt x="2964" y="52613"/>
                  </a:lnTo>
                  <a:lnTo>
                    <a:pt x="8155" y="57816"/>
                  </a:lnTo>
                  <a:lnTo>
                    <a:pt x="15347" y="60590"/>
                  </a:lnTo>
                  <a:lnTo>
                    <a:pt x="23967" y="61722"/>
                  </a:lnTo>
                  <a:lnTo>
                    <a:pt x="31753" y="60900"/>
                  </a:lnTo>
                  <a:lnTo>
                    <a:pt x="37683" y="58578"/>
                  </a:lnTo>
                  <a:lnTo>
                    <a:pt x="43041" y="54971"/>
                  </a:lnTo>
                  <a:lnTo>
                    <a:pt x="49113" y="5029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8"/>
            <p:cNvSpPr/>
            <p:nvPr/>
          </p:nvSpPr>
          <p:spPr>
            <a:xfrm>
              <a:off x="5382767" y="2955500"/>
              <a:ext cx="48260" cy="34925"/>
            </a:xfrm>
            <a:custGeom>
              <a:rect b="b" l="l" r="r" t="t"/>
              <a:pathLst>
                <a:path extrusionOk="0" h="34925" w="48260">
                  <a:moveTo>
                    <a:pt x="0" y="33825"/>
                  </a:moveTo>
                  <a:lnTo>
                    <a:pt x="11668" y="34766"/>
                  </a:lnTo>
                  <a:lnTo>
                    <a:pt x="21336" y="34492"/>
                  </a:lnTo>
                  <a:lnTo>
                    <a:pt x="30432" y="31789"/>
                  </a:lnTo>
                  <a:lnTo>
                    <a:pt x="40386" y="25443"/>
                  </a:lnTo>
                  <a:lnTo>
                    <a:pt x="44958" y="21633"/>
                  </a:lnTo>
                  <a:lnTo>
                    <a:pt x="48006" y="13251"/>
                  </a:lnTo>
                  <a:lnTo>
                    <a:pt x="42671" y="7917"/>
                  </a:lnTo>
                  <a:lnTo>
                    <a:pt x="37337" y="3345"/>
                  </a:lnTo>
                  <a:lnTo>
                    <a:pt x="28193" y="297"/>
                  </a:lnTo>
                  <a:lnTo>
                    <a:pt x="20573" y="297"/>
                  </a:lnTo>
                  <a:lnTo>
                    <a:pt x="16240" y="0"/>
                  </a:lnTo>
                  <a:lnTo>
                    <a:pt x="16763" y="202"/>
                  </a:lnTo>
                  <a:lnTo>
                    <a:pt x="18430" y="833"/>
                  </a:lnTo>
                  <a:lnTo>
                    <a:pt x="17525" y="182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6" name="Google Shape;926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465813" y="2887205"/>
              <a:ext cx="217957" cy="1547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7" name="Google Shape;927;p8"/>
          <p:cNvSpPr/>
          <p:nvPr/>
        </p:nvSpPr>
        <p:spPr>
          <a:xfrm>
            <a:off x="3204686" y="3666744"/>
            <a:ext cx="36195" cy="54610"/>
          </a:xfrm>
          <a:custGeom>
            <a:rect b="b" l="l" r="r" t="t"/>
            <a:pathLst>
              <a:path extrusionOk="0" h="54610" w="36194">
                <a:moveTo>
                  <a:pt x="26193" y="20574"/>
                </a:moveTo>
                <a:lnTo>
                  <a:pt x="11334" y="17692"/>
                </a:lnTo>
                <a:lnTo>
                  <a:pt x="10763" y="17526"/>
                </a:lnTo>
                <a:lnTo>
                  <a:pt x="15049" y="17359"/>
                </a:lnTo>
                <a:lnTo>
                  <a:pt x="14763" y="14478"/>
                </a:lnTo>
                <a:lnTo>
                  <a:pt x="19335" y="12954"/>
                </a:lnTo>
                <a:lnTo>
                  <a:pt x="21621" y="12954"/>
                </a:lnTo>
                <a:lnTo>
                  <a:pt x="26193" y="12954"/>
                </a:lnTo>
                <a:lnTo>
                  <a:pt x="33813" y="12954"/>
                </a:lnTo>
                <a:lnTo>
                  <a:pt x="33051" y="18288"/>
                </a:lnTo>
                <a:lnTo>
                  <a:pt x="33813" y="24384"/>
                </a:lnTo>
                <a:lnTo>
                  <a:pt x="7905" y="54102"/>
                </a:lnTo>
                <a:lnTo>
                  <a:pt x="3333" y="48006"/>
                </a:lnTo>
                <a:lnTo>
                  <a:pt x="1059" y="41790"/>
                </a:lnTo>
                <a:lnTo>
                  <a:pt x="0" y="34290"/>
                </a:lnTo>
                <a:lnTo>
                  <a:pt x="226" y="26789"/>
                </a:lnTo>
                <a:lnTo>
                  <a:pt x="1809" y="20574"/>
                </a:lnTo>
                <a:lnTo>
                  <a:pt x="4857" y="12192"/>
                </a:lnTo>
                <a:lnTo>
                  <a:pt x="14001" y="7620"/>
                </a:lnTo>
                <a:lnTo>
                  <a:pt x="22383" y="6858"/>
                </a:lnTo>
                <a:lnTo>
                  <a:pt x="30003" y="6096"/>
                </a:lnTo>
                <a:lnTo>
                  <a:pt x="33813" y="6096"/>
                </a:lnTo>
                <a:lnTo>
                  <a:pt x="35337" y="14478"/>
                </a:lnTo>
                <a:lnTo>
                  <a:pt x="36099" y="22860"/>
                </a:lnTo>
                <a:lnTo>
                  <a:pt x="32289" y="30480"/>
                </a:lnTo>
                <a:lnTo>
                  <a:pt x="25431" y="35814"/>
                </a:lnTo>
                <a:lnTo>
                  <a:pt x="22383" y="38862"/>
                </a:lnTo>
                <a:lnTo>
                  <a:pt x="11715" y="44958"/>
                </a:lnTo>
                <a:lnTo>
                  <a:pt x="7143" y="41148"/>
                </a:lnTo>
                <a:lnTo>
                  <a:pt x="3750" y="35933"/>
                </a:lnTo>
                <a:lnTo>
                  <a:pt x="2286" y="29146"/>
                </a:lnTo>
                <a:lnTo>
                  <a:pt x="2107" y="22074"/>
                </a:lnTo>
                <a:lnTo>
                  <a:pt x="2571" y="16002"/>
                </a:lnTo>
                <a:lnTo>
                  <a:pt x="3333" y="8382"/>
                </a:lnTo>
                <a:lnTo>
                  <a:pt x="9429" y="3048"/>
                </a:lnTo>
                <a:lnTo>
                  <a:pt x="17049" y="1524"/>
                </a:lnTo>
                <a:lnTo>
                  <a:pt x="23907" y="0"/>
                </a:lnTo>
                <a:lnTo>
                  <a:pt x="28479" y="2286"/>
                </a:lnTo>
                <a:lnTo>
                  <a:pt x="29241" y="9144"/>
                </a:lnTo>
                <a:lnTo>
                  <a:pt x="30765" y="16764"/>
                </a:lnTo>
                <a:lnTo>
                  <a:pt x="29241" y="22098"/>
                </a:lnTo>
                <a:lnTo>
                  <a:pt x="24669" y="28194"/>
                </a:lnTo>
                <a:lnTo>
                  <a:pt x="23145" y="30480"/>
                </a:lnTo>
                <a:lnTo>
                  <a:pt x="17811" y="35052"/>
                </a:lnTo>
                <a:lnTo>
                  <a:pt x="14001" y="32766"/>
                </a:lnTo>
                <a:lnTo>
                  <a:pt x="10953" y="29718"/>
                </a:lnTo>
                <a:lnTo>
                  <a:pt x="11715" y="19050"/>
                </a:lnTo>
                <a:lnTo>
                  <a:pt x="15525" y="17526"/>
                </a:lnTo>
                <a:lnTo>
                  <a:pt x="19335" y="15240"/>
                </a:lnTo>
                <a:lnTo>
                  <a:pt x="25431" y="16764"/>
                </a:lnTo>
                <a:lnTo>
                  <a:pt x="27717" y="20574"/>
                </a:lnTo>
                <a:lnTo>
                  <a:pt x="29241" y="22860"/>
                </a:lnTo>
                <a:lnTo>
                  <a:pt x="32289" y="36576"/>
                </a:lnTo>
                <a:lnTo>
                  <a:pt x="27717" y="35814"/>
                </a:lnTo>
                <a:lnTo>
                  <a:pt x="26193" y="35052"/>
                </a:lnTo>
                <a:lnTo>
                  <a:pt x="25431" y="34290"/>
                </a:lnTo>
                <a:lnTo>
                  <a:pt x="23907" y="33528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8"/>
          <p:cNvSpPr/>
          <p:nvPr/>
        </p:nvSpPr>
        <p:spPr>
          <a:xfrm>
            <a:off x="6937629" y="3435858"/>
            <a:ext cx="149860" cy="336550"/>
          </a:xfrm>
          <a:custGeom>
            <a:rect b="b" l="l" r="r" t="t"/>
            <a:pathLst>
              <a:path extrusionOk="0" h="336550" w="149859">
                <a:moveTo>
                  <a:pt x="75819" y="0"/>
                </a:moveTo>
                <a:lnTo>
                  <a:pt x="38481" y="34290"/>
                </a:lnTo>
                <a:lnTo>
                  <a:pt x="18764" y="88011"/>
                </a:lnTo>
                <a:lnTo>
                  <a:pt x="6477" y="144018"/>
                </a:lnTo>
                <a:lnTo>
                  <a:pt x="0" y="206121"/>
                </a:lnTo>
                <a:lnTo>
                  <a:pt x="1119" y="237886"/>
                </a:lnTo>
                <a:lnTo>
                  <a:pt x="15751" y="288726"/>
                </a:lnTo>
                <a:lnTo>
                  <a:pt x="45065" y="322016"/>
                </a:lnTo>
                <a:lnTo>
                  <a:pt x="87260" y="336363"/>
                </a:lnTo>
                <a:lnTo>
                  <a:pt x="108299" y="334994"/>
                </a:lnTo>
                <a:lnTo>
                  <a:pt x="128908" y="329767"/>
                </a:lnTo>
                <a:lnTo>
                  <a:pt x="149733" y="322326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9" name="Google Shape;929;p8"/>
          <p:cNvGrpSpPr/>
          <p:nvPr/>
        </p:nvGrpSpPr>
        <p:grpSpPr>
          <a:xfrm>
            <a:off x="7288506" y="3307842"/>
            <a:ext cx="931187" cy="369570"/>
            <a:chOff x="7288506" y="3307842"/>
            <a:chExt cx="931187" cy="369570"/>
          </a:xfrm>
        </p:grpSpPr>
        <p:sp>
          <p:nvSpPr>
            <p:cNvPr id="930" name="Google Shape;930;p8"/>
            <p:cNvSpPr/>
            <p:nvPr/>
          </p:nvSpPr>
          <p:spPr>
            <a:xfrm>
              <a:off x="7288506" y="3467862"/>
              <a:ext cx="17145" cy="139700"/>
            </a:xfrm>
            <a:custGeom>
              <a:rect b="b" l="l" r="r" t="t"/>
              <a:pathLst>
                <a:path extrusionOk="0" h="139700" w="17145">
                  <a:moveTo>
                    <a:pt x="23" y="0"/>
                  </a:moveTo>
                  <a:lnTo>
                    <a:pt x="2809" y="50256"/>
                  </a:lnTo>
                  <a:lnTo>
                    <a:pt x="8215" y="83641"/>
                  </a:lnTo>
                  <a:lnTo>
                    <a:pt x="11072" y="100298"/>
                  </a:lnTo>
                  <a:lnTo>
                    <a:pt x="13930" y="117097"/>
                  </a:lnTo>
                  <a:lnTo>
                    <a:pt x="16787" y="134112"/>
                  </a:lnTo>
                  <a:lnTo>
                    <a:pt x="16787" y="137160"/>
                  </a:lnTo>
                  <a:lnTo>
                    <a:pt x="16787" y="13944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8"/>
            <p:cNvSpPr/>
            <p:nvPr/>
          </p:nvSpPr>
          <p:spPr>
            <a:xfrm>
              <a:off x="7289291" y="3443478"/>
              <a:ext cx="64135" cy="94615"/>
            </a:xfrm>
            <a:custGeom>
              <a:rect b="b" l="l" r="r" t="t"/>
              <a:pathLst>
                <a:path extrusionOk="0" h="94614" w="64134">
                  <a:moveTo>
                    <a:pt x="0" y="19812"/>
                  </a:moveTo>
                  <a:lnTo>
                    <a:pt x="1309" y="8786"/>
                  </a:lnTo>
                  <a:lnTo>
                    <a:pt x="4190" y="3048"/>
                  </a:lnTo>
                  <a:lnTo>
                    <a:pt x="10501" y="738"/>
                  </a:lnTo>
                  <a:lnTo>
                    <a:pt x="22097" y="0"/>
                  </a:lnTo>
                  <a:lnTo>
                    <a:pt x="32623" y="797"/>
                  </a:lnTo>
                  <a:lnTo>
                    <a:pt x="62210" y="26289"/>
                  </a:lnTo>
                  <a:lnTo>
                    <a:pt x="63722" y="36957"/>
                  </a:lnTo>
                  <a:lnTo>
                    <a:pt x="62519" y="47625"/>
                  </a:lnTo>
                  <a:lnTo>
                    <a:pt x="31992" y="82760"/>
                  </a:lnTo>
                  <a:lnTo>
                    <a:pt x="17918" y="90487"/>
                  </a:lnTo>
                  <a:lnTo>
                    <a:pt x="12287" y="92964"/>
                  </a:lnTo>
                  <a:lnTo>
                    <a:pt x="9655" y="94297"/>
                  </a:lnTo>
                  <a:lnTo>
                    <a:pt x="15240" y="9220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8"/>
            <p:cNvSpPr/>
            <p:nvPr/>
          </p:nvSpPr>
          <p:spPr>
            <a:xfrm>
              <a:off x="7385303" y="3508248"/>
              <a:ext cx="150495" cy="102235"/>
            </a:xfrm>
            <a:custGeom>
              <a:rect b="b" l="l" r="r" t="t"/>
              <a:pathLst>
                <a:path extrusionOk="0" h="102235" w="150495">
                  <a:moveTo>
                    <a:pt x="0" y="13715"/>
                  </a:moveTo>
                  <a:lnTo>
                    <a:pt x="37338" y="35051"/>
                  </a:lnTo>
                  <a:lnTo>
                    <a:pt x="52578" y="73151"/>
                  </a:lnTo>
                  <a:lnTo>
                    <a:pt x="37254" y="102191"/>
                  </a:lnTo>
                  <a:lnTo>
                    <a:pt x="34004" y="98393"/>
                  </a:lnTo>
                  <a:lnTo>
                    <a:pt x="36718" y="49684"/>
                  </a:lnTo>
                  <a:lnTo>
                    <a:pt x="68163" y="10025"/>
                  </a:lnTo>
                  <a:lnTo>
                    <a:pt x="88392" y="761"/>
                  </a:lnTo>
                  <a:lnTo>
                    <a:pt x="93726" y="761"/>
                  </a:lnTo>
                  <a:lnTo>
                    <a:pt x="94488" y="761"/>
                  </a:lnTo>
                  <a:lnTo>
                    <a:pt x="94488" y="8381"/>
                  </a:lnTo>
                  <a:lnTo>
                    <a:pt x="93726" y="14477"/>
                  </a:lnTo>
                  <a:lnTo>
                    <a:pt x="92964" y="22097"/>
                  </a:lnTo>
                  <a:lnTo>
                    <a:pt x="91523" y="31122"/>
                  </a:lnTo>
                  <a:lnTo>
                    <a:pt x="90582" y="40004"/>
                  </a:lnTo>
                  <a:lnTo>
                    <a:pt x="90070" y="48887"/>
                  </a:lnTo>
                  <a:lnTo>
                    <a:pt x="89916" y="57911"/>
                  </a:lnTo>
                  <a:lnTo>
                    <a:pt x="91368" y="65496"/>
                  </a:lnTo>
                  <a:lnTo>
                    <a:pt x="94678" y="71151"/>
                  </a:lnTo>
                  <a:lnTo>
                    <a:pt x="99988" y="74949"/>
                  </a:lnTo>
                  <a:lnTo>
                    <a:pt x="107442" y="76961"/>
                  </a:lnTo>
                  <a:lnTo>
                    <a:pt x="116728" y="76854"/>
                  </a:lnTo>
                  <a:lnTo>
                    <a:pt x="148685" y="45434"/>
                  </a:lnTo>
                  <a:lnTo>
                    <a:pt x="150483" y="35278"/>
                  </a:lnTo>
                  <a:lnTo>
                    <a:pt x="149352" y="25907"/>
                  </a:lnTo>
                  <a:lnTo>
                    <a:pt x="117348" y="1523"/>
                  </a:lnTo>
                  <a:lnTo>
                    <a:pt x="108966" y="0"/>
                  </a:lnTo>
                  <a:lnTo>
                    <a:pt x="102107" y="761"/>
                  </a:lnTo>
                  <a:lnTo>
                    <a:pt x="97536" y="4571"/>
                  </a:lnTo>
                  <a:lnTo>
                    <a:pt x="97536" y="5333"/>
                  </a:lnTo>
                  <a:lnTo>
                    <a:pt x="97536" y="6095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8"/>
            <p:cNvSpPr/>
            <p:nvPr/>
          </p:nvSpPr>
          <p:spPr>
            <a:xfrm>
              <a:off x="7544466" y="3479292"/>
              <a:ext cx="86995" cy="198120"/>
            </a:xfrm>
            <a:custGeom>
              <a:rect b="b" l="l" r="r" t="t"/>
              <a:pathLst>
                <a:path extrusionOk="0" h="198120" w="86995">
                  <a:moveTo>
                    <a:pt x="48101" y="0"/>
                  </a:moveTo>
                  <a:lnTo>
                    <a:pt x="47875" y="14835"/>
                  </a:lnTo>
                  <a:lnTo>
                    <a:pt x="49149" y="28955"/>
                  </a:lnTo>
                  <a:lnTo>
                    <a:pt x="51423" y="43076"/>
                  </a:lnTo>
                  <a:lnTo>
                    <a:pt x="54197" y="57912"/>
                  </a:lnTo>
                  <a:lnTo>
                    <a:pt x="57078" y="76771"/>
                  </a:lnTo>
                  <a:lnTo>
                    <a:pt x="58959" y="95630"/>
                  </a:lnTo>
                  <a:lnTo>
                    <a:pt x="59983" y="114490"/>
                  </a:lnTo>
                  <a:lnTo>
                    <a:pt x="60293" y="133350"/>
                  </a:lnTo>
                  <a:lnTo>
                    <a:pt x="60150" y="148994"/>
                  </a:lnTo>
                  <a:lnTo>
                    <a:pt x="58578" y="166497"/>
                  </a:lnTo>
                  <a:lnTo>
                    <a:pt x="53863" y="182856"/>
                  </a:lnTo>
                  <a:lnTo>
                    <a:pt x="44291" y="195072"/>
                  </a:lnTo>
                  <a:lnTo>
                    <a:pt x="36814" y="197727"/>
                  </a:lnTo>
                  <a:lnTo>
                    <a:pt x="29622" y="196310"/>
                  </a:lnTo>
                  <a:lnTo>
                    <a:pt x="5524" y="161639"/>
                  </a:lnTo>
                  <a:lnTo>
                    <a:pt x="0" y="123574"/>
                  </a:lnTo>
                  <a:lnTo>
                    <a:pt x="1619" y="113633"/>
                  </a:lnTo>
                  <a:lnTo>
                    <a:pt x="36004" y="88487"/>
                  </a:lnTo>
                  <a:lnTo>
                    <a:pt x="47255" y="85427"/>
                  </a:lnTo>
                  <a:lnTo>
                    <a:pt x="58007" y="82296"/>
                  </a:lnTo>
                  <a:lnTo>
                    <a:pt x="65746" y="79855"/>
                  </a:lnTo>
                  <a:lnTo>
                    <a:pt x="73056" y="77057"/>
                  </a:lnTo>
                  <a:lnTo>
                    <a:pt x="80081" y="73830"/>
                  </a:lnTo>
                  <a:lnTo>
                    <a:pt x="86963" y="70103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7590281" y="3419094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7647943" y="3493008"/>
              <a:ext cx="51435" cy="85725"/>
            </a:xfrm>
            <a:custGeom>
              <a:rect b="b" l="l" r="r" t="t"/>
              <a:pathLst>
                <a:path extrusionOk="0" h="85725" w="51434">
                  <a:moveTo>
                    <a:pt x="4822" y="0"/>
                  </a:moveTo>
                  <a:lnTo>
                    <a:pt x="2071" y="10156"/>
                  </a:lnTo>
                  <a:lnTo>
                    <a:pt x="535" y="19526"/>
                  </a:lnTo>
                  <a:lnTo>
                    <a:pt x="0" y="29039"/>
                  </a:lnTo>
                  <a:lnTo>
                    <a:pt x="250" y="39624"/>
                  </a:lnTo>
                  <a:lnTo>
                    <a:pt x="345" y="48744"/>
                  </a:lnTo>
                  <a:lnTo>
                    <a:pt x="17109" y="83438"/>
                  </a:lnTo>
                  <a:lnTo>
                    <a:pt x="30730" y="85344"/>
                  </a:lnTo>
                  <a:lnTo>
                    <a:pt x="41398" y="85343"/>
                  </a:lnTo>
                  <a:lnTo>
                    <a:pt x="44446" y="80009"/>
                  </a:lnTo>
                  <a:lnTo>
                    <a:pt x="51304" y="7315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7655813" y="3490210"/>
              <a:ext cx="52069" cy="35560"/>
            </a:xfrm>
            <a:custGeom>
              <a:rect b="b" l="l" r="r" t="t"/>
              <a:pathLst>
                <a:path extrusionOk="0" h="35560" w="52070">
                  <a:moveTo>
                    <a:pt x="6857" y="16513"/>
                  </a:moveTo>
                  <a:lnTo>
                    <a:pt x="3047" y="26419"/>
                  </a:lnTo>
                  <a:lnTo>
                    <a:pt x="0" y="28705"/>
                  </a:lnTo>
                  <a:lnTo>
                    <a:pt x="4571" y="33277"/>
                  </a:lnTo>
                  <a:lnTo>
                    <a:pt x="12453" y="34754"/>
                  </a:lnTo>
                  <a:lnTo>
                    <a:pt x="20192" y="35373"/>
                  </a:lnTo>
                  <a:lnTo>
                    <a:pt x="27932" y="34563"/>
                  </a:lnTo>
                  <a:lnTo>
                    <a:pt x="51815" y="10417"/>
                  </a:lnTo>
                  <a:lnTo>
                    <a:pt x="48970" y="4369"/>
                  </a:lnTo>
                  <a:lnTo>
                    <a:pt x="42195" y="1464"/>
                  </a:lnTo>
                  <a:lnTo>
                    <a:pt x="34135" y="559"/>
                  </a:lnTo>
                  <a:lnTo>
                    <a:pt x="27431" y="511"/>
                  </a:lnTo>
                  <a:lnTo>
                    <a:pt x="20300" y="0"/>
                  </a:lnTo>
                  <a:lnTo>
                    <a:pt x="13239" y="416"/>
                  </a:lnTo>
                  <a:lnTo>
                    <a:pt x="7179" y="2976"/>
                  </a:lnTo>
                  <a:lnTo>
                    <a:pt x="3047" y="8893"/>
                  </a:lnTo>
                  <a:lnTo>
                    <a:pt x="3047" y="11941"/>
                  </a:lnTo>
                  <a:lnTo>
                    <a:pt x="3809" y="13465"/>
                  </a:lnTo>
                  <a:lnTo>
                    <a:pt x="6095" y="14989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7734538" y="3497568"/>
              <a:ext cx="64135" cy="85725"/>
            </a:xfrm>
            <a:custGeom>
              <a:rect b="b" l="l" r="r" t="t"/>
              <a:pathLst>
                <a:path extrusionOk="0" h="85725" w="64134">
                  <a:moveTo>
                    <a:pt x="28717" y="6107"/>
                  </a:moveTo>
                  <a:lnTo>
                    <a:pt x="23693" y="3595"/>
                  </a:lnTo>
                  <a:lnTo>
                    <a:pt x="18240" y="869"/>
                  </a:lnTo>
                  <a:lnTo>
                    <a:pt x="13073" y="0"/>
                  </a:lnTo>
                  <a:lnTo>
                    <a:pt x="8905" y="3059"/>
                  </a:lnTo>
                  <a:lnTo>
                    <a:pt x="0" y="48589"/>
                  </a:lnTo>
                  <a:lnTo>
                    <a:pt x="333" y="59066"/>
                  </a:lnTo>
                  <a:lnTo>
                    <a:pt x="2667" y="68972"/>
                  </a:lnTo>
                  <a:lnTo>
                    <a:pt x="8143" y="77735"/>
                  </a:lnTo>
                  <a:lnTo>
                    <a:pt x="15775" y="83069"/>
                  </a:lnTo>
                  <a:lnTo>
                    <a:pt x="25193" y="85546"/>
                  </a:lnTo>
                  <a:lnTo>
                    <a:pt x="35040" y="85451"/>
                  </a:lnTo>
                  <a:lnTo>
                    <a:pt x="43957" y="83069"/>
                  </a:lnTo>
                  <a:lnTo>
                    <a:pt x="54625" y="76973"/>
                  </a:lnTo>
                  <a:lnTo>
                    <a:pt x="57673" y="74687"/>
                  </a:lnTo>
                  <a:lnTo>
                    <a:pt x="63769" y="6859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7818500" y="3448812"/>
              <a:ext cx="15875" cy="102235"/>
            </a:xfrm>
            <a:custGeom>
              <a:rect b="b" l="l" r="r" t="t"/>
              <a:pathLst>
                <a:path extrusionOk="0" h="102235" w="15875">
                  <a:moveTo>
                    <a:pt x="1143" y="0"/>
                  </a:moveTo>
                  <a:lnTo>
                    <a:pt x="0" y="15037"/>
                  </a:lnTo>
                  <a:lnTo>
                    <a:pt x="0" y="28860"/>
                  </a:lnTo>
                  <a:lnTo>
                    <a:pt x="1143" y="42541"/>
                  </a:lnTo>
                  <a:lnTo>
                    <a:pt x="3429" y="57150"/>
                  </a:lnTo>
                  <a:lnTo>
                    <a:pt x="5631" y="67210"/>
                  </a:lnTo>
                  <a:lnTo>
                    <a:pt x="7905" y="77628"/>
                  </a:lnTo>
                  <a:lnTo>
                    <a:pt x="10608" y="87903"/>
                  </a:lnTo>
                  <a:lnTo>
                    <a:pt x="14097" y="97536"/>
                  </a:lnTo>
                  <a:lnTo>
                    <a:pt x="14097" y="99060"/>
                  </a:lnTo>
                  <a:lnTo>
                    <a:pt x="14859" y="100584"/>
                  </a:lnTo>
                  <a:lnTo>
                    <a:pt x="15621" y="102107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7817357" y="3491484"/>
              <a:ext cx="66040" cy="71120"/>
            </a:xfrm>
            <a:custGeom>
              <a:rect b="b" l="l" r="r" t="t"/>
              <a:pathLst>
                <a:path extrusionOk="0" h="71120" w="66040">
                  <a:moveTo>
                    <a:pt x="0" y="21336"/>
                  </a:moveTo>
                  <a:lnTo>
                    <a:pt x="9917" y="14299"/>
                  </a:lnTo>
                  <a:lnTo>
                    <a:pt x="18192" y="9620"/>
                  </a:lnTo>
                  <a:lnTo>
                    <a:pt x="26896" y="6226"/>
                  </a:lnTo>
                  <a:lnTo>
                    <a:pt x="38099" y="3048"/>
                  </a:lnTo>
                  <a:lnTo>
                    <a:pt x="42671" y="1524"/>
                  </a:lnTo>
                  <a:lnTo>
                    <a:pt x="48006" y="0"/>
                  </a:lnTo>
                  <a:lnTo>
                    <a:pt x="53340" y="0"/>
                  </a:lnTo>
                  <a:lnTo>
                    <a:pt x="53340" y="762"/>
                  </a:lnTo>
                  <a:lnTo>
                    <a:pt x="53351" y="12180"/>
                  </a:lnTo>
                  <a:lnTo>
                    <a:pt x="53435" y="23526"/>
                  </a:lnTo>
                  <a:lnTo>
                    <a:pt x="53661" y="34730"/>
                  </a:lnTo>
                  <a:lnTo>
                    <a:pt x="54102" y="45720"/>
                  </a:lnTo>
                  <a:lnTo>
                    <a:pt x="54221" y="52006"/>
                  </a:lnTo>
                  <a:lnTo>
                    <a:pt x="55054" y="59436"/>
                  </a:lnTo>
                  <a:lnTo>
                    <a:pt x="57316" y="66294"/>
                  </a:lnTo>
                  <a:lnTo>
                    <a:pt x="61722" y="70866"/>
                  </a:lnTo>
                  <a:lnTo>
                    <a:pt x="63246" y="70866"/>
                  </a:lnTo>
                  <a:lnTo>
                    <a:pt x="64008" y="70866"/>
                  </a:lnTo>
                  <a:lnTo>
                    <a:pt x="65532" y="7086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7862315" y="341376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7912226" y="3494532"/>
              <a:ext cx="41910" cy="72390"/>
            </a:xfrm>
            <a:custGeom>
              <a:rect b="b" l="l" r="r" t="t"/>
              <a:pathLst>
                <a:path extrusionOk="0" h="72389" w="41909">
                  <a:moveTo>
                    <a:pt x="8763" y="762"/>
                  </a:moveTo>
                  <a:lnTo>
                    <a:pt x="381" y="40386"/>
                  </a:lnTo>
                  <a:lnTo>
                    <a:pt x="0" y="54578"/>
                  </a:lnTo>
                  <a:lnTo>
                    <a:pt x="1023" y="61495"/>
                  </a:lnTo>
                  <a:lnTo>
                    <a:pt x="4191" y="67056"/>
                  </a:lnTo>
                  <a:lnTo>
                    <a:pt x="10287" y="72390"/>
                  </a:lnTo>
                  <a:lnTo>
                    <a:pt x="20955" y="70104"/>
                  </a:lnTo>
                  <a:lnTo>
                    <a:pt x="41529" y="35814"/>
                  </a:lnTo>
                  <a:lnTo>
                    <a:pt x="41445" y="27217"/>
                  </a:lnTo>
                  <a:lnTo>
                    <a:pt x="17145" y="0"/>
                  </a:lnTo>
                  <a:lnTo>
                    <a:pt x="10287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42" name="Google Shape;942;p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981175" y="3471659"/>
              <a:ext cx="76606" cy="82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3" name="Google Shape;943;p8"/>
            <p:cNvSpPr/>
            <p:nvPr/>
          </p:nvSpPr>
          <p:spPr>
            <a:xfrm>
              <a:off x="8101583" y="3307842"/>
              <a:ext cx="118110" cy="302260"/>
            </a:xfrm>
            <a:custGeom>
              <a:rect b="b" l="l" r="r" t="t"/>
              <a:pathLst>
                <a:path extrusionOk="0" h="302260" w="118109">
                  <a:moveTo>
                    <a:pt x="0" y="0"/>
                  </a:moveTo>
                  <a:lnTo>
                    <a:pt x="40076" y="10822"/>
                  </a:lnTo>
                  <a:lnTo>
                    <a:pt x="67044" y="39457"/>
                  </a:lnTo>
                  <a:lnTo>
                    <a:pt x="90832" y="77604"/>
                  </a:lnTo>
                  <a:lnTo>
                    <a:pt x="108465" y="117240"/>
                  </a:lnTo>
                  <a:lnTo>
                    <a:pt x="117086" y="158079"/>
                  </a:lnTo>
                  <a:lnTo>
                    <a:pt x="118110" y="179069"/>
                  </a:lnTo>
                  <a:lnTo>
                    <a:pt x="116169" y="197905"/>
                  </a:lnTo>
                  <a:lnTo>
                    <a:pt x="89916" y="246126"/>
                  </a:lnTo>
                  <a:lnTo>
                    <a:pt x="62865" y="274510"/>
                  </a:lnTo>
                  <a:lnTo>
                    <a:pt x="31242" y="297180"/>
                  </a:lnTo>
                  <a:lnTo>
                    <a:pt x="20574" y="300228"/>
                  </a:lnTo>
                  <a:lnTo>
                    <a:pt x="18288" y="301752"/>
                  </a:lnTo>
                  <a:lnTo>
                    <a:pt x="11430" y="30099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4" name="Google Shape;944;p8"/>
          <p:cNvGrpSpPr/>
          <p:nvPr/>
        </p:nvGrpSpPr>
        <p:grpSpPr>
          <a:xfrm>
            <a:off x="3642156" y="4403585"/>
            <a:ext cx="623151" cy="197383"/>
            <a:chOff x="3642156" y="4403585"/>
            <a:chExt cx="623151" cy="197383"/>
          </a:xfrm>
        </p:grpSpPr>
        <p:pic>
          <p:nvPicPr>
            <p:cNvPr id="945" name="Google Shape;945;p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642156" y="4403585"/>
              <a:ext cx="439889" cy="1973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8"/>
            <p:cNvSpPr/>
            <p:nvPr/>
          </p:nvSpPr>
          <p:spPr>
            <a:xfrm>
              <a:off x="4123181" y="4472178"/>
              <a:ext cx="47625" cy="76200"/>
            </a:xfrm>
            <a:custGeom>
              <a:rect b="b" l="l" r="r" t="t"/>
              <a:pathLst>
                <a:path extrusionOk="0" h="76200" w="47625">
                  <a:moveTo>
                    <a:pt x="7620" y="6096"/>
                  </a:moveTo>
                  <a:lnTo>
                    <a:pt x="762" y="48006"/>
                  </a:lnTo>
                  <a:lnTo>
                    <a:pt x="15704" y="76200"/>
                  </a:lnTo>
                  <a:lnTo>
                    <a:pt x="21431" y="75628"/>
                  </a:lnTo>
                  <a:lnTo>
                    <a:pt x="45386" y="45231"/>
                  </a:lnTo>
                  <a:lnTo>
                    <a:pt x="47589" y="26896"/>
                  </a:lnTo>
                  <a:lnTo>
                    <a:pt x="46005" y="19335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3810" y="762"/>
                  </a:lnTo>
                  <a:lnTo>
                    <a:pt x="762" y="304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47" name="Google Shape;947;p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197845" y="4440923"/>
              <a:ext cx="67462" cy="1059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8" name="Google Shape;948;p8"/>
          <p:cNvSpPr/>
          <p:nvPr/>
        </p:nvSpPr>
        <p:spPr>
          <a:xfrm>
            <a:off x="2247900" y="4078985"/>
            <a:ext cx="6374765" cy="140335"/>
          </a:xfrm>
          <a:custGeom>
            <a:rect b="b" l="l" r="r" t="t"/>
            <a:pathLst>
              <a:path extrusionOk="0" h="140335" w="6374765">
                <a:moveTo>
                  <a:pt x="0" y="140208"/>
                </a:moveTo>
                <a:lnTo>
                  <a:pt x="41148" y="134683"/>
                </a:lnTo>
                <a:lnTo>
                  <a:pt x="82296" y="130302"/>
                </a:lnTo>
                <a:lnTo>
                  <a:pt x="137636" y="126682"/>
                </a:lnTo>
                <a:lnTo>
                  <a:pt x="193548" y="124206"/>
                </a:lnTo>
                <a:lnTo>
                  <a:pt x="228528" y="123051"/>
                </a:lnTo>
                <a:lnTo>
                  <a:pt x="263652" y="121824"/>
                </a:lnTo>
                <a:lnTo>
                  <a:pt x="298775" y="120455"/>
                </a:lnTo>
                <a:lnTo>
                  <a:pt x="333756" y="118872"/>
                </a:lnTo>
                <a:lnTo>
                  <a:pt x="374904" y="116347"/>
                </a:lnTo>
                <a:lnTo>
                  <a:pt x="416052" y="113538"/>
                </a:lnTo>
                <a:lnTo>
                  <a:pt x="457200" y="110728"/>
                </a:lnTo>
                <a:lnTo>
                  <a:pt x="498348" y="108204"/>
                </a:lnTo>
                <a:lnTo>
                  <a:pt x="547044" y="104894"/>
                </a:lnTo>
                <a:lnTo>
                  <a:pt x="595884" y="101727"/>
                </a:lnTo>
                <a:lnTo>
                  <a:pt x="644723" y="98559"/>
                </a:lnTo>
                <a:lnTo>
                  <a:pt x="693420" y="95250"/>
                </a:lnTo>
                <a:lnTo>
                  <a:pt x="743387" y="91675"/>
                </a:lnTo>
                <a:lnTo>
                  <a:pt x="793368" y="87554"/>
                </a:lnTo>
                <a:lnTo>
                  <a:pt x="843376" y="82993"/>
                </a:lnTo>
                <a:lnTo>
                  <a:pt x="893423" y="78099"/>
                </a:lnTo>
                <a:lnTo>
                  <a:pt x="943524" y="72978"/>
                </a:lnTo>
                <a:lnTo>
                  <a:pt x="993692" y="67738"/>
                </a:lnTo>
                <a:lnTo>
                  <a:pt x="1043940" y="62484"/>
                </a:lnTo>
                <a:lnTo>
                  <a:pt x="1093317" y="57643"/>
                </a:lnTo>
                <a:lnTo>
                  <a:pt x="1142695" y="53205"/>
                </a:lnTo>
                <a:lnTo>
                  <a:pt x="1192072" y="49206"/>
                </a:lnTo>
                <a:lnTo>
                  <a:pt x="1241450" y="45683"/>
                </a:lnTo>
                <a:lnTo>
                  <a:pt x="1290828" y="42672"/>
                </a:lnTo>
                <a:lnTo>
                  <a:pt x="1340126" y="39721"/>
                </a:lnTo>
                <a:lnTo>
                  <a:pt x="1389314" y="37173"/>
                </a:lnTo>
                <a:lnTo>
                  <a:pt x="1438467" y="34881"/>
                </a:lnTo>
                <a:lnTo>
                  <a:pt x="1487655" y="32698"/>
                </a:lnTo>
                <a:lnTo>
                  <a:pt x="1536954" y="30479"/>
                </a:lnTo>
                <a:lnTo>
                  <a:pt x="1588995" y="28181"/>
                </a:lnTo>
                <a:lnTo>
                  <a:pt x="1640927" y="25810"/>
                </a:lnTo>
                <a:lnTo>
                  <a:pt x="1692822" y="23292"/>
                </a:lnTo>
                <a:lnTo>
                  <a:pt x="1744754" y="20555"/>
                </a:lnTo>
                <a:lnTo>
                  <a:pt x="1796795" y="17525"/>
                </a:lnTo>
                <a:lnTo>
                  <a:pt x="1851202" y="14630"/>
                </a:lnTo>
                <a:lnTo>
                  <a:pt x="1905609" y="11551"/>
                </a:lnTo>
                <a:lnTo>
                  <a:pt x="1960016" y="8473"/>
                </a:lnTo>
                <a:lnTo>
                  <a:pt x="2014423" y="5577"/>
                </a:lnTo>
                <a:lnTo>
                  <a:pt x="2068830" y="3047"/>
                </a:lnTo>
                <a:lnTo>
                  <a:pt x="2122779" y="1560"/>
                </a:lnTo>
                <a:lnTo>
                  <a:pt x="2176729" y="658"/>
                </a:lnTo>
                <a:lnTo>
                  <a:pt x="2230678" y="195"/>
                </a:lnTo>
                <a:lnTo>
                  <a:pt x="2284628" y="24"/>
                </a:lnTo>
                <a:lnTo>
                  <a:pt x="2338578" y="0"/>
                </a:lnTo>
                <a:lnTo>
                  <a:pt x="2391235" y="548"/>
                </a:lnTo>
                <a:lnTo>
                  <a:pt x="2444002" y="1280"/>
                </a:lnTo>
                <a:lnTo>
                  <a:pt x="2496805" y="2194"/>
                </a:lnTo>
                <a:lnTo>
                  <a:pt x="2549572" y="3291"/>
                </a:lnTo>
                <a:lnTo>
                  <a:pt x="2602230" y="4571"/>
                </a:lnTo>
                <a:lnTo>
                  <a:pt x="2655722" y="5693"/>
                </a:lnTo>
                <a:lnTo>
                  <a:pt x="2709214" y="6412"/>
                </a:lnTo>
                <a:lnTo>
                  <a:pt x="2762707" y="6876"/>
                </a:lnTo>
                <a:lnTo>
                  <a:pt x="2816199" y="7229"/>
                </a:lnTo>
                <a:lnTo>
                  <a:pt x="2869692" y="7619"/>
                </a:lnTo>
                <a:lnTo>
                  <a:pt x="2922806" y="8089"/>
                </a:lnTo>
                <a:lnTo>
                  <a:pt x="2976030" y="8631"/>
                </a:lnTo>
                <a:lnTo>
                  <a:pt x="3029291" y="9320"/>
                </a:lnTo>
                <a:lnTo>
                  <a:pt x="3082515" y="10229"/>
                </a:lnTo>
                <a:lnTo>
                  <a:pt x="3135630" y="11429"/>
                </a:lnTo>
                <a:lnTo>
                  <a:pt x="3187287" y="12502"/>
                </a:lnTo>
                <a:lnTo>
                  <a:pt x="3238908" y="13795"/>
                </a:lnTo>
                <a:lnTo>
                  <a:pt x="3290456" y="15160"/>
                </a:lnTo>
                <a:lnTo>
                  <a:pt x="3341894" y="16453"/>
                </a:lnTo>
                <a:lnTo>
                  <a:pt x="3393186" y="17525"/>
                </a:lnTo>
                <a:lnTo>
                  <a:pt x="3444392" y="18269"/>
                </a:lnTo>
                <a:lnTo>
                  <a:pt x="3495598" y="18720"/>
                </a:lnTo>
                <a:lnTo>
                  <a:pt x="3546805" y="18952"/>
                </a:lnTo>
                <a:lnTo>
                  <a:pt x="3598011" y="19037"/>
                </a:lnTo>
                <a:lnTo>
                  <a:pt x="3649217" y="19049"/>
                </a:lnTo>
                <a:lnTo>
                  <a:pt x="3701802" y="19421"/>
                </a:lnTo>
                <a:lnTo>
                  <a:pt x="3754422" y="19647"/>
                </a:lnTo>
                <a:lnTo>
                  <a:pt x="3807116" y="19763"/>
                </a:lnTo>
                <a:lnTo>
                  <a:pt x="3859920" y="19805"/>
                </a:lnTo>
                <a:lnTo>
                  <a:pt x="3912870" y="19811"/>
                </a:lnTo>
                <a:lnTo>
                  <a:pt x="3966898" y="20183"/>
                </a:lnTo>
                <a:lnTo>
                  <a:pt x="4021037" y="20409"/>
                </a:lnTo>
                <a:lnTo>
                  <a:pt x="4075212" y="20525"/>
                </a:lnTo>
                <a:lnTo>
                  <a:pt x="4129351" y="20567"/>
                </a:lnTo>
                <a:lnTo>
                  <a:pt x="4183379" y="20573"/>
                </a:lnTo>
                <a:lnTo>
                  <a:pt x="4238244" y="21116"/>
                </a:lnTo>
                <a:lnTo>
                  <a:pt x="4293108" y="21805"/>
                </a:lnTo>
                <a:lnTo>
                  <a:pt x="4347972" y="22603"/>
                </a:lnTo>
                <a:lnTo>
                  <a:pt x="4402836" y="23475"/>
                </a:lnTo>
                <a:lnTo>
                  <a:pt x="4457700" y="24383"/>
                </a:lnTo>
                <a:lnTo>
                  <a:pt x="4512564" y="25298"/>
                </a:lnTo>
                <a:lnTo>
                  <a:pt x="4567428" y="26212"/>
                </a:lnTo>
                <a:lnTo>
                  <a:pt x="4622292" y="27127"/>
                </a:lnTo>
                <a:lnTo>
                  <a:pt x="4677156" y="28041"/>
                </a:lnTo>
                <a:lnTo>
                  <a:pt x="4732020" y="28955"/>
                </a:lnTo>
                <a:lnTo>
                  <a:pt x="4787341" y="29955"/>
                </a:lnTo>
                <a:lnTo>
                  <a:pt x="4842662" y="31101"/>
                </a:lnTo>
                <a:lnTo>
                  <a:pt x="4897983" y="32357"/>
                </a:lnTo>
                <a:lnTo>
                  <a:pt x="4953304" y="33686"/>
                </a:lnTo>
                <a:lnTo>
                  <a:pt x="5008626" y="35051"/>
                </a:lnTo>
                <a:lnTo>
                  <a:pt x="5063490" y="36143"/>
                </a:lnTo>
                <a:lnTo>
                  <a:pt x="5118354" y="37563"/>
                </a:lnTo>
                <a:lnTo>
                  <a:pt x="5173218" y="39276"/>
                </a:lnTo>
                <a:lnTo>
                  <a:pt x="5228082" y="41245"/>
                </a:lnTo>
                <a:lnTo>
                  <a:pt x="5282946" y="43433"/>
                </a:lnTo>
                <a:lnTo>
                  <a:pt x="5338724" y="45713"/>
                </a:lnTo>
                <a:lnTo>
                  <a:pt x="5394502" y="47957"/>
                </a:lnTo>
                <a:lnTo>
                  <a:pt x="5450281" y="50127"/>
                </a:lnTo>
                <a:lnTo>
                  <a:pt x="5506059" y="52187"/>
                </a:lnTo>
                <a:lnTo>
                  <a:pt x="5561838" y="54101"/>
                </a:lnTo>
                <a:lnTo>
                  <a:pt x="5609085" y="55449"/>
                </a:lnTo>
                <a:lnTo>
                  <a:pt x="5656354" y="56500"/>
                </a:lnTo>
                <a:lnTo>
                  <a:pt x="5703665" y="57340"/>
                </a:lnTo>
                <a:lnTo>
                  <a:pt x="5751039" y="58053"/>
                </a:lnTo>
                <a:lnTo>
                  <a:pt x="5798498" y="58723"/>
                </a:lnTo>
                <a:lnTo>
                  <a:pt x="5846064" y="59435"/>
                </a:lnTo>
                <a:lnTo>
                  <a:pt x="5898105" y="60356"/>
                </a:lnTo>
                <a:lnTo>
                  <a:pt x="5950037" y="61313"/>
                </a:lnTo>
                <a:lnTo>
                  <a:pt x="6001932" y="62343"/>
                </a:lnTo>
                <a:lnTo>
                  <a:pt x="6053864" y="63483"/>
                </a:lnTo>
                <a:lnTo>
                  <a:pt x="6105906" y="64769"/>
                </a:lnTo>
                <a:lnTo>
                  <a:pt x="6152316" y="66186"/>
                </a:lnTo>
                <a:lnTo>
                  <a:pt x="6198870" y="68103"/>
                </a:lnTo>
                <a:lnTo>
                  <a:pt x="6245423" y="70449"/>
                </a:lnTo>
                <a:lnTo>
                  <a:pt x="6291834" y="73151"/>
                </a:lnTo>
                <a:lnTo>
                  <a:pt x="6331458" y="77152"/>
                </a:lnTo>
                <a:lnTo>
                  <a:pt x="6351841" y="78509"/>
                </a:lnTo>
                <a:lnTo>
                  <a:pt x="6371082" y="77723"/>
                </a:lnTo>
                <a:lnTo>
                  <a:pt x="6374641" y="74342"/>
                </a:lnTo>
                <a:lnTo>
                  <a:pt x="6371558" y="67817"/>
                </a:lnTo>
                <a:lnTo>
                  <a:pt x="6365188" y="60150"/>
                </a:lnTo>
                <a:lnTo>
                  <a:pt x="6358890" y="53339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8"/>
          <p:cNvSpPr/>
          <p:nvPr/>
        </p:nvSpPr>
        <p:spPr>
          <a:xfrm>
            <a:off x="3694938" y="4609338"/>
            <a:ext cx="581660" cy="72390"/>
          </a:xfrm>
          <a:custGeom>
            <a:rect b="b" l="l" r="r" t="t"/>
            <a:pathLst>
              <a:path extrusionOk="0" h="72389" w="581660">
                <a:moveTo>
                  <a:pt x="11429" y="67818"/>
                </a:moveTo>
                <a:lnTo>
                  <a:pt x="3809" y="67818"/>
                </a:lnTo>
                <a:lnTo>
                  <a:pt x="0" y="72390"/>
                </a:lnTo>
                <a:lnTo>
                  <a:pt x="0" y="67818"/>
                </a:lnTo>
                <a:lnTo>
                  <a:pt x="40397" y="57959"/>
                </a:lnTo>
                <a:lnTo>
                  <a:pt x="87499" y="50315"/>
                </a:lnTo>
                <a:lnTo>
                  <a:pt x="155150" y="41695"/>
                </a:lnTo>
                <a:lnTo>
                  <a:pt x="230135" y="34349"/>
                </a:lnTo>
                <a:lnTo>
                  <a:pt x="271367" y="30956"/>
                </a:lnTo>
                <a:lnTo>
                  <a:pt x="312741" y="27705"/>
                </a:lnTo>
                <a:lnTo>
                  <a:pt x="354329" y="24383"/>
                </a:lnTo>
                <a:lnTo>
                  <a:pt x="389762" y="21085"/>
                </a:lnTo>
                <a:lnTo>
                  <a:pt x="425195" y="18002"/>
                </a:lnTo>
                <a:lnTo>
                  <a:pt x="460628" y="15061"/>
                </a:lnTo>
                <a:lnTo>
                  <a:pt x="496061" y="12191"/>
                </a:lnTo>
                <a:lnTo>
                  <a:pt x="515052" y="10501"/>
                </a:lnTo>
                <a:lnTo>
                  <a:pt x="534257" y="8953"/>
                </a:lnTo>
                <a:lnTo>
                  <a:pt x="553604" y="7691"/>
                </a:lnTo>
                <a:lnTo>
                  <a:pt x="573023" y="6857"/>
                </a:lnTo>
                <a:lnTo>
                  <a:pt x="581405" y="6095"/>
                </a:lnTo>
                <a:lnTo>
                  <a:pt x="575309" y="6857"/>
                </a:lnTo>
                <a:lnTo>
                  <a:pt x="572261" y="3809"/>
                </a:lnTo>
                <a:lnTo>
                  <a:pt x="571499" y="2285"/>
                </a:lnTo>
                <a:lnTo>
                  <a:pt x="570737" y="761"/>
                </a:lnTo>
                <a:lnTo>
                  <a:pt x="569975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0" name="Google Shape;950;p8"/>
          <p:cNvGrpSpPr/>
          <p:nvPr/>
        </p:nvGrpSpPr>
        <p:grpSpPr>
          <a:xfrm>
            <a:off x="4900422" y="4395787"/>
            <a:ext cx="471404" cy="196850"/>
            <a:chOff x="4900422" y="4395787"/>
            <a:chExt cx="471404" cy="196850"/>
          </a:xfrm>
        </p:grpSpPr>
        <p:sp>
          <p:nvSpPr>
            <p:cNvPr id="951" name="Google Shape;951;p8"/>
            <p:cNvSpPr/>
            <p:nvPr/>
          </p:nvSpPr>
          <p:spPr>
            <a:xfrm>
              <a:off x="4900422" y="4395787"/>
              <a:ext cx="128905" cy="196850"/>
            </a:xfrm>
            <a:custGeom>
              <a:rect b="b" l="l" r="r" t="t"/>
              <a:pathLst>
                <a:path extrusionOk="0" h="196850" w="128904">
                  <a:moveTo>
                    <a:pt x="70865" y="11620"/>
                  </a:moveTo>
                  <a:lnTo>
                    <a:pt x="65936" y="3738"/>
                  </a:lnTo>
                  <a:lnTo>
                    <a:pt x="61721" y="0"/>
                  </a:lnTo>
                  <a:lnTo>
                    <a:pt x="56935" y="1119"/>
                  </a:lnTo>
                  <a:lnTo>
                    <a:pt x="30956" y="37623"/>
                  </a:lnTo>
                  <a:lnTo>
                    <a:pt x="9536" y="91356"/>
                  </a:lnTo>
                  <a:lnTo>
                    <a:pt x="797" y="134052"/>
                  </a:lnTo>
                  <a:lnTo>
                    <a:pt x="0" y="156400"/>
                  </a:lnTo>
                  <a:lnTo>
                    <a:pt x="2643" y="170830"/>
                  </a:lnTo>
                  <a:lnTo>
                    <a:pt x="8572" y="182118"/>
                  </a:lnTo>
                  <a:lnTo>
                    <a:pt x="18216" y="190261"/>
                  </a:lnTo>
                  <a:lnTo>
                    <a:pt x="32003" y="195262"/>
                  </a:lnTo>
                  <a:lnTo>
                    <a:pt x="44767" y="196822"/>
                  </a:lnTo>
                  <a:lnTo>
                    <a:pt x="57530" y="195738"/>
                  </a:lnTo>
                  <a:lnTo>
                    <a:pt x="91344" y="172878"/>
                  </a:lnTo>
                  <a:lnTo>
                    <a:pt x="93523" y="164675"/>
                  </a:lnTo>
                  <a:lnTo>
                    <a:pt x="92201" y="156400"/>
                  </a:lnTo>
                  <a:lnTo>
                    <a:pt x="60197" y="136588"/>
                  </a:lnTo>
                  <a:lnTo>
                    <a:pt x="57149" y="135064"/>
                  </a:lnTo>
                  <a:lnTo>
                    <a:pt x="52577" y="134302"/>
                  </a:lnTo>
                  <a:lnTo>
                    <a:pt x="56387" y="131254"/>
                  </a:lnTo>
                  <a:lnTo>
                    <a:pt x="62483" y="128206"/>
                  </a:lnTo>
                  <a:lnTo>
                    <a:pt x="67817" y="125920"/>
                  </a:lnTo>
                  <a:lnTo>
                    <a:pt x="76723" y="122824"/>
                  </a:lnTo>
                  <a:lnTo>
                    <a:pt x="85343" y="119443"/>
                  </a:lnTo>
                  <a:lnTo>
                    <a:pt x="93964" y="116062"/>
                  </a:lnTo>
                  <a:lnTo>
                    <a:pt x="102869" y="112966"/>
                  </a:lnTo>
                  <a:lnTo>
                    <a:pt x="105155" y="112204"/>
                  </a:lnTo>
                  <a:lnTo>
                    <a:pt x="115061" y="107632"/>
                  </a:lnTo>
                  <a:lnTo>
                    <a:pt x="118109" y="109156"/>
                  </a:lnTo>
                  <a:lnTo>
                    <a:pt x="121919" y="111442"/>
                  </a:lnTo>
                  <a:lnTo>
                    <a:pt x="121919" y="118300"/>
                  </a:lnTo>
                  <a:lnTo>
                    <a:pt x="122681" y="122110"/>
                  </a:lnTo>
                  <a:lnTo>
                    <a:pt x="123586" y="131826"/>
                  </a:lnTo>
                  <a:lnTo>
                    <a:pt x="124205" y="141541"/>
                  </a:lnTo>
                  <a:lnTo>
                    <a:pt x="124825" y="151257"/>
                  </a:lnTo>
                  <a:lnTo>
                    <a:pt x="125729" y="160972"/>
                  </a:lnTo>
                  <a:lnTo>
                    <a:pt x="126491" y="168592"/>
                  </a:lnTo>
                  <a:lnTo>
                    <a:pt x="125729" y="176212"/>
                  </a:lnTo>
                  <a:lnTo>
                    <a:pt x="128015" y="183070"/>
                  </a:lnTo>
                  <a:lnTo>
                    <a:pt x="128015" y="183832"/>
                  </a:lnTo>
                  <a:lnTo>
                    <a:pt x="128777" y="18383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8"/>
            <p:cNvSpPr/>
            <p:nvPr/>
          </p:nvSpPr>
          <p:spPr>
            <a:xfrm>
              <a:off x="5065014" y="4509515"/>
              <a:ext cx="13335" cy="58419"/>
            </a:xfrm>
            <a:custGeom>
              <a:rect b="b" l="l" r="r" t="t"/>
              <a:pathLst>
                <a:path extrusionOk="0" h="58420" w="13335">
                  <a:moveTo>
                    <a:pt x="0" y="0"/>
                  </a:moveTo>
                  <a:lnTo>
                    <a:pt x="9144" y="39624"/>
                  </a:lnTo>
                  <a:lnTo>
                    <a:pt x="9906" y="45720"/>
                  </a:lnTo>
                  <a:lnTo>
                    <a:pt x="11430" y="51816"/>
                  </a:lnTo>
                  <a:lnTo>
                    <a:pt x="12954" y="5791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8"/>
            <p:cNvSpPr/>
            <p:nvPr/>
          </p:nvSpPr>
          <p:spPr>
            <a:xfrm>
              <a:off x="5047488" y="4448555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54" name="Google Shape;954;p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113007" y="4463021"/>
              <a:ext cx="258819" cy="1130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55" name="Google Shape;955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615058" y="4453877"/>
            <a:ext cx="138054" cy="1158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6" name="Google Shape;956;p8"/>
          <p:cNvGrpSpPr/>
          <p:nvPr/>
        </p:nvGrpSpPr>
        <p:grpSpPr>
          <a:xfrm>
            <a:off x="5918299" y="4376928"/>
            <a:ext cx="271951" cy="162318"/>
            <a:chOff x="5918299" y="4376928"/>
            <a:chExt cx="271951" cy="162318"/>
          </a:xfrm>
        </p:grpSpPr>
        <p:sp>
          <p:nvSpPr>
            <p:cNvPr id="957" name="Google Shape;957;p8"/>
            <p:cNvSpPr/>
            <p:nvPr/>
          </p:nvSpPr>
          <p:spPr>
            <a:xfrm>
              <a:off x="5918299" y="4376928"/>
              <a:ext cx="24765" cy="154940"/>
            </a:xfrm>
            <a:custGeom>
              <a:rect b="b" l="l" r="r" t="t"/>
              <a:pathLst>
                <a:path extrusionOk="0" h="154939" w="24764">
                  <a:moveTo>
                    <a:pt x="154" y="0"/>
                  </a:moveTo>
                  <a:lnTo>
                    <a:pt x="1976" y="39112"/>
                  </a:lnTo>
                  <a:lnTo>
                    <a:pt x="6119" y="66865"/>
                  </a:lnTo>
                  <a:lnTo>
                    <a:pt x="8060" y="81153"/>
                  </a:lnTo>
                  <a:lnTo>
                    <a:pt x="9858" y="95440"/>
                  </a:lnTo>
                  <a:lnTo>
                    <a:pt x="11584" y="109728"/>
                  </a:lnTo>
                  <a:lnTo>
                    <a:pt x="11894" y="119824"/>
                  </a:lnTo>
                  <a:lnTo>
                    <a:pt x="12346" y="131064"/>
                  </a:lnTo>
                  <a:lnTo>
                    <a:pt x="13942" y="142303"/>
                  </a:lnTo>
                  <a:lnTo>
                    <a:pt x="17680" y="152400"/>
                  </a:lnTo>
                  <a:lnTo>
                    <a:pt x="20728" y="153924"/>
                  </a:lnTo>
                  <a:lnTo>
                    <a:pt x="21490" y="154686"/>
                  </a:lnTo>
                  <a:lnTo>
                    <a:pt x="24538" y="15392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8"/>
            <p:cNvSpPr/>
            <p:nvPr/>
          </p:nvSpPr>
          <p:spPr>
            <a:xfrm>
              <a:off x="5981699" y="4459986"/>
              <a:ext cx="6350" cy="48260"/>
            </a:xfrm>
            <a:custGeom>
              <a:rect b="b" l="l" r="r" t="t"/>
              <a:pathLst>
                <a:path extrusionOk="0" h="48260" w="6350">
                  <a:moveTo>
                    <a:pt x="0" y="0"/>
                  </a:moveTo>
                  <a:lnTo>
                    <a:pt x="1035" y="9144"/>
                  </a:lnTo>
                  <a:lnTo>
                    <a:pt x="2000" y="18288"/>
                  </a:lnTo>
                  <a:lnTo>
                    <a:pt x="3107" y="27432"/>
                  </a:lnTo>
                  <a:lnTo>
                    <a:pt x="4572" y="36576"/>
                  </a:lnTo>
                  <a:lnTo>
                    <a:pt x="4572" y="40386"/>
                  </a:lnTo>
                  <a:lnTo>
                    <a:pt x="5334" y="44196"/>
                  </a:lnTo>
                  <a:lnTo>
                    <a:pt x="6096" y="4800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8"/>
            <p:cNvSpPr/>
            <p:nvPr/>
          </p:nvSpPr>
          <p:spPr>
            <a:xfrm>
              <a:off x="5967983" y="4407408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0" name="Google Shape;960;p8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022835" y="4425683"/>
              <a:ext cx="167415" cy="11356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61" name="Google Shape;961;p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476987" y="4391012"/>
            <a:ext cx="143090" cy="160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853415" y="4400549"/>
            <a:ext cx="116611" cy="109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3" name="Google Shape;963;p8"/>
          <p:cNvGrpSpPr/>
          <p:nvPr/>
        </p:nvGrpSpPr>
        <p:grpSpPr>
          <a:xfrm>
            <a:off x="7033247" y="4327385"/>
            <a:ext cx="483133" cy="249199"/>
            <a:chOff x="7033247" y="4327385"/>
            <a:chExt cx="483133" cy="249199"/>
          </a:xfrm>
        </p:grpSpPr>
        <p:pic>
          <p:nvPicPr>
            <p:cNvPr id="964" name="Google Shape;964;p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033247" y="4327385"/>
              <a:ext cx="83750" cy="249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5" name="Google Shape;965;p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7136498" y="4399775"/>
              <a:ext cx="107086" cy="846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" name="Google Shape;966;p8"/>
            <p:cNvSpPr/>
            <p:nvPr/>
          </p:nvSpPr>
          <p:spPr>
            <a:xfrm>
              <a:off x="7200138" y="4348734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7" name="Google Shape;967;p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287553" y="4349483"/>
              <a:ext cx="228827" cy="1996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68" name="Google Shape;968;p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778614" y="4366247"/>
            <a:ext cx="210206" cy="118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135861" y="4309097"/>
            <a:ext cx="412362" cy="143281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8"/>
          <p:cNvSpPr/>
          <p:nvPr/>
        </p:nvSpPr>
        <p:spPr>
          <a:xfrm>
            <a:off x="2949606" y="2361438"/>
            <a:ext cx="45085" cy="64769"/>
          </a:xfrm>
          <a:custGeom>
            <a:rect b="b" l="l" r="r" t="t"/>
            <a:pathLst>
              <a:path extrusionOk="0" h="64769" w="45085">
                <a:moveTo>
                  <a:pt x="23717" y="25146"/>
                </a:moveTo>
                <a:lnTo>
                  <a:pt x="19907" y="16764"/>
                </a:lnTo>
                <a:lnTo>
                  <a:pt x="16097" y="14478"/>
                </a:lnTo>
                <a:lnTo>
                  <a:pt x="21431" y="12192"/>
                </a:lnTo>
                <a:lnTo>
                  <a:pt x="25241" y="12192"/>
                </a:lnTo>
                <a:lnTo>
                  <a:pt x="33623" y="9906"/>
                </a:lnTo>
                <a:lnTo>
                  <a:pt x="36671" y="12954"/>
                </a:lnTo>
                <a:lnTo>
                  <a:pt x="40850" y="18061"/>
                </a:lnTo>
                <a:lnTo>
                  <a:pt x="43243" y="24669"/>
                </a:lnTo>
                <a:lnTo>
                  <a:pt x="44065" y="31706"/>
                </a:lnTo>
                <a:lnTo>
                  <a:pt x="43529" y="38100"/>
                </a:lnTo>
                <a:lnTo>
                  <a:pt x="16097" y="57912"/>
                </a:lnTo>
                <a:lnTo>
                  <a:pt x="11525" y="53340"/>
                </a:lnTo>
                <a:lnTo>
                  <a:pt x="8001" y="47446"/>
                </a:lnTo>
                <a:lnTo>
                  <a:pt x="6191" y="40481"/>
                </a:lnTo>
                <a:lnTo>
                  <a:pt x="5524" y="33087"/>
                </a:lnTo>
                <a:lnTo>
                  <a:pt x="5429" y="25908"/>
                </a:lnTo>
                <a:lnTo>
                  <a:pt x="5429" y="17526"/>
                </a:lnTo>
                <a:lnTo>
                  <a:pt x="6953" y="7620"/>
                </a:lnTo>
                <a:lnTo>
                  <a:pt x="16097" y="3048"/>
                </a:lnTo>
                <a:lnTo>
                  <a:pt x="20669" y="0"/>
                </a:lnTo>
                <a:lnTo>
                  <a:pt x="31337" y="762"/>
                </a:lnTo>
                <a:lnTo>
                  <a:pt x="35909" y="4572"/>
                </a:lnTo>
                <a:lnTo>
                  <a:pt x="43529" y="9906"/>
                </a:lnTo>
                <a:lnTo>
                  <a:pt x="45053" y="19050"/>
                </a:lnTo>
                <a:lnTo>
                  <a:pt x="45053" y="28194"/>
                </a:lnTo>
                <a:lnTo>
                  <a:pt x="22193" y="64770"/>
                </a:lnTo>
                <a:lnTo>
                  <a:pt x="14573" y="64008"/>
                </a:lnTo>
                <a:lnTo>
                  <a:pt x="6191" y="63246"/>
                </a:lnTo>
                <a:lnTo>
                  <a:pt x="3143" y="51816"/>
                </a:lnTo>
                <a:lnTo>
                  <a:pt x="1619" y="44958"/>
                </a:lnTo>
                <a:lnTo>
                  <a:pt x="559" y="38742"/>
                </a:lnTo>
                <a:lnTo>
                  <a:pt x="0" y="31242"/>
                </a:lnTo>
                <a:lnTo>
                  <a:pt x="440" y="23741"/>
                </a:lnTo>
                <a:lnTo>
                  <a:pt x="2381" y="17526"/>
                </a:lnTo>
                <a:lnTo>
                  <a:pt x="5429" y="11430"/>
                </a:lnTo>
                <a:lnTo>
                  <a:pt x="16859" y="9906"/>
                </a:lnTo>
                <a:lnTo>
                  <a:pt x="22955" y="10668"/>
                </a:lnTo>
                <a:lnTo>
                  <a:pt x="30575" y="12192"/>
                </a:lnTo>
                <a:lnTo>
                  <a:pt x="37433" y="17526"/>
                </a:lnTo>
                <a:lnTo>
                  <a:pt x="40481" y="25146"/>
                </a:lnTo>
                <a:lnTo>
                  <a:pt x="42767" y="32004"/>
                </a:lnTo>
                <a:lnTo>
                  <a:pt x="41243" y="39624"/>
                </a:lnTo>
                <a:lnTo>
                  <a:pt x="36671" y="44958"/>
                </a:lnTo>
                <a:lnTo>
                  <a:pt x="32861" y="49530"/>
                </a:lnTo>
                <a:lnTo>
                  <a:pt x="24479" y="52578"/>
                </a:lnTo>
                <a:lnTo>
                  <a:pt x="18383" y="51054"/>
                </a:lnTo>
                <a:lnTo>
                  <a:pt x="10001" y="48768"/>
                </a:lnTo>
                <a:lnTo>
                  <a:pt x="10763" y="35814"/>
                </a:lnTo>
                <a:lnTo>
                  <a:pt x="10001" y="28956"/>
                </a:lnTo>
                <a:lnTo>
                  <a:pt x="33623" y="0"/>
                </a:lnTo>
                <a:lnTo>
                  <a:pt x="37433" y="4572"/>
                </a:lnTo>
                <a:lnTo>
                  <a:pt x="41350" y="10489"/>
                </a:lnTo>
                <a:lnTo>
                  <a:pt x="43053" y="18192"/>
                </a:lnTo>
                <a:lnTo>
                  <a:pt x="42898" y="26324"/>
                </a:lnTo>
                <a:lnTo>
                  <a:pt x="41243" y="33528"/>
                </a:lnTo>
                <a:lnTo>
                  <a:pt x="38957" y="38862"/>
                </a:lnTo>
                <a:lnTo>
                  <a:pt x="32861" y="44958"/>
                </a:lnTo>
                <a:lnTo>
                  <a:pt x="26765" y="45720"/>
                </a:lnTo>
                <a:lnTo>
                  <a:pt x="19907" y="47244"/>
                </a:lnTo>
                <a:lnTo>
                  <a:pt x="19145" y="41148"/>
                </a:lnTo>
                <a:lnTo>
                  <a:pt x="19145" y="35052"/>
                </a:lnTo>
                <a:lnTo>
                  <a:pt x="18383" y="27432"/>
                </a:lnTo>
                <a:lnTo>
                  <a:pt x="18383" y="20574"/>
                </a:lnTo>
                <a:lnTo>
                  <a:pt x="23717" y="14478"/>
                </a:lnTo>
                <a:lnTo>
                  <a:pt x="26003" y="12954"/>
                </a:lnTo>
                <a:lnTo>
                  <a:pt x="34385" y="9906"/>
                </a:lnTo>
                <a:lnTo>
                  <a:pt x="36671" y="12192"/>
                </a:lnTo>
                <a:lnTo>
                  <a:pt x="40481" y="15240"/>
                </a:lnTo>
                <a:lnTo>
                  <a:pt x="39719" y="26670"/>
                </a:lnTo>
                <a:lnTo>
                  <a:pt x="37433" y="30480"/>
                </a:lnTo>
                <a:lnTo>
                  <a:pt x="35909" y="32766"/>
                </a:lnTo>
                <a:lnTo>
                  <a:pt x="29051" y="36576"/>
                </a:lnTo>
                <a:lnTo>
                  <a:pt x="26003" y="35052"/>
                </a:lnTo>
                <a:lnTo>
                  <a:pt x="22193" y="32766"/>
                </a:lnTo>
                <a:lnTo>
                  <a:pt x="22955" y="22860"/>
                </a:lnTo>
                <a:lnTo>
                  <a:pt x="22955" y="19050"/>
                </a:lnTo>
                <a:lnTo>
                  <a:pt x="22955" y="16002"/>
                </a:lnTo>
                <a:lnTo>
                  <a:pt x="23717" y="10668"/>
                </a:lnTo>
                <a:lnTo>
                  <a:pt x="25241" y="12954"/>
                </a:lnTo>
                <a:lnTo>
                  <a:pt x="25241" y="14478"/>
                </a:lnTo>
                <a:lnTo>
                  <a:pt x="25241" y="1524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1" name="Google Shape;971;p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381743" y="2223503"/>
            <a:ext cx="69367" cy="74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2" name="Google Shape;972;p8"/>
          <p:cNvGrpSpPr/>
          <p:nvPr/>
        </p:nvGrpSpPr>
        <p:grpSpPr>
          <a:xfrm>
            <a:off x="3559289" y="2244089"/>
            <a:ext cx="1265993" cy="313195"/>
            <a:chOff x="3559289" y="2244089"/>
            <a:chExt cx="1265993" cy="313195"/>
          </a:xfrm>
        </p:grpSpPr>
        <p:pic>
          <p:nvPicPr>
            <p:cNvPr id="973" name="Google Shape;973;p8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3559289" y="2325706"/>
              <a:ext cx="182238" cy="18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8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3762743" y="2357198"/>
              <a:ext cx="144043" cy="1299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5" name="Google Shape;975;p8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3933431" y="2307323"/>
              <a:ext cx="244972" cy="249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6" name="Google Shape;976;p8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4198607" y="2302751"/>
              <a:ext cx="160807" cy="156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7" name="Google Shape;977;p8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4386916" y="2329421"/>
              <a:ext cx="74606" cy="884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8" name="Google Shape;978;p8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4484809" y="2244089"/>
              <a:ext cx="126195" cy="1608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8"/>
            <p:cNvSpPr/>
            <p:nvPr/>
          </p:nvSpPr>
          <p:spPr>
            <a:xfrm>
              <a:off x="4656582" y="2318765"/>
              <a:ext cx="40640" cy="81915"/>
            </a:xfrm>
            <a:custGeom>
              <a:rect b="b" l="l" r="r" t="t"/>
              <a:pathLst>
                <a:path extrusionOk="0" h="81914" w="40639">
                  <a:moveTo>
                    <a:pt x="3048" y="19050"/>
                  </a:moveTo>
                  <a:lnTo>
                    <a:pt x="4738" y="57852"/>
                  </a:lnTo>
                  <a:lnTo>
                    <a:pt x="28194" y="81534"/>
                  </a:lnTo>
                  <a:lnTo>
                    <a:pt x="32766" y="79248"/>
                  </a:lnTo>
                  <a:lnTo>
                    <a:pt x="37707" y="74223"/>
                  </a:lnTo>
                  <a:lnTo>
                    <a:pt x="39719" y="67055"/>
                  </a:lnTo>
                  <a:lnTo>
                    <a:pt x="40159" y="59316"/>
                  </a:lnTo>
                  <a:lnTo>
                    <a:pt x="40386" y="52577"/>
                  </a:lnTo>
                  <a:lnTo>
                    <a:pt x="39528" y="41683"/>
                  </a:lnTo>
                  <a:lnTo>
                    <a:pt x="16002" y="4286"/>
                  </a:lnTo>
                  <a:lnTo>
                    <a:pt x="3048" y="0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152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80" name="Google Shape;980;p8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4725911" y="2299274"/>
              <a:ext cx="99371" cy="1033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1" name="Google Shape;981;p8"/>
          <p:cNvSpPr/>
          <p:nvPr/>
        </p:nvSpPr>
        <p:spPr>
          <a:xfrm>
            <a:off x="5237988" y="2292095"/>
            <a:ext cx="7620" cy="76200"/>
          </a:xfrm>
          <a:custGeom>
            <a:rect b="b" l="l" r="r" t="t"/>
            <a:pathLst>
              <a:path extrusionOk="0" h="76200" w="7620">
                <a:moveTo>
                  <a:pt x="0" y="0"/>
                </a:moveTo>
                <a:lnTo>
                  <a:pt x="6643" y="38040"/>
                </a:lnTo>
                <a:lnTo>
                  <a:pt x="7620" y="68580"/>
                </a:lnTo>
                <a:lnTo>
                  <a:pt x="6858" y="7620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8"/>
          <p:cNvSpPr/>
          <p:nvPr/>
        </p:nvSpPr>
        <p:spPr>
          <a:xfrm>
            <a:off x="5277611" y="2265426"/>
            <a:ext cx="90805" cy="110489"/>
          </a:xfrm>
          <a:custGeom>
            <a:rect b="b" l="l" r="r" t="t"/>
            <a:pathLst>
              <a:path extrusionOk="0" h="110489" w="90804">
                <a:moveTo>
                  <a:pt x="52577" y="22098"/>
                </a:moveTo>
                <a:lnTo>
                  <a:pt x="49184" y="15644"/>
                </a:lnTo>
                <a:lnTo>
                  <a:pt x="45434" y="8763"/>
                </a:lnTo>
                <a:lnTo>
                  <a:pt x="40683" y="3024"/>
                </a:lnTo>
                <a:lnTo>
                  <a:pt x="34289" y="0"/>
                </a:lnTo>
                <a:lnTo>
                  <a:pt x="27443" y="1369"/>
                </a:lnTo>
                <a:lnTo>
                  <a:pt x="11048" y="36290"/>
                </a:lnTo>
                <a:lnTo>
                  <a:pt x="12334" y="44660"/>
                </a:lnTo>
                <a:lnTo>
                  <a:pt x="46124" y="63817"/>
                </a:lnTo>
                <a:lnTo>
                  <a:pt x="64269" y="66401"/>
                </a:lnTo>
                <a:lnTo>
                  <a:pt x="72580" y="67341"/>
                </a:lnTo>
                <a:lnTo>
                  <a:pt x="80605" y="69282"/>
                </a:lnTo>
                <a:lnTo>
                  <a:pt x="87629" y="73152"/>
                </a:lnTo>
                <a:lnTo>
                  <a:pt x="90189" y="77914"/>
                </a:lnTo>
                <a:lnTo>
                  <a:pt x="88106" y="82677"/>
                </a:lnTo>
                <a:lnTo>
                  <a:pt x="45827" y="103632"/>
                </a:lnTo>
                <a:lnTo>
                  <a:pt x="14858" y="110204"/>
                </a:lnTo>
                <a:lnTo>
                  <a:pt x="7072" y="108501"/>
                </a:lnTo>
                <a:lnTo>
                  <a:pt x="0" y="10287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3" name="Google Shape;983;p8"/>
          <p:cNvGrpSpPr/>
          <p:nvPr/>
        </p:nvGrpSpPr>
        <p:grpSpPr>
          <a:xfrm>
            <a:off x="5677899" y="2157983"/>
            <a:ext cx="943893" cy="288811"/>
            <a:chOff x="5677899" y="2157983"/>
            <a:chExt cx="943893" cy="288811"/>
          </a:xfrm>
        </p:grpSpPr>
        <p:pic>
          <p:nvPicPr>
            <p:cNvPr id="984" name="Google Shape;984;p8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5677899" y="2193023"/>
              <a:ext cx="364785" cy="253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5" name="Google Shape;985;p8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6075413" y="2193201"/>
              <a:ext cx="355879" cy="131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"/>
            <p:cNvSpPr/>
            <p:nvPr/>
          </p:nvSpPr>
          <p:spPr>
            <a:xfrm>
              <a:off x="6406133" y="2157983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87" name="Google Shape;987;p8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459461" y="2198357"/>
              <a:ext cx="162331" cy="967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8" name="Google Shape;988;p8"/>
          <p:cNvGrpSpPr/>
          <p:nvPr/>
        </p:nvGrpSpPr>
        <p:grpSpPr>
          <a:xfrm>
            <a:off x="4127360" y="3608795"/>
            <a:ext cx="484276" cy="252557"/>
            <a:chOff x="4127360" y="3608795"/>
            <a:chExt cx="484276" cy="252557"/>
          </a:xfrm>
        </p:grpSpPr>
        <p:pic>
          <p:nvPicPr>
            <p:cNvPr id="989" name="Google Shape;989;p8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4127360" y="3608795"/>
              <a:ext cx="101930" cy="1737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0" name="Google Shape;990;p8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4256519" y="3639299"/>
              <a:ext cx="249199" cy="1243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1" name="Google Shape;991;p8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4528791" y="3640061"/>
              <a:ext cx="82845" cy="2212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92" name="Google Shape;992;p8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4883645" y="3659873"/>
            <a:ext cx="134899" cy="754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3" name="Google Shape;993;p8"/>
          <p:cNvGrpSpPr/>
          <p:nvPr/>
        </p:nvGrpSpPr>
        <p:grpSpPr>
          <a:xfrm>
            <a:off x="5316997" y="3491471"/>
            <a:ext cx="439925" cy="302273"/>
            <a:chOff x="5316997" y="3491471"/>
            <a:chExt cx="439925" cy="302273"/>
          </a:xfrm>
        </p:grpSpPr>
        <p:pic>
          <p:nvPicPr>
            <p:cNvPr id="994" name="Google Shape;994;p8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5383517" y="3491471"/>
              <a:ext cx="128041" cy="214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5" name="Google Shape;995;p8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547347" y="3552431"/>
              <a:ext cx="118135" cy="128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6" name="Google Shape;996;p8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5686031" y="3497805"/>
              <a:ext cx="70891" cy="2078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7" name="Google Shape;997;p8"/>
            <p:cNvSpPr/>
            <p:nvPr/>
          </p:nvSpPr>
          <p:spPr>
            <a:xfrm>
              <a:off x="5316997" y="3529584"/>
              <a:ext cx="176530" cy="264160"/>
            </a:xfrm>
            <a:custGeom>
              <a:rect b="b" l="l" r="r" t="t"/>
              <a:pathLst>
                <a:path extrusionOk="0" h="264160" w="176529">
                  <a:moveTo>
                    <a:pt x="7096" y="0"/>
                  </a:moveTo>
                  <a:lnTo>
                    <a:pt x="6131" y="42862"/>
                  </a:lnTo>
                  <a:lnTo>
                    <a:pt x="3047" y="86653"/>
                  </a:lnTo>
                  <a:lnTo>
                    <a:pt x="809" y="116586"/>
                  </a:lnTo>
                  <a:lnTo>
                    <a:pt x="1762" y="176022"/>
                  </a:lnTo>
                  <a:lnTo>
                    <a:pt x="13001" y="213360"/>
                  </a:lnTo>
                  <a:lnTo>
                    <a:pt x="36814" y="243840"/>
                  </a:lnTo>
                  <a:lnTo>
                    <a:pt x="77771" y="261175"/>
                  </a:lnTo>
                  <a:lnTo>
                    <a:pt x="100250" y="263771"/>
                  </a:lnTo>
                  <a:lnTo>
                    <a:pt x="122158" y="263652"/>
                  </a:lnTo>
                  <a:lnTo>
                    <a:pt x="139826" y="262080"/>
                  </a:lnTo>
                  <a:lnTo>
                    <a:pt x="153209" y="260222"/>
                  </a:lnTo>
                  <a:lnTo>
                    <a:pt x="164591" y="257222"/>
                  </a:lnTo>
                  <a:lnTo>
                    <a:pt x="176260" y="25222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8" name="Google Shape;998;p8"/>
          <p:cNvGrpSpPr/>
          <p:nvPr/>
        </p:nvGrpSpPr>
        <p:grpSpPr>
          <a:xfrm>
            <a:off x="5829728" y="3355395"/>
            <a:ext cx="406732" cy="467939"/>
            <a:chOff x="5829728" y="3355395"/>
            <a:chExt cx="406732" cy="467939"/>
          </a:xfrm>
        </p:grpSpPr>
        <p:sp>
          <p:nvSpPr>
            <p:cNvPr id="999" name="Google Shape;999;p8"/>
            <p:cNvSpPr/>
            <p:nvPr/>
          </p:nvSpPr>
          <p:spPr>
            <a:xfrm>
              <a:off x="5829728" y="3463289"/>
              <a:ext cx="118745" cy="360045"/>
            </a:xfrm>
            <a:custGeom>
              <a:rect b="b" l="l" r="r" t="t"/>
              <a:pathLst>
                <a:path extrusionOk="0" h="360045" w="118745">
                  <a:moveTo>
                    <a:pt x="91773" y="11429"/>
                  </a:moveTo>
                  <a:lnTo>
                    <a:pt x="83212" y="5250"/>
                  </a:lnTo>
                  <a:lnTo>
                    <a:pt x="76438" y="2000"/>
                  </a:lnTo>
                  <a:lnTo>
                    <a:pt x="68949" y="607"/>
                  </a:lnTo>
                  <a:lnTo>
                    <a:pt x="58245" y="0"/>
                  </a:lnTo>
                  <a:lnTo>
                    <a:pt x="47839" y="11"/>
                  </a:lnTo>
                  <a:lnTo>
                    <a:pt x="37290" y="95"/>
                  </a:lnTo>
                  <a:lnTo>
                    <a:pt x="26741" y="321"/>
                  </a:lnTo>
                  <a:lnTo>
                    <a:pt x="16335" y="761"/>
                  </a:lnTo>
                  <a:lnTo>
                    <a:pt x="12525" y="761"/>
                  </a:lnTo>
                  <a:lnTo>
                    <a:pt x="1857" y="0"/>
                  </a:lnTo>
                  <a:lnTo>
                    <a:pt x="333" y="6095"/>
                  </a:lnTo>
                  <a:lnTo>
                    <a:pt x="0" y="13632"/>
                  </a:lnTo>
                  <a:lnTo>
                    <a:pt x="1666" y="21240"/>
                  </a:lnTo>
                  <a:lnTo>
                    <a:pt x="4190" y="28705"/>
                  </a:lnTo>
                  <a:lnTo>
                    <a:pt x="6429" y="35813"/>
                  </a:lnTo>
                  <a:lnTo>
                    <a:pt x="18216" y="87570"/>
                  </a:lnTo>
                  <a:lnTo>
                    <a:pt x="24836" y="126872"/>
                  </a:lnTo>
                  <a:lnTo>
                    <a:pt x="30027" y="170306"/>
                  </a:lnTo>
                  <a:lnTo>
                    <a:pt x="33908" y="212157"/>
                  </a:lnTo>
                  <a:lnTo>
                    <a:pt x="36194" y="252995"/>
                  </a:lnTo>
                  <a:lnTo>
                    <a:pt x="36909" y="273557"/>
                  </a:lnTo>
                  <a:lnTo>
                    <a:pt x="36826" y="291155"/>
                  </a:lnTo>
                  <a:lnTo>
                    <a:pt x="36814" y="308609"/>
                  </a:lnTo>
                  <a:lnTo>
                    <a:pt x="37230" y="326064"/>
                  </a:lnTo>
                  <a:lnTo>
                    <a:pt x="38433" y="343661"/>
                  </a:lnTo>
                  <a:lnTo>
                    <a:pt x="38433" y="348995"/>
                  </a:lnTo>
                  <a:lnTo>
                    <a:pt x="39195" y="354329"/>
                  </a:lnTo>
                  <a:lnTo>
                    <a:pt x="39957" y="359663"/>
                  </a:lnTo>
                  <a:lnTo>
                    <a:pt x="48339" y="359663"/>
                  </a:lnTo>
                  <a:lnTo>
                    <a:pt x="56721" y="359663"/>
                  </a:lnTo>
                  <a:lnTo>
                    <a:pt x="64341" y="358139"/>
                  </a:lnTo>
                  <a:lnTo>
                    <a:pt x="110061" y="343661"/>
                  </a:lnTo>
                  <a:lnTo>
                    <a:pt x="113109" y="342899"/>
                  </a:lnTo>
                  <a:lnTo>
                    <a:pt x="118443" y="338327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0" name="Google Shape;1000;p8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5945111" y="3471659"/>
              <a:ext cx="136423" cy="929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1" name="Google Shape;1001;p8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5974067" y="3679685"/>
              <a:ext cx="161569" cy="914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8"/>
            <p:cNvSpPr/>
            <p:nvPr/>
          </p:nvSpPr>
          <p:spPr>
            <a:xfrm>
              <a:off x="6119621" y="3355395"/>
              <a:ext cx="116839" cy="434975"/>
            </a:xfrm>
            <a:custGeom>
              <a:rect b="b" l="l" r="r" t="t"/>
              <a:pathLst>
                <a:path extrusionOk="0" h="434975" w="116839">
                  <a:moveTo>
                    <a:pt x="0" y="31694"/>
                  </a:moveTo>
                  <a:lnTo>
                    <a:pt x="31241" y="5786"/>
                  </a:lnTo>
                  <a:lnTo>
                    <a:pt x="72604" y="0"/>
                  </a:lnTo>
                  <a:lnTo>
                    <a:pt x="86105" y="452"/>
                  </a:lnTo>
                  <a:lnTo>
                    <a:pt x="109275" y="44362"/>
                  </a:lnTo>
                  <a:lnTo>
                    <a:pt x="109537" y="63698"/>
                  </a:lnTo>
                  <a:lnTo>
                    <a:pt x="108942" y="83034"/>
                  </a:lnTo>
                  <a:lnTo>
                    <a:pt x="108204" y="101798"/>
                  </a:lnTo>
                  <a:lnTo>
                    <a:pt x="106965" y="129563"/>
                  </a:lnTo>
                  <a:lnTo>
                    <a:pt x="105727" y="157043"/>
                  </a:lnTo>
                  <a:lnTo>
                    <a:pt x="104775" y="184523"/>
                  </a:lnTo>
                  <a:lnTo>
                    <a:pt x="104394" y="212288"/>
                  </a:lnTo>
                  <a:lnTo>
                    <a:pt x="103858" y="239387"/>
                  </a:lnTo>
                  <a:lnTo>
                    <a:pt x="103536" y="266771"/>
                  </a:lnTo>
                  <a:lnTo>
                    <a:pt x="104394" y="321254"/>
                  </a:lnTo>
                  <a:lnTo>
                    <a:pt x="109430" y="366581"/>
                  </a:lnTo>
                  <a:lnTo>
                    <a:pt x="111252" y="381452"/>
                  </a:lnTo>
                  <a:lnTo>
                    <a:pt x="112383" y="391048"/>
                  </a:lnTo>
                  <a:lnTo>
                    <a:pt x="113442" y="400502"/>
                  </a:lnTo>
                  <a:lnTo>
                    <a:pt x="114359" y="409956"/>
                  </a:lnTo>
                  <a:lnTo>
                    <a:pt x="115062" y="419552"/>
                  </a:lnTo>
                  <a:lnTo>
                    <a:pt x="115824" y="423362"/>
                  </a:lnTo>
                  <a:lnTo>
                    <a:pt x="116586" y="427934"/>
                  </a:lnTo>
                  <a:lnTo>
                    <a:pt x="116586" y="432506"/>
                  </a:lnTo>
                  <a:lnTo>
                    <a:pt x="116586" y="433268"/>
                  </a:lnTo>
                  <a:lnTo>
                    <a:pt x="116586" y="434030"/>
                  </a:lnTo>
                  <a:lnTo>
                    <a:pt x="110490" y="434792"/>
                  </a:lnTo>
                  <a:lnTo>
                    <a:pt x="31313" y="434792"/>
                  </a:lnTo>
                  <a:lnTo>
                    <a:pt x="9144" y="43479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03" name="Google Shape;1003;p8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5143487" y="4783823"/>
            <a:ext cx="296788" cy="1882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4" name="Google Shape;1004;p8"/>
          <p:cNvGrpSpPr/>
          <p:nvPr/>
        </p:nvGrpSpPr>
        <p:grpSpPr>
          <a:xfrm>
            <a:off x="5612130" y="4802124"/>
            <a:ext cx="125095" cy="120014"/>
            <a:chOff x="5612130" y="4802124"/>
            <a:chExt cx="125095" cy="120014"/>
          </a:xfrm>
        </p:grpSpPr>
        <p:sp>
          <p:nvSpPr>
            <p:cNvPr id="1005" name="Google Shape;1005;p8"/>
            <p:cNvSpPr/>
            <p:nvPr/>
          </p:nvSpPr>
          <p:spPr>
            <a:xfrm>
              <a:off x="5625846" y="4802124"/>
              <a:ext cx="2540" cy="120014"/>
            </a:xfrm>
            <a:custGeom>
              <a:rect b="b" l="l" r="r" t="t"/>
              <a:pathLst>
                <a:path extrusionOk="0" h="120014" w="2539">
                  <a:moveTo>
                    <a:pt x="0" y="0"/>
                  </a:moveTo>
                  <a:lnTo>
                    <a:pt x="762" y="41148"/>
                  </a:lnTo>
                  <a:lnTo>
                    <a:pt x="773" y="57138"/>
                  </a:lnTo>
                  <a:lnTo>
                    <a:pt x="857" y="73056"/>
                  </a:lnTo>
                  <a:lnTo>
                    <a:pt x="1083" y="88832"/>
                  </a:lnTo>
                  <a:lnTo>
                    <a:pt x="1524" y="104394"/>
                  </a:lnTo>
                  <a:lnTo>
                    <a:pt x="1524" y="112776"/>
                  </a:lnTo>
                  <a:lnTo>
                    <a:pt x="2286" y="114300"/>
                  </a:lnTo>
                  <a:lnTo>
                    <a:pt x="1524" y="11963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5612130" y="4850320"/>
              <a:ext cx="125095" cy="68580"/>
            </a:xfrm>
            <a:custGeom>
              <a:rect b="b" l="l" r="r" t="t"/>
              <a:pathLst>
                <a:path extrusionOk="0" h="68579" w="125095">
                  <a:moveTo>
                    <a:pt x="0" y="26479"/>
                  </a:moveTo>
                  <a:lnTo>
                    <a:pt x="39623" y="4381"/>
                  </a:lnTo>
                  <a:lnTo>
                    <a:pt x="62662" y="2345"/>
                  </a:lnTo>
                  <a:lnTo>
                    <a:pt x="68580" y="4381"/>
                  </a:lnTo>
                  <a:lnTo>
                    <a:pt x="70615" y="10179"/>
                  </a:lnTo>
                  <a:lnTo>
                    <a:pt x="70580" y="18192"/>
                  </a:lnTo>
                  <a:lnTo>
                    <a:pt x="69544" y="26348"/>
                  </a:lnTo>
                  <a:lnTo>
                    <a:pt x="68580" y="32575"/>
                  </a:lnTo>
                  <a:lnTo>
                    <a:pt x="66948" y="39362"/>
                  </a:lnTo>
                  <a:lnTo>
                    <a:pt x="65246" y="47434"/>
                  </a:lnTo>
                  <a:lnTo>
                    <a:pt x="64829" y="55506"/>
                  </a:lnTo>
                  <a:lnTo>
                    <a:pt x="67056" y="62293"/>
                  </a:lnTo>
                  <a:lnTo>
                    <a:pt x="73116" y="66734"/>
                  </a:lnTo>
                  <a:lnTo>
                    <a:pt x="81819" y="68103"/>
                  </a:lnTo>
                  <a:lnTo>
                    <a:pt x="90951" y="67329"/>
                  </a:lnTo>
                  <a:lnTo>
                    <a:pt x="123908" y="36730"/>
                  </a:lnTo>
                  <a:lnTo>
                    <a:pt x="124968" y="24193"/>
                  </a:lnTo>
                  <a:lnTo>
                    <a:pt x="121027" y="13882"/>
                  </a:lnTo>
                  <a:lnTo>
                    <a:pt x="81319" y="619"/>
                  </a:lnTo>
                  <a:lnTo>
                    <a:pt x="69723" y="0"/>
                  </a:lnTo>
                  <a:lnTo>
                    <a:pt x="58126" y="809"/>
                  </a:lnTo>
                  <a:lnTo>
                    <a:pt x="47243" y="3619"/>
                  </a:lnTo>
                  <a:lnTo>
                    <a:pt x="44957" y="5143"/>
                  </a:lnTo>
                  <a:lnTo>
                    <a:pt x="43433" y="5905"/>
                  </a:lnTo>
                  <a:lnTo>
                    <a:pt x="45719" y="590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7" name="Google Shape;1007;p8"/>
          <p:cNvGrpSpPr/>
          <p:nvPr/>
        </p:nvGrpSpPr>
        <p:grpSpPr>
          <a:xfrm>
            <a:off x="5963399" y="4760963"/>
            <a:ext cx="345210" cy="150139"/>
            <a:chOff x="5963399" y="4760963"/>
            <a:chExt cx="345210" cy="150139"/>
          </a:xfrm>
        </p:grpSpPr>
        <p:pic>
          <p:nvPicPr>
            <p:cNvPr id="1008" name="Google Shape;1008;p8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5963399" y="4765535"/>
              <a:ext cx="115087" cy="145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9" name="Google Shape;1009;p8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105321" y="4760963"/>
              <a:ext cx="203288" cy="15013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10" name="Google Shape;1010;p8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631196" y="4756391"/>
            <a:ext cx="414267" cy="233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p8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7275563" y="4680191"/>
            <a:ext cx="205765" cy="1432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2" name="Google Shape;1012;p8"/>
          <p:cNvGrpSpPr/>
          <p:nvPr/>
        </p:nvGrpSpPr>
        <p:grpSpPr>
          <a:xfrm>
            <a:off x="7669530" y="4684775"/>
            <a:ext cx="280035" cy="122046"/>
            <a:chOff x="7669530" y="4684775"/>
            <a:chExt cx="280035" cy="122046"/>
          </a:xfrm>
        </p:grpSpPr>
        <p:sp>
          <p:nvSpPr>
            <p:cNvPr id="1013" name="Google Shape;1013;p8"/>
            <p:cNvSpPr/>
            <p:nvPr/>
          </p:nvSpPr>
          <p:spPr>
            <a:xfrm>
              <a:off x="7708201" y="4684775"/>
              <a:ext cx="6350" cy="121285"/>
            </a:xfrm>
            <a:custGeom>
              <a:rect b="b" l="l" r="r" t="t"/>
              <a:pathLst>
                <a:path extrusionOk="0" h="121285" w="6350">
                  <a:moveTo>
                    <a:pt x="6286" y="0"/>
                  </a:moveTo>
                  <a:lnTo>
                    <a:pt x="821" y="39540"/>
                  </a:lnTo>
                  <a:lnTo>
                    <a:pt x="0" y="80010"/>
                  </a:lnTo>
                  <a:lnTo>
                    <a:pt x="190" y="93416"/>
                  </a:lnTo>
                  <a:lnTo>
                    <a:pt x="952" y="106680"/>
                  </a:lnTo>
                  <a:lnTo>
                    <a:pt x="2476" y="115062"/>
                  </a:lnTo>
                  <a:lnTo>
                    <a:pt x="2476" y="116586"/>
                  </a:lnTo>
                  <a:lnTo>
                    <a:pt x="4762" y="12115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7669530" y="4693157"/>
              <a:ext cx="280035" cy="113664"/>
            </a:xfrm>
            <a:custGeom>
              <a:rect b="b" l="l" r="r" t="t"/>
              <a:pathLst>
                <a:path extrusionOk="0" h="113664" w="280034">
                  <a:moveTo>
                    <a:pt x="16001" y="60960"/>
                  </a:moveTo>
                  <a:lnTo>
                    <a:pt x="10286" y="52673"/>
                  </a:lnTo>
                  <a:lnTo>
                    <a:pt x="4571" y="43815"/>
                  </a:lnTo>
                  <a:lnTo>
                    <a:pt x="571" y="34385"/>
                  </a:lnTo>
                  <a:lnTo>
                    <a:pt x="0" y="24384"/>
                  </a:lnTo>
                  <a:lnTo>
                    <a:pt x="4107" y="17692"/>
                  </a:lnTo>
                  <a:lnTo>
                    <a:pt x="49625" y="3048"/>
                  </a:lnTo>
                  <a:lnTo>
                    <a:pt x="80771" y="0"/>
                  </a:lnTo>
                  <a:lnTo>
                    <a:pt x="83057" y="6858"/>
                  </a:lnTo>
                  <a:lnTo>
                    <a:pt x="84581" y="16764"/>
                  </a:lnTo>
                  <a:lnTo>
                    <a:pt x="87118" y="31742"/>
                  </a:lnTo>
                  <a:lnTo>
                    <a:pt x="88296" y="46863"/>
                  </a:lnTo>
                  <a:lnTo>
                    <a:pt x="88761" y="61983"/>
                  </a:lnTo>
                  <a:lnTo>
                    <a:pt x="89153" y="76962"/>
                  </a:lnTo>
                  <a:lnTo>
                    <a:pt x="89284" y="85415"/>
                  </a:lnTo>
                  <a:lnTo>
                    <a:pt x="89630" y="93726"/>
                  </a:lnTo>
                  <a:lnTo>
                    <a:pt x="90118" y="102036"/>
                  </a:lnTo>
                  <a:lnTo>
                    <a:pt x="90677" y="110490"/>
                  </a:lnTo>
                  <a:lnTo>
                    <a:pt x="90677" y="112014"/>
                  </a:lnTo>
                  <a:lnTo>
                    <a:pt x="90677" y="113538"/>
                  </a:lnTo>
                  <a:lnTo>
                    <a:pt x="90677" y="112014"/>
                  </a:lnTo>
                  <a:lnTo>
                    <a:pt x="87665" y="105834"/>
                  </a:lnTo>
                  <a:lnTo>
                    <a:pt x="85439" y="99726"/>
                  </a:lnTo>
                  <a:lnTo>
                    <a:pt x="83927" y="93475"/>
                  </a:lnTo>
                  <a:lnTo>
                    <a:pt x="83057" y="86868"/>
                  </a:lnTo>
                  <a:lnTo>
                    <a:pt x="82891" y="78593"/>
                  </a:lnTo>
                  <a:lnTo>
                    <a:pt x="84010" y="70961"/>
                  </a:lnTo>
                  <a:lnTo>
                    <a:pt x="117181" y="49768"/>
                  </a:lnTo>
                  <a:lnTo>
                    <a:pt x="125729" y="49530"/>
                  </a:lnTo>
                  <a:lnTo>
                    <a:pt x="132945" y="50149"/>
                  </a:lnTo>
                  <a:lnTo>
                    <a:pt x="150399" y="76200"/>
                  </a:lnTo>
                  <a:lnTo>
                    <a:pt x="150197" y="84010"/>
                  </a:lnTo>
                  <a:lnTo>
                    <a:pt x="149351" y="90678"/>
                  </a:lnTo>
                  <a:lnTo>
                    <a:pt x="148589" y="97536"/>
                  </a:lnTo>
                  <a:lnTo>
                    <a:pt x="146303" y="102870"/>
                  </a:lnTo>
                  <a:lnTo>
                    <a:pt x="147065" y="110490"/>
                  </a:lnTo>
                  <a:lnTo>
                    <a:pt x="155138" y="110835"/>
                  </a:lnTo>
                  <a:lnTo>
                    <a:pt x="194595" y="92297"/>
                  </a:lnTo>
                  <a:lnTo>
                    <a:pt x="209407" y="52399"/>
                  </a:lnTo>
                  <a:lnTo>
                    <a:pt x="197441" y="43457"/>
                  </a:lnTo>
                  <a:lnTo>
                    <a:pt x="189261" y="44005"/>
                  </a:lnTo>
                  <a:lnTo>
                    <a:pt x="164222" y="78605"/>
                  </a:lnTo>
                  <a:lnTo>
                    <a:pt x="204370" y="104239"/>
                  </a:lnTo>
                  <a:lnTo>
                    <a:pt x="248411" y="105060"/>
                  </a:lnTo>
                  <a:lnTo>
                    <a:pt x="263890" y="103762"/>
                  </a:lnTo>
                  <a:lnTo>
                    <a:pt x="279653" y="10210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5" name="Google Shape;1015;p8"/>
          <p:cNvGrpSpPr/>
          <p:nvPr/>
        </p:nvGrpSpPr>
        <p:grpSpPr>
          <a:xfrm>
            <a:off x="8167116" y="4629899"/>
            <a:ext cx="413778" cy="238645"/>
            <a:chOff x="8167116" y="4629899"/>
            <a:chExt cx="413778" cy="238645"/>
          </a:xfrm>
        </p:grpSpPr>
        <p:sp>
          <p:nvSpPr>
            <p:cNvPr id="1016" name="Google Shape;1016;p8"/>
            <p:cNvSpPr/>
            <p:nvPr/>
          </p:nvSpPr>
          <p:spPr>
            <a:xfrm>
              <a:off x="8167116" y="4659629"/>
              <a:ext cx="90170" cy="208915"/>
            </a:xfrm>
            <a:custGeom>
              <a:rect b="b" l="l" r="r" t="t"/>
              <a:pathLst>
                <a:path extrusionOk="0" h="208914" w="90170">
                  <a:moveTo>
                    <a:pt x="15240" y="0"/>
                  </a:moveTo>
                  <a:lnTo>
                    <a:pt x="12763" y="18490"/>
                  </a:lnTo>
                  <a:lnTo>
                    <a:pt x="12001" y="35909"/>
                  </a:lnTo>
                  <a:lnTo>
                    <a:pt x="12668" y="53470"/>
                  </a:lnTo>
                  <a:lnTo>
                    <a:pt x="16775" y="92964"/>
                  </a:lnTo>
                  <a:lnTo>
                    <a:pt x="21657" y="134112"/>
                  </a:lnTo>
                  <a:lnTo>
                    <a:pt x="24384" y="154686"/>
                  </a:lnTo>
                  <a:lnTo>
                    <a:pt x="25955" y="167139"/>
                  </a:lnTo>
                  <a:lnTo>
                    <a:pt x="27241" y="179451"/>
                  </a:lnTo>
                  <a:lnTo>
                    <a:pt x="28241" y="191762"/>
                  </a:lnTo>
                  <a:lnTo>
                    <a:pt x="28956" y="204216"/>
                  </a:lnTo>
                  <a:lnTo>
                    <a:pt x="28956" y="205740"/>
                  </a:lnTo>
                  <a:lnTo>
                    <a:pt x="28956" y="207264"/>
                  </a:lnTo>
                  <a:lnTo>
                    <a:pt x="3143" y="163163"/>
                  </a:lnTo>
                  <a:lnTo>
                    <a:pt x="0" y="131064"/>
                  </a:lnTo>
                  <a:lnTo>
                    <a:pt x="571" y="114621"/>
                  </a:lnTo>
                  <a:lnTo>
                    <a:pt x="22860" y="73152"/>
                  </a:lnTo>
                  <a:lnTo>
                    <a:pt x="58864" y="63507"/>
                  </a:lnTo>
                  <a:lnTo>
                    <a:pt x="70866" y="64770"/>
                  </a:lnTo>
                  <a:lnTo>
                    <a:pt x="78664" y="67710"/>
                  </a:lnTo>
                  <a:lnTo>
                    <a:pt x="85248" y="72866"/>
                  </a:lnTo>
                  <a:lnTo>
                    <a:pt x="89404" y="79879"/>
                  </a:lnTo>
                  <a:lnTo>
                    <a:pt x="89916" y="88392"/>
                  </a:lnTo>
                  <a:lnTo>
                    <a:pt x="85474" y="99012"/>
                  </a:lnTo>
                  <a:lnTo>
                    <a:pt x="77819" y="108204"/>
                  </a:lnTo>
                  <a:lnTo>
                    <a:pt x="68591" y="116252"/>
                  </a:lnTo>
                  <a:lnTo>
                    <a:pt x="59436" y="123444"/>
                  </a:lnTo>
                  <a:lnTo>
                    <a:pt x="55554" y="126861"/>
                  </a:lnTo>
                  <a:lnTo>
                    <a:pt x="49530" y="131349"/>
                  </a:lnTo>
                  <a:lnTo>
                    <a:pt x="42933" y="135124"/>
                  </a:lnTo>
                  <a:lnTo>
                    <a:pt x="37338" y="136398"/>
                  </a:lnTo>
                  <a:lnTo>
                    <a:pt x="37338" y="134874"/>
                  </a:lnTo>
                  <a:lnTo>
                    <a:pt x="37338" y="134112"/>
                  </a:lnTo>
                  <a:lnTo>
                    <a:pt x="37338" y="13335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8273034" y="4702301"/>
              <a:ext cx="68580" cy="74930"/>
            </a:xfrm>
            <a:custGeom>
              <a:rect b="b" l="l" r="r" t="t"/>
              <a:pathLst>
                <a:path extrusionOk="0" h="74929" w="68579">
                  <a:moveTo>
                    <a:pt x="0" y="15240"/>
                  </a:moveTo>
                  <a:lnTo>
                    <a:pt x="3393" y="24955"/>
                  </a:lnTo>
                  <a:lnTo>
                    <a:pt x="6000" y="34671"/>
                  </a:lnTo>
                  <a:lnTo>
                    <a:pt x="8465" y="44386"/>
                  </a:lnTo>
                  <a:lnTo>
                    <a:pt x="11430" y="54102"/>
                  </a:lnTo>
                  <a:lnTo>
                    <a:pt x="40516" y="74771"/>
                  </a:lnTo>
                  <a:lnTo>
                    <a:pt x="48863" y="72009"/>
                  </a:lnTo>
                  <a:lnTo>
                    <a:pt x="56209" y="66960"/>
                  </a:lnTo>
                  <a:lnTo>
                    <a:pt x="62484" y="60198"/>
                  </a:lnTo>
                  <a:lnTo>
                    <a:pt x="66579" y="51816"/>
                  </a:lnTo>
                  <a:lnTo>
                    <a:pt x="68389" y="42291"/>
                  </a:lnTo>
                  <a:lnTo>
                    <a:pt x="67627" y="32766"/>
                  </a:lnTo>
                  <a:lnTo>
                    <a:pt x="29825" y="3381"/>
                  </a:lnTo>
                  <a:lnTo>
                    <a:pt x="10667" y="762"/>
                  </a:lnTo>
                  <a:lnTo>
                    <a:pt x="9905" y="0"/>
                  </a:lnTo>
                  <a:lnTo>
                    <a:pt x="8381" y="4572"/>
                  </a:lnTo>
                  <a:lnTo>
                    <a:pt x="11429" y="7620"/>
                  </a:lnTo>
                  <a:lnTo>
                    <a:pt x="12954" y="8382"/>
                  </a:lnTo>
                  <a:lnTo>
                    <a:pt x="16764" y="762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8"/>
            <p:cNvSpPr/>
            <p:nvPr/>
          </p:nvSpPr>
          <p:spPr>
            <a:xfrm>
              <a:off x="8378190" y="4707635"/>
              <a:ext cx="11430" cy="64135"/>
            </a:xfrm>
            <a:custGeom>
              <a:rect b="b" l="l" r="r" t="t"/>
              <a:pathLst>
                <a:path extrusionOk="0" h="64135" w="11429">
                  <a:moveTo>
                    <a:pt x="0" y="0"/>
                  </a:moveTo>
                  <a:lnTo>
                    <a:pt x="1476" y="10977"/>
                  </a:lnTo>
                  <a:lnTo>
                    <a:pt x="2667" y="22097"/>
                  </a:lnTo>
                  <a:lnTo>
                    <a:pt x="3857" y="33218"/>
                  </a:lnTo>
                  <a:lnTo>
                    <a:pt x="5334" y="44196"/>
                  </a:lnTo>
                  <a:lnTo>
                    <a:pt x="6096" y="51816"/>
                  </a:lnTo>
                  <a:lnTo>
                    <a:pt x="6858" y="58674"/>
                  </a:lnTo>
                  <a:lnTo>
                    <a:pt x="10668" y="64008"/>
                  </a:lnTo>
                  <a:lnTo>
                    <a:pt x="11430" y="6400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8"/>
            <p:cNvSpPr/>
            <p:nvPr/>
          </p:nvSpPr>
          <p:spPr>
            <a:xfrm>
              <a:off x="8349996" y="4655819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2191"/>
                  </a:lnTo>
                  <a:lnTo>
                    <a:pt x="3810" y="15239"/>
                  </a:lnTo>
                  <a:lnTo>
                    <a:pt x="12192" y="15239"/>
                  </a:lnTo>
                  <a:lnTo>
                    <a:pt x="15240" y="12191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20" name="Google Shape;1020;p8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8426945" y="4629899"/>
              <a:ext cx="153949" cy="1417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1" name="Google Shape;1021;p8"/>
          <p:cNvGrpSpPr/>
          <p:nvPr/>
        </p:nvGrpSpPr>
        <p:grpSpPr>
          <a:xfrm>
            <a:off x="8819815" y="4568177"/>
            <a:ext cx="401159" cy="243865"/>
            <a:chOff x="8819815" y="4568177"/>
            <a:chExt cx="401159" cy="243865"/>
          </a:xfrm>
        </p:grpSpPr>
        <p:pic>
          <p:nvPicPr>
            <p:cNvPr id="1022" name="Google Shape;1022;p8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8819815" y="4631423"/>
              <a:ext cx="91786" cy="108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3" name="Google Shape;1023;p8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8934437" y="4568177"/>
              <a:ext cx="286537" cy="24386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24" name="Google Shape;1024;p8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9435833" y="4554461"/>
            <a:ext cx="252247" cy="1364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5" name="Google Shape;1025;p8"/>
          <p:cNvGrpSpPr/>
          <p:nvPr/>
        </p:nvGrpSpPr>
        <p:grpSpPr>
          <a:xfrm>
            <a:off x="9782556" y="4544568"/>
            <a:ext cx="224802" cy="140220"/>
            <a:chOff x="9782556" y="4544568"/>
            <a:chExt cx="224802" cy="140220"/>
          </a:xfrm>
        </p:grpSpPr>
        <p:sp>
          <p:nvSpPr>
            <p:cNvPr id="1026" name="Google Shape;1026;p8"/>
            <p:cNvSpPr/>
            <p:nvPr/>
          </p:nvSpPr>
          <p:spPr>
            <a:xfrm>
              <a:off x="9782556" y="4544568"/>
              <a:ext cx="17145" cy="139700"/>
            </a:xfrm>
            <a:custGeom>
              <a:rect b="b" l="l" r="r" t="t"/>
              <a:pathLst>
                <a:path extrusionOk="0" h="139700" w="17145">
                  <a:moveTo>
                    <a:pt x="0" y="0"/>
                  </a:moveTo>
                  <a:lnTo>
                    <a:pt x="10072" y="44898"/>
                  </a:lnTo>
                  <a:lnTo>
                    <a:pt x="12727" y="76771"/>
                  </a:lnTo>
                  <a:lnTo>
                    <a:pt x="12477" y="93344"/>
                  </a:lnTo>
                  <a:lnTo>
                    <a:pt x="12084" y="109918"/>
                  </a:lnTo>
                  <a:lnTo>
                    <a:pt x="12192" y="126491"/>
                  </a:lnTo>
                  <a:lnTo>
                    <a:pt x="13716" y="134111"/>
                  </a:lnTo>
                  <a:lnTo>
                    <a:pt x="12954" y="135635"/>
                  </a:lnTo>
                  <a:lnTo>
                    <a:pt x="16764" y="13944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27" name="Google Shape;1027;p8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9835121" y="4571987"/>
              <a:ext cx="172237" cy="112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8" name="Google Shape;1028;p8"/>
          <p:cNvSpPr/>
          <p:nvPr/>
        </p:nvSpPr>
        <p:spPr>
          <a:xfrm>
            <a:off x="4621529" y="5436870"/>
            <a:ext cx="79375" cy="12065"/>
          </a:xfrm>
          <a:custGeom>
            <a:rect b="b" l="l" r="r" t="t"/>
            <a:pathLst>
              <a:path extrusionOk="0" h="12064" w="79375">
                <a:moveTo>
                  <a:pt x="0" y="0"/>
                </a:moveTo>
                <a:lnTo>
                  <a:pt x="47244" y="11429"/>
                </a:lnTo>
                <a:lnTo>
                  <a:pt x="56209" y="11441"/>
                </a:lnTo>
                <a:lnTo>
                  <a:pt x="64103" y="10953"/>
                </a:lnTo>
                <a:lnTo>
                  <a:pt x="71568" y="9179"/>
                </a:lnTo>
                <a:lnTo>
                  <a:pt x="79248" y="5333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8"/>
          <p:cNvSpPr/>
          <p:nvPr/>
        </p:nvSpPr>
        <p:spPr>
          <a:xfrm>
            <a:off x="4624578" y="4577334"/>
            <a:ext cx="54610" cy="2540"/>
          </a:xfrm>
          <a:custGeom>
            <a:rect b="b" l="l" r="r" t="t"/>
            <a:pathLst>
              <a:path extrusionOk="0" h="2539" w="54610">
                <a:moveTo>
                  <a:pt x="0" y="0"/>
                </a:moveTo>
                <a:lnTo>
                  <a:pt x="11441" y="1000"/>
                </a:lnTo>
                <a:lnTo>
                  <a:pt x="22955" y="1714"/>
                </a:lnTo>
                <a:lnTo>
                  <a:pt x="34611" y="2143"/>
                </a:lnTo>
                <a:lnTo>
                  <a:pt x="46482" y="2285"/>
                </a:lnTo>
                <a:lnTo>
                  <a:pt x="50292" y="2285"/>
                </a:lnTo>
                <a:lnTo>
                  <a:pt x="51053" y="2285"/>
                </a:lnTo>
                <a:lnTo>
                  <a:pt x="54102" y="2285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0" name="Google Shape;1030;p8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5256096" y="5378183"/>
            <a:ext cx="350283" cy="203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8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5878329" y="5397246"/>
            <a:ext cx="398277" cy="223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8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6490703" y="5395709"/>
            <a:ext cx="198145" cy="1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8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6967715" y="5370563"/>
            <a:ext cx="243865" cy="1592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4" name="Google Shape;1034;p8"/>
          <p:cNvGrpSpPr/>
          <p:nvPr/>
        </p:nvGrpSpPr>
        <p:grpSpPr>
          <a:xfrm>
            <a:off x="7379970" y="5305043"/>
            <a:ext cx="323100" cy="162560"/>
            <a:chOff x="7379970" y="5305043"/>
            <a:chExt cx="323100" cy="162560"/>
          </a:xfrm>
        </p:grpSpPr>
        <p:sp>
          <p:nvSpPr>
            <p:cNvPr id="1035" name="Google Shape;1035;p8"/>
            <p:cNvSpPr/>
            <p:nvPr/>
          </p:nvSpPr>
          <p:spPr>
            <a:xfrm>
              <a:off x="7379970" y="5305043"/>
              <a:ext cx="19050" cy="162560"/>
            </a:xfrm>
            <a:custGeom>
              <a:rect b="b" l="l" r="r" t="t"/>
              <a:pathLst>
                <a:path extrusionOk="0" h="162560" w="19050">
                  <a:moveTo>
                    <a:pt x="0" y="0"/>
                  </a:moveTo>
                  <a:lnTo>
                    <a:pt x="8572" y="44898"/>
                  </a:lnTo>
                  <a:lnTo>
                    <a:pt x="13049" y="90773"/>
                  </a:lnTo>
                  <a:lnTo>
                    <a:pt x="13716" y="121920"/>
                  </a:lnTo>
                  <a:lnTo>
                    <a:pt x="13977" y="131206"/>
                  </a:lnTo>
                  <a:lnTo>
                    <a:pt x="18288" y="162306"/>
                  </a:lnTo>
                  <a:lnTo>
                    <a:pt x="19050" y="16230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8"/>
            <p:cNvSpPr/>
            <p:nvPr/>
          </p:nvSpPr>
          <p:spPr>
            <a:xfrm>
              <a:off x="7441692" y="5395721"/>
              <a:ext cx="5715" cy="53340"/>
            </a:xfrm>
            <a:custGeom>
              <a:rect b="b" l="l" r="r" t="t"/>
              <a:pathLst>
                <a:path extrusionOk="0" h="53339" w="5715">
                  <a:moveTo>
                    <a:pt x="0" y="0"/>
                  </a:moveTo>
                  <a:lnTo>
                    <a:pt x="678" y="8584"/>
                  </a:lnTo>
                  <a:lnTo>
                    <a:pt x="1428" y="17240"/>
                  </a:lnTo>
                  <a:lnTo>
                    <a:pt x="2035" y="26038"/>
                  </a:lnTo>
                  <a:lnTo>
                    <a:pt x="2286" y="35052"/>
                  </a:lnTo>
                  <a:lnTo>
                    <a:pt x="2286" y="40386"/>
                  </a:lnTo>
                  <a:lnTo>
                    <a:pt x="2286" y="48006"/>
                  </a:lnTo>
                  <a:lnTo>
                    <a:pt x="4572" y="53340"/>
                  </a:lnTo>
                  <a:lnTo>
                    <a:pt x="5334" y="5334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8"/>
            <p:cNvSpPr/>
            <p:nvPr/>
          </p:nvSpPr>
          <p:spPr>
            <a:xfrm>
              <a:off x="7423404" y="5334761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048" y="15239"/>
                  </a:lnTo>
                  <a:lnTo>
                    <a:pt x="11430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38" name="Google Shape;1038;p8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7482827" y="5352953"/>
              <a:ext cx="94703" cy="1121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9" name="Google Shape;1039;p8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7606271" y="5330177"/>
              <a:ext cx="96799" cy="1348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40" name="Google Shape;1040;p8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7885163" y="5297411"/>
            <a:ext cx="82988" cy="201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5" name="Google Shape;1045;p9"/>
          <p:cNvGrpSpPr/>
          <p:nvPr/>
        </p:nvGrpSpPr>
        <p:grpSpPr>
          <a:xfrm>
            <a:off x="4374629" y="2057387"/>
            <a:ext cx="740689" cy="204241"/>
            <a:chOff x="4374629" y="2057387"/>
            <a:chExt cx="740689" cy="204241"/>
          </a:xfrm>
        </p:grpSpPr>
        <p:pic>
          <p:nvPicPr>
            <p:cNvPr id="1046" name="Google Shape;104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74629" y="2091677"/>
              <a:ext cx="96799" cy="169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7" name="Google Shape;104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93501" y="2095487"/>
              <a:ext cx="86893" cy="147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8" name="Google Shape;1048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09992" y="2081771"/>
              <a:ext cx="154806" cy="144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9" name="Google Shape;1049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85061" y="2089391"/>
              <a:ext cx="85571" cy="1247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0" name="Google Shape;1050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896599" y="2081842"/>
              <a:ext cx="110515" cy="127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1" name="Google Shape;1051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046713" y="2057387"/>
              <a:ext cx="68605" cy="1326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52" name="Google Shape;105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87683" y="2033003"/>
            <a:ext cx="143281" cy="161855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9"/>
          <p:cNvSpPr/>
          <p:nvPr/>
        </p:nvSpPr>
        <p:spPr>
          <a:xfrm>
            <a:off x="4348734" y="2304288"/>
            <a:ext cx="1012825" cy="84455"/>
          </a:xfrm>
          <a:custGeom>
            <a:rect b="b" l="l" r="r" t="t"/>
            <a:pathLst>
              <a:path extrusionOk="0" h="84455" w="1012825">
                <a:moveTo>
                  <a:pt x="0" y="60198"/>
                </a:moveTo>
                <a:lnTo>
                  <a:pt x="39624" y="73152"/>
                </a:lnTo>
                <a:lnTo>
                  <a:pt x="89154" y="83058"/>
                </a:lnTo>
                <a:lnTo>
                  <a:pt x="132492" y="84296"/>
                </a:lnTo>
                <a:lnTo>
                  <a:pt x="153983" y="84022"/>
                </a:lnTo>
                <a:lnTo>
                  <a:pt x="175260" y="83820"/>
                </a:lnTo>
                <a:lnTo>
                  <a:pt x="238124" y="81343"/>
                </a:lnTo>
                <a:lnTo>
                  <a:pt x="300990" y="75438"/>
                </a:lnTo>
                <a:lnTo>
                  <a:pt x="339280" y="71211"/>
                </a:lnTo>
                <a:lnTo>
                  <a:pt x="377571" y="66770"/>
                </a:lnTo>
                <a:lnTo>
                  <a:pt x="415861" y="62472"/>
                </a:lnTo>
                <a:lnTo>
                  <a:pt x="454152" y="58674"/>
                </a:lnTo>
                <a:lnTo>
                  <a:pt x="492442" y="54697"/>
                </a:lnTo>
                <a:lnTo>
                  <a:pt x="530733" y="50863"/>
                </a:lnTo>
                <a:lnTo>
                  <a:pt x="569023" y="47315"/>
                </a:lnTo>
                <a:lnTo>
                  <a:pt x="607314" y="44196"/>
                </a:lnTo>
                <a:lnTo>
                  <a:pt x="643306" y="41195"/>
                </a:lnTo>
                <a:lnTo>
                  <a:pt x="679227" y="37909"/>
                </a:lnTo>
                <a:lnTo>
                  <a:pt x="715006" y="34337"/>
                </a:lnTo>
                <a:lnTo>
                  <a:pt x="750570" y="30479"/>
                </a:lnTo>
                <a:lnTo>
                  <a:pt x="784276" y="26920"/>
                </a:lnTo>
                <a:lnTo>
                  <a:pt x="817911" y="23145"/>
                </a:lnTo>
                <a:lnTo>
                  <a:pt x="851404" y="19228"/>
                </a:lnTo>
                <a:lnTo>
                  <a:pt x="884682" y="15239"/>
                </a:lnTo>
                <a:lnTo>
                  <a:pt x="907541" y="12501"/>
                </a:lnTo>
                <a:lnTo>
                  <a:pt x="953261" y="7310"/>
                </a:lnTo>
                <a:lnTo>
                  <a:pt x="991743" y="2000"/>
                </a:lnTo>
                <a:lnTo>
                  <a:pt x="999482" y="821"/>
                </a:lnTo>
                <a:lnTo>
                  <a:pt x="1007363" y="0"/>
                </a:lnTo>
                <a:lnTo>
                  <a:pt x="1012697" y="0"/>
                </a:lnTo>
                <a:lnTo>
                  <a:pt x="1011174" y="2285"/>
                </a:lnTo>
                <a:lnTo>
                  <a:pt x="1007363" y="3809"/>
                </a:lnTo>
                <a:lnTo>
                  <a:pt x="1006602" y="3809"/>
                </a:lnTo>
                <a:lnTo>
                  <a:pt x="1005840" y="3809"/>
                </a:lnTo>
                <a:lnTo>
                  <a:pt x="1005078" y="3809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9"/>
          <p:cNvSpPr/>
          <p:nvPr/>
        </p:nvSpPr>
        <p:spPr>
          <a:xfrm>
            <a:off x="5601461" y="2220467"/>
            <a:ext cx="12700" cy="1270"/>
          </a:xfrm>
          <a:custGeom>
            <a:rect b="b" l="l" r="r" t="t"/>
            <a:pathLst>
              <a:path extrusionOk="0" h="1269" w="12700">
                <a:moveTo>
                  <a:pt x="12191" y="0"/>
                </a:moveTo>
                <a:lnTo>
                  <a:pt x="7619" y="0"/>
                </a:lnTo>
                <a:lnTo>
                  <a:pt x="3809" y="0"/>
                </a:lnTo>
                <a:lnTo>
                  <a:pt x="0" y="762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5" name="Google Shape;1055;p9"/>
          <p:cNvGrpSpPr/>
          <p:nvPr/>
        </p:nvGrpSpPr>
        <p:grpSpPr>
          <a:xfrm>
            <a:off x="2537971" y="2796432"/>
            <a:ext cx="422399" cy="239388"/>
            <a:chOff x="2537971" y="2796432"/>
            <a:chExt cx="422399" cy="239388"/>
          </a:xfrm>
        </p:grpSpPr>
        <p:pic>
          <p:nvPicPr>
            <p:cNvPr id="1056" name="Google Shape;1056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537971" y="2796432"/>
              <a:ext cx="349259" cy="23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7" name="Google Shape;1057;p9"/>
            <p:cNvSpPr/>
            <p:nvPr/>
          </p:nvSpPr>
          <p:spPr>
            <a:xfrm>
              <a:off x="2921508" y="2876549"/>
              <a:ext cx="1905" cy="20955"/>
            </a:xfrm>
            <a:custGeom>
              <a:rect b="b" l="l" r="r" t="t"/>
              <a:pathLst>
                <a:path extrusionOk="0" h="20955" w="1905">
                  <a:moveTo>
                    <a:pt x="0" y="0"/>
                  </a:moveTo>
                  <a:lnTo>
                    <a:pt x="762" y="11430"/>
                  </a:lnTo>
                  <a:lnTo>
                    <a:pt x="762" y="13716"/>
                  </a:lnTo>
                  <a:lnTo>
                    <a:pt x="1524" y="2057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9"/>
            <p:cNvSpPr/>
            <p:nvPr/>
          </p:nvSpPr>
          <p:spPr>
            <a:xfrm>
              <a:off x="2945130" y="2968751"/>
              <a:ext cx="15240" cy="16510"/>
            </a:xfrm>
            <a:custGeom>
              <a:rect b="b" l="l" r="r" t="t"/>
              <a:pathLst>
                <a:path extrusionOk="0" h="16510" w="15239">
                  <a:moveTo>
                    <a:pt x="0" y="3810"/>
                  </a:moveTo>
                  <a:lnTo>
                    <a:pt x="0" y="12192"/>
                  </a:lnTo>
                  <a:lnTo>
                    <a:pt x="3809" y="16002"/>
                  </a:lnTo>
                  <a:lnTo>
                    <a:pt x="12191" y="16002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9" name="Google Shape;1059;p9"/>
          <p:cNvGrpSpPr/>
          <p:nvPr/>
        </p:nvGrpSpPr>
        <p:grpSpPr>
          <a:xfrm>
            <a:off x="3307842" y="2814815"/>
            <a:ext cx="580144" cy="234721"/>
            <a:chOff x="3307842" y="2814815"/>
            <a:chExt cx="580144" cy="234721"/>
          </a:xfrm>
        </p:grpSpPr>
        <p:sp>
          <p:nvSpPr>
            <p:cNvPr id="1060" name="Google Shape;1060;p9"/>
            <p:cNvSpPr/>
            <p:nvPr/>
          </p:nvSpPr>
          <p:spPr>
            <a:xfrm>
              <a:off x="3352038" y="2853690"/>
              <a:ext cx="7620" cy="133350"/>
            </a:xfrm>
            <a:custGeom>
              <a:rect b="b" l="l" r="r" t="t"/>
              <a:pathLst>
                <a:path extrusionOk="0" h="133350" w="7620">
                  <a:moveTo>
                    <a:pt x="0" y="0"/>
                  </a:moveTo>
                  <a:lnTo>
                    <a:pt x="1262" y="14739"/>
                  </a:lnTo>
                  <a:lnTo>
                    <a:pt x="2667" y="29337"/>
                  </a:lnTo>
                  <a:lnTo>
                    <a:pt x="4071" y="43934"/>
                  </a:lnTo>
                  <a:lnTo>
                    <a:pt x="7048" y="87915"/>
                  </a:lnTo>
                  <a:lnTo>
                    <a:pt x="7620" y="121920"/>
                  </a:lnTo>
                  <a:lnTo>
                    <a:pt x="7620" y="127254"/>
                  </a:lnTo>
                  <a:lnTo>
                    <a:pt x="7620" y="13335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9"/>
            <p:cNvSpPr/>
            <p:nvPr/>
          </p:nvSpPr>
          <p:spPr>
            <a:xfrm>
              <a:off x="3307842" y="2842260"/>
              <a:ext cx="121920" cy="156210"/>
            </a:xfrm>
            <a:custGeom>
              <a:rect b="b" l="l" r="r" t="t"/>
              <a:pathLst>
                <a:path extrusionOk="0" h="156210" w="121920">
                  <a:moveTo>
                    <a:pt x="0" y="0"/>
                  </a:moveTo>
                  <a:lnTo>
                    <a:pt x="40505" y="3536"/>
                  </a:lnTo>
                  <a:lnTo>
                    <a:pt x="85725" y="21335"/>
                  </a:lnTo>
                  <a:lnTo>
                    <a:pt x="117467" y="58519"/>
                  </a:lnTo>
                  <a:lnTo>
                    <a:pt x="121419" y="88784"/>
                  </a:lnTo>
                  <a:lnTo>
                    <a:pt x="118110" y="103631"/>
                  </a:lnTo>
                  <a:lnTo>
                    <a:pt x="109620" y="118538"/>
                  </a:lnTo>
                  <a:lnTo>
                    <a:pt x="97631" y="132016"/>
                  </a:lnTo>
                  <a:lnTo>
                    <a:pt x="83498" y="143494"/>
                  </a:lnTo>
                  <a:lnTo>
                    <a:pt x="68580" y="152399"/>
                  </a:lnTo>
                  <a:lnTo>
                    <a:pt x="62484" y="156210"/>
                  </a:lnTo>
                  <a:lnTo>
                    <a:pt x="57912" y="155448"/>
                  </a:lnTo>
                  <a:lnTo>
                    <a:pt x="51054" y="155448"/>
                  </a:lnTo>
                  <a:lnTo>
                    <a:pt x="51054" y="150114"/>
                  </a:lnTo>
                  <a:lnTo>
                    <a:pt x="51054" y="147828"/>
                  </a:lnTo>
                  <a:lnTo>
                    <a:pt x="51054" y="14325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62" name="Google Shape;1062;p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459467" y="2869679"/>
              <a:ext cx="134137" cy="115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3" name="Google Shape;1063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614153" y="2814815"/>
              <a:ext cx="273833" cy="23472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64" name="Google Shape;1064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065078" y="2846819"/>
            <a:ext cx="115265" cy="121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329671" y="2828531"/>
            <a:ext cx="278191" cy="201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862309" y="2785859"/>
            <a:ext cx="154104" cy="133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7" name="Google Shape;1067;p9"/>
          <p:cNvGrpSpPr/>
          <p:nvPr/>
        </p:nvGrpSpPr>
        <p:grpSpPr>
          <a:xfrm>
            <a:off x="5270741" y="2695943"/>
            <a:ext cx="303301" cy="181381"/>
            <a:chOff x="5270741" y="2695943"/>
            <a:chExt cx="303301" cy="181381"/>
          </a:xfrm>
        </p:grpSpPr>
        <p:pic>
          <p:nvPicPr>
            <p:cNvPr id="1068" name="Google Shape;1068;p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270741" y="2714993"/>
              <a:ext cx="120421" cy="162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9" name="Google Shape;1069;p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419331" y="2695943"/>
              <a:ext cx="154711" cy="14480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70" name="Google Shape;1070;p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864684" y="2733281"/>
            <a:ext cx="101788" cy="1120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1" name="Google Shape;1071;p9"/>
          <p:cNvGrpSpPr/>
          <p:nvPr/>
        </p:nvGrpSpPr>
        <p:grpSpPr>
          <a:xfrm>
            <a:off x="6085331" y="2623566"/>
            <a:ext cx="41656" cy="58419"/>
            <a:chOff x="6085331" y="2623566"/>
            <a:chExt cx="41656" cy="58419"/>
          </a:xfrm>
        </p:grpSpPr>
        <p:sp>
          <p:nvSpPr>
            <p:cNvPr id="1072" name="Google Shape;1072;p9"/>
            <p:cNvSpPr/>
            <p:nvPr/>
          </p:nvSpPr>
          <p:spPr>
            <a:xfrm>
              <a:off x="6085331" y="2623566"/>
              <a:ext cx="10160" cy="58419"/>
            </a:xfrm>
            <a:custGeom>
              <a:rect b="b" l="l" r="r" t="t"/>
              <a:pathLst>
                <a:path extrusionOk="0" h="58419" w="10160">
                  <a:moveTo>
                    <a:pt x="0" y="0"/>
                  </a:moveTo>
                  <a:lnTo>
                    <a:pt x="1583" y="11429"/>
                  </a:lnTo>
                  <a:lnTo>
                    <a:pt x="2952" y="22859"/>
                  </a:lnTo>
                  <a:lnTo>
                    <a:pt x="4179" y="34290"/>
                  </a:lnTo>
                  <a:lnTo>
                    <a:pt x="5334" y="45720"/>
                  </a:lnTo>
                  <a:lnTo>
                    <a:pt x="6096" y="51816"/>
                  </a:lnTo>
                  <a:lnTo>
                    <a:pt x="6096" y="53340"/>
                  </a:lnTo>
                  <a:lnTo>
                    <a:pt x="9906" y="5791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9"/>
            <p:cNvSpPr/>
            <p:nvPr/>
          </p:nvSpPr>
          <p:spPr>
            <a:xfrm>
              <a:off x="6110477" y="2631186"/>
              <a:ext cx="16510" cy="41910"/>
            </a:xfrm>
            <a:custGeom>
              <a:rect b="b" l="l" r="r" t="t"/>
              <a:pathLst>
                <a:path extrusionOk="0" h="41910" w="16510">
                  <a:moveTo>
                    <a:pt x="0" y="0"/>
                  </a:moveTo>
                  <a:lnTo>
                    <a:pt x="4405" y="8917"/>
                  </a:lnTo>
                  <a:lnTo>
                    <a:pt x="8382" y="17621"/>
                  </a:lnTo>
                  <a:lnTo>
                    <a:pt x="11787" y="26467"/>
                  </a:lnTo>
                  <a:lnTo>
                    <a:pt x="14478" y="35814"/>
                  </a:lnTo>
                  <a:lnTo>
                    <a:pt x="15240" y="38100"/>
                  </a:lnTo>
                  <a:lnTo>
                    <a:pt x="15240" y="39624"/>
                  </a:lnTo>
                  <a:lnTo>
                    <a:pt x="16002" y="4190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4" name="Google Shape;1074;p9"/>
          <p:cNvGrpSpPr/>
          <p:nvPr/>
        </p:nvGrpSpPr>
        <p:grpSpPr>
          <a:xfrm>
            <a:off x="6222015" y="2590800"/>
            <a:ext cx="818357" cy="308610"/>
            <a:chOff x="6222015" y="2590800"/>
            <a:chExt cx="818357" cy="308610"/>
          </a:xfrm>
        </p:grpSpPr>
        <p:sp>
          <p:nvSpPr>
            <p:cNvPr id="1075" name="Google Shape;1075;p9"/>
            <p:cNvSpPr/>
            <p:nvPr/>
          </p:nvSpPr>
          <p:spPr>
            <a:xfrm>
              <a:off x="6222015" y="2729484"/>
              <a:ext cx="97790" cy="100965"/>
            </a:xfrm>
            <a:custGeom>
              <a:rect b="b" l="l" r="r" t="t"/>
              <a:pathLst>
                <a:path extrusionOk="0" h="100964" w="97789">
                  <a:moveTo>
                    <a:pt x="21812" y="0"/>
                  </a:moveTo>
                  <a:lnTo>
                    <a:pt x="10894" y="3357"/>
                  </a:lnTo>
                  <a:lnTo>
                    <a:pt x="5333" y="8572"/>
                  </a:lnTo>
                  <a:lnTo>
                    <a:pt x="3059" y="16930"/>
                  </a:lnTo>
                  <a:lnTo>
                    <a:pt x="2000" y="29718"/>
                  </a:lnTo>
                  <a:lnTo>
                    <a:pt x="535" y="42755"/>
                  </a:lnTo>
                  <a:lnTo>
                    <a:pt x="4286" y="82296"/>
                  </a:lnTo>
                  <a:lnTo>
                    <a:pt x="30860" y="100834"/>
                  </a:lnTo>
                  <a:lnTo>
                    <a:pt x="42386" y="99822"/>
                  </a:lnTo>
                  <a:lnTo>
                    <a:pt x="66020" y="68449"/>
                  </a:lnTo>
                  <a:lnTo>
                    <a:pt x="65150" y="61055"/>
                  </a:lnTo>
                  <a:lnTo>
                    <a:pt x="62995" y="53804"/>
                  </a:lnTo>
                  <a:lnTo>
                    <a:pt x="59912" y="46481"/>
                  </a:lnTo>
                  <a:lnTo>
                    <a:pt x="58388" y="41909"/>
                  </a:lnTo>
                  <a:lnTo>
                    <a:pt x="56864" y="40386"/>
                  </a:lnTo>
                  <a:lnTo>
                    <a:pt x="54578" y="36575"/>
                  </a:lnTo>
                  <a:lnTo>
                    <a:pt x="54578" y="41148"/>
                  </a:lnTo>
                  <a:lnTo>
                    <a:pt x="53816" y="49529"/>
                  </a:lnTo>
                  <a:lnTo>
                    <a:pt x="53816" y="54863"/>
                  </a:lnTo>
                  <a:lnTo>
                    <a:pt x="71342" y="90677"/>
                  </a:lnTo>
                  <a:lnTo>
                    <a:pt x="78200" y="95249"/>
                  </a:lnTo>
                  <a:lnTo>
                    <a:pt x="86582" y="93725"/>
                  </a:lnTo>
                  <a:lnTo>
                    <a:pt x="91154" y="87630"/>
                  </a:lnTo>
                  <a:lnTo>
                    <a:pt x="94785" y="80486"/>
                  </a:lnTo>
                  <a:lnTo>
                    <a:pt x="96773" y="72199"/>
                  </a:lnTo>
                  <a:lnTo>
                    <a:pt x="97476" y="63627"/>
                  </a:lnTo>
                  <a:lnTo>
                    <a:pt x="97250" y="55625"/>
                  </a:lnTo>
                  <a:lnTo>
                    <a:pt x="95726" y="46481"/>
                  </a:lnTo>
                  <a:lnTo>
                    <a:pt x="91154" y="39623"/>
                  </a:lnTo>
                  <a:lnTo>
                    <a:pt x="83534" y="34289"/>
                  </a:lnTo>
                  <a:lnTo>
                    <a:pt x="82010" y="33527"/>
                  </a:lnTo>
                  <a:lnTo>
                    <a:pt x="81248" y="3276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9"/>
            <p:cNvSpPr/>
            <p:nvPr/>
          </p:nvSpPr>
          <p:spPr>
            <a:xfrm>
              <a:off x="6352032" y="2729460"/>
              <a:ext cx="98425" cy="88900"/>
            </a:xfrm>
            <a:custGeom>
              <a:rect b="b" l="l" r="r" t="t"/>
              <a:pathLst>
                <a:path extrusionOk="0" h="88900" w="98425">
                  <a:moveTo>
                    <a:pt x="0" y="19835"/>
                  </a:moveTo>
                  <a:lnTo>
                    <a:pt x="4572" y="64031"/>
                  </a:lnTo>
                  <a:lnTo>
                    <a:pt x="4572" y="83081"/>
                  </a:lnTo>
                  <a:lnTo>
                    <a:pt x="6096" y="88415"/>
                  </a:lnTo>
                  <a:lnTo>
                    <a:pt x="6858" y="83843"/>
                  </a:lnTo>
                  <a:lnTo>
                    <a:pt x="6858" y="75461"/>
                  </a:lnTo>
                  <a:lnTo>
                    <a:pt x="6858" y="69365"/>
                  </a:lnTo>
                  <a:lnTo>
                    <a:pt x="6643" y="59650"/>
                  </a:lnTo>
                  <a:lnTo>
                    <a:pt x="6286" y="49934"/>
                  </a:lnTo>
                  <a:lnTo>
                    <a:pt x="6215" y="40219"/>
                  </a:lnTo>
                  <a:lnTo>
                    <a:pt x="49029" y="47410"/>
                  </a:lnTo>
                  <a:lnTo>
                    <a:pt x="58674" y="70127"/>
                  </a:lnTo>
                  <a:lnTo>
                    <a:pt x="55626" y="64031"/>
                  </a:lnTo>
                  <a:lnTo>
                    <a:pt x="51494" y="21288"/>
                  </a:lnTo>
                  <a:lnTo>
                    <a:pt x="69639" y="0"/>
                  </a:lnTo>
                  <a:lnTo>
                    <a:pt x="76200" y="3833"/>
                  </a:lnTo>
                  <a:lnTo>
                    <a:pt x="88439" y="48898"/>
                  </a:lnTo>
                  <a:lnTo>
                    <a:pt x="88963" y="58221"/>
                  </a:lnTo>
                  <a:lnTo>
                    <a:pt x="89773" y="67401"/>
                  </a:lnTo>
                  <a:lnTo>
                    <a:pt x="91440" y="76223"/>
                  </a:lnTo>
                  <a:lnTo>
                    <a:pt x="93726" y="83081"/>
                  </a:lnTo>
                  <a:lnTo>
                    <a:pt x="94488" y="78509"/>
                  </a:lnTo>
                  <a:lnTo>
                    <a:pt x="98298" y="7774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9"/>
            <p:cNvSpPr/>
            <p:nvPr/>
          </p:nvSpPr>
          <p:spPr>
            <a:xfrm>
              <a:off x="6468618" y="2689860"/>
              <a:ext cx="65405" cy="209550"/>
            </a:xfrm>
            <a:custGeom>
              <a:rect b="b" l="l" r="r" t="t"/>
              <a:pathLst>
                <a:path extrusionOk="0" h="209550" w="65404">
                  <a:moveTo>
                    <a:pt x="0" y="0"/>
                  </a:moveTo>
                  <a:lnTo>
                    <a:pt x="2952" y="17145"/>
                  </a:lnTo>
                  <a:lnTo>
                    <a:pt x="5905" y="34290"/>
                  </a:lnTo>
                  <a:lnTo>
                    <a:pt x="8572" y="51435"/>
                  </a:lnTo>
                  <a:lnTo>
                    <a:pt x="12930" y="90308"/>
                  </a:lnTo>
                  <a:lnTo>
                    <a:pt x="16883" y="134052"/>
                  </a:lnTo>
                  <a:lnTo>
                    <a:pt x="19431" y="182879"/>
                  </a:lnTo>
                  <a:lnTo>
                    <a:pt x="20002" y="196286"/>
                  </a:lnTo>
                  <a:lnTo>
                    <a:pt x="20574" y="209550"/>
                  </a:lnTo>
                  <a:lnTo>
                    <a:pt x="21014" y="203442"/>
                  </a:lnTo>
                  <a:lnTo>
                    <a:pt x="21240" y="196119"/>
                  </a:lnTo>
                  <a:lnTo>
                    <a:pt x="21324" y="188654"/>
                  </a:lnTo>
                  <a:lnTo>
                    <a:pt x="21336" y="182118"/>
                  </a:lnTo>
                  <a:lnTo>
                    <a:pt x="21050" y="164520"/>
                  </a:lnTo>
                  <a:lnTo>
                    <a:pt x="16764" y="112014"/>
                  </a:lnTo>
                  <a:lnTo>
                    <a:pt x="13811" y="94107"/>
                  </a:lnTo>
                  <a:lnTo>
                    <a:pt x="12370" y="85224"/>
                  </a:lnTo>
                  <a:lnTo>
                    <a:pt x="11430" y="76200"/>
                  </a:lnTo>
                  <a:lnTo>
                    <a:pt x="11430" y="75438"/>
                  </a:lnTo>
                  <a:lnTo>
                    <a:pt x="11430" y="74676"/>
                  </a:lnTo>
                  <a:lnTo>
                    <a:pt x="11430" y="73152"/>
                  </a:lnTo>
                  <a:lnTo>
                    <a:pt x="18288" y="70104"/>
                  </a:lnTo>
                  <a:lnTo>
                    <a:pt x="26670" y="70866"/>
                  </a:lnTo>
                  <a:lnTo>
                    <a:pt x="34290" y="70865"/>
                  </a:lnTo>
                  <a:lnTo>
                    <a:pt x="41814" y="70651"/>
                  </a:lnTo>
                  <a:lnTo>
                    <a:pt x="49911" y="70865"/>
                  </a:lnTo>
                  <a:lnTo>
                    <a:pt x="57435" y="72794"/>
                  </a:lnTo>
                  <a:lnTo>
                    <a:pt x="63246" y="77723"/>
                  </a:lnTo>
                  <a:lnTo>
                    <a:pt x="65186" y="86677"/>
                  </a:lnTo>
                  <a:lnTo>
                    <a:pt x="62198" y="95059"/>
                  </a:lnTo>
                  <a:lnTo>
                    <a:pt x="28860" y="128468"/>
                  </a:lnTo>
                  <a:lnTo>
                    <a:pt x="20574" y="132588"/>
                  </a:lnTo>
                  <a:lnTo>
                    <a:pt x="19812" y="132588"/>
                  </a:lnTo>
                  <a:lnTo>
                    <a:pt x="19050" y="13258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9"/>
            <p:cNvSpPr/>
            <p:nvPr/>
          </p:nvSpPr>
          <p:spPr>
            <a:xfrm>
              <a:off x="6555486" y="2729484"/>
              <a:ext cx="106680" cy="72390"/>
            </a:xfrm>
            <a:custGeom>
              <a:rect b="b" l="l" r="r" t="t"/>
              <a:pathLst>
                <a:path extrusionOk="0" h="72389" w="106679">
                  <a:moveTo>
                    <a:pt x="0" y="28956"/>
                  </a:moveTo>
                  <a:lnTo>
                    <a:pt x="3226" y="19907"/>
                  </a:lnTo>
                  <a:lnTo>
                    <a:pt x="6381" y="14859"/>
                  </a:lnTo>
                  <a:lnTo>
                    <a:pt x="11680" y="12668"/>
                  </a:lnTo>
                  <a:lnTo>
                    <a:pt x="21336" y="12192"/>
                  </a:lnTo>
                  <a:lnTo>
                    <a:pt x="29253" y="14239"/>
                  </a:lnTo>
                  <a:lnTo>
                    <a:pt x="34956" y="18859"/>
                  </a:lnTo>
                  <a:lnTo>
                    <a:pt x="38802" y="25479"/>
                  </a:lnTo>
                  <a:lnTo>
                    <a:pt x="41148" y="33528"/>
                  </a:lnTo>
                  <a:lnTo>
                    <a:pt x="41957" y="42100"/>
                  </a:lnTo>
                  <a:lnTo>
                    <a:pt x="41910" y="51244"/>
                  </a:lnTo>
                  <a:lnTo>
                    <a:pt x="40719" y="60102"/>
                  </a:lnTo>
                  <a:lnTo>
                    <a:pt x="38100" y="67818"/>
                  </a:lnTo>
                  <a:lnTo>
                    <a:pt x="35052" y="70866"/>
                  </a:lnTo>
                  <a:lnTo>
                    <a:pt x="34290" y="72390"/>
                  </a:lnTo>
                  <a:lnTo>
                    <a:pt x="32004" y="71628"/>
                  </a:lnTo>
                  <a:lnTo>
                    <a:pt x="29718" y="65532"/>
                  </a:lnTo>
                  <a:lnTo>
                    <a:pt x="28194" y="57150"/>
                  </a:lnTo>
                  <a:lnTo>
                    <a:pt x="28956" y="48006"/>
                  </a:lnTo>
                  <a:lnTo>
                    <a:pt x="43433" y="11430"/>
                  </a:lnTo>
                  <a:lnTo>
                    <a:pt x="57912" y="762"/>
                  </a:lnTo>
                  <a:lnTo>
                    <a:pt x="64008" y="0"/>
                  </a:lnTo>
                  <a:lnTo>
                    <a:pt x="64769" y="4572"/>
                  </a:lnTo>
                  <a:lnTo>
                    <a:pt x="65532" y="10668"/>
                  </a:lnTo>
                  <a:lnTo>
                    <a:pt x="66972" y="17776"/>
                  </a:lnTo>
                  <a:lnTo>
                    <a:pt x="67913" y="25241"/>
                  </a:lnTo>
                  <a:lnTo>
                    <a:pt x="68425" y="32849"/>
                  </a:lnTo>
                  <a:lnTo>
                    <a:pt x="68580" y="40386"/>
                  </a:lnTo>
                  <a:lnTo>
                    <a:pt x="68437" y="47220"/>
                  </a:lnTo>
                  <a:lnTo>
                    <a:pt x="68580" y="53911"/>
                  </a:lnTo>
                  <a:lnTo>
                    <a:pt x="69865" y="60317"/>
                  </a:lnTo>
                  <a:lnTo>
                    <a:pt x="73152" y="66294"/>
                  </a:lnTo>
                  <a:lnTo>
                    <a:pt x="76962" y="71628"/>
                  </a:lnTo>
                  <a:lnTo>
                    <a:pt x="88392" y="71628"/>
                  </a:lnTo>
                  <a:lnTo>
                    <a:pt x="94488" y="69342"/>
                  </a:lnTo>
                  <a:lnTo>
                    <a:pt x="101346" y="64770"/>
                  </a:lnTo>
                  <a:lnTo>
                    <a:pt x="103632" y="63246"/>
                  </a:lnTo>
                  <a:lnTo>
                    <a:pt x="106680" y="5867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6621018" y="2730246"/>
              <a:ext cx="48260" cy="29845"/>
            </a:xfrm>
            <a:custGeom>
              <a:rect b="b" l="l" r="r" t="t"/>
              <a:pathLst>
                <a:path extrusionOk="0" h="29844" w="48259">
                  <a:moveTo>
                    <a:pt x="0" y="28955"/>
                  </a:moveTo>
                  <a:lnTo>
                    <a:pt x="41148" y="19811"/>
                  </a:lnTo>
                  <a:lnTo>
                    <a:pt x="48006" y="8381"/>
                  </a:lnTo>
                  <a:lnTo>
                    <a:pt x="42469" y="5298"/>
                  </a:lnTo>
                  <a:lnTo>
                    <a:pt x="36290" y="3714"/>
                  </a:lnTo>
                  <a:lnTo>
                    <a:pt x="29682" y="3131"/>
                  </a:lnTo>
                  <a:lnTo>
                    <a:pt x="22859" y="3047"/>
                  </a:lnTo>
                  <a:lnTo>
                    <a:pt x="16763" y="3047"/>
                  </a:lnTo>
                  <a:lnTo>
                    <a:pt x="3809" y="0"/>
                  </a:lnTo>
                  <a:lnTo>
                    <a:pt x="0" y="6857"/>
                  </a:lnTo>
                  <a:lnTo>
                    <a:pt x="0" y="8381"/>
                  </a:lnTo>
                  <a:lnTo>
                    <a:pt x="0" y="990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9"/>
            <p:cNvSpPr/>
            <p:nvPr/>
          </p:nvSpPr>
          <p:spPr>
            <a:xfrm>
              <a:off x="6696456" y="2697480"/>
              <a:ext cx="52069" cy="92710"/>
            </a:xfrm>
            <a:custGeom>
              <a:rect b="b" l="l" r="r" t="t"/>
              <a:pathLst>
                <a:path extrusionOk="0" h="92710" w="52070">
                  <a:moveTo>
                    <a:pt x="38100" y="32003"/>
                  </a:moveTo>
                  <a:lnTo>
                    <a:pt x="19811" y="0"/>
                  </a:lnTo>
                  <a:lnTo>
                    <a:pt x="15239" y="6857"/>
                  </a:lnTo>
                  <a:lnTo>
                    <a:pt x="12953" y="10667"/>
                  </a:lnTo>
                  <a:lnTo>
                    <a:pt x="9203" y="17787"/>
                  </a:lnTo>
                  <a:lnTo>
                    <a:pt x="6953" y="25336"/>
                  </a:lnTo>
                  <a:lnTo>
                    <a:pt x="5988" y="33170"/>
                  </a:lnTo>
                  <a:lnTo>
                    <a:pt x="6096" y="41147"/>
                  </a:lnTo>
                  <a:lnTo>
                    <a:pt x="35814" y="65722"/>
                  </a:lnTo>
                  <a:lnTo>
                    <a:pt x="42052" y="67413"/>
                  </a:lnTo>
                  <a:lnTo>
                    <a:pt x="48006" y="70103"/>
                  </a:lnTo>
                  <a:lnTo>
                    <a:pt x="51816" y="71627"/>
                  </a:lnTo>
                  <a:lnTo>
                    <a:pt x="50292" y="73151"/>
                  </a:lnTo>
                  <a:lnTo>
                    <a:pt x="26670" y="86867"/>
                  </a:lnTo>
                  <a:lnTo>
                    <a:pt x="21216" y="88653"/>
                  </a:lnTo>
                  <a:lnTo>
                    <a:pt x="13335" y="90868"/>
                  </a:lnTo>
                  <a:lnTo>
                    <a:pt x="5453" y="92225"/>
                  </a:lnTo>
                  <a:lnTo>
                    <a:pt x="0" y="91439"/>
                  </a:lnTo>
                  <a:lnTo>
                    <a:pt x="0" y="90677"/>
                  </a:lnTo>
                  <a:lnTo>
                    <a:pt x="0" y="89153"/>
                  </a:lnTo>
                  <a:lnTo>
                    <a:pt x="0" y="8839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6760464" y="2705100"/>
              <a:ext cx="49530" cy="81280"/>
            </a:xfrm>
            <a:custGeom>
              <a:rect b="b" l="l" r="r" t="t"/>
              <a:pathLst>
                <a:path extrusionOk="0" h="81280" w="49529">
                  <a:moveTo>
                    <a:pt x="35051" y="0"/>
                  </a:moveTo>
                  <a:lnTo>
                    <a:pt x="9274" y="29420"/>
                  </a:lnTo>
                  <a:lnTo>
                    <a:pt x="9810" y="35337"/>
                  </a:lnTo>
                  <a:lnTo>
                    <a:pt x="46481" y="54102"/>
                  </a:lnTo>
                  <a:lnTo>
                    <a:pt x="48005" y="54864"/>
                  </a:lnTo>
                  <a:lnTo>
                    <a:pt x="49529" y="56388"/>
                  </a:lnTo>
                  <a:lnTo>
                    <a:pt x="48005" y="63246"/>
                  </a:lnTo>
                  <a:lnTo>
                    <a:pt x="46481" y="64008"/>
                  </a:lnTo>
                  <a:lnTo>
                    <a:pt x="38099" y="67818"/>
                  </a:lnTo>
                  <a:lnTo>
                    <a:pt x="30980" y="71318"/>
                  </a:lnTo>
                  <a:lnTo>
                    <a:pt x="23431" y="74676"/>
                  </a:lnTo>
                  <a:lnTo>
                    <a:pt x="15597" y="77462"/>
                  </a:lnTo>
                  <a:lnTo>
                    <a:pt x="7619" y="79248"/>
                  </a:lnTo>
                  <a:lnTo>
                    <a:pt x="0" y="80772"/>
                  </a:lnTo>
                  <a:lnTo>
                    <a:pt x="4571" y="80010"/>
                  </a:lnTo>
                  <a:lnTo>
                    <a:pt x="2285" y="7543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6844284" y="2708910"/>
              <a:ext cx="37465" cy="62865"/>
            </a:xfrm>
            <a:custGeom>
              <a:rect b="b" l="l" r="r" t="t"/>
              <a:pathLst>
                <a:path extrusionOk="0" h="62864" w="37465">
                  <a:moveTo>
                    <a:pt x="16764" y="0"/>
                  </a:moveTo>
                  <a:lnTo>
                    <a:pt x="9989" y="9917"/>
                  </a:lnTo>
                  <a:lnTo>
                    <a:pt x="5429" y="18192"/>
                  </a:lnTo>
                  <a:lnTo>
                    <a:pt x="2726" y="26896"/>
                  </a:lnTo>
                  <a:lnTo>
                    <a:pt x="1524" y="38100"/>
                  </a:lnTo>
                  <a:lnTo>
                    <a:pt x="1524" y="45720"/>
                  </a:lnTo>
                  <a:lnTo>
                    <a:pt x="0" y="55626"/>
                  </a:lnTo>
                  <a:lnTo>
                    <a:pt x="7620" y="59436"/>
                  </a:lnTo>
                  <a:lnTo>
                    <a:pt x="12954" y="62484"/>
                  </a:lnTo>
                  <a:lnTo>
                    <a:pt x="25908" y="60960"/>
                  </a:lnTo>
                  <a:lnTo>
                    <a:pt x="31242" y="58674"/>
                  </a:lnTo>
                  <a:lnTo>
                    <a:pt x="33528" y="57150"/>
                  </a:lnTo>
                  <a:lnTo>
                    <a:pt x="35052" y="55626"/>
                  </a:lnTo>
                  <a:lnTo>
                    <a:pt x="37338" y="5410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6850380" y="2705862"/>
              <a:ext cx="39370" cy="25400"/>
            </a:xfrm>
            <a:custGeom>
              <a:rect b="b" l="l" r="r" t="t"/>
              <a:pathLst>
                <a:path extrusionOk="0" h="25400" w="39370">
                  <a:moveTo>
                    <a:pt x="0" y="25146"/>
                  </a:moveTo>
                  <a:lnTo>
                    <a:pt x="38862" y="10668"/>
                  </a:lnTo>
                  <a:lnTo>
                    <a:pt x="37338" y="11430"/>
                  </a:lnTo>
                  <a:lnTo>
                    <a:pt x="38861" y="6858"/>
                  </a:lnTo>
                  <a:lnTo>
                    <a:pt x="34290" y="2286"/>
                  </a:lnTo>
                  <a:lnTo>
                    <a:pt x="28955" y="1524"/>
                  </a:lnTo>
                  <a:lnTo>
                    <a:pt x="22859" y="762"/>
                  </a:lnTo>
                  <a:lnTo>
                    <a:pt x="17525" y="0"/>
                  </a:lnTo>
                  <a:lnTo>
                    <a:pt x="14477" y="1524"/>
                  </a:lnTo>
                  <a:lnTo>
                    <a:pt x="10667" y="304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6893814" y="2663952"/>
              <a:ext cx="52069" cy="106045"/>
            </a:xfrm>
            <a:custGeom>
              <a:rect b="b" l="l" r="r" t="t"/>
              <a:pathLst>
                <a:path extrusionOk="0" h="106044" w="52070">
                  <a:moveTo>
                    <a:pt x="43433" y="0"/>
                  </a:moveTo>
                  <a:lnTo>
                    <a:pt x="45315" y="12787"/>
                  </a:lnTo>
                  <a:lnTo>
                    <a:pt x="46481" y="25146"/>
                  </a:lnTo>
                  <a:lnTo>
                    <a:pt x="47077" y="37504"/>
                  </a:lnTo>
                  <a:lnTo>
                    <a:pt x="47243" y="50292"/>
                  </a:lnTo>
                  <a:lnTo>
                    <a:pt x="46934" y="62984"/>
                  </a:lnTo>
                  <a:lnTo>
                    <a:pt x="46481" y="75819"/>
                  </a:lnTo>
                  <a:lnTo>
                    <a:pt x="46601" y="88653"/>
                  </a:lnTo>
                  <a:lnTo>
                    <a:pt x="48005" y="101346"/>
                  </a:lnTo>
                  <a:lnTo>
                    <a:pt x="48767" y="104394"/>
                  </a:lnTo>
                  <a:lnTo>
                    <a:pt x="49529" y="105918"/>
                  </a:lnTo>
                  <a:lnTo>
                    <a:pt x="50291" y="103632"/>
                  </a:lnTo>
                  <a:lnTo>
                    <a:pt x="51815" y="97536"/>
                  </a:lnTo>
                  <a:lnTo>
                    <a:pt x="51053" y="92964"/>
                  </a:lnTo>
                  <a:lnTo>
                    <a:pt x="19811" y="65532"/>
                  </a:lnTo>
                  <a:lnTo>
                    <a:pt x="9905" y="65532"/>
                  </a:lnTo>
                  <a:lnTo>
                    <a:pt x="4571" y="71628"/>
                  </a:lnTo>
                  <a:lnTo>
                    <a:pt x="2285" y="75438"/>
                  </a:lnTo>
                  <a:lnTo>
                    <a:pt x="0" y="86106"/>
                  </a:lnTo>
                  <a:lnTo>
                    <a:pt x="4571" y="89916"/>
                  </a:lnTo>
                  <a:lnTo>
                    <a:pt x="41147" y="92202"/>
                  </a:lnTo>
                  <a:lnTo>
                    <a:pt x="44195" y="91440"/>
                  </a:lnTo>
                  <a:lnTo>
                    <a:pt x="49529" y="8686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7004304" y="2590800"/>
              <a:ext cx="10795" cy="35560"/>
            </a:xfrm>
            <a:custGeom>
              <a:rect b="b" l="l" r="r" t="t"/>
              <a:pathLst>
                <a:path extrusionOk="0" h="35560" w="10795">
                  <a:moveTo>
                    <a:pt x="10668" y="0"/>
                  </a:moveTo>
                  <a:lnTo>
                    <a:pt x="8358" y="7560"/>
                  </a:lnTo>
                  <a:lnTo>
                    <a:pt x="5334" y="15335"/>
                  </a:lnTo>
                  <a:lnTo>
                    <a:pt x="2309" y="23252"/>
                  </a:lnTo>
                  <a:lnTo>
                    <a:pt x="0" y="31242"/>
                  </a:lnTo>
                  <a:lnTo>
                    <a:pt x="0" y="33528"/>
                  </a:lnTo>
                  <a:lnTo>
                    <a:pt x="0" y="3505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7022592" y="2602230"/>
              <a:ext cx="17780" cy="47625"/>
            </a:xfrm>
            <a:custGeom>
              <a:rect b="b" l="l" r="r" t="t"/>
              <a:pathLst>
                <a:path extrusionOk="0" h="47625" w="17779">
                  <a:moveTo>
                    <a:pt x="17525" y="0"/>
                  </a:moveTo>
                  <a:lnTo>
                    <a:pt x="3047" y="41910"/>
                  </a:lnTo>
                  <a:lnTo>
                    <a:pt x="2285" y="43434"/>
                  </a:lnTo>
                  <a:lnTo>
                    <a:pt x="0" y="4724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7" name="Google Shape;1087;p9"/>
          <p:cNvGrpSpPr/>
          <p:nvPr/>
        </p:nvGrpSpPr>
        <p:grpSpPr>
          <a:xfrm>
            <a:off x="7283183" y="2593835"/>
            <a:ext cx="1128880" cy="243980"/>
            <a:chOff x="7283183" y="2593835"/>
            <a:chExt cx="1128880" cy="243980"/>
          </a:xfrm>
        </p:grpSpPr>
        <p:pic>
          <p:nvPicPr>
            <p:cNvPr id="1088" name="Google Shape;1088;p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7283183" y="2667654"/>
              <a:ext cx="148615" cy="1074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9"/>
            <p:cNvSpPr/>
            <p:nvPr/>
          </p:nvSpPr>
          <p:spPr>
            <a:xfrm>
              <a:off x="7464266" y="2636520"/>
              <a:ext cx="76835" cy="201295"/>
            </a:xfrm>
            <a:custGeom>
              <a:rect b="b" l="l" r="r" t="t"/>
              <a:pathLst>
                <a:path extrusionOk="0" h="201294" w="76834">
                  <a:moveTo>
                    <a:pt x="17811" y="0"/>
                  </a:moveTo>
                  <a:lnTo>
                    <a:pt x="18359" y="18288"/>
                  </a:lnTo>
                  <a:lnTo>
                    <a:pt x="18764" y="36576"/>
                  </a:lnTo>
                  <a:lnTo>
                    <a:pt x="18883" y="54864"/>
                  </a:lnTo>
                  <a:lnTo>
                    <a:pt x="18573" y="73152"/>
                  </a:lnTo>
                  <a:lnTo>
                    <a:pt x="17383" y="94285"/>
                  </a:lnTo>
                  <a:lnTo>
                    <a:pt x="15335" y="115347"/>
                  </a:lnTo>
                  <a:lnTo>
                    <a:pt x="13001" y="136267"/>
                  </a:lnTo>
                  <a:lnTo>
                    <a:pt x="10953" y="156972"/>
                  </a:lnTo>
                  <a:lnTo>
                    <a:pt x="10215" y="168056"/>
                  </a:lnTo>
                  <a:lnTo>
                    <a:pt x="9620" y="179355"/>
                  </a:lnTo>
                  <a:lnTo>
                    <a:pt x="9882" y="190511"/>
                  </a:lnTo>
                  <a:lnTo>
                    <a:pt x="11715" y="201168"/>
                  </a:lnTo>
                  <a:lnTo>
                    <a:pt x="16883" y="196465"/>
                  </a:lnTo>
                  <a:lnTo>
                    <a:pt x="19335" y="189833"/>
                  </a:lnTo>
                  <a:lnTo>
                    <a:pt x="20073" y="182201"/>
                  </a:lnTo>
                  <a:lnTo>
                    <a:pt x="20097" y="174498"/>
                  </a:lnTo>
                  <a:lnTo>
                    <a:pt x="19716" y="158996"/>
                  </a:lnTo>
                  <a:lnTo>
                    <a:pt x="17621" y="144208"/>
                  </a:lnTo>
                  <a:lnTo>
                    <a:pt x="14097" y="129706"/>
                  </a:lnTo>
                  <a:lnTo>
                    <a:pt x="9429" y="115062"/>
                  </a:lnTo>
                  <a:lnTo>
                    <a:pt x="6191" y="105501"/>
                  </a:lnTo>
                  <a:lnTo>
                    <a:pt x="2381" y="94011"/>
                  </a:lnTo>
                  <a:lnTo>
                    <a:pt x="0" y="82379"/>
                  </a:lnTo>
                  <a:lnTo>
                    <a:pt x="1047" y="72390"/>
                  </a:lnTo>
                  <a:lnTo>
                    <a:pt x="7155" y="65020"/>
                  </a:lnTo>
                  <a:lnTo>
                    <a:pt x="16192" y="61436"/>
                  </a:lnTo>
                  <a:lnTo>
                    <a:pt x="26229" y="60281"/>
                  </a:lnTo>
                  <a:lnTo>
                    <a:pt x="35337" y="60198"/>
                  </a:lnTo>
                  <a:lnTo>
                    <a:pt x="45898" y="60067"/>
                  </a:lnTo>
                  <a:lnTo>
                    <a:pt x="56388" y="61436"/>
                  </a:lnTo>
                  <a:lnTo>
                    <a:pt x="65877" y="65234"/>
                  </a:lnTo>
                  <a:lnTo>
                    <a:pt x="73437" y="72389"/>
                  </a:lnTo>
                  <a:lnTo>
                    <a:pt x="76807" y="80772"/>
                  </a:lnTo>
                  <a:lnTo>
                    <a:pt x="74676" y="88582"/>
                  </a:lnTo>
                  <a:lnTo>
                    <a:pt x="41017" y="115919"/>
                  </a:lnTo>
                  <a:lnTo>
                    <a:pt x="33051" y="11887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9"/>
            <p:cNvSpPr/>
            <p:nvPr/>
          </p:nvSpPr>
          <p:spPr>
            <a:xfrm>
              <a:off x="7555230" y="2677668"/>
              <a:ext cx="116205" cy="64769"/>
            </a:xfrm>
            <a:custGeom>
              <a:rect b="b" l="l" r="r" t="t"/>
              <a:pathLst>
                <a:path extrusionOk="0" h="64769" w="116204">
                  <a:moveTo>
                    <a:pt x="0" y="3810"/>
                  </a:moveTo>
                  <a:lnTo>
                    <a:pt x="9655" y="2464"/>
                  </a:lnTo>
                  <a:lnTo>
                    <a:pt x="16668" y="2762"/>
                  </a:lnTo>
                  <a:lnTo>
                    <a:pt x="22395" y="6060"/>
                  </a:lnTo>
                  <a:lnTo>
                    <a:pt x="35052" y="46482"/>
                  </a:lnTo>
                  <a:lnTo>
                    <a:pt x="35052" y="52578"/>
                  </a:lnTo>
                  <a:lnTo>
                    <a:pt x="35814" y="59436"/>
                  </a:lnTo>
                  <a:lnTo>
                    <a:pt x="32004" y="64770"/>
                  </a:lnTo>
                  <a:lnTo>
                    <a:pt x="31242" y="64770"/>
                  </a:lnTo>
                  <a:lnTo>
                    <a:pt x="30480" y="64770"/>
                  </a:lnTo>
                  <a:lnTo>
                    <a:pt x="30646" y="57459"/>
                  </a:lnTo>
                  <a:lnTo>
                    <a:pt x="31242" y="50292"/>
                  </a:lnTo>
                  <a:lnTo>
                    <a:pt x="50363" y="9024"/>
                  </a:lnTo>
                  <a:lnTo>
                    <a:pt x="73914" y="0"/>
                  </a:lnTo>
                  <a:lnTo>
                    <a:pt x="78486" y="3810"/>
                  </a:lnTo>
                  <a:lnTo>
                    <a:pt x="81974" y="9024"/>
                  </a:lnTo>
                  <a:lnTo>
                    <a:pt x="82962" y="15811"/>
                  </a:lnTo>
                  <a:lnTo>
                    <a:pt x="82665" y="22883"/>
                  </a:lnTo>
                  <a:lnTo>
                    <a:pt x="82296" y="28956"/>
                  </a:lnTo>
                  <a:lnTo>
                    <a:pt x="82057" y="36266"/>
                  </a:lnTo>
                  <a:lnTo>
                    <a:pt x="81534" y="43434"/>
                  </a:lnTo>
                  <a:lnTo>
                    <a:pt x="81010" y="50601"/>
                  </a:lnTo>
                  <a:lnTo>
                    <a:pt x="80772" y="57912"/>
                  </a:lnTo>
                  <a:lnTo>
                    <a:pt x="80772" y="61722"/>
                  </a:lnTo>
                  <a:lnTo>
                    <a:pt x="80010" y="62484"/>
                  </a:lnTo>
                  <a:lnTo>
                    <a:pt x="81534" y="64008"/>
                  </a:lnTo>
                  <a:lnTo>
                    <a:pt x="90678" y="64008"/>
                  </a:lnTo>
                  <a:lnTo>
                    <a:pt x="98298" y="64008"/>
                  </a:lnTo>
                  <a:lnTo>
                    <a:pt x="105918" y="57912"/>
                  </a:lnTo>
                  <a:lnTo>
                    <a:pt x="111252" y="52578"/>
                  </a:lnTo>
                  <a:lnTo>
                    <a:pt x="113538" y="51054"/>
                  </a:lnTo>
                  <a:lnTo>
                    <a:pt x="115823" y="4572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9"/>
            <p:cNvSpPr/>
            <p:nvPr/>
          </p:nvSpPr>
          <p:spPr>
            <a:xfrm>
              <a:off x="7620762" y="2663190"/>
              <a:ext cx="50800" cy="38735"/>
            </a:xfrm>
            <a:custGeom>
              <a:rect b="b" l="l" r="r" t="t"/>
              <a:pathLst>
                <a:path extrusionOk="0" h="38735" w="50800">
                  <a:moveTo>
                    <a:pt x="7620" y="35051"/>
                  </a:moveTo>
                  <a:lnTo>
                    <a:pt x="17466" y="37766"/>
                  </a:lnTo>
                  <a:lnTo>
                    <a:pt x="25241" y="38480"/>
                  </a:lnTo>
                  <a:lnTo>
                    <a:pt x="32587" y="36337"/>
                  </a:lnTo>
                  <a:lnTo>
                    <a:pt x="41148" y="30479"/>
                  </a:lnTo>
                  <a:lnTo>
                    <a:pt x="45243" y="26408"/>
                  </a:lnTo>
                  <a:lnTo>
                    <a:pt x="48768" y="21335"/>
                  </a:lnTo>
                  <a:lnTo>
                    <a:pt x="50577" y="15692"/>
                  </a:lnTo>
                  <a:lnTo>
                    <a:pt x="49530" y="9905"/>
                  </a:lnTo>
                  <a:lnTo>
                    <a:pt x="44374" y="5048"/>
                  </a:lnTo>
                  <a:lnTo>
                    <a:pt x="36861" y="2476"/>
                  </a:lnTo>
                  <a:lnTo>
                    <a:pt x="28634" y="1333"/>
                  </a:lnTo>
                  <a:lnTo>
                    <a:pt x="21336" y="761"/>
                  </a:lnTo>
                  <a:lnTo>
                    <a:pt x="12192" y="0"/>
                  </a:lnTo>
                  <a:lnTo>
                    <a:pt x="3810" y="2285"/>
                  </a:lnTo>
                  <a:lnTo>
                    <a:pt x="0" y="12191"/>
                  </a:lnTo>
                  <a:lnTo>
                    <a:pt x="0" y="12953"/>
                  </a:lnTo>
                  <a:lnTo>
                    <a:pt x="0" y="14477"/>
                  </a:lnTo>
                  <a:lnTo>
                    <a:pt x="0" y="1523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9"/>
            <p:cNvSpPr/>
            <p:nvPr/>
          </p:nvSpPr>
          <p:spPr>
            <a:xfrm>
              <a:off x="7693914" y="2658618"/>
              <a:ext cx="224154" cy="82550"/>
            </a:xfrm>
            <a:custGeom>
              <a:rect b="b" l="l" r="r" t="t"/>
              <a:pathLst>
                <a:path extrusionOk="0" h="82550" w="224154">
                  <a:moveTo>
                    <a:pt x="37338" y="16001"/>
                  </a:moveTo>
                  <a:lnTo>
                    <a:pt x="35052" y="10667"/>
                  </a:lnTo>
                  <a:lnTo>
                    <a:pt x="32766" y="5333"/>
                  </a:lnTo>
                  <a:lnTo>
                    <a:pt x="29718" y="0"/>
                  </a:lnTo>
                  <a:lnTo>
                    <a:pt x="30158" y="6857"/>
                  </a:lnTo>
                  <a:lnTo>
                    <a:pt x="30384" y="13715"/>
                  </a:lnTo>
                  <a:lnTo>
                    <a:pt x="30468" y="20573"/>
                  </a:lnTo>
                  <a:lnTo>
                    <a:pt x="30480" y="27431"/>
                  </a:lnTo>
                  <a:lnTo>
                    <a:pt x="30063" y="37492"/>
                  </a:lnTo>
                  <a:lnTo>
                    <a:pt x="29432" y="47910"/>
                  </a:lnTo>
                  <a:lnTo>
                    <a:pt x="29515" y="58185"/>
                  </a:lnTo>
                  <a:lnTo>
                    <a:pt x="31242" y="67817"/>
                  </a:lnTo>
                  <a:lnTo>
                    <a:pt x="32766" y="73913"/>
                  </a:lnTo>
                  <a:lnTo>
                    <a:pt x="37338" y="78485"/>
                  </a:lnTo>
                  <a:lnTo>
                    <a:pt x="40386" y="82295"/>
                  </a:lnTo>
                  <a:lnTo>
                    <a:pt x="30218" y="82295"/>
                  </a:lnTo>
                  <a:lnTo>
                    <a:pt x="20193" y="82295"/>
                  </a:lnTo>
                  <a:lnTo>
                    <a:pt x="10167" y="82295"/>
                  </a:lnTo>
                  <a:lnTo>
                    <a:pt x="0" y="82295"/>
                  </a:lnTo>
                  <a:lnTo>
                    <a:pt x="7548" y="81272"/>
                  </a:lnTo>
                  <a:lnTo>
                    <a:pt x="15240" y="80390"/>
                  </a:lnTo>
                  <a:lnTo>
                    <a:pt x="22931" y="79509"/>
                  </a:lnTo>
                  <a:lnTo>
                    <a:pt x="63341" y="69341"/>
                  </a:lnTo>
                  <a:lnTo>
                    <a:pt x="101738" y="51077"/>
                  </a:lnTo>
                  <a:lnTo>
                    <a:pt x="144375" y="56721"/>
                  </a:lnTo>
                  <a:lnTo>
                    <a:pt x="154293" y="26050"/>
                  </a:lnTo>
                  <a:lnTo>
                    <a:pt x="153924" y="18287"/>
                  </a:lnTo>
                  <a:lnTo>
                    <a:pt x="152400" y="12953"/>
                  </a:lnTo>
                  <a:lnTo>
                    <a:pt x="153162" y="12191"/>
                  </a:lnTo>
                  <a:lnTo>
                    <a:pt x="150876" y="9143"/>
                  </a:lnTo>
                  <a:lnTo>
                    <a:pt x="148590" y="13715"/>
                  </a:lnTo>
                  <a:lnTo>
                    <a:pt x="147828" y="16001"/>
                  </a:lnTo>
                  <a:lnTo>
                    <a:pt x="147828" y="20573"/>
                  </a:lnTo>
                  <a:lnTo>
                    <a:pt x="147316" y="29837"/>
                  </a:lnTo>
                  <a:lnTo>
                    <a:pt x="147161" y="39242"/>
                  </a:lnTo>
                  <a:lnTo>
                    <a:pt x="147720" y="48648"/>
                  </a:lnTo>
                  <a:lnTo>
                    <a:pt x="149352" y="57911"/>
                  </a:lnTo>
                  <a:lnTo>
                    <a:pt x="151638" y="64007"/>
                  </a:lnTo>
                  <a:lnTo>
                    <a:pt x="153162" y="68579"/>
                  </a:lnTo>
                  <a:lnTo>
                    <a:pt x="158496" y="71627"/>
                  </a:lnTo>
                  <a:lnTo>
                    <a:pt x="159258" y="71627"/>
                  </a:lnTo>
                  <a:lnTo>
                    <a:pt x="160020" y="71627"/>
                  </a:lnTo>
                  <a:lnTo>
                    <a:pt x="160472" y="64889"/>
                  </a:lnTo>
                  <a:lnTo>
                    <a:pt x="160782" y="58292"/>
                  </a:lnTo>
                  <a:lnTo>
                    <a:pt x="170759" y="14311"/>
                  </a:lnTo>
                  <a:lnTo>
                    <a:pt x="187356" y="5905"/>
                  </a:lnTo>
                  <a:lnTo>
                    <a:pt x="195834" y="8762"/>
                  </a:lnTo>
                  <a:lnTo>
                    <a:pt x="218003" y="44160"/>
                  </a:lnTo>
                  <a:lnTo>
                    <a:pt x="219456" y="51815"/>
                  </a:lnTo>
                  <a:lnTo>
                    <a:pt x="220980" y="58673"/>
                  </a:lnTo>
                  <a:lnTo>
                    <a:pt x="220980" y="56387"/>
                  </a:lnTo>
                  <a:lnTo>
                    <a:pt x="224028" y="5943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9"/>
            <p:cNvSpPr/>
            <p:nvPr/>
          </p:nvSpPr>
          <p:spPr>
            <a:xfrm>
              <a:off x="7958328" y="2600706"/>
              <a:ext cx="6350" cy="113030"/>
            </a:xfrm>
            <a:custGeom>
              <a:rect b="b" l="l" r="r" t="t"/>
              <a:pathLst>
                <a:path extrusionOk="0" h="113030" w="6350">
                  <a:moveTo>
                    <a:pt x="1524" y="0"/>
                  </a:moveTo>
                  <a:lnTo>
                    <a:pt x="6096" y="50292"/>
                  </a:lnTo>
                  <a:lnTo>
                    <a:pt x="6286" y="73914"/>
                  </a:lnTo>
                  <a:lnTo>
                    <a:pt x="6096" y="85867"/>
                  </a:lnTo>
                  <a:lnTo>
                    <a:pt x="5334" y="97536"/>
                  </a:lnTo>
                  <a:lnTo>
                    <a:pt x="4572" y="104394"/>
                  </a:lnTo>
                  <a:lnTo>
                    <a:pt x="3048" y="108204"/>
                  </a:lnTo>
                  <a:lnTo>
                    <a:pt x="0" y="11277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9"/>
            <p:cNvSpPr/>
            <p:nvPr/>
          </p:nvSpPr>
          <p:spPr>
            <a:xfrm>
              <a:off x="7930134" y="2642616"/>
              <a:ext cx="45085" cy="13970"/>
            </a:xfrm>
            <a:custGeom>
              <a:rect b="b" l="l" r="r" t="t"/>
              <a:pathLst>
                <a:path extrusionOk="0" h="13969" w="45084">
                  <a:moveTo>
                    <a:pt x="0" y="13715"/>
                  </a:moveTo>
                  <a:lnTo>
                    <a:pt x="12168" y="11787"/>
                  </a:lnTo>
                  <a:lnTo>
                    <a:pt x="23050" y="9143"/>
                  </a:lnTo>
                  <a:lnTo>
                    <a:pt x="33647" y="5357"/>
                  </a:lnTo>
                  <a:lnTo>
                    <a:pt x="44958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95" name="Google Shape;1095;p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011845" y="2631173"/>
              <a:ext cx="90512" cy="945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6" name="Google Shape;1096;p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136623" y="2593835"/>
              <a:ext cx="275440" cy="13108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7" name="Google Shape;1097;p9"/>
          <p:cNvGrpSpPr/>
          <p:nvPr/>
        </p:nvGrpSpPr>
        <p:grpSpPr>
          <a:xfrm>
            <a:off x="8753843" y="2532875"/>
            <a:ext cx="176047" cy="135458"/>
            <a:chOff x="8753843" y="2532875"/>
            <a:chExt cx="176047" cy="135458"/>
          </a:xfrm>
        </p:grpSpPr>
        <p:sp>
          <p:nvSpPr>
            <p:cNvPr id="1098" name="Google Shape;1098;p9"/>
            <p:cNvSpPr/>
            <p:nvPr/>
          </p:nvSpPr>
          <p:spPr>
            <a:xfrm>
              <a:off x="8753843" y="2597848"/>
              <a:ext cx="48260" cy="70485"/>
            </a:xfrm>
            <a:custGeom>
              <a:rect b="b" l="l" r="r" t="t"/>
              <a:pathLst>
                <a:path extrusionOk="0" h="70485" w="48259">
                  <a:moveTo>
                    <a:pt x="6107" y="9715"/>
                  </a:moveTo>
                  <a:lnTo>
                    <a:pt x="3119" y="21109"/>
                  </a:lnTo>
                  <a:lnTo>
                    <a:pt x="1059" y="31146"/>
                  </a:lnTo>
                  <a:lnTo>
                    <a:pt x="0" y="41326"/>
                  </a:lnTo>
                  <a:lnTo>
                    <a:pt x="11" y="53149"/>
                  </a:lnTo>
                  <a:lnTo>
                    <a:pt x="773" y="63817"/>
                  </a:lnTo>
                  <a:lnTo>
                    <a:pt x="3821" y="69151"/>
                  </a:lnTo>
                  <a:lnTo>
                    <a:pt x="15251" y="69913"/>
                  </a:lnTo>
                  <a:lnTo>
                    <a:pt x="23931" y="69330"/>
                  </a:lnTo>
                  <a:lnTo>
                    <a:pt x="47827" y="36004"/>
                  </a:lnTo>
                  <a:lnTo>
                    <a:pt x="47398" y="27003"/>
                  </a:lnTo>
                  <a:lnTo>
                    <a:pt x="44969" y="18859"/>
                  </a:lnTo>
                  <a:lnTo>
                    <a:pt x="39266" y="10763"/>
                  </a:lnTo>
                  <a:lnTo>
                    <a:pt x="30206" y="3809"/>
                  </a:lnTo>
                  <a:lnTo>
                    <a:pt x="19573" y="0"/>
                  </a:lnTo>
                  <a:lnTo>
                    <a:pt x="9155" y="1333"/>
                  </a:lnTo>
                  <a:lnTo>
                    <a:pt x="4583" y="3619"/>
                  </a:lnTo>
                  <a:lnTo>
                    <a:pt x="7631" y="6667"/>
                  </a:lnTo>
                  <a:lnTo>
                    <a:pt x="9155" y="971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99" name="Google Shape;1099;p9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846045" y="2532875"/>
              <a:ext cx="83845" cy="13032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0" name="Google Shape;1100;p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173419" y="2488679"/>
            <a:ext cx="353879" cy="151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1" name="Google Shape;1101;p9"/>
          <p:cNvGrpSpPr/>
          <p:nvPr/>
        </p:nvGrpSpPr>
        <p:grpSpPr>
          <a:xfrm>
            <a:off x="3438131" y="3204197"/>
            <a:ext cx="393979" cy="179857"/>
            <a:chOff x="3438131" y="3204197"/>
            <a:chExt cx="393979" cy="179857"/>
          </a:xfrm>
        </p:grpSpPr>
        <p:pic>
          <p:nvPicPr>
            <p:cNvPr id="1102" name="Google Shape;1102;p9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438131" y="3268967"/>
              <a:ext cx="106693" cy="1150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3" name="Google Shape;1103;p9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564623" y="3204197"/>
              <a:ext cx="267487" cy="1661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4" name="Google Shape;1104;p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051541" y="3178289"/>
            <a:ext cx="436651" cy="2484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5" name="Google Shape;1105;p9"/>
          <p:cNvGrpSpPr/>
          <p:nvPr/>
        </p:nvGrpSpPr>
        <p:grpSpPr>
          <a:xfrm>
            <a:off x="6678358" y="3089540"/>
            <a:ext cx="161425" cy="91921"/>
            <a:chOff x="6678358" y="3089540"/>
            <a:chExt cx="161425" cy="91921"/>
          </a:xfrm>
        </p:grpSpPr>
        <p:sp>
          <p:nvSpPr>
            <p:cNvPr id="1106" name="Google Shape;1106;p9"/>
            <p:cNvSpPr/>
            <p:nvPr/>
          </p:nvSpPr>
          <p:spPr>
            <a:xfrm>
              <a:off x="6678358" y="3108436"/>
              <a:ext cx="46355" cy="73025"/>
            </a:xfrm>
            <a:custGeom>
              <a:rect b="b" l="l" r="r" t="t"/>
              <a:pathLst>
                <a:path extrusionOk="0" h="73025" w="46354">
                  <a:moveTo>
                    <a:pt x="4381" y="21097"/>
                  </a:moveTo>
                  <a:lnTo>
                    <a:pt x="1262" y="31420"/>
                  </a:lnTo>
                  <a:lnTo>
                    <a:pt x="0" y="39671"/>
                  </a:lnTo>
                  <a:lnTo>
                    <a:pt x="738" y="47779"/>
                  </a:lnTo>
                  <a:lnTo>
                    <a:pt x="3619" y="57673"/>
                  </a:lnTo>
                  <a:lnTo>
                    <a:pt x="5905" y="64531"/>
                  </a:lnTo>
                  <a:lnTo>
                    <a:pt x="8953" y="72151"/>
                  </a:lnTo>
                  <a:lnTo>
                    <a:pt x="16573" y="72913"/>
                  </a:lnTo>
                  <a:lnTo>
                    <a:pt x="23848" y="72782"/>
                  </a:lnTo>
                  <a:lnTo>
                    <a:pt x="44767" y="33766"/>
                  </a:lnTo>
                  <a:lnTo>
                    <a:pt x="46029" y="20490"/>
                  </a:lnTo>
                  <a:lnTo>
                    <a:pt x="44005" y="8143"/>
                  </a:lnTo>
                  <a:lnTo>
                    <a:pt x="40112" y="3428"/>
                  </a:lnTo>
                  <a:lnTo>
                    <a:pt x="34004" y="714"/>
                  </a:lnTo>
                  <a:lnTo>
                    <a:pt x="27181" y="0"/>
                  </a:lnTo>
                  <a:lnTo>
                    <a:pt x="21145" y="1285"/>
                  </a:lnTo>
                  <a:lnTo>
                    <a:pt x="15049" y="3571"/>
                  </a:lnTo>
                  <a:lnTo>
                    <a:pt x="14287" y="8905"/>
                  </a:lnTo>
                  <a:lnTo>
                    <a:pt x="12763" y="1423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7" name="Google Shape;1107;p9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6753593" y="3089540"/>
              <a:ext cx="86190" cy="902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8" name="Google Shape;1108;p9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014257" y="3067799"/>
            <a:ext cx="120361" cy="112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9" name="Google Shape;1109;p9"/>
          <p:cNvGrpSpPr/>
          <p:nvPr/>
        </p:nvGrpSpPr>
        <p:grpSpPr>
          <a:xfrm>
            <a:off x="4762487" y="3023592"/>
            <a:ext cx="2852953" cy="566202"/>
            <a:chOff x="4762487" y="3023592"/>
            <a:chExt cx="2852953" cy="566202"/>
          </a:xfrm>
        </p:grpSpPr>
        <p:sp>
          <p:nvSpPr>
            <p:cNvPr id="1110" name="Google Shape;1110;p9"/>
            <p:cNvSpPr/>
            <p:nvPr/>
          </p:nvSpPr>
          <p:spPr>
            <a:xfrm>
              <a:off x="7274051" y="3027426"/>
              <a:ext cx="13335" cy="123189"/>
            </a:xfrm>
            <a:custGeom>
              <a:rect b="b" l="l" r="r" t="t"/>
              <a:pathLst>
                <a:path extrusionOk="0" h="123189" w="13334">
                  <a:moveTo>
                    <a:pt x="0" y="0"/>
                  </a:moveTo>
                  <a:lnTo>
                    <a:pt x="1273" y="15299"/>
                  </a:lnTo>
                  <a:lnTo>
                    <a:pt x="2762" y="30384"/>
                  </a:lnTo>
                  <a:lnTo>
                    <a:pt x="4393" y="45327"/>
                  </a:lnTo>
                  <a:lnTo>
                    <a:pt x="6096" y="60198"/>
                  </a:lnTo>
                  <a:lnTo>
                    <a:pt x="7429" y="72199"/>
                  </a:lnTo>
                  <a:lnTo>
                    <a:pt x="8191" y="84201"/>
                  </a:lnTo>
                  <a:lnTo>
                    <a:pt x="8667" y="96202"/>
                  </a:lnTo>
                  <a:lnTo>
                    <a:pt x="9144" y="108204"/>
                  </a:lnTo>
                  <a:lnTo>
                    <a:pt x="9144" y="116586"/>
                  </a:lnTo>
                  <a:lnTo>
                    <a:pt x="8382" y="118110"/>
                  </a:lnTo>
                  <a:lnTo>
                    <a:pt x="12954" y="12268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9"/>
            <p:cNvSpPr/>
            <p:nvPr/>
          </p:nvSpPr>
          <p:spPr>
            <a:xfrm>
              <a:off x="7330439" y="3082290"/>
              <a:ext cx="5715" cy="52069"/>
            </a:xfrm>
            <a:custGeom>
              <a:rect b="b" l="l" r="r" t="t"/>
              <a:pathLst>
                <a:path extrusionOk="0" h="52069" w="5715">
                  <a:moveTo>
                    <a:pt x="0" y="0"/>
                  </a:moveTo>
                  <a:lnTo>
                    <a:pt x="5334" y="40386"/>
                  </a:lnTo>
                  <a:lnTo>
                    <a:pt x="5334" y="45720"/>
                  </a:lnTo>
                  <a:lnTo>
                    <a:pt x="5334" y="5181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9"/>
            <p:cNvSpPr/>
            <p:nvPr/>
          </p:nvSpPr>
          <p:spPr>
            <a:xfrm>
              <a:off x="7321295" y="3029997"/>
              <a:ext cx="17145" cy="10160"/>
            </a:xfrm>
            <a:custGeom>
              <a:rect b="b" l="l" r="r" t="t"/>
              <a:pathLst>
                <a:path extrusionOk="0" h="10160" w="17145">
                  <a:moveTo>
                    <a:pt x="16764" y="3524"/>
                  </a:moveTo>
                  <a:lnTo>
                    <a:pt x="7393" y="940"/>
                  </a:lnTo>
                  <a:lnTo>
                    <a:pt x="2381" y="0"/>
                  </a:lnTo>
                  <a:lnTo>
                    <a:pt x="369" y="2345"/>
                  </a:lnTo>
                  <a:lnTo>
                    <a:pt x="0" y="962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13" name="Google Shape;1113;p9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4762487" y="3074657"/>
              <a:ext cx="2852953" cy="5151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4" name="Google Shape;1114;p9"/>
            <p:cNvSpPr/>
            <p:nvPr/>
          </p:nvSpPr>
          <p:spPr>
            <a:xfrm>
              <a:off x="7370921" y="3064513"/>
              <a:ext cx="62865" cy="76835"/>
            </a:xfrm>
            <a:custGeom>
              <a:rect b="b" l="l" r="r" t="t"/>
              <a:pathLst>
                <a:path extrusionOk="0" h="76835" w="62865">
                  <a:moveTo>
                    <a:pt x="9048" y="44446"/>
                  </a:moveTo>
                  <a:lnTo>
                    <a:pt x="9143" y="50863"/>
                  </a:lnTo>
                  <a:lnTo>
                    <a:pt x="9239" y="57495"/>
                  </a:lnTo>
                  <a:lnTo>
                    <a:pt x="9048" y="64269"/>
                  </a:lnTo>
                  <a:lnTo>
                    <a:pt x="8286" y="71116"/>
                  </a:lnTo>
                  <a:lnTo>
                    <a:pt x="8286" y="72640"/>
                  </a:lnTo>
                  <a:lnTo>
                    <a:pt x="7524" y="74164"/>
                  </a:lnTo>
                  <a:lnTo>
                    <a:pt x="6762" y="76450"/>
                  </a:lnTo>
                  <a:lnTo>
                    <a:pt x="2190" y="73402"/>
                  </a:lnTo>
                  <a:lnTo>
                    <a:pt x="2952" y="71116"/>
                  </a:lnTo>
                  <a:lnTo>
                    <a:pt x="1428" y="64258"/>
                  </a:lnTo>
                  <a:lnTo>
                    <a:pt x="464" y="55221"/>
                  </a:lnTo>
                  <a:lnTo>
                    <a:pt x="0" y="45684"/>
                  </a:lnTo>
                  <a:lnTo>
                    <a:pt x="250" y="36290"/>
                  </a:lnTo>
                  <a:lnTo>
                    <a:pt x="1428" y="27682"/>
                  </a:lnTo>
                  <a:lnTo>
                    <a:pt x="25217" y="0"/>
                  </a:lnTo>
                  <a:lnTo>
                    <a:pt x="31337" y="154"/>
                  </a:lnTo>
                  <a:lnTo>
                    <a:pt x="59400" y="27539"/>
                  </a:lnTo>
                  <a:lnTo>
                    <a:pt x="62388" y="45208"/>
                  </a:lnTo>
                  <a:lnTo>
                    <a:pt x="61626" y="53590"/>
                  </a:lnTo>
                  <a:lnTo>
                    <a:pt x="57816" y="61210"/>
                  </a:lnTo>
                  <a:lnTo>
                    <a:pt x="55530" y="64258"/>
                  </a:lnTo>
                  <a:lnTo>
                    <a:pt x="55530" y="65020"/>
                  </a:lnTo>
                  <a:lnTo>
                    <a:pt x="53244" y="6654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9"/>
            <p:cNvSpPr/>
            <p:nvPr/>
          </p:nvSpPr>
          <p:spPr>
            <a:xfrm>
              <a:off x="7473600" y="3057144"/>
              <a:ext cx="40005" cy="76200"/>
            </a:xfrm>
            <a:custGeom>
              <a:rect b="b" l="l" r="r" t="t"/>
              <a:pathLst>
                <a:path extrusionOk="0" h="76200" w="40004">
                  <a:moveTo>
                    <a:pt x="2381" y="0"/>
                  </a:moveTo>
                  <a:lnTo>
                    <a:pt x="11" y="43362"/>
                  </a:lnTo>
                  <a:lnTo>
                    <a:pt x="0" y="51053"/>
                  </a:lnTo>
                  <a:lnTo>
                    <a:pt x="416" y="58745"/>
                  </a:lnTo>
                  <a:lnTo>
                    <a:pt x="1619" y="66294"/>
                  </a:lnTo>
                  <a:lnTo>
                    <a:pt x="3143" y="75438"/>
                  </a:lnTo>
                  <a:lnTo>
                    <a:pt x="9239" y="76200"/>
                  </a:lnTo>
                  <a:lnTo>
                    <a:pt x="17621" y="76200"/>
                  </a:lnTo>
                  <a:lnTo>
                    <a:pt x="28289" y="76200"/>
                  </a:lnTo>
                  <a:lnTo>
                    <a:pt x="32099" y="71628"/>
                  </a:lnTo>
                  <a:lnTo>
                    <a:pt x="39719" y="6553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9"/>
            <p:cNvSpPr/>
            <p:nvPr/>
          </p:nvSpPr>
          <p:spPr>
            <a:xfrm>
              <a:off x="7466075" y="3023592"/>
              <a:ext cx="60960" cy="38735"/>
            </a:xfrm>
            <a:custGeom>
              <a:rect b="b" l="l" r="r" t="t"/>
              <a:pathLst>
                <a:path extrusionOk="0" h="38735" w="60959">
                  <a:moveTo>
                    <a:pt x="19811" y="38123"/>
                  </a:moveTo>
                  <a:lnTo>
                    <a:pt x="59435" y="22883"/>
                  </a:lnTo>
                  <a:lnTo>
                    <a:pt x="60959" y="18311"/>
                  </a:lnTo>
                  <a:lnTo>
                    <a:pt x="60197" y="10691"/>
                  </a:lnTo>
                  <a:lnTo>
                    <a:pt x="59435" y="3071"/>
                  </a:lnTo>
                  <a:lnTo>
                    <a:pt x="51053" y="23"/>
                  </a:lnTo>
                  <a:lnTo>
                    <a:pt x="44195" y="23"/>
                  </a:lnTo>
                  <a:lnTo>
                    <a:pt x="35813" y="0"/>
                  </a:lnTo>
                  <a:lnTo>
                    <a:pt x="5333" y="22883"/>
                  </a:lnTo>
                  <a:lnTo>
                    <a:pt x="0" y="2745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17" name="Google Shape;1117;p9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7858493" y="3409937"/>
            <a:ext cx="246151" cy="123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9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8272414" y="3420605"/>
            <a:ext cx="155318" cy="914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9" name="Google Shape;1119;p9"/>
          <p:cNvGrpSpPr/>
          <p:nvPr/>
        </p:nvGrpSpPr>
        <p:grpSpPr>
          <a:xfrm>
            <a:off x="8583917" y="3292589"/>
            <a:ext cx="696671" cy="204216"/>
            <a:chOff x="8583917" y="3292589"/>
            <a:chExt cx="696671" cy="204216"/>
          </a:xfrm>
        </p:grpSpPr>
        <p:pic>
          <p:nvPicPr>
            <p:cNvPr id="1120" name="Google Shape;1120;p9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8583917" y="3351941"/>
              <a:ext cx="355117" cy="144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1" name="Google Shape;1121;p9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8971775" y="3292589"/>
              <a:ext cx="308813" cy="14023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22" name="Google Shape;1122;p9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3252203" y="3713213"/>
            <a:ext cx="3521227" cy="221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5493" y="2083104"/>
            <a:ext cx="336829" cy="225767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10"/>
          <p:cNvSpPr/>
          <p:nvPr/>
        </p:nvSpPr>
        <p:spPr>
          <a:xfrm>
            <a:off x="3326891" y="2144267"/>
            <a:ext cx="3810" cy="17145"/>
          </a:xfrm>
          <a:custGeom>
            <a:rect b="b" l="l" r="r" t="t"/>
            <a:pathLst>
              <a:path extrusionOk="0" h="17144" w="3810">
                <a:moveTo>
                  <a:pt x="3810" y="0"/>
                </a:moveTo>
                <a:lnTo>
                  <a:pt x="762" y="9906"/>
                </a:lnTo>
                <a:lnTo>
                  <a:pt x="0" y="10668"/>
                </a:lnTo>
                <a:lnTo>
                  <a:pt x="762" y="1676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0"/>
          <p:cNvSpPr/>
          <p:nvPr/>
        </p:nvSpPr>
        <p:spPr>
          <a:xfrm>
            <a:off x="3348990" y="2235707"/>
            <a:ext cx="16510" cy="15240"/>
          </a:xfrm>
          <a:custGeom>
            <a:rect b="b" l="l" r="r" t="t"/>
            <a:pathLst>
              <a:path extrusionOk="0" h="15239" w="16510">
                <a:moveTo>
                  <a:pt x="0" y="3048"/>
                </a:moveTo>
                <a:lnTo>
                  <a:pt x="0" y="11430"/>
                </a:lnTo>
                <a:lnTo>
                  <a:pt x="3809" y="15240"/>
                </a:lnTo>
                <a:lnTo>
                  <a:pt x="12191" y="15240"/>
                </a:lnTo>
                <a:lnTo>
                  <a:pt x="16001" y="11430"/>
                </a:lnTo>
                <a:lnTo>
                  <a:pt x="16001" y="7620"/>
                </a:lnTo>
                <a:lnTo>
                  <a:pt x="16001" y="3048"/>
                </a:lnTo>
                <a:lnTo>
                  <a:pt x="12191" y="0"/>
                </a:lnTo>
                <a:lnTo>
                  <a:pt x="3809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0" name="Google Shape;1130;p10"/>
          <p:cNvGrpSpPr/>
          <p:nvPr/>
        </p:nvGrpSpPr>
        <p:grpSpPr>
          <a:xfrm>
            <a:off x="3751313" y="2091677"/>
            <a:ext cx="315492" cy="152424"/>
            <a:chOff x="3751313" y="2091677"/>
            <a:chExt cx="315492" cy="152424"/>
          </a:xfrm>
        </p:grpSpPr>
        <p:pic>
          <p:nvPicPr>
            <p:cNvPr id="1131" name="Google Shape;1131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51313" y="2093010"/>
              <a:ext cx="128041" cy="151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2" name="Google Shape;1132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903903" y="2091677"/>
              <a:ext cx="162902" cy="1318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33" name="Google Shape;113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37469" y="2082533"/>
            <a:ext cx="218719" cy="114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4" name="Google Shape;1134;p10"/>
          <p:cNvGrpSpPr/>
          <p:nvPr/>
        </p:nvGrpSpPr>
        <p:grpSpPr>
          <a:xfrm>
            <a:off x="4762487" y="2026907"/>
            <a:ext cx="297967" cy="146329"/>
            <a:chOff x="4762487" y="2026907"/>
            <a:chExt cx="297967" cy="146329"/>
          </a:xfrm>
        </p:grpSpPr>
        <p:pic>
          <p:nvPicPr>
            <p:cNvPr id="1135" name="Google Shape;1135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62487" y="2026907"/>
              <a:ext cx="198466" cy="145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6" name="Google Shape;1136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989563" y="2069579"/>
              <a:ext cx="70891" cy="10365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37" name="Google Shape;1137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85219" y="2057387"/>
            <a:ext cx="217957" cy="128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07367" y="2000237"/>
            <a:ext cx="267487" cy="150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08001" y="1992617"/>
            <a:ext cx="381787" cy="1364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0" name="Google Shape;1140;p10"/>
          <p:cNvGrpSpPr/>
          <p:nvPr/>
        </p:nvGrpSpPr>
        <p:grpSpPr>
          <a:xfrm>
            <a:off x="6856475" y="1997201"/>
            <a:ext cx="431305" cy="140078"/>
            <a:chOff x="6856475" y="1997201"/>
            <a:chExt cx="431305" cy="140078"/>
          </a:xfrm>
        </p:grpSpPr>
        <p:sp>
          <p:nvSpPr>
            <p:cNvPr id="1141" name="Google Shape;1141;p10"/>
            <p:cNvSpPr/>
            <p:nvPr/>
          </p:nvSpPr>
          <p:spPr>
            <a:xfrm>
              <a:off x="6856475" y="2004059"/>
              <a:ext cx="24130" cy="22225"/>
            </a:xfrm>
            <a:custGeom>
              <a:rect b="b" l="l" r="r" t="t"/>
              <a:pathLst>
                <a:path extrusionOk="0" h="22225" w="24129">
                  <a:moveTo>
                    <a:pt x="0" y="0"/>
                  </a:moveTo>
                  <a:lnTo>
                    <a:pt x="6155" y="5274"/>
                  </a:lnTo>
                  <a:lnTo>
                    <a:pt x="12096" y="10763"/>
                  </a:lnTo>
                  <a:lnTo>
                    <a:pt x="17895" y="16394"/>
                  </a:lnTo>
                  <a:lnTo>
                    <a:pt x="23622" y="2209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0"/>
            <p:cNvSpPr/>
            <p:nvPr/>
          </p:nvSpPr>
          <p:spPr>
            <a:xfrm>
              <a:off x="6896861" y="1997201"/>
              <a:ext cx="3175" cy="11430"/>
            </a:xfrm>
            <a:custGeom>
              <a:rect b="b" l="l" r="r" t="t"/>
              <a:pathLst>
                <a:path extrusionOk="0" h="11430" w="3175">
                  <a:moveTo>
                    <a:pt x="0" y="0"/>
                  </a:moveTo>
                  <a:lnTo>
                    <a:pt x="762" y="3810"/>
                  </a:lnTo>
                  <a:lnTo>
                    <a:pt x="1524" y="7620"/>
                  </a:lnTo>
                  <a:lnTo>
                    <a:pt x="3048" y="1143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43" name="Google Shape;1143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938759" y="2013953"/>
              <a:ext cx="349021" cy="1233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4" name="Google Shape;1144;p10"/>
          <p:cNvGrpSpPr/>
          <p:nvPr/>
        </p:nvGrpSpPr>
        <p:grpSpPr>
          <a:xfrm>
            <a:off x="7342632" y="1967484"/>
            <a:ext cx="33274" cy="36830"/>
            <a:chOff x="7342632" y="1967484"/>
            <a:chExt cx="33274" cy="36830"/>
          </a:xfrm>
        </p:grpSpPr>
        <p:sp>
          <p:nvSpPr>
            <p:cNvPr id="1145" name="Google Shape;1145;p10"/>
            <p:cNvSpPr/>
            <p:nvPr/>
          </p:nvSpPr>
          <p:spPr>
            <a:xfrm>
              <a:off x="7342632" y="1967484"/>
              <a:ext cx="5080" cy="36830"/>
            </a:xfrm>
            <a:custGeom>
              <a:rect b="b" l="l" r="r" t="t"/>
              <a:pathLst>
                <a:path extrusionOk="0" h="36830" w="5079">
                  <a:moveTo>
                    <a:pt x="1524" y="0"/>
                  </a:moveTo>
                  <a:lnTo>
                    <a:pt x="3774" y="8727"/>
                  </a:lnTo>
                  <a:lnTo>
                    <a:pt x="4667" y="15525"/>
                  </a:lnTo>
                  <a:lnTo>
                    <a:pt x="3988" y="22181"/>
                  </a:lnTo>
                  <a:lnTo>
                    <a:pt x="1524" y="30480"/>
                  </a:lnTo>
                  <a:lnTo>
                    <a:pt x="0" y="33528"/>
                  </a:lnTo>
                  <a:lnTo>
                    <a:pt x="0" y="34290"/>
                  </a:lnTo>
                  <a:lnTo>
                    <a:pt x="0" y="3657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0"/>
            <p:cNvSpPr/>
            <p:nvPr/>
          </p:nvSpPr>
          <p:spPr>
            <a:xfrm>
              <a:off x="7370826" y="1967484"/>
              <a:ext cx="5080" cy="28575"/>
            </a:xfrm>
            <a:custGeom>
              <a:rect b="b" l="l" r="r" t="t"/>
              <a:pathLst>
                <a:path extrusionOk="0" h="28575" w="5079">
                  <a:moveTo>
                    <a:pt x="1524" y="0"/>
                  </a:moveTo>
                  <a:lnTo>
                    <a:pt x="3536" y="9870"/>
                  </a:lnTo>
                  <a:lnTo>
                    <a:pt x="4476" y="15525"/>
                  </a:lnTo>
                  <a:lnTo>
                    <a:pt x="3559" y="20466"/>
                  </a:lnTo>
                  <a:lnTo>
                    <a:pt x="0" y="2819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7" name="Google Shape;1147;p10"/>
          <p:cNvGrpSpPr/>
          <p:nvPr/>
        </p:nvGrpSpPr>
        <p:grpSpPr>
          <a:xfrm>
            <a:off x="6982206" y="2172461"/>
            <a:ext cx="423684" cy="199657"/>
            <a:chOff x="6982206" y="2172461"/>
            <a:chExt cx="423684" cy="199657"/>
          </a:xfrm>
        </p:grpSpPr>
        <p:sp>
          <p:nvSpPr>
            <p:cNvPr id="1148" name="Google Shape;1148;p10"/>
            <p:cNvSpPr/>
            <p:nvPr/>
          </p:nvSpPr>
          <p:spPr>
            <a:xfrm>
              <a:off x="6982206" y="2172461"/>
              <a:ext cx="299720" cy="49530"/>
            </a:xfrm>
            <a:custGeom>
              <a:rect b="b" l="l" r="r" t="t"/>
              <a:pathLst>
                <a:path extrusionOk="0" h="49530" w="299720">
                  <a:moveTo>
                    <a:pt x="0" y="49529"/>
                  </a:moveTo>
                  <a:lnTo>
                    <a:pt x="16132" y="45350"/>
                  </a:lnTo>
                  <a:lnTo>
                    <a:pt x="32480" y="41814"/>
                  </a:lnTo>
                  <a:lnTo>
                    <a:pt x="48970" y="38707"/>
                  </a:lnTo>
                  <a:lnTo>
                    <a:pt x="65532" y="35813"/>
                  </a:lnTo>
                  <a:lnTo>
                    <a:pt x="94107" y="30694"/>
                  </a:lnTo>
                  <a:lnTo>
                    <a:pt x="151257" y="21026"/>
                  </a:lnTo>
                  <a:lnTo>
                    <a:pt x="203382" y="14049"/>
                  </a:lnTo>
                  <a:lnTo>
                    <a:pt x="250769" y="9477"/>
                  </a:lnTo>
                  <a:lnTo>
                    <a:pt x="274320" y="7619"/>
                  </a:lnTo>
                  <a:lnTo>
                    <a:pt x="282702" y="6857"/>
                  </a:lnTo>
                  <a:lnTo>
                    <a:pt x="291084" y="6095"/>
                  </a:lnTo>
                  <a:lnTo>
                    <a:pt x="299466" y="4571"/>
                  </a:lnTo>
                  <a:lnTo>
                    <a:pt x="290322" y="4571"/>
                  </a:lnTo>
                  <a:lnTo>
                    <a:pt x="284226" y="4571"/>
                  </a:lnTo>
                  <a:lnTo>
                    <a:pt x="275844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49" name="Google Shape;1149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245369" y="2252459"/>
              <a:ext cx="160521" cy="1196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0" name="Google Shape;1150;p10"/>
          <p:cNvGrpSpPr/>
          <p:nvPr/>
        </p:nvGrpSpPr>
        <p:grpSpPr>
          <a:xfrm>
            <a:off x="7612367" y="2177034"/>
            <a:ext cx="1000721" cy="185940"/>
            <a:chOff x="7612367" y="2177034"/>
            <a:chExt cx="1000721" cy="185940"/>
          </a:xfrm>
        </p:grpSpPr>
        <p:pic>
          <p:nvPicPr>
            <p:cNvPr id="1151" name="Google Shape;1151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612367" y="2241029"/>
              <a:ext cx="170713" cy="1219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10"/>
            <p:cNvSpPr/>
            <p:nvPr/>
          </p:nvSpPr>
          <p:spPr>
            <a:xfrm>
              <a:off x="7817072" y="2245899"/>
              <a:ext cx="41910" cy="77470"/>
            </a:xfrm>
            <a:custGeom>
              <a:rect b="b" l="l" r="r" t="t"/>
              <a:pathLst>
                <a:path extrusionOk="0" h="77469" w="41909">
                  <a:moveTo>
                    <a:pt x="29241" y="3524"/>
                  </a:moveTo>
                  <a:lnTo>
                    <a:pt x="22669" y="1512"/>
                  </a:lnTo>
                  <a:lnTo>
                    <a:pt x="16668" y="0"/>
                  </a:lnTo>
                  <a:lnTo>
                    <a:pt x="11239" y="631"/>
                  </a:lnTo>
                  <a:lnTo>
                    <a:pt x="285" y="35528"/>
                  </a:lnTo>
                  <a:lnTo>
                    <a:pt x="0" y="44755"/>
                  </a:lnTo>
                  <a:lnTo>
                    <a:pt x="24574" y="76866"/>
                  </a:lnTo>
                  <a:lnTo>
                    <a:pt x="33111" y="76366"/>
                  </a:lnTo>
                  <a:lnTo>
                    <a:pt x="41433" y="7515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0"/>
            <p:cNvSpPr/>
            <p:nvPr/>
          </p:nvSpPr>
          <p:spPr>
            <a:xfrm>
              <a:off x="7862315" y="2267712"/>
              <a:ext cx="43180" cy="51435"/>
            </a:xfrm>
            <a:custGeom>
              <a:rect b="b" l="l" r="r" t="t"/>
              <a:pathLst>
                <a:path extrusionOk="0" h="51435" w="43179">
                  <a:moveTo>
                    <a:pt x="18288" y="10667"/>
                  </a:moveTo>
                  <a:lnTo>
                    <a:pt x="9144" y="7619"/>
                  </a:lnTo>
                  <a:lnTo>
                    <a:pt x="8382" y="6095"/>
                  </a:lnTo>
                  <a:lnTo>
                    <a:pt x="3810" y="6095"/>
                  </a:lnTo>
                  <a:lnTo>
                    <a:pt x="0" y="13715"/>
                  </a:lnTo>
                  <a:lnTo>
                    <a:pt x="762" y="19049"/>
                  </a:lnTo>
                  <a:lnTo>
                    <a:pt x="762" y="27431"/>
                  </a:lnTo>
                  <a:lnTo>
                    <a:pt x="24574" y="51434"/>
                  </a:lnTo>
                  <a:lnTo>
                    <a:pt x="31146" y="49744"/>
                  </a:lnTo>
                  <a:lnTo>
                    <a:pt x="36576" y="46481"/>
                  </a:lnTo>
                  <a:lnTo>
                    <a:pt x="40088" y="41588"/>
                  </a:lnTo>
                  <a:lnTo>
                    <a:pt x="42386" y="34766"/>
                  </a:lnTo>
                  <a:lnTo>
                    <a:pt x="43112" y="27515"/>
                  </a:lnTo>
                  <a:lnTo>
                    <a:pt x="41910" y="21335"/>
                  </a:lnTo>
                  <a:lnTo>
                    <a:pt x="17526" y="0"/>
                  </a:lnTo>
                  <a:lnTo>
                    <a:pt x="19812" y="1523"/>
                  </a:lnTo>
                  <a:lnTo>
                    <a:pt x="22098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0"/>
            <p:cNvSpPr/>
            <p:nvPr/>
          </p:nvSpPr>
          <p:spPr>
            <a:xfrm>
              <a:off x="7938515" y="2253234"/>
              <a:ext cx="56515" cy="59055"/>
            </a:xfrm>
            <a:custGeom>
              <a:rect b="b" l="l" r="r" t="t"/>
              <a:pathLst>
                <a:path extrusionOk="0" h="59055" w="56515">
                  <a:moveTo>
                    <a:pt x="0" y="11429"/>
                  </a:moveTo>
                  <a:lnTo>
                    <a:pt x="702" y="18740"/>
                  </a:lnTo>
                  <a:lnTo>
                    <a:pt x="1619" y="25907"/>
                  </a:lnTo>
                  <a:lnTo>
                    <a:pt x="2678" y="33075"/>
                  </a:lnTo>
                  <a:lnTo>
                    <a:pt x="3810" y="40385"/>
                  </a:lnTo>
                  <a:lnTo>
                    <a:pt x="4572" y="45719"/>
                  </a:lnTo>
                  <a:lnTo>
                    <a:pt x="6096" y="51815"/>
                  </a:lnTo>
                  <a:lnTo>
                    <a:pt x="6096" y="57149"/>
                  </a:lnTo>
                  <a:lnTo>
                    <a:pt x="6096" y="57911"/>
                  </a:lnTo>
                  <a:lnTo>
                    <a:pt x="6096" y="58673"/>
                  </a:lnTo>
                  <a:lnTo>
                    <a:pt x="5334" y="51053"/>
                  </a:lnTo>
                  <a:lnTo>
                    <a:pt x="3810" y="42671"/>
                  </a:lnTo>
                  <a:lnTo>
                    <a:pt x="19812" y="6857"/>
                  </a:lnTo>
                  <a:lnTo>
                    <a:pt x="35052" y="0"/>
                  </a:lnTo>
                  <a:lnTo>
                    <a:pt x="41910" y="1523"/>
                  </a:lnTo>
                  <a:lnTo>
                    <a:pt x="49208" y="5584"/>
                  </a:lnTo>
                  <a:lnTo>
                    <a:pt x="53435" y="12287"/>
                  </a:lnTo>
                  <a:lnTo>
                    <a:pt x="55518" y="20276"/>
                  </a:lnTo>
                  <a:lnTo>
                    <a:pt x="56388" y="28193"/>
                  </a:lnTo>
                  <a:lnTo>
                    <a:pt x="56388" y="36575"/>
                  </a:lnTo>
                  <a:lnTo>
                    <a:pt x="54102" y="42671"/>
                  </a:lnTo>
                  <a:lnTo>
                    <a:pt x="51816" y="50291"/>
                  </a:lnTo>
                  <a:lnTo>
                    <a:pt x="51816" y="51053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0"/>
            <p:cNvSpPr/>
            <p:nvPr/>
          </p:nvSpPr>
          <p:spPr>
            <a:xfrm>
              <a:off x="8025348" y="2215134"/>
              <a:ext cx="59055" cy="86360"/>
            </a:xfrm>
            <a:custGeom>
              <a:rect b="b" l="l" r="r" t="t"/>
              <a:pathLst>
                <a:path extrusionOk="0" h="86360" w="59054">
                  <a:moveTo>
                    <a:pt x="29753" y="17525"/>
                  </a:moveTo>
                  <a:lnTo>
                    <a:pt x="25943" y="9905"/>
                  </a:lnTo>
                  <a:lnTo>
                    <a:pt x="25181" y="2285"/>
                  </a:lnTo>
                  <a:lnTo>
                    <a:pt x="16799" y="761"/>
                  </a:lnTo>
                  <a:lnTo>
                    <a:pt x="10703" y="0"/>
                  </a:lnTo>
                  <a:lnTo>
                    <a:pt x="6131" y="15239"/>
                  </a:lnTo>
                  <a:lnTo>
                    <a:pt x="4607" y="19049"/>
                  </a:lnTo>
                  <a:lnTo>
                    <a:pt x="2309" y="26967"/>
                  </a:lnTo>
                  <a:lnTo>
                    <a:pt x="511" y="35528"/>
                  </a:lnTo>
                  <a:lnTo>
                    <a:pt x="0" y="44231"/>
                  </a:lnTo>
                  <a:lnTo>
                    <a:pt x="1559" y="52577"/>
                  </a:lnTo>
                  <a:lnTo>
                    <a:pt x="35968" y="65008"/>
                  </a:lnTo>
                  <a:lnTo>
                    <a:pt x="43088" y="64960"/>
                  </a:lnTo>
                  <a:lnTo>
                    <a:pt x="50208" y="65198"/>
                  </a:lnTo>
                  <a:lnTo>
                    <a:pt x="57185" y="66293"/>
                  </a:lnTo>
                  <a:lnTo>
                    <a:pt x="57947" y="67055"/>
                  </a:lnTo>
                  <a:lnTo>
                    <a:pt x="58709" y="67055"/>
                  </a:lnTo>
                  <a:lnTo>
                    <a:pt x="54137" y="73151"/>
                  </a:lnTo>
                  <a:lnTo>
                    <a:pt x="50327" y="74675"/>
                  </a:lnTo>
                  <a:lnTo>
                    <a:pt x="41945" y="76961"/>
                  </a:lnTo>
                  <a:lnTo>
                    <a:pt x="34385" y="79783"/>
                  </a:lnTo>
                  <a:lnTo>
                    <a:pt x="26610" y="82391"/>
                  </a:lnTo>
                  <a:lnTo>
                    <a:pt x="18692" y="84570"/>
                  </a:lnTo>
                  <a:lnTo>
                    <a:pt x="10703" y="86105"/>
                  </a:lnTo>
                  <a:lnTo>
                    <a:pt x="5369" y="86105"/>
                  </a:lnTo>
                  <a:lnTo>
                    <a:pt x="8417" y="80009"/>
                  </a:lnTo>
                  <a:lnTo>
                    <a:pt x="8417" y="7696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0"/>
            <p:cNvSpPr/>
            <p:nvPr/>
          </p:nvSpPr>
          <p:spPr>
            <a:xfrm>
              <a:off x="8100417" y="2196846"/>
              <a:ext cx="12065" cy="100330"/>
            </a:xfrm>
            <a:custGeom>
              <a:rect b="b" l="l" r="r" t="t"/>
              <a:pathLst>
                <a:path extrusionOk="0" h="100330" w="12065">
                  <a:moveTo>
                    <a:pt x="1928" y="0"/>
                  </a:moveTo>
                  <a:lnTo>
                    <a:pt x="619" y="9477"/>
                  </a:lnTo>
                  <a:lnTo>
                    <a:pt x="23" y="18668"/>
                  </a:lnTo>
                  <a:lnTo>
                    <a:pt x="0" y="27860"/>
                  </a:lnTo>
                  <a:lnTo>
                    <a:pt x="404" y="37338"/>
                  </a:lnTo>
                  <a:lnTo>
                    <a:pt x="809" y="49208"/>
                  </a:lnTo>
                  <a:lnTo>
                    <a:pt x="1928" y="60864"/>
                  </a:lnTo>
                  <a:lnTo>
                    <a:pt x="3619" y="72378"/>
                  </a:lnTo>
                  <a:lnTo>
                    <a:pt x="5738" y="83820"/>
                  </a:lnTo>
                  <a:lnTo>
                    <a:pt x="7262" y="91440"/>
                  </a:lnTo>
                  <a:lnTo>
                    <a:pt x="7262" y="94488"/>
                  </a:lnTo>
                  <a:lnTo>
                    <a:pt x="11834" y="9982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0"/>
            <p:cNvSpPr/>
            <p:nvPr/>
          </p:nvSpPr>
          <p:spPr>
            <a:xfrm>
              <a:off x="8093963" y="2238756"/>
              <a:ext cx="187960" cy="62230"/>
            </a:xfrm>
            <a:custGeom>
              <a:rect b="b" l="l" r="r" t="t"/>
              <a:pathLst>
                <a:path extrusionOk="0" h="62230" w="187959">
                  <a:moveTo>
                    <a:pt x="0" y="16763"/>
                  </a:moveTo>
                  <a:lnTo>
                    <a:pt x="37338" y="2285"/>
                  </a:lnTo>
                  <a:lnTo>
                    <a:pt x="45208" y="1928"/>
                  </a:lnTo>
                  <a:lnTo>
                    <a:pt x="52863" y="2285"/>
                  </a:lnTo>
                  <a:lnTo>
                    <a:pt x="84641" y="24002"/>
                  </a:lnTo>
                  <a:lnTo>
                    <a:pt x="89916" y="46481"/>
                  </a:lnTo>
                  <a:lnTo>
                    <a:pt x="87630" y="51053"/>
                  </a:lnTo>
                  <a:lnTo>
                    <a:pt x="85344" y="54101"/>
                  </a:lnTo>
                  <a:lnTo>
                    <a:pt x="83820" y="54101"/>
                  </a:lnTo>
                  <a:lnTo>
                    <a:pt x="80772" y="54863"/>
                  </a:lnTo>
                  <a:lnTo>
                    <a:pt x="79248" y="51815"/>
                  </a:lnTo>
                  <a:lnTo>
                    <a:pt x="77724" y="46481"/>
                  </a:lnTo>
                  <a:lnTo>
                    <a:pt x="78486" y="41147"/>
                  </a:lnTo>
                  <a:lnTo>
                    <a:pt x="101346" y="4571"/>
                  </a:lnTo>
                  <a:lnTo>
                    <a:pt x="121920" y="0"/>
                  </a:lnTo>
                  <a:lnTo>
                    <a:pt x="121920" y="7619"/>
                  </a:lnTo>
                  <a:lnTo>
                    <a:pt x="122682" y="13715"/>
                  </a:lnTo>
                  <a:lnTo>
                    <a:pt x="122372" y="23907"/>
                  </a:lnTo>
                  <a:lnTo>
                    <a:pt x="121348" y="35242"/>
                  </a:lnTo>
                  <a:lnTo>
                    <a:pt x="121181" y="46291"/>
                  </a:lnTo>
                  <a:lnTo>
                    <a:pt x="123444" y="55625"/>
                  </a:lnTo>
                  <a:lnTo>
                    <a:pt x="125730" y="61721"/>
                  </a:lnTo>
                  <a:lnTo>
                    <a:pt x="137922" y="57911"/>
                  </a:lnTo>
                  <a:lnTo>
                    <a:pt x="162306" y="19049"/>
                  </a:lnTo>
                  <a:lnTo>
                    <a:pt x="165354" y="3047"/>
                  </a:lnTo>
                  <a:lnTo>
                    <a:pt x="163830" y="6095"/>
                  </a:lnTo>
                  <a:lnTo>
                    <a:pt x="163830" y="5333"/>
                  </a:lnTo>
                  <a:lnTo>
                    <a:pt x="161544" y="39623"/>
                  </a:lnTo>
                  <a:lnTo>
                    <a:pt x="161544" y="48005"/>
                  </a:lnTo>
                  <a:lnTo>
                    <a:pt x="164592" y="52577"/>
                  </a:lnTo>
                  <a:lnTo>
                    <a:pt x="173736" y="53339"/>
                  </a:lnTo>
                  <a:lnTo>
                    <a:pt x="179832" y="54101"/>
                  </a:lnTo>
                  <a:lnTo>
                    <a:pt x="182880" y="51815"/>
                  </a:lnTo>
                  <a:lnTo>
                    <a:pt x="187452" y="4876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0"/>
            <p:cNvSpPr/>
            <p:nvPr/>
          </p:nvSpPr>
          <p:spPr>
            <a:xfrm>
              <a:off x="8280427" y="2177034"/>
              <a:ext cx="102870" cy="113030"/>
            </a:xfrm>
            <a:custGeom>
              <a:rect b="b" l="l" r="r" t="t"/>
              <a:pathLst>
                <a:path extrusionOk="0" h="113030" w="102870">
                  <a:moveTo>
                    <a:pt x="38326" y="55625"/>
                  </a:moveTo>
                  <a:lnTo>
                    <a:pt x="6322" y="76961"/>
                  </a:lnTo>
                  <a:lnTo>
                    <a:pt x="0" y="99036"/>
                  </a:lnTo>
                  <a:lnTo>
                    <a:pt x="2512" y="105917"/>
                  </a:lnTo>
                  <a:lnTo>
                    <a:pt x="8465" y="110299"/>
                  </a:lnTo>
                  <a:lnTo>
                    <a:pt x="16990" y="112394"/>
                  </a:lnTo>
                  <a:lnTo>
                    <a:pt x="26086" y="112775"/>
                  </a:lnTo>
                  <a:lnTo>
                    <a:pt x="33754" y="112013"/>
                  </a:lnTo>
                  <a:lnTo>
                    <a:pt x="69568" y="89153"/>
                  </a:lnTo>
                  <a:lnTo>
                    <a:pt x="84046" y="43433"/>
                  </a:lnTo>
                  <a:lnTo>
                    <a:pt x="87094" y="2285"/>
                  </a:lnTo>
                  <a:lnTo>
                    <a:pt x="87094" y="1523"/>
                  </a:lnTo>
                  <a:lnTo>
                    <a:pt x="87094" y="761"/>
                  </a:lnTo>
                  <a:lnTo>
                    <a:pt x="87094" y="0"/>
                  </a:lnTo>
                  <a:lnTo>
                    <a:pt x="85272" y="9596"/>
                  </a:lnTo>
                  <a:lnTo>
                    <a:pt x="83379" y="19049"/>
                  </a:lnTo>
                  <a:lnTo>
                    <a:pt x="78426" y="60674"/>
                  </a:lnTo>
                  <a:lnTo>
                    <a:pt x="78414" y="72497"/>
                  </a:lnTo>
                  <a:lnTo>
                    <a:pt x="79474" y="83819"/>
                  </a:lnTo>
                  <a:lnTo>
                    <a:pt x="80998" y="90677"/>
                  </a:lnTo>
                  <a:lnTo>
                    <a:pt x="85570" y="101345"/>
                  </a:lnTo>
                  <a:lnTo>
                    <a:pt x="93190" y="102869"/>
                  </a:lnTo>
                  <a:lnTo>
                    <a:pt x="100810" y="104393"/>
                  </a:lnTo>
                  <a:lnTo>
                    <a:pt x="98524" y="102107"/>
                  </a:lnTo>
                  <a:lnTo>
                    <a:pt x="102334" y="9829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0"/>
            <p:cNvSpPr/>
            <p:nvPr/>
          </p:nvSpPr>
          <p:spPr>
            <a:xfrm>
              <a:off x="8367521" y="2238756"/>
              <a:ext cx="64769" cy="29209"/>
            </a:xfrm>
            <a:custGeom>
              <a:rect b="b" l="l" r="r" t="t"/>
              <a:pathLst>
                <a:path extrusionOk="0" h="29210" w="64770">
                  <a:moveTo>
                    <a:pt x="0" y="12953"/>
                  </a:moveTo>
                  <a:lnTo>
                    <a:pt x="41910" y="2285"/>
                  </a:lnTo>
                  <a:lnTo>
                    <a:pt x="47244" y="761"/>
                  </a:lnTo>
                  <a:lnTo>
                    <a:pt x="51816" y="0"/>
                  </a:lnTo>
                  <a:lnTo>
                    <a:pt x="52577" y="0"/>
                  </a:lnTo>
                  <a:lnTo>
                    <a:pt x="53340" y="0"/>
                  </a:lnTo>
                  <a:lnTo>
                    <a:pt x="54102" y="3047"/>
                  </a:lnTo>
                  <a:lnTo>
                    <a:pt x="53340" y="6857"/>
                  </a:lnTo>
                  <a:lnTo>
                    <a:pt x="54102" y="10667"/>
                  </a:lnTo>
                  <a:lnTo>
                    <a:pt x="54864" y="15239"/>
                  </a:lnTo>
                  <a:lnTo>
                    <a:pt x="57912" y="25145"/>
                  </a:lnTo>
                  <a:lnTo>
                    <a:pt x="61722" y="27431"/>
                  </a:lnTo>
                  <a:lnTo>
                    <a:pt x="63246" y="28955"/>
                  </a:lnTo>
                  <a:lnTo>
                    <a:pt x="64769" y="2895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10"/>
            <p:cNvSpPr/>
            <p:nvPr/>
          </p:nvSpPr>
          <p:spPr>
            <a:xfrm>
              <a:off x="8423147" y="2186178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61" name="Google Shape;1161;p1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465045" y="2211882"/>
              <a:ext cx="148043" cy="7031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2" name="Google Shape;1162;p10"/>
          <p:cNvGrpSpPr/>
          <p:nvPr/>
        </p:nvGrpSpPr>
        <p:grpSpPr>
          <a:xfrm>
            <a:off x="9124937" y="3092183"/>
            <a:ext cx="269011" cy="115087"/>
            <a:chOff x="9124937" y="3092183"/>
            <a:chExt cx="269011" cy="115087"/>
          </a:xfrm>
        </p:grpSpPr>
        <p:pic>
          <p:nvPicPr>
            <p:cNvPr id="1163" name="Google Shape;1163;p1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124937" y="3100565"/>
              <a:ext cx="118135" cy="1067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4" name="Google Shape;1164;p1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9265145" y="3092183"/>
              <a:ext cx="128803" cy="10289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65" name="Google Shape;1165;p1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457931" y="3047225"/>
            <a:ext cx="395503" cy="1219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6" name="Google Shape;1166;p10"/>
          <p:cNvGrpSpPr/>
          <p:nvPr/>
        </p:nvGrpSpPr>
        <p:grpSpPr>
          <a:xfrm>
            <a:off x="2625089" y="3065526"/>
            <a:ext cx="663195" cy="212724"/>
            <a:chOff x="2625089" y="3065526"/>
            <a:chExt cx="663195" cy="212724"/>
          </a:xfrm>
        </p:grpSpPr>
        <p:sp>
          <p:nvSpPr>
            <p:cNvPr id="1167" name="Google Shape;1167;p10"/>
            <p:cNvSpPr/>
            <p:nvPr/>
          </p:nvSpPr>
          <p:spPr>
            <a:xfrm>
              <a:off x="2659320" y="3065526"/>
              <a:ext cx="9525" cy="144780"/>
            </a:xfrm>
            <a:custGeom>
              <a:rect b="b" l="l" r="r" t="t"/>
              <a:pathLst>
                <a:path extrusionOk="0" h="144780" w="9525">
                  <a:moveTo>
                    <a:pt x="59" y="0"/>
                  </a:moveTo>
                  <a:lnTo>
                    <a:pt x="0" y="12573"/>
                  </a:lnTo>
                  <a:lnTo>
                    <a:pt x="726" y="25146"/>
                  </a:lnTo>
                  <a:lnTo>
                    <a:pt x="1881" y="37719"/>
                  </a:lnTo>
                  <a:lnTo>
                    <a:pt x="3107" y="50292"/>
                  </a:lnTo>
                  <a:lnTo>
                    <a:pt x="4441" y="65151"/>
                  </a:lnTo>
                  <a:lnTo>
                    <a:pt x="5203" y="80010"/>
                  </a:lnTo>
                  <a:lnTo>
                    <a:pt x="5679" y="94869"/>
                  </a:lnTo>
                  <a:lnTo>
                    <a:pt x="6155" y="109728"/>
                  </a:lnTo>
                  <a:lnTo>
                    <a:pt x="6631" y="118169"/>
                  </a:lnTo>
                  <a:lnTo>
                    <a:pt x="7108" y="126396"/>
                  </a:lnTo>
                  <a:lnTo>
                    <a:pt x="7870" y="134481"/>
                  </a:lnTo>
                  <a:lnTo>
                    <a:pt x="9203" y="142494"/>
                  </a:lnTo>
                  <a:lnTo>
                    <a:pt x="9203" y="143256"/>
                  </a:lnTo>
                  <a:lnTo>
                    <a:pt x="9203" y="144018"/>
                  </a:lnTo>
                  <a:lnTo>
                    <a:pt x="9203" y="14478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0"/>
            <p:cNvSpPr/>
            <p:nvPr/>
          </p:nvSpPr>
          <p:spPr>
            <a:xfrm>
              <a:off x="2625089" y="3068097"/>
              <a:ext cx="138430" cy="170815"/>
            </a:xfrm>
            <a:custGeom>
              <a:rect b="b" l="l" r="r" t="t"/>
              <a:pathLst>
                <a:path extrusionOk="0" h="170814" w="138430">
                  <a:moveTo>
                    <a:pt x="0" y="2762"/>
                  </a:moveTo>
                  <a:lnTo>
                    <a:pt x="12918" y="916"/>
                  </a:lnTo>
                  <a:lnTo>
                    <a:pt x="25622" y="0"/>
                  </a:lnTo>
                  <a:lnTo>
                    <a:pt x="38469" y="83"/>
                  </a:lnTo>
                  <a:lnTo>
                    <a:pt x="83629" y="10572"/>
                  </a:lnTo>
                  <a:lnTo>
                    <a:pt x="122170" y="37647"/>
                  </a:lnTo>
                  <a:lnTo>
                    <a:pt x="137922" y="75152"/>
                  </a:lnTo>
                  <a:lnTo>
                    <a:pt x="137552" y="88772"/>
                  </a:lnTo>
                  <a:lnTo>
                    <a:pt x="121158" y="123920"/>
                  </a:lnTo>
                  <a:lnTo>
                    <a:pt x="89225" y="155638"/>
                  </a:lnTo>
                  <a:lnTo>
                    <a:pt x="57673" y="170735"/>
                  </a:lnTo>
                  <a:lnTo>
                    <a:pt x="51816" y="169640"/>
                  </a:lnTo>
                  <a:lnTo>
                    <a:pt x="47244" y="167354"/>
                  </a:lnTo>
                  <a:lnTo>
                    <a:pt x="48006" y="158972"/>
                  </a:lnTo>
                  <a:lnTo>
                    <a:pt x="48006" y="15516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0"/>
            <p:cNvSpPr/>
            <p:nvPr/>
          </p:nvSpPr>
          <p:spPr>
            <a:xfrm>
              <a:off x="2797206" y="3115056"/>
              <a:ext cx="67310" cy="125095"/>
            </a:xfrm>
            <a:custGeom>
              <a:rect b="b" l="l" r="r" t="t"/>
              <a:pathLst>
                <a:path extrusionOk="0" h="125094" w="67310">
                  <a:moveTo>
                    <a:pt x="35147" y="38862"/>
                  </a:moveTo>
                  <a:lnTo>
                    <a:pt x="35849" y="31384"/>
                  </a:lnTo>
                  <a:lnTo>
                    <a:pt x="36195" y="25336"/>
                  </a:lnTo>
                  <a:lnTo>
                    <a:pt x="35254" y="19573"/>
                  </a:lnTo>
                  <a:lnTo>
                    <a:pt x="32099" y="12954"/>
                  </a:lnTo>
                  <a:lnTo>
                    <a:pt x="29813" y="8382"/>
                  </a:lnTo>
                  <a:lnTo>
                    <a:pt x="25241" y="1524"/>
                  </a:lnTo>
                  <a:lnTo>
                    <a:pt x="19907" y="0"/>
                  </a:lnTo>
                  <a:lnTo>
                    <a:pt x="14692" y="1476"/>
                  </a:lnTo>
                  <a:lnTo>
                    <a:pt x="3619" y="50292"/>
                  </a:lnTo>
                  <a:lnTo>
                    <a:pt x="1619" y="81534"/>
                  </a:lnTo>
                  <a:lnTo>
                    <a:pt x="702" y="90868"/>
                  </a:lnTo>
                  <a:lnTo>
                    <a:pt x="0" y="103060"/>
                  </a:lnTo>
                  <a:lnTo>
                    <a:pt x="869" y="114966"/>
                  </a:lnTo>
                  <a:lnTo>
                    <a:pt x="4667" y="123444"/>
                  </a:lnTo>
                  <a:lnTo>
                    <a:pt x="10441" y="124825"/>
                  </a:lnTo>
                  <a:lnTo>
                    <a:pt x="16573" y="120205"/>
                  </a:lnTo>
                  <a:lnTo>
                    <a:pt x="35052" y="86201"/>
                  </a:lnTo>
                  <a:lnTo>
                    <a:pt x="42291" y="47910"/>
                  </a:lnTo>
                  <a:lnTo>
                    <a:pt x="42517" y="40183"/>
                  </a:lnTo>
                  <a:lnTo>
                    <a:pt x="41243" y="33528"/>
                  </a:lnTo>
                  <a:lnTo>
                    <a:pt x="39719" y="29718"/>
                  </a:lnTo>
                  <a:lnTo>
                    <a:pt x="39719" y="32766"/>
                  </a:lnTo>
                  <a:lnTo>
                    <a:pt x="38195" y="32004"/>
                  </a:lnTo>
                  <a:lnTo>
                    <a:pt x="37659" y="38409"/>
                  </a:lnTo>
                  <a:lnTo>
                    <a:pt x="37338" y="44958"/>
                  </a:lnTo>
                  <a:lnTo>
                    <a:pt x="37445" y="51506"/>
                  </a:lnTo>
                  <a:lnTo>
                    <a:pt x="48863" y="89916"/>
                  </a:lnTo>
                  <a:lnTo>
                    <a:pt x="58769" y="100584"/>
                  </a:lnTo>
                  <a:lnTo>
                    <a:pt x="64103" y="96012"/>
                  </a:lnTo>
                  <a:lnTo>
                    <a:pt x="64865" y="94488"/>
                  </a:lnTo>
                  <a:lnTo>
                    <a:pt x="66389" y="92202"/>
                  </a:lnTo>
                  <a:lnTo>
                    <a:pt x="67151" y="9067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0"/>
            <p:cNvSpPr/>
            <p:nvPr/>
          </p:nvSpPr>
          <p:spPr>
            <a:xfrm>
              <a:off x="2879597" y="3092958"/>
              <a:ext cx="20320" cy="120650"/>
            </a:xfrm>
            <a:custGeom>
              <a:rect b="b" l="l" r="r" t="t"/>
              <a:pathLst>
                <a:path extrusionOk="0" h="120650" w="20319">
                  <a:moveTo>
                    <a:pt x="0" y="0"/>
                  </a:moveTo>
                  <a:lnTo>
                    <a:pt x="607" y="12203"/>
                  </a:lnTo>
                  <a:lnTo>
                    <a:pt x="1428" y="23907"/>
                  </a:lnTo>
                  <a:lnTo>
                    <a:pt x="2678" y="35468"/>
                  </a:lnTo>
                  <a:lnTo>
                    <a:pt x="4572" y="47244"/>
                  </a:lnTo>
                  <a:lnTo>
                    <a:pt x="6167" y="59364"/>
                  </a:lnTo>
                  <a:lnTo>
                    <a:pt x="12906" y="110537"/>
                  </a:lnTo>
                  <a:lnTo>
                    <a:pt x="15382" y="120443"/>
                  </a:lnTo>
                  <a:lnTo>
                    <a:pt x="16764" y="120396"/>
                  </a:lnTo>
                  <a:lnTo>
                    <a:pt x="19050" y="120396"/>
                  </a:lnTo>
                  <a:lnTo>
                    <a:pt x="19812" y="119634"/>
                  </a:lnTo>
                  <a:lnTo>
                    <a:pt x="19812" y="115823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0"/>
            <p:cNvSpPr/>
            <p:nvPr/>
          </p:nvSpPr>
          <p:spPr>
            <a:xfrm>
              <a:off x="2871977" y="3132582"/>
              <a:ext cx="52705" cy="10160"/>
            </a:xfrm>
            <a:custGeom>
              <a:rect b="b" l="l" r="r" t="t"/>
              <a:pathLst>
                <a:path extrusionOk="0" h="10160" w="52705">
                  <a:moveTo>
                    <a:pt x="0" y="9144"/>
                  </a:moveTo>
                  <a:lnTo>
                    <a:pt x="13037" y="9798"/>
                  </a:lnTo>
                  <a:lnTo>
                    <a:pt x="23717" y="9239"/>
                  </a:lnTo>
                  <a:lnTo>
                    <a:pt x="33968" y="7108"/>
                  </a:lnTo>
                  <a:lnTo>
                    <a:pt x="45720" y="3048"/>
                  </a:lnTo>
                  <a:lnTo>
                    <a:pt x="48006" y="1524"/>
                  </a:lnTo>
                  <a:lnTo>
                    <a:pt x="50292" y="762"/>
                  </a:lnTo>
                  <a:lnTo>
                    <a:pt x="52577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0"/>
            <p:cNvSpPr/>
            <p:nvPr/>
          </p:nvSpPr>
          <p:spPr>
            <a:xfrm>
              <a:off x="2947404" y="3120390"/>
              <a:ext cx="94615" cy="91440"/>
            </a:xfrm>
            <a:custGeom>
              <a:rect b="b" l="l" r="r" t="t"/>
              <a:pathLst>
                <a:path extrusionOk="0" h="91439" w="94614">
                  <a:moveTo>
                    <a:pt x="47255" y="58674"/>
                  </a:moveTo>
                  <a:lnTo>
                    <a:pt x="44767" y="51030"/>
                  </a:lnTo>
                  <a:lnTo>
                    <a:pt x="42779" y="43815"/>
                  </a:lnTo>
                  <a:lnTo>
                    <a:pt x="40933" y="36599"/>
                  </a:lnTo>
                  <a:lnTo>
                    <a:pt x="38873" y="28956"/>
                  </a:lnTo>
                  <a:lnTo>
                    <a:pt x="36587" y="21336"/>
                  </a:lnTo>
                  <a:lnTo>
                    <a:pt x="32777" y="14478"/>
                  </a:lnTo>
                  <a:lnTo>
                    <a:pt x="28205" y="7620"/>
                  </a:lnTo>
                  <a:lnTo>
                    <a:pt x="25157" y="3810"/>
                  </a:lnTo>
                  <a:lnTo>
                    <a:pt x="23633" y="0"/>
                  </a:lnTo>
                  <a:lnTo>
                    <a:pt x="18299" y="0"/>
                  </a:lnTo>
                  <a:lnTo>
                    <a:pt x="13715" y="2928"/>
                  </a:lnTo>
                  <a:lnTo>
                    <a:pt x="1059" y="49244"/>
                  </a:lnTo>
                  <a:lnTo>
                    <a:pt x="0" y="62614"/>
                  </a:lnTo>
                  <a:lnTo>
                    <a:pt x="11" y="76200"/>
                  </a:lnTo>
                  <a:lnTo>
                    <a:pt x="11" y="83820"/>
                  </a:lnTo>
                  <a:lnTo>
                    <a:pt x="3059" y="91440"/>
                  </a:lnTo>
                  <a:lnTo>
                    <a:pt x="12203" y="88392"/>
                  </a:lnTo>
                  <a:lnTo>
                    <a:pt x="20443" y="82986"/>
                  </a:lnTo>
                  <a:lnTo>
                    <a:pt x="43576" y="48625"/>
                  </a:lnTo>
                  <a:lnTo>
                    <a:pt x="51827" y="19050"/>
                  </a:lnTo>
                  <a:lnTo>
                    <a:pt x="51827" y="16002"/>
                  </a:lnTo>
                  <a:lnTo>
                    <a:pt x="51827" y="12192"/>
                  </a:lnTo>
                  <a:lnTo>
                    <a:pt x="51827" y="9144"/>
                  </a:lnTo>
                  <a:lnTo>
                    <a:pt x="49541" y="16764"/>
                  </a:lnTo>
                  <a:lnTo>
                    <a:pt x="48017" y="22098"/>
                  </a:lnTo>
                  <a:lnTo>
                    <a:pt x="48017" y="30480"/>
                  </a:lnTo>
                  <a:lnTo>
                    <a:pt x="70401" y="65913"/>
                  </a:lnTo>
                  <a:lnTo>
                    <a:pt x="78581" y="66722"/>
                  </a:lnTo>
                  <a:lnTo>
                    <a:pt x="86117" y="65532"/>
                  </a:lnTo>
                  <a:lnTo>
                    <a:pt x="88403" y="64008"/>
                  </a:lnTo>
                  <a:lnTo>
                    <a:pt x="91451" y="62484"/>
                  </a:lnTo>
                  <a:lnTo>
                    <a:pt x="94499" y="6096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0"/>
            <p:cNvSpPr/>
            <p:nvPr/>
          </p:nvSpPr>
          <p:spPr>
            <a:xfrm>
              <a:off x="3053774" y="3083052"/>
              <a:ext cx="59055" cy="107314"/>
            </a:xfrm>
            <a:custGeom>
              <a:rect b="b" l="l" r="r" t="t"/>
              <a:pathLst>
                <a:path extrusionOk="0" h="107314" w="59055">
                  <a:moveTo>
                    <a:pt x="42993" y="19050"/>
                  </a:moveTo>
                  <a:lnTo>
                    <a:pt x="40147" y="14358"/>
                  </a:lnTo>
                  <a:lnTo>
                    <a:pt x="36230" y="7810"/>
                  </a:lnTo>
                  <a:lnTo>
                    <a:pt x="31313" y="2119"/>
                  </a:lnTo>
                  <a:lnTo>
                    <a:pt x="4405" y="32635"/>
                  </a:lnTo>
                  <a:lnTo>
                    <a:pt x="0" y="50756"/>
                  </a:lnTo>
                  <a:lnTo>
                    <a:pt x="1083" y="58674"/>
                  </a:lnTo>
                  <a:lnTo>
                    <a:pt x="3369" y="67056"/>
                  </a:lnTo>
                  <a:lnTo>
                    <a:pt x="16323" y="68580"/>
                  </a:lnTo>
                  <a:lnTo>
                    <a:pt x="23943" y="69342"/>
                  </a:lnTo>
                  <a:lnTo>
                    <a:pt x="31599" y="70187"/>
                  </a:lnTo>
                  <a:lnTo>
                    <a:pt x="58995" y="83058"/>
                  </a:lnTo>
                  <a:lnTo>
                    <a:pt x="55947" y="86106"/>
                  </a:lnTo>
                  <a:lnTo>
                    <a:pt x="50256" y="91832"/>
                  </a:lnTo>
                  <a:lnTo>
                    <a:pt x="42993" y="96488"/>
                  </a:lnTo>
                  <a:lnTo>
                    <a:pt x="35159" y="100143"/>
                  </a:lnTo>
                  <a:lnTo>
                    <a:pt x="27753" y="102870"/>
                  </a:lnTo>
                  <a:lnTo>
                    <a:pt x="22979" y="104715"/>
                  </a:lnTo>
                  <a:lnTo>
                    <a:pt x="15275" y="106775"/>
                  </a:lnTo>
                  <a:lnTo>
                    <a:pt x="7715" y="107263"/>
                  </a:lnTo>
                  <a:lnTo>
                    <a:pt x="3369" y="104394"/>
                  </a:lnTo>
                  <a:lnTo>
                    <a:pt x="3369" y="102870"/>
                  </a:lnTo>
                  <a:lnTo>
                    <a:pt x="3369" y="100584"/>
                  </a:lnTo>
                  <a:lnTo>
                    <a:pt x="3369" y="9829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0"/>
            <p:cNvSpPr/>
            <p:nvPr/>
          </p:nvSpPr>
          <p:spPr>
            <a:xfrm>
              <a:off x="3134677" y="3108198"/>
              <a:ext cx="39370" cy="86995"/>
            </a:xfrm>
            <a:custGeom>
              <a:rect b="b" l="l" r="r" t="t"/>
              <a:pathLst>
                <a:path extrusionOk="0" h="86994" w="39369">
                  <a:moveTo>
                    <a:pt x="5524" y="0"/>
                  </a:moveTo>
                  <a:lnTo>
                    <a:pt x="4274" y="8001"/>
                  </a:lnTo>
                  <a:lnTo>
                    <a:pt x="2952" y="16002"/>
                  </a:lnTo>
                  <a:lnTo>
                    <a:pt x="1774" y="24003"/>
                  </a:lnTo>
                  <a:lnTo>
                    <a:pt x="952" y="32004"/>
                  </a:lnTo>
                  <a:lnTo>
                    <a:pt x="190" y="40576"/>
                  </a:lnTo>
                  <a:lnTo>
                    <a:pt x="0" y="49148"/>
                  </a:lnTo>
                  <a:lnTo>
                    <a:pt x="95" y="57721"/>
                  </a:lnTo>
                  <a:lnTo>
                    <a:pt x="190" y="66294"/>
                  </a:lnTo>
                  <a:lnTo>
                    <a:pt x="190" y="73914"/>
                  </a:lnTo>
                  <a:lnTo>
                    <a:pt x="1714" y="83058"/>
                  </a:lnTo>
                  <a:lnTo>
                    <a:pt x="10096" y="85344"/>
                  </a:lnTo>
                  <a:lnTo>
                    <a:pt x="16894" y="86594"/>
                  </a:lnTo>
                  <a:lnTo>
                    <a:pt x="23336" y="85058"/>
                  </a:lnTo>
                  <a:lnTo>
                    <a:pt x="29063" y="81379"/>
                  </a:lnTo>
                  <a:lnTo>
                    <a:pt x="33718" y="76200"/>
                  </a:lnTo>
                  <a:lnTo>
                    <a:pt x="35242" y="73914"/>
                  </a:lnTo>
                  <a:lnTo>
                    <a:pt x="37528" y="70865"/>
                  </a:lnTo>
                  <a:lnTo>
                    <a:pt x="39052" y="6781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0"/>
            <p:cNvSpPr/>
            <p:nvPr/>
          </p:nvSpPr>
          <p:spPr>
            <a:xfrm>
              <a:off x="3135629" y="3097530"/>
              <a:ext cx="49530" cy="46355"/>
            </a:xfrm>
            <a:custGeom>
              <a:rect b="b" l="l" r="r" t="t"/>
              <a:pathLst>
                <a:path extrusionOk="0" h="46355" w="49530">
                  <a:moveTo>
                    <a:pt x="0" y="44958"/>
                  </a:moveTo>
                  <a:lnTo>
                    <a:pt x="37338" y="34290"/>
                  </a:lnTo>
                  <a:lnTo>
                    <a:pt x="49529" y="13716"/>
                  </a:lnTo>
                  <a:lnTo>
                    <a:pt x="47243" y="5334"/>
                  </a:lnTo>
                  <a:lnTo>
                    <a:pt x="32765" y="4572"/>
                  </a:lnTo>
                  <a:lnTo>
                    <a:pt x="26669" y="3810"/>
                  </a:lnTo>
                  <a:lnTo>
                    <a:pt x="23621" y="3048"/>
                  </a:lnTo>
                  <a:lnTo>
                    <a:pt x="6857" y="0"/>
                  </a:lnTo>
                  <a:lnTo>
                    <a:pt x="4571" y="3048"/>
                  </a:lnTo>
                  <a:lnTo>
                    <a:pt x="3047" y="4572"/>
                  </a:lnTo>
                  <a:lnTo>
                    <a:pt x="4571" y="6096"/>
                  </a:lnTo>
                  <a:lnTo>
                    <a:pt x="3809" y="762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0"/>
            <p:cNvSpPr/>
            <p:nvPr/>
          </p:nvSpPr>
          <p:spPr>
            <a:xfrm>
              <a:off x="3216687" y="3065526"/>
              <a:ext cx="64769" cy="116205"/>
            </a:xfrm>
            <a:custGeom>
              <a:rect b="b" l="l" r="r" t="t"/>
              <a:pathLst>
                <a:path extrusionOk="0" h="116205" w="64770">
                  <a:moveTo>
                    <a:pt x="5048" y="0"/>
                  </a:moveTo>
                  <a:lnTo>
                    <a:pt x="1345" y="12846"/>
                  </a:lnTo>
                  <a:lnTo>
                    <a:pt x="0" y="23336"/>
                  </a:lnTo>
                  <a:lnTo>
                    <a:pt x="226" y="33968"/>
                  </a:lnTo>
                  <a:lnTo>
                    <a:pt x="1238" y="47244"/>
                  </a:lnTo>
                  <a:lnTo>
                    <a:pt x="1678" y="56387"/>
                  </a:lnTo>
                  <a:lnTo>
                    <a:pt x="1905" y="65531"/>
                  </a:lnTo>
                  <a:lnTo>
                    <a:pt x="1988" y="74675"/>
                  </a:lnTo>
                  <a:lnTo>
                    <a:pt x="2000" y="83820"/>
                  </a:lnTo>
                  <a:lnTo>
                    <a:pt x="2762" y="90678"/>
                  </a:lnTo>
                  <a:lnTo>
                    <a:pt x="4286" y="99060"/>
                  </a:lnTo>
                  <a:lnTo>
                    <a:pt x="7334" y="105155"/>
                  </a:lnTo>
                  <a:lnTo>
                    <a:pt x="9620" y="110489"/>
                  </a:lnTo>
                  <a:lnTo>
                    <a:pt x="14192" y="113538"/>
                  </a:lnTo>
                  <a:lnTo>
                    <a:pt x="19526" y="114300"/>
                  </a:lnTo>
                  <a:lnTo>
                    <a:pt x="28670" y="115823"/>
                  </a:lnTo>
                  <a:lnTo>
                    <a:pt x="59959" y="90332"/>
                  </a:lnTo>
                  <a:lnTo>
                    <a:pt x="64484" y="8229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0"/>
            <p:cNvSpPr/>
            <p:nvPr/>
          </p:nvSpPr>
          <p:spPr>
            <a:xfrm>
              <a:off x="3213354" y="3120390"/>
              <a:ext cx="74930" cy="13970"/>
            </a:xfrm>
            <a:custGeom>
              <a:rect b="b" l="l" r="r" t="t"/>
              <a:pathLst>
                <a:path extrusionOk="0" h="13969" w="74929">
                  <a:moveTo>
                    <a:pt x="0" y="12191"/>
                  </a:moveTo>
                  <a:lnTo>
                    <a:pt x="11608" y="13418"/>
                  </a:lnTo>
                  <a:lnTo>
                    <a:pt x="22002" y="12858"/>
                  </a:lnTo>
                  <a:lnTo>
                    <a:pt x="32254" y="11013"/>
                  </a:lnTo>
                  <a:lnTo>
                    <a:pt x="43434" y="8381"/>
                  </a:lnTo>
                  <a:lnTo>
                    <a:pt x="51744" y="6536"/>
                  </a:lnTo>
                  <a:lnTo>
                    <a:pt x="59626" y="4476"/>
                  </a:lnTo>
                  <a:lnTo>
                    <a:pt x="67222" y="2274"/>
                  </a:lnTo>
                  <a:lnTo>
                    <a:pt x="74676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0"/>
            <p:cNvSpPr/>
            <p:nvPr/>
          </p:nvSpPr>
          <p:spPr>
            <a:xfrm>
              <a:off x="2768345" y="3252216"/>
              <a:ext cx="427990" cy="26034"/>
            </a:xfrm>
            <a:custGeom>
              <a:rect b="b" l="l" r="r" t="t"/>
              <a:pathLst>
                <a:path extrusionOk="0" h="26035" w="427989">
                  <a:moveTo>
                    <a:pt x="0" y="22098"/>
                  </a:moveTo>
                  <a:lnTo>
                    <a:pt x="14287" y="22348"/>
                  </a:lnTo>
                  <a:lnTo>
                    <a:pt x="28575" y="22955"/>
                  </a:lnTo>
                  <a:lnTo>
                    <a:pt x="42862" y="23705"/>
                  </a:lnTo>
                  <a:lnTo>
                    <a:pt x="57150" y="24384"/>
                  </a:lnTo>
                  <a:lnTo>
                    <a:pt x="83546" y="25348"/>
                  </a:lnTo>
                  <a:lnTo>
                    <a:pt x="110013" y="25812"/>
                  </a:lnTo>
                  <a:lnTo>
                    <a:pt x="136338" y="25562"/>
                  </a:lnTo>
                  <a:lnTo>
                    <a:pt x="196476" y="22395"/>
                  </a:lnTo>
                  <a:lnTo>
                    <a:pt x="264533" y="16990"/>
                  </a:lnTo>
                  <a:lnTo>
                    <a:pt x="298704" y="13716"/>
                  </a:lnTo>
                  <a:lnTo>
                    <a:pt x="322718" y="11418"/>
                  </a:lnTo>
                  <a:lnTo>
                    <a:pt x="346805" y="9048"/>
                  </a:lnTo>
                  <a:lnTo>
                    <a:pt x="371034" y="6536"/>
                  </a:lnTo>
                  <a:lnTo>
                    <a:pt x="395478" y="3810"/>
                  </a:lnTo>
                  <a:lnTo>
                    <a:pt x="403479" y="2678"/>
                  </a:lnTo>
                  <a:lnTo>
                    <a:pt x="411480" y="1619"/>
                  </a:lnTo>
                  <a:lnTo>
                    <a:pt x="419481" y="702"/>
                  </a:lnTo>
                  <a:lnTo>
                    <a:pt x="427481" y="0"/>
                  </a:lnTo>
                  <a:lnTo>
                    <a:pt x="424434" y="6096"/>
                  </a:lnTo>
                  <a:lnTo>
                    <a:pt x="419862" y="6858"/>
                  </a:lnTo>
                  <a:lnTo>
                    <a:pt x="413004" y="762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9" name="Google Shape;1179;p10"/>
          <p:cNvGrpSpPr/>
          <p:nvPr/>
        </p:nvGrpSpPr>
        <p:grpSpPr>
          <a:xfrm>
            <a:off x="3538954" y="2911601"/>
            <a:ext cx="246674" cy="422909"/>
            <a:chOff x="3538954" y="2911601"/>
            <a:chExt cx="246674" cy="422909"/>
          </a:xfrm>
        </p:grpSpPr>
        <p:sp>
          <p:nvSpPr>
            <p:cNvPr id="1180" name="Google Shape;1180;p10"/>
            <p:cNvSpPr/>
            <p:nvPr/>
          </p:nvSpPr>
          <p:spPr>
            <a:xfrm>
              <a:off x="3538954" y="2911601"/>
              <a:ext cx="93980" cy="422909"/>
            </a:xfrm>
            <a:custGeom>
              <a:rect b="b" l="l" r="r" t="t"/>
              <a:pathLst>
                <a:path extrusionOk="0" h="422910" w="93979">
                  <a:moveTo>
                    <a:pt x="58447" y="30479"/>
                  </a:moveTo>
                  <a:lnTo>
                    <a:pt x="59388" y="24634"/>
                  </a:lnTo>
                  <a:lnTo>
                    <a:pt x="60257" y="18002"/>
                  </a:lnTo>
                  <a:lnTo>
                    <a:pt x="59840" y="11513"/>
                  </a:lnTo>
                  <a:lnTo>
                    <a:pt x="56923" y="6095"/>
                  </a:lnTo>
                  <a:lnTo>
                    <a:pt x="52351" y="761"/>
                  </a:lnTo>
                  <a:lnTo>
                    <a:pt x="41683" y="0"/>
                  </a:lnTo>
                  <a:lnTo>
                    <a:pt x="36349" y="3047"/>
                  </a:lnTo>
                  <a:lnTo>
                    <a:pt x="7393" y="41147"/>
                  </a:lnTo>
                  <a:lnTo>
                    <a:pt x="0" y="83046"/>
                  </a:lnTo>
                  <a:lnTo>
                    <a:pt x="2059" y="96773"/>
                  </a:lnTo>
                  <a:lnTo>
                    <a:pt x="27967" y="135635"/>
                  </a:lnTo>
                  <a:lnTo>
                    <a:pt x="43684" y="150399"/>
                  </a:lnTo>
                  <a:lnTo>
                    <a:pt x="51220" y="158245"/>
                  </a:lnTo>
                  <a:lnTo>
                    <a:pt x="57685" y="166877"/>
                  </a:lnTo>
                  <a:lnTo>
                    <a:pt x="61495" y="175843"/>
                  </a:lnTo>
                  <a:lnTo>
                    <a:pt x="63591" y="186023"/>
                  </a:lnTo>
                  <a:lnTo>
                    <a:pt x="63686" y="196345"/>
                  </a:lnTo>
                  <a:lnTo>
                    <a:pt x="61495" y="205739"/>
                  </a:lnTo>
                  <a:lnTo>
                    <a:pt x="53375" y="221372"/>
                  </a:lnTo>
                  <a:lnTo>
                    <a:pt x="41683" y="235362"/>
                  </a:lnTo>
                  <a:lnTo>
                    <a:pt x="28277" y="248066"/>
                  </a:lnTo>
                  <a:lnTo>
                    <a:pt x="15013" y="259841"/>
                  </a:lnTo>
                  <a:lnTo>
                    <a:pt x="13489" y="261365"/>
                  </a:lnTo>
                  <a:lnTo>
                    <a:pt x="10441" y="263651"/>
                  </a:lnTo>
                  <a:lnTo>
                    <a:pt x="9679" y="264413"/>
                  </a:lnTo>
                  <a:lnTo>
                    <a:pt x="15013" y="265175"/>
                  </a:lnTo>
                  <a:lnTo>
                    <a:pt x="20347" y="264413"/>
                  </a:lnTo>
                  <a:lnTo>
                    <a:pt x="26443" y="265175"/>
                  </a:lnTo>
                  <a:lnTo>
                    <a:pt x="34063" y="265937"/>
                  </a:lnTo>
                  <a:lnTo>
                    <a:pt x="43969" y="265937"/>
                  </a:lnTo>
                  <a:lnTo>
                    <a:pt x="49303" y="272033"/>
                  </a:lnTo>
                  <a:lnTo>
                    <a:pt x="52673" y="278403"/>
                  </a:lnTo>
                  <a:lnTo>
                    <a:pt x="53971" y="286988"/>
                  </a:lnTo>
                  <a:lnTo>
                    <a:pt x="53697" y="295715"/>
                  </a:lnTo>
                  <a:lnTo>
                    <a:pt x="52351" y="302513"/>
                  </a:lnTo>
                  <a:lnTo>
                    <a:pt x="48613" y="314372"/>
                  </a:lnTo>
                  <a:lnTo>
                    <a:pt x="43588" y="325945"/>
                  </a:lnTo>
                  <a:lnTo>
                    <a:pt x="37992" y="337232"/>
                  </a:lnTo>
                  <a:lnTo>
                    <a:pt x="32539" y="348233"/>
                  </a:lnTo>
                  <a:lnTo>
                    <a:pt x="28455" y="357997"/>
                  </a:lnTo>
                  <a:lnTo>
                    <a:pt x="25015" y="368617"/>
                  </a:lnTo>
                  <a:lnTo>
                    <a:pt x="23431" y="379523"/>
                  </a:lnTo>
                  <a:lnTo>
                    <a:pt x="24919" y="390143"/>
                  </a:lnTo>
                  <a:lnTo>
                    <a:pt x="56638" y="419004"/>
                  </a:lnTo>
                  <a:lnTo>
                    <a:pt x="79879" y="422624"/>
                  </a:lnTo>
                  <a:lnTo>
                    <a:pt x="93499" y="41986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81" name="Google Shape;1181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673589" y="3063227"/>
              <a:ext cx="112039" cy="1265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2" name="Google Shape;1182;p10"/>
          <p:cNvSpPr/>
          <p:nvPr/>
        </p:nvSpPr>
        <p:spPr>
          <a:xfrm>
            <a:off x="3845052" y="3142488"/>
            <a:ext cx="26670" cy="43815"/>
          </a:xfrm>
          <a:custGeom>
            <a:rect b="b" l="l" r="r" t="t"/>
            <a:pathLst>
              <a:path extrusionOk="0" h="43814" w="26670">
                <a:moveTo>
                  <a:pt x="17525" y="0"/>
                </a:moveTo>
                <a:lnTo>
                  <a:pt x="23967" y="7834"/>
                </a:lnTo>
                <a:lnTo>
                  <a:pt x="26193" y="13525"/>
                </a:lnTo>
                <a:lnTo>
                  <a:pt x="24276" y="19502"/>
                </a:lnTo>
                <a:lnTo>
                  <a:pt x="18287" y="28194"/>
                </a:lnTo>
                <a:lnTo>
                  <a:pt x="12953" y="35052"/>
                </a:lnTo>
                <a:lnTo>
                  <a:pt x="8381" y="41910"/>
                </a:lnTo>
                <a:lnTo>
                  <a:pt x="0" y="43434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3" name="Google Shape;1183;p10"/>
          <p:cNvGrpSpPr/>
          <p:nvPr/>
        </p:nvGrpSpPr>
        <p:grpSpPr>
          <a:xfrm>
            <a:off x="3926573" y="3035795"/>
            <a:ext cx="235597" cy="133490"/>
            <a:chOff x="3926573" y="3035795"/>
            <a:chExt cx="235597" cy="133490"/>
          </a:xfrm>
        </p:grpSpPr>
        <p:pic>
          <p:nvPicPr>
            <p:cNvPr id="1184" name="Google Shape;1184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926573" y="3035795"/>
              <a:ext cx="80035" cy="945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032491" y="3083789"/>
              <a:ext cx="76225" cy="80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10"/>
            <p:cNvSpPr/>
            <p:nvPr/>
          </p:nvSpPr>
          <p:spPr>
            <a:xfrm>
              <a:off x="4139945" y="3128010"/>
              <a:ext cx="22225" cy="41275"/>
            </a:xfrm>
            <a:custGeom>
              <a:rect b="b" l="l" r="r" t="t"/>
              <a:pathLst>
                <a:path extrusionOk="0" h="41275" w="22225">
                  <a:moveTo>
                    <a:pt x="16763" y="0"/>
                  </a:moveTo>
                  <a:lnTo>
                    <a:pt x="20252" y="10167"/>
                  </a:lnTo>
                  <a:lnTo>
                    <a:pt x="21812" y="17907"/>
                  </a:lnTo>
                  <a:lnTo>
                    <a:pt x="20085" y="25074"/>
                  </a:lnTo>
                  <a:lnTo>
                    <a:pt x="13715" y="33528"/>
                  </a:lnTo>
                  <a:lnTo>
                    <a:pt x="9143" y="38100"/>
                  </a:lnTo>
                  <a:lnTo>
                    <a:pt x="5333" y="40386"/>
                  </a:lnTo>
                  <a:lnTo>
                    <a:pt x="0" y="4114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7" name="Google Shape;1187;p10"/>
          <p:cNvSpPr/>
          <p:nvPr/>
        </p:nvSpPr>
        <p:spPr>
          <a:xfrm>
            <a:off x="4286250" y="3092195"/>
            <a:ext cx="15240" cy="15240"/>
          </a:xfrm>
          <a:custGeom>
            <a:rect b="b" l="l" r="r" t="t"/>
            <a:pathLst>
              <a:path extrusionOk="0" h="15239" w="15239">
                <a:moveTo>
                  <a:pt x="0" y="3810"/>
                </a:moveTo>
                <a:lnTo>
                  <a:pt x="0" y="12192"/>
                </a:lnTo>
                <a:lnTo>
                  <a:pt x="3809" y="15240"/>
                </a:lnTo>
                <a:lnTo>
                  <a:pt x="12191" y="15240"/>
                </a:lnTo>
                <a:lnTo>
                  <a:pt x="15239" y="12192"/>
                </a:lnTo>
                <a:lnTo>
                  <a:pt x="15239" y="7620"/>
                </a:lnTo>
                <a:lnTo>
                  <a:pt x="15239" y="3810"/>
                </a:lnTo>
                <a:lnTo>
                  <a:pt x="12191" y="0"/>
                </a:lnTo>
                <a:lnTo>
                  <a:pt x="3809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10"/>
          <p:cNvSpPr/>
          <p:nvPr/>
        </p:nvSpPr>
        <p:spPr>
          <a:xfrm>
            <a:off x="4394454" y="3067811"/>
            <a:ext cx="68580" cy="25400"/>
          </a:xfrm>
          <a:custGeom>
            <a:rect b="b" l="l" r="r" t="t"/>
            <a:pathLst>
              <a:path extrusionOk="0" h="25400" w="68579">
                <a:moveTo>
                  <a:pt x="15240" y="13716"/>
                </a:moveTo>
                <a:lnTo>
                  <a:pt x="12192" y="9906"/>
                </a:lnTo>
                <a:lnTo>
                  <a:pt x="3810" y="9906"/>
                </a:lnTo>
                <a:lnTo>
                  <a:pt x="0" y="13716"/>
                </a:lnTo>
                <a:lnTo>
                  <a:pt x="0" y="22098"/>
                </a:lnTo>
                <a:lnTo>
                  <a:pt x="3810" y="25146"/>
                </a:lnTo>
                <a:lnTo>
                  <a:pt x="12192" y="25146"/>
                </a:lnTo>
                <a:lnTo>
                  <a:pt x="15240" y="22098"/>
                </a:lnTo>
                <a:lnTo>
                  <a:pt x="15240" y="17526"/>
                </a:lnTo>
                <a:lnTo>
                  <a:pt x="15240" y="13716"/>
                </a:lnTo>
                <a:close/>
              </a:path>
              <a:path extrusionOk="0" h="25400" w="68579">
                <a:moveTo>
                  <a:pt x="68580" y="3810"/>
                </a:moveTo>
                <a:lnTo>
                  <a:pt x="65532" y="0"/>
                </a:lnTo>
                <a:lnTo>
                  <a:pt x="57150" y="0"/>
                </a:lnTo>
                <a:lnTo>
                  <a:pt x="53340" y="3810"/>
                </a:lnTo>
                <a:lnTo>
                  <a:pt x="53340" y="12192"/>
                </a:lnTo>
                <a:lnTo>
                  <a:pt x="57150" y="15240"/>
                </a:lnTo>
                <a:lnTo>
                  <a:pt x="65532" y="15240"/>
                </a:lnTo>
                <a:lnTo>
                  <a:pt x="68580" y="12192"/>
                </a:lnTo>
                <a:lnTo>
                  <a:pt x="68580" y="7620"/>
                </a:lnTo>
                <a:lnTo>
                  <a:pt x="68580" y="3810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9" name="Google Shape;1189;p10"/>
          <p:cNvGrpSpPr/>
          <p:nvPr/>
        </p:nvGrpSpPr>
        <p:grpSpPr>
          <a:xfrm>
            <a:off x="4575810" y="2823364"/>
            <a:ext cx="429006" cy="398780"/>
            <a:chOff x="4575810" y="2823364"/>
            <a:chExt cx="429006" cy="398780"/>
          </a:xfrm>
        </p:grpSpPr>
        <p:sp>
          <p:nvSpPr>
            <p:cNvPr id="1190" name="Google Shape;1190;p10"/>
            <p:cNvSpPr/>
            <p:nvPr/>
          </p:nvSpPr>
          <p:spPr>
            <a:xfrm>
              <a:off x="4575810" y="3123378"/>
              <a:ext cx="47625" cy="67310"/>
            </a:xfrm>
            <a:custGeom>
              <a:rect b="b" l="l" r="r" t="t"/>
              <a:pathLst>
                <a:path extrusionOk="0" h="67310" w="47625">
                  <a:moveTo>
                    <a:pt x="1524" y="9965"/>
                  </a:moveTo>
                  <a:lnTo>
                    <a:pt x="10632" y="5786"/>
                  </a:lnTo>
                  <a:lnTo>
                    <a:pt x="21240" y="1678"/>
                  </a:lnTo>
                  <a:lnTo>
                    <a:pt x="32277" y="0"/>
                  </a:lnTo>
                  <a:lnTo>
                    <a:pt x="42672" y="3107"/>
                  </a:lnTo>
                  <a:lnTo>
                    <a:pt x="47446" y="9917"/>
                  </a:lnTo>
                  <a:lnTo>
                    <a:pt x="47148" y="18728"/>
                  </a:lnTo>
                  <a:lnTo>
                    <a:pt x="24860" y="52256"/>
                  </a:lnTo>
                  <a:lnTo>
                    <a:pt x="4572" y="66353"/>
                  </a:lnTo>
                  <a:lnTo>
                    <a:pt x="2286" y="66353"/>
                  </a:lnTo>
                  <a:lnTo>
                    <a:pt x="0" y="6711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91" name="Google Shape;1191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638281" y="2999981"/>
              <a:ext cx="72415" cy="87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2" name="Google Shape;1192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738103" y="3041891"/>
              <a:ext cx="69367" cy="769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10"/>
            <p:cNvSpPr/>
            <p:nvPr/>
          </p:nvSpPr>
          <p:spPr>
            <a:xfrm>
              <a:off x="4852416" y="2823364"/>
              <a:ext cx="152400" cy="398780"/>
            </a:xfrm>
            <a:custGeom>
              <a:rect b="b" l="l" r="r" t="t"/>
              <a:pathLst>
                <a:path extrusionOk="0" h="398780" w="152400">
                  <a:moveTo>
                    <a:pt x="0" y="9751"/>
                  </a:moveTo>
                  <a:lnTo>
                    <a:pt x="10537" y="3929"/>
                  </a:lnTo>
                  <a:lnTo>
                    <a:pt x="20288" y="892"/>
                  </a:lnTo>
                  <a:lnTo>
                    <a:pt x="30753" y="0"/>
                  </a:lnTo>
                  <a:lnTo>
                    <a:pt x="43434" y="607"/>
                  </a:lnTo>
                  <a:lnTo>
                    <a:pt x="85439" y="16252"/>
                  </a:lnTo>
                  <a:lnTo>
                    <a:pt x="116014" y="52137"/>
                  </a:lnTo>
                  <a:lnTo>
                    <a:pt x="124360" y="101584"/>
                  </a:lnTo>
                  <a:lnTo>
                    <a:pt x="122015" y="119002"/>
                  </a:lnTo>
                  <a:lnTo>
                    <a:pt x="118098" y="136278"/>
                  </a:lnTo>
                  <a:lnTo>
                    <a:pt x="113538" y="153769"/>
                  </a:lnTo>
                  <a:lnTo>
                    <a:pt x="109323" y="169366"/>
                  </a:lnTo>
                  <a:lnTo>
                    <a:pt x="105537" y="185963"/>
                  </a:lnTo>
                  <a:lnTo>
                    <a:pt x="103465" y="202846"/>
                  </a:lnTo>
                  <a:lnTo>
                    <a:pt x="104394" y="219301"/>
                  </a:lnTo>
                  <a:lnTo>
                    <a:pt x="106608" y="225921"/>
                  </a:lnTo>
                  <a:lnTo>
                    <a:pt x="110680" y="231683"/>
                  </a:lnTo>
                  <a:lnTo>
                    <a:pt x="116181" y="236017"/>
                  </a:lnTo>
                  <a:lnTo>
                    <a:pt x="122682" y="238351"/>
                  </a:lnTo>
                  <a:lnTo>
                    <a:pt x="129540" y="239875"/>
                  </a:lnTo>
                  <a:lnTo>
                    <a:pt x="137922" y="239875"/>
                  </a:lnTo>
                  <a:lnTo>
                    <a:pt x="144018" y="236827"/>
                  </a:lnTo>
                  <a:lnTo>
                    <a:pt x="145542" y="235303"/>
                  </a:lnTo>
                  <a:lnTo>
                    <a:pt x="146304" y="235303"/>
                  </a:lnTo>
                  <a:lnTo>
                    <a:pt x="147066" y="235303"/>
                  </a:lnTo>
                  <a:lnTo>
                    <a:pt x="142208" y="241053"/>
                  </a:lnTo>
                  <a:lnTo>
                    <a:pt x="137922" y="247018"/>
                  </a:lnTo>
                  <a:lnTo>
                    <a:pt x="134207" y="253412"/>
                  </a:lnTo>
                  <a:lnTo>
                    <a:pt x="131064" y="260449"/>
                  </a:lnTo>
                  <a:lnTo>
                    <a:pt x="128039" y="272117"/>
                  </a:lnTo>
                  <a:lnTo>
                    <a:pt x="126873" y="284071"/>
                  </a:lnTo>
                  <a:lnTo>
                    <a:pt x="127420" y="296025"/>
                  </a:lnTo>
                  <a:lnTo>
                    <a:pt x="129540" y="307693"/>
                  </a:lnTo>
                  <a:lnTo>
                    <a:pt x="133028" y="318861"/>
                  </a:lnTo>
                  <a:lnTo>
                    <a:pt x="137445" y="329600"/>
                  </a:lnTo>
                  <a:lnTo>
                    <a:pt x="142291" y="340054"/>
                  </a:lnTo>
                  <a:lnTo>
                    <a:pt x="147066" y="350365"/>
                  </a:lnTo>
                  <a:lnTo>
                    <a:pt x="149566" y="356318"/>
                  </a:lnTo>
                  <a:lnTo>
                    <a:pt x="151638" y="363128"/>
                  </a:lnTo>
                  <a:lnTo>
                    <a:pt x="151995" y="369653"/>
                  </a:lnTo>
                  <a:lnTo>
                    <a:pt x="149352" y="374749"/>
                  </a:lnTo>
                  <a:lnTo>
                    <a:pt x="141386" y="380666"/>
                  </a:lnTo>
                  <a:lnTo>
                    <a:pt x="131921" y="384940"/>
                  </a:lnTo>
                  <a:lnTo>
                    <a:pt x="122027" y="387929"/>
                  </a:lnTo>
                  <a:lnTo>
                    <a:pt x="112776" y="389989"/>
                  </a:lnTo>
                  <a:lnTo>
                    <a:pt x="100060" y="393120"/>
                  </a:lnTo>
                  <a:lnTo>
                    <a:pt x="87058" y="395608"/>
                  </a:lnTo>
                  <a:lnTo>
                    <a:pt x="73771" y="397382"/>
                  </a:lnTo>
                  <a:lnTo>
                    <a:pt x="60198" y="398371"/>
                  </a:lnTo>
                  <a:lnTo>
                    <a:pt x="50292" y="398371"/>
                  </a:lnTo>
                  <a:lnTo>
                    <a:pt x="47244" y="398371"/>
                  </a:lnTo>
                  <a:lnTo>
                    <a:pt x="41910" y="39303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4" name="Google Shape;1194;p10"/>
          <p:cNvGrpSpPr/>
          <p:nvPr/>
        </p:nvGrpSpPr>
        <p:grpSpPr>
          <a:xfrm>
            <a:off x="5344655" y="2960370"/>
            <a:ext cx="111518" cy="125742"/>
            <a:chOff x="5344655" y="2960370"/>
            <a:chExt cx="111518" cy="125742"/>
          </a:xfrm>
        </p:grpSpPr>
        <p:pic>
          <p:nvPicPr>
            <p:cNvPr id="1195" name="Google Shape;1195;p1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344655" y="2961881"/>
              <a:ext cx="71653" cy="124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6" name="Google Shape;1196;p10"/>
            <p:cNvSpPr/>
            <p:nvPr/>
          </p:nvSpPr>
          <p:spPr>
            <a:xfrm>
              <a:off x="5439155" y="2960370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0"/>
            <p:cNvSpPr/>
            <p:nvPr/>
          </p:nvSpPr>
          <p:spPr>
            <a:xfrm>
              <a:off x="5449823" y="3026664"/>
              <a:ext cx="6350" cy="58419"/>
            </a:xfrm>
            <a:custGeom>
              <a:rect b="b" l="l" r="r" t="t"/>
              <a:pathLst>
                <a:path extrusionOk="0" h="58419" w="6350">
                  <a:moveTo>
                    <a:pt x="6096" y="0"/>
                  </a:moveTo>
                  <a:lnTo>
                    <a:pt x="3536" y="10263"/>
                  </a:lnTo>
                  <a:lnTo>
                    <a:pt x="1619" y="19812"/>
                  </a:lnTo>
                  <a:lnTo>
                    <a:pt x="416" y="29360"/>
                  </a:lnTo>
                  <a:lnTo>
                    <a:pt x="0" y="39624"/>
                  </a:lnTo>
                  <a:lnTo>
                    <a:pt x="0" y="45720"/>
                  </a:lnTo>
                  <a:lnTo>
                    <a:pt x="0" y="53340"/>
                  </a:lnTo>
                  <a:lnTo>
                    <a:pt x="762" y="5791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8" name="Google Shape;1198;p10"/>
          <p:cNvGrpSpPr/>
          <p:nvPr/>
        </p:nvGrpSpPr>
        <p:grpSpPr>
          <a:xfrm>
            <a:off x="5546585" y="2774429"/>
            <a:ext cx="266725" cy="273582"/>
            <a:chOff x="5546585" y="2774429"/>
            <a:chExt cx="266725" cy="273582"/>
          </a:xfrm>
        </p:grpSpPr>
        <p:pic>
          <p:nvPicPr>
            <p:cNvPr id="1199" name="Google Shape;1199;p10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546585" y="2933401"/>
              <a:ext cx="82321" cy="11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0" name="Google Shape;1200;p10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669267" y="2913303"/>
              <a:ext cx="118897" cy="134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1" name="Google Shape;1201;p10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746991" y="2774429"/>
              <a:ext cx="66319" cy="11508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02" name="Google Shape;1202;p10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9303245" y="3284969"/>
            <a:ext cx="67081" cy="78511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0"/>
          <p:cNvSpPr/>
          <p:nvPr/>
        </p:nvSpPr>
        <p:spPr>
          <a:xfrm>
            <a:off x="9438131" y="3326129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2192" y="0"/>
                </a:lnTo>
                <a:lnTo>
                  <a:pt x="3810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10"/>
          <p:cNvSpPr/>
          <p:nvPr/>
        </p:nvSpPr>
        <p:spPr>
          <a:xfrm>
            <a:off x="9602723" y="3308603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048" y="15240"/>
                </a:lnTo>
                <a:lnTo>
                  <a:pt x="11430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1430" y="0"/>
                </a:lnTo>
                <a:lnTo>
                  <a:pt x="3048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5" name="Google Shape;1205;p10"/>
          <p:cNvGrpSpPr/>
          <p:nvPr/>
        </p:nvGrpSpPr>
        <p:grpSpPr>
          <a:xfrm>
            <a:off x="8861297" y="4475225"/>
            <a:ext cx="115951" cy="41275"/>
            <a:chOff x="8861297" y="4475225"/>
            <a:chExt cx="115951" cy="41275"/>
          </a:xfrm>
        </p:grpSpPr>
        <p:sp>
          <p:nvSpPr>
            <p:cNvPr id="1206" name="Google Shape;1206;p10"/>
            <p:cNvSpPr/>
            <p:nvPr/>
          </p:nvSpPr>
          <p:spPr>
            <a:xfrm>
              <a:off x="8861297" y="4497323"/>
              <a:ext cx="73660" cy="9525"/>
            </a:xfrm>
            <a:custGeom>
              <a:rect b="b" l="l" r="r" t="t"/>
              <a:pathLst>
                <a:path extrusionOk="0" h="9525" w="73659">
                  <a:moveTo>
                    <a:pt x="0" y="9144"/>
                  </a:moveTo>
                  <a:lnTo>
                    <a:pt x="11989" y="7322"/>
                  </a:lnTo>
                  <a:lnTo>
                    <a:pt x="23907" y="5429"/>
                  </a:lnTo>
                  <a:lnTo>
                    <a:pt x="35683" y="3679"/>
                  </a:lnTo>
                  <a:lnTo>
                    <a:pt x="47244" y="2286"/>
                  </a:lnTo>
                  <a:lnTo>
                    <a:pt x="54864" y="1524"/>
                  </a:lnTo>
                  <a:lnTo>
                    <a:pt x="65532" y="2286"/>
                  </a:lnTo>
                  <a:lnTo>
                    <a:pt x="72390" y="762"/>
                  </a:lnTo>
                  <a:lnTo>
                    <a:pt x="73152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0"/>
            <p:cNvSpPr/>
            <p:nvPr/>
          </p:nvSpPr>
          <p:spPr>
            <a:xfrm>
              <a:off x="8932163" y="4475225"/>
              <a:ext cx="45085" cy="41275"/>
            </a:xfrm>
            <a:custGeom>
              <a:rect b="b" l="l" r="r" t="t"/>
              <a:pathLst>
                <a:path extrusionOk="0" h="41275" w="45084">
                  <a:moveTo>
                    <a:pt x="1524" y="4572"/>
                  </a:moveTo>
                  <a:lnTo>
                    <a:pt x="37338" y="0"/>
                  </a:lnTo>
                  <a:lnTo>
                    <a:pt x="43434" y="762"/>
                  </a:lnTo>
                  <a:lnTo>
                    <a:pt x="44196" y="7620"/>
                  </a:lnTo>
                  <a:lnTo>
                    <a:pt x="44958" y="16764"/>
                  </a:lnTo>
                  <a:lnTo>
                    <a:pt x="37338" y="21336"/>
                  </a:lnTo>
                  <a:lnTo>
                    <a:pt x="30480" y="25908"/>
                  </a:lnTo>
                  <a:lnTo>
                    <a:pt x="23360" y="31182"/>
                  </a:lnTo>
                  <a:lnTo>
                    <a:pt x="16383" y="35528"/>
                  </a:lnTo>
                  <a:lnTo>
                    <a:pt x="8834" y="38873"/>
                  </a:lnTo>
                  <a:lnTo>
                    <a:pt x="0" y="4114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08" name="Google Shape;1208;p10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9101315" y="4533887"/>
            <a:ext cx="76987" cy="8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10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9233903" y="4486643"/>
            <a:ext cx="70772" cy="111277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10"/>
          <p:cNvSpPr/>
          <p:nvPr/>
        </p:nvSpPr>
        <p:spPr>
          <a:xfrm>
            <a:off x="9268968" y="4647438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048" y="15240"/>
                </a:lnTo>
                <a:lnTo>
                  <a:pt x="11430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1430" y="0"/>
                </a:lnTo>
                <a:lnTo>
                  <a:pt x="3048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80008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1" name="Google Shape;1211;p10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9393161" y="4516361"/>
            <a:ext cx="92989" cy="640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2" name="Google Shape;1212;p10"/>
          <p:cNvGrpSpPr/>
          <p:nvPr/>
        </p:nvGrpSpPr>
        <p:grpSpPr>
          <a:xfrm>
            <a:off x="8441577" y="4395311"/>
            <a:ext cx="1313546" cy="672763"/>
            <a:chOff x="8441577" y="4395311"/>
            <a:chExt cx="1313546" cy="672763"/>
          </a:xfrm>
        </p:grpSpPr>
        <p:grpSp>
          <p:nvGrpSpPr>
            <p:cNvPr id="1213" name="Google Shape;1213;p10"/>
            <p:cNvGrpSpPr/>
            <p:nvPr/>
          </p:nvGrpSpPr>
          <p:grpSpPr>
            <a:xfrm>
              <a:off x="8441577" y="4531601"/>
              <a:ext cx="516875" cy="228041"/>
              <a:chOff x="8441577" y="4531601"/>
              <a:chExt cx="516875" cy="228041"/>
            </a:xfrm>
          </p:grpSpPr>
          <p:pic>
            <p:nvPicPr>
              <p:cNvPr id="1214" name="Google Shape;1214;p10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8441577" y="4531601"/>
                <a:ext cx="332435" cy="2280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5" name="Google Shape;1215;p10"/>
              <p:cNvSpPr/>
              <p:nvPr/>
            </p:nvSpPr>
            <p:spPr>
              <a:xfrm>
                <a:off x="8804147" y="4593336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809"/>
                    </a:moveTo>
                    <a:lnTo>
                      <a:pt x="0" y="12191"/>
                    </a:lnTo>
                    <a:lnTo>
                      <a:pt x="3048" y="15239"/>
                    </a:lnTo>
                    <a:lnTo>
                      <a:pt x="11430" y="15239"/>
                    </a:lnTo>
                    <a:lnTo>
                      <a:pt x="15240" y="12191"/>
                    </a:lnTo>
                    <a:lnTo>
                      <a:pt x="15240" y="7619"/>
                    </a:lnTo>
                    <a:lnTo>
                      <a:pt x="15240" y="3809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809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10"/>
              <p:cNvSpPr/>
              <p:nvPr/>
            </p:nvSpPr>
            <p:spPr>
              <a:xfrm>
                <a:off x="8868917" y="4539996"/>
                <a:ext cx="89535" cy="86360"/>
              </a:xfrm>
              <a:custGeom>
                <a:rect b="b" l="l" r="r" t="t"/>
                <a:pathLst>
                  <a:path extrusionOk="0" h="86360" w="89534">
                    <a:moveTo>
                      <a:pt x="9905" y="27431"/>
                    </a:moveTo>
                    <a:lnTo>
                      <a:pt x="6143" y="36206"/>
                    </a:lnTo>
                    <a:lnTo>
                      <a:pt x="3809" y="43910"/>
                    </a:lnTo>
                    <a:lnTo>
                      <a:pt x="2619" y="51756"/>
                    </a:lnTo>
                    <a:lnTo>
                      <a:pt x="2285" y="60959"/>
                    </a:lnTo>
                    <a:lnTo>
                      <a:pt x="2285" y="68579"/>
                    </a:lnTo>
                    <a:lnTo>
                      <a:pt x="0" y="78485"/>
                    </a:lnTo>
                    <a:lnTo>
                      <a:pt x="7619" y="83057"/>
                    </a:lnTo>
                    <a:lnTo>
                      <a:pt x="12953" y="86105"/>
                    </a:lnTo>
                    <a:lnTo>
                      <a:pt x="23621" y="85343"/>
                    </a:lnTo>
                    <a:lnTo>
                      <a:pt x="44957" y="51053"/>
                    </a:lnTo>
                    <a:lnTo>
                      <a:pt x="44957" y="48005"/>
                    </a:lnTo>
                    <a:lnTo>
                      <a:pt x="44957" y="44957"/>
                    </a:lnTo>
                    <a:lnTo>
                      <a:pt x="45719" y="51815"/>
                    </a:lnTo>
                    <a:lnTo>
                      <a:pt x="47243" y="58673"/>
                    </a:lnTo>
                    <a:lnTo>
                      <a:pt x="49529" y="64769"/>
                    </a:lnTo>
                    <a:lnTo>
                      <a:pt x="52577" y="73151"/>
                    </a:lnTo>
                    <a:lnTo>
                      <a:pt x="57911" y="77723"/>
                    </a:lnTo>
                    <a:lnTo>
                      <a:pt x="66293" y="78485"/>
                    </a:lnTo>
                    <a:lnTo>
                      <a:pt x="75437" y="80009"/>
                    </a:lnTo>
                    <a:lnTo>
                      <a:pt x="89189" y="41826"/>
                    </a:lnTo>
                    <a:lnTo>
                      <a:pt x="88391" y="32765"/>
                    </a:lnTo>
                    <a:lnTo>
                      <a:pt x="86867" y="25145"/>
                    </a:lnTo>
                    <a:lnTo>
                      <a:pt x="83057" y="16001"/>
                    </a:lnTo>
                    <a:lnTo>
                      <a:pt x="80009" y="9143"/>
                    </a:lnTo>
                    <a:lnTo>
                      <a:pt x="78485" y="5333"/>
                    </a:lnTo>
                    <a:lnTo>
                      <a:pt x="78485" y="3809"/>
                    </a:lnTo>
                    <a:lnTo>
                      <a:pt x="78485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7" name="Google Shape;1217;p10"/>
            <p:cNvGrpSpPr/>
            <p:nvPr/>
          </p:nvGrpSpPr>
          <p:grpSpPr>
            <a:xfrm>
              <a:off x="9616426" y="4395311"/>
              <a:ext cx="138697" cy="153841"/>
              <a:chOff x="9616426" y="4395311"/>
              <a:chExt cx="138697" cy="153841"/>
            </a:xfrm>
          </p:grpSpPr>
          <p:pic>
            <p:nvPicPr>
              <p:cNvPr id="1218" name="Google Shape;1218;p10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9616426" y="4463021"/>
                <a:ext cx="124231" cy="861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9" name="Google Shape;1219;p10"/>
              <p:cNvSpPr/>
              <p:nvPr/>
            </p:nvSpPr>
            <p:spPr>
              <a:xfrm>
                <a:off x="9643109" y="4415790"/>
                <a:ext cx="63500" cy="7620"/>
              </a:xfrm>
              <a:custGeom>
                <a:rect b="b" l="l" r="r" t="t"/>
                <a:pathLst>
                  <a:path extrusionOk="0" h="7620" w="63500">
                    <a:moveTo>
                      <a:pt x="0" y="7620"/>
                    </a:moveTo>
                    <a:lnTo>
                      <a:pt x="42672" y="3810"/>
                    </a:lnTo>
                    <a:lnTo>
                      <a:pt x="51053" y="3810"/>
                    </a:lnTo>
                    <a:lnTo>
                      <a:pt x="59436" y="1524"/>
                    </a:lnTo>
                    <a:lnTo>
                      <a:pt x="61722" y="762"/>
                    </a:lnTo>
                    <a:lnTo>
                      <a:pt x="63246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p10"/>
              <p:cNvSpPr/>
              <p:nvPr/>
            </p:nvSpPr>
            <p:spPr>
              <a:xfrm>
                <a:off x="9709403" y="4395311"/>
                <a:ext cx="45720" cy="40005"/>
              </a:xfrm>
              <a:custGeom>
                <a:rect b="b" l="l" r="r" t="t"/>
                <a:pathLst>
                  <a:path extrusionOk="0" h="40004" w="45720">
                    <a:moveTo>
                      <a:pt x="9144" y="2190"/>
                    </a:moveTo>
                    <a:lnTo>
                      <a:pt x="16894" y="916"/>
                    </a:lnTo>
                    <a:lnTo>
                      <a:pt x="24288" y="0"/>
                    </a:lnTo>
                    <a:lnTo>
                      <a:pt x="31539" y="369"/>
                    </a:lnTo>
                    <a:lnTo>
                      <a:pt x="38862" y="2952"/>
                    </a:lnTo>
                    <a:lnTo>
                      <a:pt x="42672" y="4476"/>
                    </a:lnTo>
                    <a:lnTo>
                      <a:pt x="45720" y="11334"/>
                    </a:lnTo>
                    <a:lnTo>
                      <a:pt x="43434" y="15144"/>
                    </a:lnTo>
                    <a:lnTo>
                      <a:pt x="12192" y="38004"/>
                    </a:lnTo>
                    <a:lnTo>
                      <a:pt x="8382" y="38766"/>
                    </a:lnTo>
                    <a:lnTo>
                      <a:pt x="0" y="3952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1" name="Google Shape;1221;p10"/>
            <p:cNvGrpSpPr/>
            <p:nvPr/>
          </p:nvGrpSpPr>
          <p:grpSpPr>
            <a:xfrm>
              <a:off x="8794229" y="4975085"/>
              <a:ext cx="223023" cy="92989"/>
              <a:chOff x="8794229" y="4975085"/>
              <a:chExt cx="223023" cy="92989"/>
            </a:xfrm>
          </p:grpSpPr>
          <p:pic>
            <p:nvPicPr>
              <p:cNvPr id="1222" name="Google Shape;1222;p10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8794229" y="4975085"/>
                <a:ext cx="126517" cy="929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3" name="Google Shape;1223;p10"/>
              <p:cNvSpPr/>
              <p:nvPr/>
            </p:nvSpPr>
            <p:spPr>
              <a:xfrm>
                <a:off x="8958833" y="5004054"/>
                <a:ext cx="58419" cy="5715"/>
              </a:xfrm>
              <a:custGeom>
                <a:rect b="b" l="l" r="r" t="t"/>
                <a:pathLst>
                  <a:path extrusionOk="0" h="5714" w="58420">
                    <a:moveTo>
                      <a:pt x="0" y="3810"/>
                    </a:moveTo>
                    <a:lnTo>
                      <a:pt x="10298" y="3571"/>
                    </a:lnTo>
                    <a:lnTo>
                      <a:pt x="20669" y="3048"/>
                    </a:lnTo>
                    <a:lnTo>
                      <a:pt x="31182" y="2524"/>
                    </a:lnTo>
                    <a:lnTo>
                      <a:pt x="41910" y="2286"/>
                    </a:lnTo>
                    <a:lnTo>
                      <a:pt x="47244" y="1524"/>
                    </a:lnTo>
                    <a:lnTo>
                      <a:pt x="52577" y="1524"/>
                    </a:lnTo>
                    <a:lnTo>
                      <a:pt x="57912" y="1524"/>
                    </a:lnTo>
                    <a:lnTo>
                      <a:pt x="55626" y="3048"/>
                    </a:lnTo>
                    <a:lnTo>
                      <a:pt x="55626" y="4572"/>
                    </a:lnTo>
                    <a:lnTo>
                      <a:pt x="51053" y="5334"/>
                    </a:lnTo>
                    <a:lnTo>
                      <a:pt x="44958" y="5334"/>
                    </a:lnTo>
                    <a:lnTo>
                      <a:pt x="48006" y="5334"/>
                    </a:lnTo>
                    <a:lnTo>
                      <a:pt x="46482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4" name="Google Shape;1224;p10"/>
            <p:cNvGrpSpPr/>
            <p:nvPr/>
          </p:nvGrpSpPr>
          <p:grpSpPr>
            <a:xfrm>
              <a:off x="9131009" y="4855451"/>
              <a:ext cx="430293" cy="210432"/>
              <a:chOff x="9131009" y="4855451"/>
              <a:chExt cx="430293" cy="210432"/>
            </a:xfrm>
          </p:grpSpPr>
          <p:pic>
            <p:nvPicPr>
              <p:cNvPr id="1225" name="Google Shape;1225;p10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9131009" y="4855451"/>
                <a:ext cx="286180" cy="2104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26" name="Google Shape;1226;p10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9456966" y="4860023"/>
                <a:ext cx="104336" cy="10746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27" name="Google Shape;1227;p10"/>
          <p:cNvGrpSpPr/>
          <p:nvPr/>
        </p:nvGrpSpPr>
        <p:grpSpPr>
          <a:xfrm>
            <a:off x="6495275" y="2826245"/>
            <a:ext cx="3448824" cy="1586509"/>
            <a:chOff x="6495275" y="2826245"/>
            <a:chExt cx="3448824" cy="1586509"/>
          </a:xfrm>
        </p:grpSpPr>
        <p:sp>
          <p:nvSpPr>
            <p:cNvPr id="1228" name="Google Shape;1228;p10"/>
            <p:cNvSpPr/>
            <p:nvPr/>
          </p:nvSpPr>
          <p:spPr>
            <a:xfrm>
              <a:off x="9529571" y="3317747"/>
              <a:ext cx="15240" cy="5715"/>
            </a:xfrm>
            <a:custGeom>
              <a:rect b="b" l="l" r="r" t="t"/>
              <a:pathLst>
                <a:path extrusionOk="0" h="5714" w="15240">
                  <a:moveTo>
                    <a:pt x="0" y="5334"/>
                  </a:moveTo>
                  <a:lnTo>
                    <a:pt x="4572" y="3810"/>
                  </a:lnTo>
                  <a:lnTo>
                    <a:pt x="9906" y="1524"/>
                  </a:lnTo>
                  <a:lnTo>
                    <a:pt x="15240" y="0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9" name="Google Shape;1229;p10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9523463" y="3377171"/>
              <a:ext cx="420636" cy="1414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0" name="Google Shape;1230;p10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6495275" y="2826245"/>
              <a:ext cx="2396515" cy="15865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1" name="Google Shape;1231;p10"/>
          <p:cNvGrpSpPr/>
          <p:nvPr/>
        </p:nvGrpSpPr>
        <p:grpSpPr>
          <a:xfrm>
            <a:off x="4924044" y="5286755"/>
            <a:ext cx="2494025" cy="584074"/>
            <a:chOff x="4924044" y="5286755"/>
            <a:chExt cx="2494025" cy="584074"/>
          </a:xfrm>
        </p:grpSpPr>
        <p:grpSp>
          <p:nvGrpSpPr>
            <p:cNvPr id="1232" name="Google Shape;1232;p10"/>
            <p:cNvGrpSpPr/>
            <p:nvPr/>
          </p:nvGrpSpPr>
          <p:grpSpPr>
            <a:xfrm>
              <a:off x="4924044" y="5583936"/>
              <a:ext cx="67564" cy="51816"/>
              <a:chOff x="4924044" y="5583936"/>
              <a:chExt cx="67564" cy="51816"/>
            </a:xfrm>
          </p:grpSpPr>
          <p:sp>
            <p:nvSpPr>
              <p:cNvPr id="1233" name="Google Shape;1233;p10"/>
              <p:cNvSpPr/>
              <p:nvPr/>
            </p:nvSpPr>
            <p:spPr>
              <a:xfrm>
                <a:off x="4924044" y="5583936"/>
                <a:ext cx="48895" cy="0"/>
              </a:xfrm>
              <a:custGeom>
                <a:rect b="b" l="l" r="r" t="t"/>
                <a:pathLst>
                  <a:path extrusionOk="0" h="120000" w="48895">
                    <a:moveTo>
                      <a:pt x="0" y="0"/>
                    </a:moveTo>
                    <a:lnTo>
                      <a:pt x="6858" y="0"/>
                    </a:lnTo>
                    <a:lnTo>
                      <a:pt x="10668" y="0"/>
                    </a:lnTo>
                    <a:lnTo>
                      <a:pt x="17526" y="0"/>
                    </a:lnTo>
                    <a:lnTo>
                      <a:pt x="25515" y="0"/>
                    </a:lnTo>
                    <a:lnTo>
                      <a:pt x="33432" y="0"/>
                    </a:lnTo>
                    <a:lnTo>
                      <a:pt x="41207" y="0"/>
                    </a:lnTo>
                    <a:lnTo>
                      <a:pt x="48768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p10"/>
              <p:cNvSpPr/>
              <p:nvPr/>
            </p:nvSpPr>
            <p:spPr>
              <a:xfrm>
                <a:off x="4944618" y="5624322"/>
                <a:ext cx="46990" cy="11430"/>
              </a:xfrm>
              <a:custGeom>
                <a:rect b="b" l="l" r="r" t="t"/>
                <a:pathLst>
                  <a:path extrusionOk="0" h="11429" w="46989">
                    <a:moveTo>
                      <a:pt x="0" y="11430"/>
                    </a:moveTo>
                    <a:lnTo>
                      <a:pt x="12620" y="10072"/>
                    </a:lnTo>
                    <a:lnTo>
                      <a:pt x="23812" y="8001"/>
                    </a:lnTo>
                    <a:lnTo>
                      <a:pt x="34718" y="4786"/>
                    </a:lnTo>
                    <a:lnTo>
                      <a:pt x="46482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5" name="Google Shape;1235;p10"/>
            <p:cNvSpPr/>
            <p:nvPr/>
          </p:nvSpPr>
          <p:spPr>
            <a:xfrm>
              <a:off x="5401055" y="5522214"/>
              <a:ext cx="270510" cy="193675"/>
            </a:xfrm>
            <a:custGeom>
              <a:rect b="b" l="l" r="r" t="t"/>
              <a:pathLst>
                <a:path extrusionOk="0" h="193675" w="270510">
                  <a:moveTo>
                    <a:pt x="217931" y="0"/>
                  </a:moveTo>
                  <a:lnTo>
                    <a:pt x="204668" y="2178"/>
                  </a:lnTo>
                  <a:lnTo>
                    <a:pt x="191261" y="4286"/>
                  </a:lnTo>
                  <a:lnTo>
                    <a:pt x="177855" y="6536"/>
                  </a:lnTo>
                  <a:lnTo>
                    <a:pt x="164591" y="9143"/>
                  </a:lnTo>
                  <a:lnTo>
                    <a:pt x="146542" y="13275"/>
                  </a:lnTo>
                  <a:lnTo>
                    <a:pt x="128777" y="17621"/>
                  </a:lnTo>
                  <a:lnTo>
                    <a:pt x="111013" y="22109"/>
                  </a:lnTo>
                  <a:lnTo>
                    <a:pt x="92963" y="26669"/>
                  </a:lnTo>
                  <a:lnTo>
                    <a:pt x="84593" y="28753"/>
                  </a:lnTo>
                  <a:lnTo>
                    <a:pt x="75152" y="30765"/>
                  </a:lnTo>
                  <a:lnTo>
                    <a:pt x="65853" y="33206"/>
                  </a:lnTo>
                  <a:lnTo>
                    <a:pt x="57911" y="36575"/>
                  </a:lnTo>
                  <a:lnTo>
                    <a:pt x="54101" y="38861"/>
                  </a:lnTo>
                  <a:lnTo>
                    <a:pt x="57911" y="36575"/>
                  </a:lnTo>
                  <a:lnTo>
                    <a:pt x="103453" y="51184"/>
                  </a:lnTo>
                  <a:lnTo>
                    <a:pt x="132337" y="56685"/>
                  </a:lnTo>
                  <a:lnTo>
                    <a:pt x="147065" y="59435"/>
                  </a:lnTo>
                  <a:lnTo>
                    <a:pt x="160781" y="62186"/>
                  </a:lnTo>
                  <a:lnTo>
                    <a:pt x="174497" y="64865"/>
                  </a:lnTo>
                  <a:lnTo>
                    <a:pt x="188213" y="67687"/>
                  </a:lnTo>
                  <a:lnTo>
                    <a:pt x="201929" y="70865"/>
                  </a:lnTo>
                  <a:lnTo>
                    <a:pt x="205739" y="71627"/>
                  </a:lnTo>
                  <a:lnTo>
                    <a:pt x="217931" y="73151"/>
                  </a:lnTo>
                  <a:lnTo>
                    <a:pt x="220217" y="77723"/>
                  </a:lnTo>
                  <a:lnTo>
                    <a:pt x="184880" y="108108"/>
                  </a:lnTo>
                  <a:lnTo>
                    <a:pt x="169533" y="115431"/>
                  </a:lnTo>
                  <a:lnTo>
                    <a:pt x="154685" y="122681"/>
                  </a:lnTo>
                  <a:lnTo>
                    <a:pt x="133421" y="132718"/>
                  </a:lnTo>
                  <a:lnTo>
                    <a:pt x="112013" y="142398"/>
                  </a:lnTo>
                  <a:lnTo>
                    <a:pt x="90606" y="151935"/>
                  </a:lnTo>
                  <a:lnTo>
                    <a:pt x="69341" y="161543"/>
                  </a:lnTo>
                  <a:lnTo>
                    <a:pt x="23800" y="181153"/>
                  </a:lnTo>
                  <a:lnTo>
                    <a:pt x="5333" y="188213"/>
                  </a:lnTo>
                  <a:lnTo>
                    <a:pt x="2285" y="189737"/>
                  </a:lnTo>
                  <a:lnTo>
                    <a:pt x="36575" y="192785"/>
                  </a:lnTo>
                  <a:lnTo>
                    <a:pt x="64912" y="193143"/>
                  </a:lnTo>
                  <a:lnTo>
                    <a:pt x="121015" y="191285"/>
                  </a:lnTo>
                  <a:lnTo>
                    <a:pt x="170949" y="185213"/>
                  </a:lnTo>
                  <a:lnTo>
                    <a:pt x="213860" y="178355"/>
                  </a:lnTo>
                  <a:lnTo>
                    <a:pt x="244042" y="172926"/>
                  </a:lnTo>
                  <a:lnTo>
                    <a:pt x="252698" y="171640"/>
                  </a:lnTo>
                  <a:lnTo>
                    <a:pt x="261496" y="170640"/>
                  </a:lnTo>
                  <a:lnTo>
                    <a:pt x="270509" y="169925"/>
                  </a:lnTo>
                  <a:lnTo>
                    <a:pt x="264413" y="176021"/>
                  </a:lnTo>
                  <a:lnTo>
                    <a:pt x="258317" y="178307"/>
                  </a:lnTo>
                  <a:lnTo>
                    <a:pt x="249173" y="18211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6" name="Google Shape;1236;p10"/>
            <p:cNvGrpSpPr/>
            <p:nvPr/>
          </p:nvGrpSpPr>
          <p:grpSpPr>
            <a:xfrm>
              <a:off x="5436108" y="5750814"/>
              <a:ext cx="160020" cy="120015"/>
              <a:chOff x="5436108" y="5750814"/>
              <a:chExt cx="160020" cy="120015"/>
            </a:xfrm>
          </p:grpSpPr>
          <p:sp>
            <p:nvSpPr>
              <p:cNvPr id="1237" name="Google Shape;1237;p10"/>
              <p:cNvSpPr/>
              <p:nvPr/>
            </p:nvSpPr>
            <p:spPr>
              <a:xfrm>
                <a:off x="5452110" y="5811774"/>
                <a:ext cx="10160" cy="59055"/>
              </a:xfrm>
              <a:custGeom>
                <a:rect b="b" l="l" r="r" t="t"/>
                <a:pathLst>
                  <a:path extrusionOk="0" h="59054" w="10160">
                    <a:moveTo>
                      <a:pt x="9905" y="0"/>
                    </a:moveTo>
                    <a:lnTo>
                      <a:pt x="8334" y="7762"/>
                    </a:lnTo>
                    <a:lnTo>
                      <a:pt x="7048" y="15240"/>
                    </a:lnTo>
                    <a:lnTo>
                      <a:pt x="6048" y="22717"/>
                    </a:lnTo>
                    <a:lnTo>
                      <a:pt x="5333" y="30480"/>
                    </a:lnTo>
                    <a:lnTo>
                      <a:pt x="5333" y="38100"/>
                    </a:lnTo>
                    <a:lnTo>
                      <a:pt x="5333" y="45720"/>
                    </a:lnTo>
                    <a:lnTo>
                      <a:pt x="3809" y="53340"/>
                    </a:lnTo>
                    <a:lnTo>
                      <a:pt x="2285" y="58674"/>
                    </a:lnTo>
                    <a:lnTo>
                      <a:pt x="2285" y="55626"/>
                    </a:lnTo>
                    <a:lnTo>
                      <a:pt x="0" y="5791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8" name="Google Shape;1238;p10"/>
              <p:cNvSpPr/>
              <p:nvPr/>
            </p:nvSpPr>
            <p:spPr>
              <a:xfrm>
                <a:off x="5436108" y="5750814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047"/>
                    </a:moveTo>
                    <a:lnTo>
                      <a:pt x="0" y="11429"/>
                    </a:lnTo>
                    <a:lnTo>
                      <a:pt x="3047" y="15239"/>
                    </a:lnTo>
                    <a:lnTo>
                      <a:pt x="11429" y="15239"/>
                    </a:lnTo>
                    <a:lnTo>
                      <a:pt x="15239" y="11429"/>
                    </a:lnTo>
                    <a:lnTo>
                      <a:pt x="15239" y="7619"/>
                    </a:lnTo>
                    <a:lnTo>
                      <a:pt x="15239" y="3047"/>
                    </a:lnTo>
                    <a:lnTo>
                      <a:pt x="11429" y="0"/>
                    </a:lnTo>
                    <a:lnTo>
                      <a:pt x="3047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39" name="Google Shape;1239;p10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5499341" y="5791949"/>
                <a:ext cx="65557" cy="686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40" name="Google Shape;1240;p10"/>
              <p:cNvSpPr/>
              <p:nvPr/>
            </p:nvSpPr>
            <p:spPr>
              <a:xfrm>
                <a:off x="5596128" y="5792724"/>
                <a:ext cx="0" cy="69850"/>
              </a:xfrm>
              <a:custGeom>
                <a:rect b="b" l="l" r="r" t="t"/>
                <a:pathLst>
                  <a:path extrusionOk="0" h="69850" w="120000">
                    <a:moveTo>
                      <a:pt x="0" y="0"/>
                    </a:moveTo>
                    <a:lnTo>
                      <a:pt x="0" y="17156"/>
                    </a:lnTo>
                    <a:lnTo>
                      <a:pt x="0" y="34385"/>
                    </a:lnTo>
                    <a:lnTo>
                      <a:pt x="0" y="51756"/>
                    </a:lnTo>
                    <a:lnTo>
                      <a:pt x="0" y="6934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41" name="Google Shape;1241;p10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5455907" y="5429999"/>
              <a:ext cx="83083" cy="68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2" name="Google Shape;1242;p10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884317" y="5430856"/>
              <a:ext cx="461630" cy="28263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3" name="Google Shape;1243;p10"/>
            <p:cNvGrpSpPr/>
            <p:nvPr/>
          </p:nvGrpSpPr>
          <p:grpSpPr>
            <a:xfrm>
              <a:off x="6416361" y="5439155"/>
              <a:ext cx="238197" cy="244475"/>
              <a:chOff x="6416361" y="5439155"/>
              <a:chExt cx="238197" cy="244475"/>
            </a:xfrm>
          </p:grpSpPr>
          <p:sp>
            <p:nvSpPr>
              <p:cNvPr id="1244" name="Google Shape;1244;p10"/>
              <p:cNvSpPr/>
              <p:nvPr/>
            </p:nvSpPr>
            <p:spPr>
              <a:xfrm>
                <a:off x="6416361" y="5439155"/>
                <a:ext cx="95885" cy="244475"/>
              </a:xfrm>
              <a:custGeom>
                <a:rect b="b" l="l" r="r" t="t"/>
                <a:pathLst>
                  <a:path extrusionOk="0" h="244475" w="95884">
                    <a:moveTo>
                      <a:pt x="55304" y="0"/>
                    </a:moveTo>
                    <a:lnTo>
                      <a:pt x="35587" y="34004"/>
                    </a:lnTo>
                    <a:lnTo>
                      <a:pt x="21014" y="70866"/>
                    </a:lnTo>
                    <a:lnTo>
                      <a:pt x="7584" y="111061"/>
                    </a:lnTo>
                    <a:lnTo>
                      <a:pt x="440" y="152400"/>
                    </a:lnTo>
                    <a:lnTo>
                      <a:pt x="0" y="168104"/>
                    </a:lnTo>
                    <a:lnTo>
                      <a:pt x="1488" y="183165"/>
                    </a:lnTo>
                    <a:lnTo>
                      <a:pt x="20157" y="219741"/>
                    </a:lnTo>
                    <a:lnTo>
                      <a:pt x="57840" y="240732"/>
                    </a:lnTo>
                    <a:lnTo>
                      <a:pt x="77485" y="243851"/>
                    </a:lnTo>
                    <a:lnTo>
                      <a:pt x="87308" y="243840"/>
                    </a:lnTo>
                    <a:lnTo>
                      <a:pt x="90356" y="243078"/>
                    </a:lnTo>
                    <a:lnTo>
                      <a:pt x="92642" y="243078"/>
                    </a:lnTo>
                    <a:lnTo>
                      <a:pt x="95690" y="24231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45" name="Google Shape;1245;p10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6537185" y="5497055"/>
                <a:ext cx="117373" cy="9298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46" name="Google Shape;1246;p10"/>
            <p:cNvSpPr/>
            <p:nvPr/>
          </p:nvSpPr>
          <p:spPr>
            <a:xfrm>
              <a:off x="6713219" y="5529071"/>
              <a:ext cx="38100" cy="1905"/>
            </a:xfrm>
            <a:custGeom>
              <a:rect b="b" l="l" r="r" t="t"/>
              <a:pathLst>
                <a:path extrusionOk="0" h="1904" w="38100">
                  <a:moveTo>
                    <a:pt x="0" y="1523"/>
                  </a:moveTo>
                  <a:lnTo>
                    <a:pt x="6858" y="1404"/>
                  </a:lnTo>
                  <a:lnTo>
                    <a:pt x="13716" y="1142"/>
                  </a:lnTo>
                  <a:lnTo>
                    <a:pt x="20574" y="881"/>
                  </a:lnTo>
                  <a:lnTo>
                    <a:pt x="27432" y="761"/>
                  </a:lnTo>
                  <a:lnTo>
                    <a:pt x="32004" y="761"/>
                  </a:lnTo>
                  <a:lnTo>
                    <a:pt x="35052" y="761"/>
                  </a:lnTo>
                  <a:lnTo>
                    <a:pt x="3810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47" name="Google Shape;1247;p10"/>
            <p:cNvGrpSpPr/>
            <p:nvPr/>
          </p:nvGrpSpPr>
          <p:grpSpPr>
            <a:xfrm>
              <a:off x="6832674" y="5286755"/>
              <a:ext cx="585395" cy="326458"/>
              <a:chOff x="6832674" y="5286755"/>
              <a:chExt cx="585395" cy="326458"/>
            </a:xfrm>
          </p:grpSpPr>
          <p:pic>
            <p:nvPicPr>
              <p:cNvPr id="1248" name="Google Shape;1248;p10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6832674" y="5378183"/>
                <a:ext cx="317707" cy="2350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49" name="Google Shape;1249;p10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7193267" y="5395709"/>
                <a:ext cx="106336" cy="1082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0" name="Google Shape;1250;p10"/>
              <p:cNvSpPr/>
              <p:nvPr/>
            </p:nvSpPr>
            <p:spPr>
              <a:xfrm>
                <a:off x="7334249" y="5286755"/>
                <a:ext cx="83820" cy="283845"/>
              </a:xfrm>
              <a:custGeom>
                <a:rect b="b" l="l" r="r" t="t"/>
                <a:pathLst>
                  <a:path extrusionOk="0" h="283845" w="83820">
                    <a:moveTo>
                      <a:pt x="0" y="0"/>
                    </a:moveTo>
                    <a:lnTo>
                      <a:pt x="35468" y="27324"/>
                    </a:lnTo>
                    <a:lnTo>
                      <a:pt x="64103" y="69056"/>
                    </a:lnTo>
                    <a:lnTo>
                      <a:pt x="80164" y="116705"/>
                    </a:lnTo>
                    <a:lnTo>
                      <a:pt x="83808" y="149137"/>
                    </a:lnTo>
                    <a:lnTo>
                      <a:pt x="83058" y="165353"/>
                    </a:lnTo>
                    <a:lnTo>
                      <a:pt x="68056" y="208645"/>
                    </a:lnTo>
                    <a:lnTo>
                      <a:pt x="41910" y="246888"/>
                    </a:lnTo>
                    <a:lnTo>
                      <a:pt x="11430" y="277368"/>
                    </a:lnTo>
                    <a:lnTo>
                      <a:pt x="9144" y="279654"/>
                    </a:lnTo>
                    <a:lnTo>
                      <a:pt x="1524" y="28346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51" name="Google Shape;1251;p10"/>
          <p:cNvGrpSpPr/>
          <p:nvPr/>
        </p:nvGrpSpPr>
        <p:grpSpPr>
          <a:xfrm>
            <a:off x="2573261" y="4610862"/>
            <a:ext cx="4476255" cy="588645"/>
            <a:chOff x="2573261" y="4610862"/>
            <a:chExt cx="4476255" cy="588645"/>
          </a:xfrm>
        </p:grpSpPr>
        <p:grpSp>
          <p:nvGrpSpPr>
            <p:cNvPr id="1252" name="Google Shape;1252;p10"/>
            <p:cNvGrpSpPr/>
            <p:nvPr/>
          </p:nvGrpSpPr>
          <p:grpSpPr>
            <a:xfrm>
              <a:off x="2573261" y="4812207"/>
              <a:ext cx="543331" cy="163665"/>
              <a:chOff x="2573261" y="4812207"/>
              <a:chExt cx="543331" cy="163665"/>
            </a:xfrm>
          </p:grpSpPr>
          <p:pic>
            <p:nvPicPr>
              <p:cNvPr id="1253" name="Google Shape;1253;p10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2573261" y="4819637"/>
                <a:ext cx="416077" cy="1562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54" name="Google Shape;1254;p10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3012935" y="4812207"/>
                <a:ext cx="103657" cy="1415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55" name="Google Shape;1255;p10"/>
            <p:cNvGrpSpPr/>
            <p:nvPr/>
          </p:nvGrpSpPr>
          <p:grpSpPr>
            <a:xfrm>
              <a:off x="3215259" y="4666487"/>
              <a:ext cx="495216" cy="379095"/>
              <a:chOff x="3215259" y="4666487"/>
              <a:chExt cx="495216" cy="379095"/>
            </a:xfrm>
          </p:grpSpPr>
          <p:sp>
            <p:nvSpPr>
              <p:cNvPr id="1256" name="Google Shape;1256;p10"/>
              <p:cNvSpPr/>
              <p:nvPr/>
            </p:nvSpPr>
            <p:spPr>
              <a:xfrm>
                <a:off x="3215259" y="4666487"/>
                <a:ext cx="125095" cy="379095"/>
              </a:xfrm>
              <a:custGeom>
                <a:rect b="b" l="l" r="r" t="t"/>
                <a:pathLst>
                  <a:path extrusionOk="0" h="379095" w="125095">
                    <a:moveTo>
                      <a:pt x="61340" y="0"/>
                    </a:moveTo>
                    <a:lnTo>
                      <a:pt x="29336" y="39624"/>
                    </a:lnTo>
                    <a:lnTo>
                      <a:pt x="12953" y="96964"/>
                    </a:lnTo>
                    <a:lnTo>
                      <a:pt x="3428" y="155448"/>
                    </a:lnTo>
                    <a:lnTo>
                      <a:pt x="0" y="210311"/>
                    </a:lnTo>
                    <a:lnTo>
                      <a:pt x="642" y="237958"/>
                    </a:lnTo>
                    <a:lnTo>
                      <a:pt x="6881" y="282154"/>
                    </a:lnTo>
                    <a:lnTo>
                      <a:pt x="25526" y="329946"/>
                    </a:lnTo>
                    <a:lnTo>
                      <a:pt x="58292" y="365760"/>
                    </a:lnTo>
                    <a:lnTo>
                      <a:pt x="100964" y="378714"/>
                    </a:lnTo>
                    <a:lnTo>
                      <a:pt x="109263" y="376475"/>
                    </a:lnTo>
                    <a:lnTo>
                      <a:pt x="115347" y="373951"/>
                    </a:lnTo>
                    <a:lnTo>
                      <a:pt x="120145" y="370570"/>
                    </a:lnTo>
                    <a:lnTo>
                      <a:pt x="124586" y="365760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57" name="Google Shape;1257;p10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3343607" y="4786525"/>
                <a:ext cx="366868" cy="2053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58" name="Google Shape;1258;p10"/>
            <p:cNvGrpSpPr/>
            <p:nvPr/>
          </p:nvGrpSpPr>
          <p:grpSpPr>
            <a:xfrm>
              <a:off x="3842004" y="4610862"/>
              <a:ext cx="657606" cy="277495"/>
              <a:chOff x="3842004" y="4610862"/>
              <a:chExt cx="657606" cy="277495"/>
            </a:xfrm>
          </p:grpSpPr>
          <p:sp>
            <p:nvSpPr>
              <p:cNvPr id="1259" name="Google Shape;1259;p10"/>
              <p:cNvSpPr/>
              <p:nvPr/>
            </p:nvSpPr>
            <p:spPr>
              <a:xfrm>
                <a:off x="3880104" y="4712970"/>
                <a:ext cx="22860" cy="168910"/>
              </a:xfrm>
              <a:custGeom>
                <a:rect b="b" l="l" r="r" t="t"/>
                <a:pathLst>
                  <a:path extrusionOk="0" h="168910" w="22860">
                    <a:moveTo>
                      <a:pt x="0" y="0"/>
                    </a:moveTo>
                    <a:lnTo>
                      <a:pt x="11787" y="44898"/>
                    </a:lnTo>
                    <a:lnTo>
                      <a:pt x="18383" y="96012"/>
                    </a:lnTo>
                    <a:lnTo>
                      <a:pt x="21038" y="141077"/>
                    </a:lnTo>
                    <a:lnTo>
                      <a:pt x="21431" y="150399"/>
                    </a:lnTo>
                    <a:lnTo>
                      <a:pt x="21967" y="159579"/>
                    </a:lnTo>
                    <a:lnTo>
                      <a:pt x="22860" y="168402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0" name="Google Shape;1260;p10"/>
              <p:cNvSpPr/>
              <p:nvPr/>
            </p:nvSpPr>
            <p:spPr>
              <a:xfrm>
                <a:off x="3842004" y="4720590"/>
                <a:ext cx="111760" cy="163830"/>
              </a:xfrm>
              <a:custGeom>
                <a:rect b="b" l="l" r="r" t="t"/>
                <a:pathLst>
                  <a:path extrusionOk="0" h="163829" w="111760">
                    <a:moveTo>
                      <a:pt x="0" y="0"/>
                    </a:moveTo>
                    <a:lnTo>
                      <a:pt x="42862" y="6000"/>
                    </a:lnTo>
                    <a:lnTo>
                      <a:pt x="82296" y="25146"/>
                    </a:lnTo>
                    <a:lnTo>
                      <a:pt x="108334" y="63079"/>
                    </a:lnTo>
                    <a:lnTo>
                      <a:pt x="111252" y="79248"/>
                    </a:lnTo>
                    <a:lnTo>
                      <a:pt x="110228" y="96607"/>
                    </a:lnTo>
                    <a:lnTo>
                      <a:pt x="86868" y="140970"/>
                    </a:lnTo>
                    <a:lnTo>
                      <a:pt x="53340" y="163830"/>
                    </a:lnTo>
                    <a:lnTo>
                      <a:pt x="50077" y="162294"/>
                    </a:lnTo>
                    <a:lnTo>
                      <a:pt x="51816" y="156686"/>
                    </a:lnTo>
                    <a:lnTo>
                      <a:pt x="55268" y="150649"/>
                    </a:lnTo>
                    <a:lnTo>
                      <a:pt x="57150" y="147828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p10"/>
              <p:cNvSpPr/>
              <p:nvPr/>
            </p:nvSpPr>
            <p:spPr>
              <a:xfrm>
                <a:off x="3983902" y="4776216"/>
                <a:ext cx="68580" cy="87630"/>
              </a:xfrm>
              <a:custGeom>
                <a:rect b="b" l="l" r="r" t="t"/>
                <a:pathLst>
                  <a:path extrusionOk="0" h="87629" w="68579">
                    <a:moveTo>
                      <a:pt x="47077" y="41148"/>
                    </a:moveTo>
                    <a:lnTo>
                      <a:pt x="25741" y="7620"/>
                    </a:lnTo>
                    <a:lnTo>
                      <a:pt x="24979" y="6096"/>
                    </a:lnTo>
                    <a:lnTo>
                      <a:pt x="18121" y="0"/>
                    </a:lnTo>
                    <a:lnTo>
                      <a:pt x="3643" y="36576"/>
                    </a:lnTo>
                    <a:lnTo>
                      <a:pt x="0" y="67008"/>
                    </a:lnTo>
                    <a:lnTo>
                      <a:pt x="595" y="76962"/>
                    </a:lnTo>
                    <a:lnTo>
                      <a:pt x="1357" y="83058"/>
                    </a:lnTo>
                    <a:lnTo>
                      <a:pt x="8977" y="87630"/>
                    </a:lnTo>
                    <a:lnTo>
                      <a:pt x="14311" y="84582"/>
                    </a:lnTo>
                    <a:lnTo>
                      <a:pt x="34051" y="47815"/>
                    </a:lnTo>
                    <a:lnTo>
                      <a:pt x="36409" y="22098"/>
                    </a:lnTo>
                    <a:lnTo>
                      <a:pt x="36409" y="18288"/>
                    </a:lnTo>
                    <a:lnTo>
                      <a:pt x="37171" y="16764"/>
                    </a:lnTo>
                    <a:lnTo>
                      <a:pt x="37933" y="14478"/>
                    </a:lnTo>
                    <a:lnTo>
                      <a:pt x="40219" y="20574"/>
                    </a:lnTo>
                    <a:lnTo>
                      <a:pt x="42505" y="28194"/>
                    </a:lnTo>
                    <a:lnTo>
                      <a:pt x="44029" y="35052"/>
                    </a:lnTo>
                    <a:lnTo>
                      <a:pt x="46124" y="42576"/>
                    </a:lnTo>
                    <a:lnTo>
                      <a:pt x="48220" y="50101"/>
                    </a:lnTo>
                    <a:lnTo>
                      <a:pt x="50887" y="57340"/>
                    </a:lnTo>
                    <a:lnTo>
                      <a:pt x="54697" y="64008"/>
                    </a:lnTo>
                    <a:lnTo>
                      <a:pt x="58507" y="70104"/>
                    </a:lnTo>
                    <a:lnTo>
                      <a:pt x="62317" y="69342"/>
                    </a:lnTo>
                    <a:lnTo>
                      <a:pt x="68413" y="69342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10"/>
              <p:cNvSpPr/>
              <p:nvPr/>
            </p:nvSpPr>
            <p:spPr>
              <a:xfrm>
                <a:off x="4069842" y="4744212"/>
                <a:ext cx="12700" cy="105410"/>
              </a:xfrm>
              <a:custGeom>
                <a:rect b="b" l="l" r="r" t="t"/>
                <a:pathLst>
                  <a:path extrusionOk="0" h="105410" w="12700">
                    <a:moveTo>
                      <a:pt x="0" y="0"/>
                    </a:moveTo>
                    <a:lnTo>
                      <a:pt x="1083" y="13037"/>
                    </a:lnTo>
                    <a:lnTo>
                      <a:pt x="2952" y="26003"/>
                    </a:lnTo>
                    <a:lnTo>
                      <a:pt x="5250" y="39112"/>
                    </a:lnTo>
                    <a:lnTo>
                      <a:pt x="7620" y="52578"/>
                    </a:lnTo>
                    <a:lnTo>
                      <a:pt x="8763" y="64127"/>
                    </a:lnTo>
                    <a:lnTo>
                      <a:pt x="9906" y="75819"/>
                    </a:lnTo>
                    <a:lnTo>
                      <a:pt x="11049" y="87510"/>
                    </a:lnTo>
                    <a:lnTo>
                      <a:pt x="12192" y="99060"/>
                    </a:lnTo>
                    <a:lnTo>
                      <a:pt x="12192" y="102870"/>
                    </a:lnTo>
                    <a:lnTo>
                      <a:pt x="12192" y="103632"/>
                    </a:lnTo>
                    <a:lnTo>
                      <a:pt x="12192" y="105156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3" name="Google Shape;1263;p10"/>
              <p:cNvSpPr/>
              <p:nvPr/>
            </p:nvSpPr>
            <p:spPr>
              <a:xfrm>
                <a:off x="4066794" y="4786122"/>
                <a:ext cx="50800" cy="5715"/>
              </a:xfrm>
              <a:custGeom>
                <a:rect b="b" l="l" r="r" t="t"/>
                <a:pathLst>
                  <a:path extrusionOk="0" h="5714" w="50800">
                    <a:moveTo>
                      <a:pt x="0" y="3048"/>
                    </a:moveTo>
                    <a:lnTo>
                      <a:pt x="10287" y="4667"/>
                    </a:lnTo>
                    <a:lnTo>
                      <a:pt x="20574" y="5715"/>
                    </a:lnTo>
                    <a:lnTo>
                      <a:pt x="30861" y="5619"/>
                    </a:lnTo>
                    <a:lnTo>
                      <a:pt x="41148" y="3810"/>
                    </a:lnTo>
                    <a:lnTo>
                      <a:pt x="44196" y="2286"/>
                    </a:lnTo>
                    <a:lnTo>
                      <a:pt x="47244" y="1524"/>
                    </a:lnTo>
                    <a:lnTo>
                      <a:pt x="50292" y="0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10"/>
              <p:cNvSpPr/>
              <p:nvPr/>
            </p:nvSpPr>
            <p:spPr>
              <a:xfrm>
                <a:off x="4120717" y="4771644"/>
                <a:ext cx="74295" cy="96520"/>
              </a:xfrm>
              <a:custGeom>
                <a:rect b="b" l="l" r="r" t="t"/>
                <a:pathLst>
                  <a:path extrusionOk="0" h="96520" w="74295">
                    <a:moveTo>
                      <a:pt x="45898" y="52577"/>
                    </a:moveTo>
                    <a:lnTo>
                      <a:pt x="23800" y="16763"/>
                    </a:lnTo>
                    <a:lnTo>
                      <a:pt x="19990" y="9143"/>
                    </a:lnTo>
                    <a:lnTo>
                      <a:pt x="16180" y="3047"/>
                    </a:lnTo>
                    <a:lnTo>
                      <a:pt x="13894" y="0"/>
                    </a:lnTo>
                    <a:lnTo>
                      <a:pt x="13132" y="761"/>
                    </a:lnTo>
                    <a:lnTo>
                      <a:pt x="10084" y="0"/>
                    </a:lnTo>
                    <a:lnTo>
                      <a:pt x="1262" y="45755"/>
                    </a:lnTo>
                    <a:lnTo>
                      <a:pt x="0" y="70496"/>
                    </a:lnTo>
                    <a:lnTo>
                      <a:pt x="940" y="82295"/>
                    </a:lnTo>
                    <a:lnTo>
                      <a:pt x="2464" y="88177"/>
                    </a:lnTo>
                    <a:lnTo>
                      <a:pt x="5703" y="93344"/>
                    </a:lnTo>
                    <a:lnTo>
                      <a:pt x="10370" y="96226"/>
                    </a:lnTo>
                    <a:lnTo>
                      <a:pt x="16180" y="95249"/>
                    </a:lnTo>
                    <a:lnTo>
                      <a:pt x="38350" y="56257"/>
                    </a:lnTo>
                    <a:lnTo>
                      <a:pt x="41350" y="37135"/>
                    </a:lnTo>
                    <a:lnTo>
                      <a:pt x="42850" y="27431"/>
                    </a:lnTo>
                    <a:lnTo>
                      <a:pt x="42850" y="21335"/>
                    </a:lnTo>
                    <a:lnTo>
                      <a:pt x="43612" y="34289"/>
                    </a:lnTo>
                    <a:lnTo>
                      <a:pt x="44374" y="34289"/>
                    </a:lnTo>
                    <a:lnTo>
                      <a:pt x="61900" y="63245"/>
                    </a:lnTo>
                    <a:lnTo>
                      <a:pt x="67234" y="61721"/>
                    </a:lnTo>
                    <a:lnTo>
                      <a:pt x="74092" y="62483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5" name="Google Shape;1265;p10"/>
              <p:cNvSpPr/>
              <p:nvPr/>
            </p:nvSpPr>
            <p:spPr>
              <a:xfrm>
                <a:off x="4200751" y="4742450"/>
                <a:ext cx="55244" cy="95885"/>
              </a:xfrm>
              <a:custGeom>
                <a:rect b="b" l="l" r="r" t="t"/>
                <a:pathLst>
                  <a:path extrusionOk="0" h="95885" w="55245">
                    <a:moveTo>
                      <a:pt x="27586" y="1762"/>
                    </a:moveTo>
                    <a:lnTo>
                      <a:pt x="18323" y="0"/>
                    </a:lnTo>
                    <a:lnTo>
                      <a:pt x="12346" y="238"/>
                    </a:lnTo>
                    <a:lnTo>
                      <a:pt x="8084" y="3905"/>
                    </a:lnTo>
                    <a:lnTo>
                      <a:pt x="3964" y="12430"/>
                    </a:lnTo>
                    <a:lnTo>
                      <a:pt x="1690" y="19466"/>
                    </a:lnTo>
                    <a:lnTo>
                      <a:pt x="59" y="28146"/>
                    </a:lnTo>
                    <a:lnTo>
                      <a:pt x="0" y="36968"/>
                    </a:lnTo>
                    <a:lnTo>
                      <a:pt x="2440" y="44434"/>
                    </a:lnTo>
                    <a:lnTo>
                      <a:pt x="37492" y="57388"/>
                    </a:lnTo>
                    <a:lnTo>
                      <a:pt x="51208" y="56626"/>
                    </a:lnTo>
                    <a:lnTo>
                      <a:pt x="54256" y="62722"/>
                    </a:lnTo>
                    <a:lnTo>
                      <a:pt x="54923" y="68127"/>
                    </a:lnTo>
                    <a:lnTo>
                      <a:pt x="51589" y="72818"/>
                    </a:lnTo>
                    <a:lnTo>
                      <a:pt x="46541" y="76652"/>
                    </a:lnTo>
                    <a:lnTo>
                      <a:pt x="42064" y="79486"/>
                    </a:lnTo>
                    <a:lnTo>
                      <a:pt x="34932" y="84439"/>
                    </a:lnTo>
                    <a:lnTo>
                      <a:pt x="27301" y="88820"/>
                    </a:lnTo>
                    <a:lnTo>
                      <a:pt x="19240" y="92344"/>
                    </a:lnTo>
                    <a:lnTo>
                      <a:pt x="10822" y="94726"/>
                    </a:lnTo>
                    <a:lnTo>
                      <a:pt x="3964" y="95488"/>
                    </a:lnTo>
                    <a:lnTo>
                      <a:pt x="6250" y="90916"/>
                    </a:lnTo>
                    <a:lnTo>
                      <a:pt x="5488" y="85582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10"/>
              <p:cNvSpPr/>
              <p:nvPr/>
            </p:nvSpPr>
            <p:spPr>
              <a:xfrm>
                <a:off x="4269581" y="4751832"/>
                <a:ext cx="45720" cy="81280"/>
              </a:xfrm>
              <a:custGeom>
                <a:rect b="b" l="l" r="r" t="t"/>
                <a:pathLst>
                  <a:path extrusionOk="0" h="81279" w="45720">
                    <a:moveTo>
                      <a:pt x="3714" y="0"/>
                    </a:moveTo>
                    <a:lnTo>
                      <a:pt x="3452" y="9727"/>
                    </a:lnTo>
                    <a:lnTo>
                      <a:pt x="2762" y="19526"/>
                    </a:lnTo>
                    <a:lnTo>
                      <a:pt x="1785" y="29467"/>
                    </a:lnTo>
                    <a:lnTo>
                      <a:pt x="666" y="39623"/>
                    </a:lnTo>
                    <a:lnTo>
                      <a:pt x="369" y="47077"/>
                    </a:lnTo>
                    <a:lnTo>
                      <a:pt x="0" y="55244"/>
                    </a:lnTo>
                    <a:lnTo>
                      <a:pt x="345" y="63412"/>
                    </a:lnTo>
                    <a:lnTo>
                      <a:pt x="2190" y="70865"/>
                    </a:lnTo>
                    <a:lnTo>
                      <a:pt x="6000" y="78485"/>
                    </a:lnTo>
                    <a:lnTo>
                      <a:pt x="15906" y="80771"/>
                    </a:lnTo>
                    <a:lnTo>
                      <a:pt x="23526" y="78485"/>
                    </a:lnTo>
                    <a:lnTo>
                      <a:pt x="30194" y="75533"/>
                    </a:lnTo>
                    <a:lnTo>
                      <a:pt x="35718" y="71437"/>
                    </a:lnTo>
                    <a:lnTo>
                      <a:pt x="40671" y="66484"/>
                    </a:lnTo>
                    <a:lnTo>
                      <a:pt x="45624" y="60959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10"/>
              <p:cNvSpPr/>
              <p:nvPr/>
            </p:nvSpPr>
            <p:spPr>
              <a:xfrm>
                <a:off x="4275582" y="4743450"/>
                <a:ext cx="43180" cy="41910"/>
              </a:xfrm>
              <a:custGeom>
                <a:rect b="b" l="l" r="r" t="t"/>
                <a:pathLst>
                  <a:path extrusionOk="0" h="41910" w="43179">
                    <a:moveTo>
                      <a:pt x="0" y="41910"/>
                    </a:moveTo>
                    <a:lnTo>
                      <a:pt x="36575" y="25146"/>
                    </a:lnTo>
                    <a:lnTo>
                      <a:pt x="42671" y="16002"/>
                    </a:lnTo>
                    <a:lnTo>
                      <a:pt x="39623" y="10668"/>
                    </a:lnTo>
                    <a:lnTo>
                      <a:pt x="35813" y="5334"/>
                    </a:lnTo>
                    <a:lnTo>
                      <a:pt x="25907" y="2286"/>
                    </a:lnTo>
                    <a:lnTo>
                      <a:pt x="20573" y="762"/>
                    </a:lnTo>
                    <a:lnTo>
                      <a:pt x="16763" y="0"/>
                    </a:lnTo>
                    <a:lnTo>
                      <a:pt x="12953" y="0"/>
                    </a:lnTo>
                    <a:lnTo>
                      <a:pt x="9143" y="0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10"/>
              <p:cNvSpPr/>
              <p:nvPr/>
            </p:nvSpPr>
            <p:spPr>
              <a:xfrm>
                <a:off x="4342638" y="4716018"/>
                <a:ext cx="48895" cy="102870"/>
              </a:xfrm>
              <a:custGeom>
                <a:rect b="b" l="l" r="r" t="t"/>
                <a:pathLst>
                  <a:path extrusionOk="0" h="102870" w="48895">
                    <a:moveTo>
                      <a:pt x="0" y="0"/>
                    </a:moveTo>
                    <a:lnTo>
                      <a:pt x="2774" y="8798"/>
                    </a:lnTo>
                    <a:lnTo>
                      <a:pt x="4476" y="17240"/>
                    </a:lnTo>
                    <a:lnTo>
                      <a:pt x="5464" y="25824"/>
                    </a:lnTo>
                    <a:lnTo>
                      <a:pt x="6096" y="35052"/>
                    </a:lnTo>
                    <a:lnTo>
                      <a:pt x="5584" y="48779"/>
                    </a:lnTo>
                    <a:lnTo>
                      <a:pt x="4857" y="63150"/>
                    </a:lnTo>
                    <a:lnTo>
                      <a:pt x="5131" y="77378"/>
                    </a:lnTo>
                    <a:lnTo>
                      <a:pt x="32766" y="102870"/>
                    </a:lnTo>
                    <a:lnTo>
                      <a:pt x="38862" y="97535"/>
                    </a:lnTo>
                    <a:lnTo>
                      <a:pt x="43434" y="90677"/>
                    </a:lnTo>
                    <a:lnTo>
                      <a:pt x="48006" y="83819"/>
                    </a:lnTo>
                    <a:lnTo>
                      <a:pt x="48006" y="78485"/>
                    </a:lnTo>
                    <a:lnTo>
                      <a:pt x="48768" y="70103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10"/>
              <p:cNvSpPr/>
              <p:nvPr/>
            </p:nvSpPr>
            <p:spPr>
              <a:xfrm>
                <a:off x="4338828" y="4748784"/>
                <a:ext cx="59055" cy="18415"/>
              </a:xfrm>
              <a:custGeom>
                <a:rect b="b" l="l" r="r" t="t"/>
                <a:pathLst>
                  <a:path extrusionOk="0" h="18414" w="59054">
                    <a:moveTo>
                      <a:pt x="0" y="18287"/>
                    </a:moveTo>
                    <a:lnTo>
                      <a:pt x="43434" y="9143"/>
                    </a:lnTo>
                    <a:lnTo>
                      <a:pt x="54102" y="3809"/>
                    </a:lnTo>
                    <a:lnTo>
                      <a:pt x="58674" y="0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10"/>
              <p:cNvSpPr/>
              <p:nvPr/>
            </p:nvSpPr>
            <p:spPr>
              <a:xfrm>
                <a:off x="4419600" y="4610862"/>
                <a:ext cx="80010" cy="277495"/>
              </a:xfrm>
              <a:custGeom>
                <a:rect b="b" l="l" r="r" t="t"/>
                <a:pathLst>
                  <a:path extrusionOk="0" h="277495" w="80010">
                    <a:moveTo>
                      <a:pt x="0" y="0"/>
                    </a:moveTo>
                    <a:lnTo>
                      <a:pt x="36325" y="27753"/>
                    </a:lnTo>
                    <a:lnTo>
                      <a:pt x="66770" y="70770"/>
                    </a:lnTo>
                    <a:lnTo>
                      <a:pt x="79879" y="128718"/>
                    </a:lnTo>
                    <a:lnTo>
                      <a:pt x="79533" y="150399"/>
                    </a:lnTo>
                    <a:lnTo>
                      <a:pt x="71628" y="193547"/>
                    </a:lnTo>
                    <a:lnTo>
                      <a:pt x="54375" y="243375"/>
                    </a:lnTo>
                    <a:lnTo>
                      <a:pt x="44243" y="265568"/>
                    </a:lnTo>
                    <a:lnTo>
                      <a:pt x="40957" y="272700"/>
                    </a:lnTo>
                    <a:lnTo>
                      <a:pt x="37385" y="277403"/>
                    </a:lnTo>
                    <a:lnTo>
                      <a:pt x="33528" y="276605"/>
                    </a:lnTo>
                    <a:lnTo>
                      <a:pt x="32766" y="274319"/>
                    </a:lnTo>
                    <a:lnTo>
                      <a:pt x="32004" y="272795"/>
                    </a:lnTo>
                    <a:lnTo>
                      <a:pt x="31242" y="270509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1" name="Google Shape;1271;p10"/>
            <p:cNvGrpSpPr/>
            <p:nvPr/>
          </p:nvGrpSpPr>
          <p:grpSpPr>
            <a:xfrm>
              <a:off x="4738878" y="4785360"/>
              <a:ext cx="81280" cy="70485"/>
              <a:chOff x="4738878" y="4785360"/>
              <a:chExt cx="81280" cy="70485"/>
            </a:xfrm>
          </p:grpSpPr>
          <p:sp>
            <p:nvSpPr>
              <p:cNvPr id="1272" name="Google Shape;1272;p10"/>
              <p:cNvSpPr/>
              <p:nvPr/>
            </p:nvSpPr>
            <p:spPr>
              <a:xfrm>
                <a:off x="4738878" y="4785360"/>
                <a:ext cx="57150" cy="4445"/>
              </a:xfrm>
              <a:custGeom>
                <a:rect b="b" l="l" r="r" t="t"/>
                <a:pathLst>
                  <a:path extrusionOk="0" h="4445" w="57150">
                    <a:moveTo>
                      <a:pt x="0" y="1523"/>
                    </a:moveTo>
                    <a:lnTo>
                      <a:pt x="9929" y="3059"/>
                    </a:lnTo>
                    <a:lnTo>
                      <a:pt x="19430" y="4095"/>
                    </a:lnTo>
                    <a:lnTo>
                      <a:pt x="28932" y="4417"/>
                    </a:lnTo>
                    <a:lnTo>
                      <a:pt x="38862" y="3809"/>
                    </a:lnTo>
                    <a:lnTo>
                      <a:pt x="45720" y="3047"/>
                    </a:lnTo>
                    <a:lnTo>
                      <a:pt x="51053" y="1523"/>
                    </a:lnTo>
                    <a:lnTo>
                      <a:pt x="57150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10"/>
              <p:cNvSpPr/>
              <p:nvPr/>
            </p:nvSpPr>
            <p:spPr>
              <a:xfrm>
                <a:off x="4750308" y="4842510"/>
                <a:ext cx="69850" cy="13335"/>
              </a:xfrm>
              <a:custGeom>
                <a:rect b="b" l="l" r="r" t="t"/>
                <a:pathLst>
                  <a:path extrusionOk="0" h="13335" w="69850">
                    <a:moveTo>
                      <a:pt x="0" y="12191"/>
                    </a:moveTo>
                    <a:lnTo>
                      <a:pt x="9036" y="12703"/>
                    </a:lnTo>
                    <a:lnTo>
                      <a:pt x="18002" y="12858"/>
                    </a:lnTo>
                    <a:lnTo>
                      <a:pt x="27110" y="12299"/>
                    </a:lnTo>
                    <a:lnTo>
                      <a:pt x="36576" y="10667"/>
                    </a:lnTo>
                    <a:lnTo>
                      <a:pt x="43898" y="9143"/>
                    </a:lnTo>
                    <a:lnTo>
                      <a:pt x="51720" y="7619"/>
                    </a:lnTo>
                    <a:lnTo>
                      <a:pt x="59400" y="5524"/>
                    </a:lnTo>
                    <a:lnTo>
                      <a:pt x="66294" y="2285"/>
                    </a:lnTo>
                    <a:lnTo>
                      <a:pt x="67056" y="1523"/>
                    </a:lnTo>
                    <a:lnTo>
                      <a:pt x="67818" y="761"/>
                    </a:lnTo>
                    <a:lnTo>
                      <a:pt x="69342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4" name="Google Shape;1274;p10"/>
            <p:cNvGrpSpPr/>
            <p:nvPr/>
          </p:nvGrpSpPr>
          <p:grpSpPr>
            <a:xfrm>
              <a:off x="5319521" y="5084064"/>
              <a:ext cx="128397" cy="115443"/>
              <a:chOff x="5319521" y="5084064"/>
              <a:chExt cx="128397" cy="115443"/>
            </a:xfrm>
          </p:grpSpPr>
          <p:sp>
            <p:nvSpPr>
              <p:cNvPr id="1275" name="Google Shape;1275;p10"/>
              <p:cNvSpPr/>
              <p:nvPr/>
            </p:nvSpPr>
            <p:spPr>
              <a:xfrm>
                <a:off x="5323331" y="5136642"/>
                <a:ext cx="40640" cy="62865"/>
              </a:xfrm>
              <a:custGeom>
                <a:rect b="b" l="l" r="r" t="t"/>
                <a:pathLst>
                  <a:path extrusionOk="0" h="62864" w="40639">
                    <a:moveTo>
                      <a:pt x="762" y="0"/>
                    </a:moveTo>
                    <a:lnTo>
                      <a:pt x="762" y="3810"/>
                    </a:lnTo>
                    <a:lnTo>
                      <a:pt x="762" y="6096"/>
                    </a:lnTo>
                    <a:lnTo>
                      <a:pt x="762" y="9906"/>
                    </a:lnTo>
                    <a:lnTo>
                      <a:pt x="452" y="19978"/>
                    </a:lnTo>
                    <a:lnTo>
                      <a:pt x="0" y="30480"/>
                    </a:lnTo>
                    <a:lnTo>
                      <a:pt x="119" y="40981"/>
                    </a:lnTo>
                    <a:lnTo>
                      <a:pt x="19050" y="62484"/>
                    </a:lnTo>
                    <a:lnTo>
                      <a:pt x="25146" y="61722"/>
                    </a:lnTo>
                    <a:lnTo>
                      <a:pt x="31242" y="57912"/>
                    </a:lnTo>
                    <a:lnTo>
                      <a:pt x="36576" y="53339"/>
                    </a:lnTo>
                    <a:lnTo>
                      <a:pt x="38100" y="52577"/>
                    </a:lnTo>
                    <a:lnTo>
                      <a:pt x="40386" y="48767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10"/>
              <p:cNvSpPr/>
              <p:nvPr/>
            </p:nvSpPr>
            <p:spPr>
              <a:xfrm>
                <a:off x="5319521" y="5084064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809"/>
                    </a:moveTo>
                    <a:lnTo>
                      <a:pt x="0" y="12191"/>
                    </a:lnTo>
                    <a:lnTo>
                      <a:pt x="3809" y="15239"/>
                    </a:lnTo>
                    <a:lnTo>
                      <a:pt x="12191" y="15239"/>
                    </a:lnTo>
                    <a:lnTo>
                      <a:pt x="15239" y="12191"/>
                    </a:lnTo>
                    <a:lnTo>
                      <a:pt x="15239" y="7619"/>
                    </a:lnTo>
                    <a:lnTo>
                      <a:pt x="15239" y="3809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09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10"/>
              <p:cNvSpPr/>
              <p:nvPr/>
            </p:nvSpPr>
            <p:spPr>
              <a:xfrm>
                <a:off x="5400293" y="5146548"/>
                <a:ext cx="39370" cy="1270"/>
              </a:xfrm>
              <a:custGeom>
                <a:rect b="b" l="l" r="r" t="t"/>
                <a:pathLst>
                  <a:path extrusionOk="0" h="1270" w="39370">
                    <a:moveTo>
                      <a:pt x="0" y="0"/>
                    </a:moveTo>
                    <a:lnTo>
                      <a:pt x="7881" y="440"/>
                    </a:lnTo>
                    <a:lnTo>
                      <a:pt x="15621" y="666"/>
                    </a:lnTo>
                    <a:lnTo>
                      <a:pt x="23360" y="750"/>
                    </a:lnTo>
                    <a:lnTo>
                      <a:pt x="31242" y="762"/>
                    </a:lnTo>
                    <a:lnTo>
                      <a:pt x="35052" y="762"/>
                    </a:lnTo>
                    <a:lnTo>
                      <a:pt x="35814" y="762"/>
                    </a:lnTo>
                    <a:lnTo>
                      <a:pt x="38862" y="76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10"/>
              <p:cNvSpPr/>
              <p:nvPr/>
            </p:nvSpPr>
            <p:spPr>
              <a:xfrm>
                <a:off x="5407913" y="5189220"/>
                <a:ext cx="40005" cy="8890"/>
              </a:xfrm>
              <a:custGeom>
                <a:rect b="b" l="l" r="r" t="t"/>
                <a:pathLst>
                  <a:path extrusionOk="0" h="8889" w="40004">
                    <a:moveTo>
                      <a:pt x="0" y="8382"/>
                    </a:moveTo>
                    <a:lnTo>
                      <a:pt x="8203" y="8763"/>
                    </a:lnTo>
                    <a:lnTo>
                      <a:pt x="15906" y="8572"/>
                    </a:lnTo>
                    <a:lnTo>
                      <a:pt x="23467" y="7524"/>
                    </a:lnTo>
                    <a:lnTo>
                      <a:pt x="31242" y="5334"/>
                    </a:lnTo>
                    <a:lnTo>
                      <a:pt x="35814" y="3048"/>
                    </a:lnTo>
                    <a:lnTo>
                      <a:pt x="37338" y="3048"/>
                    </a:lnTo>
                    <a:lnTo>
                      <a:pt x="39624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9" name="Google Shape;1279;p10"/>
            <p:cNvSpPr/>
            <p:nvPr/>
          </p:nvSpPr>
          <p:spPr>
            <a:xfrm>
              <a:off x="5518403" y="5115305"/>
              <a:ext cx="5715" cy="73660"/>
            </a:xfrm>
            <a:custGeom>
              <a:rect b="b" l="l" r="r" t="t"/>
              <a:pathLst>
                <a:path extrusionOk="0" h="73660" w="5714">
                  <a:moveTo>
                    <a:pt x="0" y="0"/>
                  </a:moveTo>
                  <a:lnTo>
                    <a:pt x="4929" y="41469"/>
                  </a:lnTo>
                  <a:lnTo>
                    <a:pt x="5334" y="61721"/>
                  </a:lnTo>
                  <a:lnTo>
                    <a:pt x="5334" y="67817"/>
                  </a:lnTo>
                  <a:lnTo>
                    <a:pt x="5334" y="7315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80" name="Google Shape;1280;p10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5403972" y="4637257"/>
              <a:ext cx="74165" cy="818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81" name="Google Shape;1281;p10"/>
            <p:cNvGrpSpPr/>
            <p:nvPr/>
          </p:nvGrpSpPr>
          <p:grpSpPr>
            <a:xfrm>
              <a:off x="5745157" y="4824209"/>
              <a:ext cx="354665" cy="131958"/>
              <a:chOff x="5745157" y="4824209"/>
              <a:chExt cx="354665" cy="131958"/>
            </a:xfrm>
          </p:grpSpPr>
          <p:pic>
            <p:nvPicPr>
              <p:cNvPr id="1282" name="Google Shape;1282;p10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5745157" y="4834115"/>
                <a:ext cx="64342" cy="1220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3" name="Google Shape;1283;p10"/>
              <p:cNvSpPr/>
              <p:nvPr/>
            </p:nvSpPr>
            <p:spPr>
              <a:xfrm>
                <a:off x="5846826" y="4837938"/>
                <a:ext cx="29845" cy="73660"/>
              </a:xfrm>
              <a:custGeom>
                <a:rect b="b" l="l" r="r" t="t"/>
                <a:pathLst>
                  <a:path extrusionOk="0" h="73660" w="29845">
                    <a:moveTo>
                      <a:pt x="0" y="28956"/>
                    </a:moveTo>
                    <a:lnTo>
                      <a:pt x="23598" y="65222"/>
                    </a:lnTo>
                    <a:lnTo>
                      <a:pt x="23622" y="71628"/>
                    </a:lnTo>
                    <a:lnTo>
                      <a:pt x="23622" y="72390"/>
                    </a:lnTo>
                    <a:lnTo>
                      <a:pt x="23622" y="73152"/>
                    </a:lnTo>
                    <a:lnTo>
                      <a:pt x="23610" y="60579"/>
                    </a:lnTo>
                    <a:lnTo>
                      <a:pt x="23526" y="48006"/>
                    </a:lnTo>
                    <a:lnTo>
                      <a:pt x="23300" y="35433"/>
                    </a:lnTo>
                    <a:lnTo>
                      <a:pt x="22860" y="22860"/>
                    </a:lnTo>
                    <a:lnTo>
                      <a:pt x="22097" y="18288"/>
                    </a:lnTo>
                    <a:lnTo>
                      <a:pt x="19049" y="6096"/>
                    </a:lnTo>
                    <a:lnTo>
                      <a:pt x="22097" y="762"/>
                    </a:lnTo>
                    <a:lnTo>
                      <a:pt x="25907" y="762"/>
                    </a:lnTo>
                    <a:lnTo>
                      <a:pt x="27431" y="0"/>
                    </a:lnTo>
                    <a:lnTo>
                      <a:pt x="29717" y="76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84" name="Google Shape;1284;p10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5910821" y="4824209"/>
                <a:ext cx="189001" cy="1105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85" name="Google Shape;1285;p10"/>
            <p:cNvGrpSpPr/>
            <p:nvPr/>
          </p:nvGrpSpPr>
          <p:grpSpPr>
            <a:xfrm>
              <a:off x="6179057" y="4756404"/>
              <a:ext cx="446912" cy="250190"/>
              <a:chOff x="6179057" y="4756404"/>
              <a:chExt cx="446912" cy="250190"/>
            </a:xfrm>
          </p:grpSpPr>
          <p:sp>
            <p:nvSpPr>
              <p:cNvPr id="1286" name="Google Shape;1286;p10"/>
              <p:cNvSpPr/>
              <p:nvPr/>
            </p:nvSpPr>
            <p:spPr>
              <a:xfrm>
                <a:off x="6179057" y="4756404"/>
                <a:ext cx="86360" cy="250190"/>
              </a:xfrm>
              <a:custGeom>
                <a:rect b="b" l="l" r="r" t="t"/>
                <a:pathLst>
                  <a:path extrusionOk="0" h="250189" w="86360">
                    <a:moveTo>
                      <a:pt x="66293" y="0"/>
                    </a:moveTo>
                    <a:lnTo>
                      <a:pt x="28955" y="24384"/>
                    </a:lnTo>
                    <a:lnTo>
                      <a:pt x="9334" y="70389"/>
                    </a:lnTo>
                    <a:lnTo>
                      <a:pt x="2285" y="120396"/>
                    </a:lnTo>
                    <a:lnTo>
                      <a:pt x="0" y="167163"/>
                    </a:lnTo>
                    <a:lnTo>
                      <a:pt x="1857" y="190797"/>
                    </a:lnTo>
                    <a:lnTo>
                      <a:pt x="13680" y="228397"/>
                    </a:lnTo>
                    <a:lnTo>
                      <a:pt x="52577" y="249936"/>
                    </a:lnTo>
                    <a:lnTo>
                      <a:pt x="63388" y="249709"/>
                    </a:lnTo>
                    <a:lnTo>
                      <a:pt x="71627" y="248697"/>
                    </a:lnTo>
                    <a:lnTo>
                      <a:pt x="78724" y="246399"/>
                    </a:lnTo>
                    <a:lnTo>
                      <a:pt x="86105" y="242315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87" name="Google Shape;1287;p10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6291821" y="4774679"/>
                <a:ext cx="269773" cy="1310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8" name="Google Shape;1288;p10"/>
              <p:cNvSpPr/>
              <p:nvPr/>
            </p:nvSpPr>
            <p:spPr>
              <a:xfrm>
                <a:off x="6593585" y="4872990"/>
                <a:ext cx="32384" cy="56515"/>
              </a:xfrm>
              <a:custGeom>
                <a:rect b="b" l="l" r="r" t="t"/>
                <a:pathLst>
                  <a:path extrusionOk="0" h="56514" w="32384">
                    <a:moveTo>
                      <a:pt x="32003" y="0"/>
                    </a:moveTo>
                    <a:lnTo>
                      <a:pt x="19931" y="41171"/>
                    </a:lnTo>
                    <a:lnTo>
                      <a:pt x="7786" y="52173"/>
                    </a:lnTo>
                    <a:lnTo>
                      <a:pt x="0" y="56387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9" name="Google Shape;1289;p10"/>
            <p:cNvGrpSpPr/>
            <p:nvPr/>
          </p:nvGrpSpPr>
          <p:grpSpPr>
            <a:xfrm>
              <a:off x="6743687" y="4746497"/>
              <a:ext cx="153175" cy="118885"/>
              <a:chOff x="6743687" y="4746497"/>
              <a:chExt cx="153175" cy="118885"/>
            </a:xfrm>
          </p:grpSpPr>
          <p:pic>
            <p:nvPicPr>
              <p:cNvPr id="1290" name="Google Shape;1290;p10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6743687" y="4754867"/>
                <a:ext cx="104419" cy="11051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1" name="Google Shape;1291;p10"/>
              <p:cNvSpPr/>
              <p:nvPr/>
            </p:nvSpPr>
            <p:spPr>
              <a:xfrm>
                <a:off x="6885432" y="4812791"/>
                <a:ext cx="3810" cy="50800"/>
              </a:xfrm>
              <a:custGeom>
                <a:rect b="b" l="l" r="r" t="t"/>
                <a:pathLst>
                  <a:path extrusionOk="0" h="50800" w="3809">
                    <a:moveTo>
                      <a:pt x="0" y="0"/>
                    </a:moveTo>
                    <a:lnTo>
                      <a:pt x="571" y="8572"/>
                    </a:lnTo>
                    <a:lnTo>
                      <a:pt x="1143" y="17144"/>
                    </a:lnTo>
                    <a:lnTo>
                      <a:pt x="1714" y="25717"/>
                    </a:lnTo>
                    <a:lnTo>
                      <a:pt x="2286" y="34289"/>
                    </a:lnTo>
                    <a:lnTo>
                      <a:pt x="2286" y="38861"/>
                    </a:lnTo>
                    <a:lnTo>
                      <a:pt x="1524" y="44957"/>
                    </a:lnTo>
                    <a:lnTo>
                      <a:pt x="3048" y="49529"/>
                    </a:lnTo>
                    <a:lnTo>
                      <a:pt x="3048" y="50291"/>
                    </a:lnTo>
                    <a:lnTo>
                      <a:pt x="3048" y="49529"/>
                    </a:lnTo>
                    <a:lnTo>
                      <a:pt x="3810" y="48005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0"/>
              <p:cNvSpPr/>
              <p:nvPr/>
            </p:nvSpPr>
            <p:spPr>
              <a:xfrm>
                <a:off x="6881622" y="4746497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048"/>
                    </a:moveTo>
                    <a:lnTo>
                      <a:pt x="0" y="11430"/>
                    </a:lnTo>
                    <a:lnTo>
                      <a:pt x="3048" y="15240"/>
                    </a:lnTo>
                    <a:lnTo>
                      <a:pt x="11430" y="15240"/>
                    </a:lnTo>
                    <a:lnTo>
                      <a:pt x="15240" y="11430"/>
                    </a:lnTo>
                    <a:lnTo>
                      <a:pt x="15240" y="7620"/>
                    </a:lnTo>
                    <a:lnTo>
                      <a:pt x="15240" y="3048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3" name="Google Shape;1293;p10"/>
            <p:cNvSpPr/>
            <p:nvPr/>
          </p:nvSpPr>
          <p:spPr>
            <a:xfrm>
              <a:off x="6963156" y="4652009"/>
              <a:ext cx="86360" cy="274320"/>
            </a:xfrm>
            <a:custGeom>
              <a:rect b="b" l="l" r="r" t="t"/>
              <a:pathLst>
                <a:path extrusionOk="0" h="274320" w="86359">
                  <a:moveTo>
                    <a:pt x="0" y="0"/>
                  </a:moveTo>
                  <a:lnTo>
                    <a:pt x="36540" y="23895"/>
                  </a:lnTo>
                  <a:lnTo>
                    <a:pt x="71247" y="66484"/>
                  </a:lnTo>
                  <a:lnTo>
                    <a:pt x="83820" y="105155"/>
                  </a:lnTo>
                  <a:lnTo>
                    <a:pt x="85927" y="127420"/>
                  </a:lnTo>
                  <a:lnTo>
                    <a:pt x="85248" y="149542"/>
                  </a:lnTo>
                  <a:lnTo>
                    <a:pt x="74676" y="192785"/>
                  </a:lnTo>
                  <a:lnTo>
                    <a:pt x="56292" y="229266"/>
                  </a:lnTo>
                  <a:lnTo>
                    <a:pt x="30480" y="260603"/>
                  </a:lnTo>
                  <a:lnTo>
                    <a:pt x="12799" y="272498"/>
                  </a:lnTo>
                  <a:lnTo>
                    <a:pt x="6858" y="27431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0"/>
            <p:cNvSpPr/>
            <p:nvPr/>
          </p:nvSpPr>
          <p:spPr>
            <a:xfrm>
              <a:off x="5264658" y="4755641"/>
              <a:ext cx="381000" cy="261620"/>
            </a:xfrm>
            <a:custGeom>
              <a:rect b="b" l="l" r="r" t="t"/>
              <a:pathLst>
                <a:path extrusionOk="0" h="261620" w="381000">
                  <a:moveTo>
                    <a:pt x="337565" y="0"/>
                  </a:moveTo>
                  <a:lnTo>
                    <a:pt x="287202" y="11501"/>
                  </a:lnTo>
                  <a:lnTo>
                    <a:pt x="269747" y="15049"/>
                  </a:lnTo>
                  <a:lnTo>
                    <a:pt x="210133" y="28729"/>
                  </a:lnTo>
                  <a:lnTo>
                    <a:pt x="161293" y="41612"/>
                  </a:lnTo>
                  <a:lnTo>
                    <a:pt x="137159" y="48768"/>
                  </a:lnTo>
                  <a:lnTo>
                    <a:pt x="125027" y="52125"/>
                  </a:lnTo>
                  <a:lnTo>
                    <a:pt x="112109" y="55626"/>
                  </a:lnTo>
                  <a:lnTo>
                    <a:pt x="99333" y="59697"/>
                  </a:lnTo>
                  <a:lnTo>
                    <a:pt x="87629" y="64770"/>
                  </a:lnTo>
                  <a:lnTo>
                    <a:pt x="86867" y="64770"/>
                  </a:lnTo>
                  <a:lnTo>
                    <a:pt x="86105" y="64770"/>
                  </a:lnTo>
                  <a:lnTo>
                    <a:pt x="86867" y="65532"/>
                  </a:lnTo>
                  <a:lnTo>
                    <a:pt x="124908" y="70139"/>
                  </a:lnTo>
                  <a:lnTo>
                    <a:pt x="174497" y="71913"/>
                  </a:lnTo>
                  <a:lnTo>
                    <a:pt x="192785" y="72044"/>
                  </a:lnTo>
                  <a:lnTo>
                    <a:pt x="211073" y="72390"/>
                  </a:lnTo>
                  <a:lnTo>
                    <a:pt x="250316" y="74676"/>
                  </a:lnTo>
                  <a:lnTo>
                    <a:pt x="289559" y="79248"/>
                  </a:lnTo>
                  <a:lnTo>
                    <a:pt x="329945" y="92202"/>
                  </a:lnTo>
                  <a:lnTo>
                    <a:pt x="336803" y="101346"/>
                  </a:lnTo>
                  <a:lnTo>
                    <a:pt x="332231" y="105918"/>
                  </a:lnTo>
                  <a:lnTo>
                    <a:pt x="324266" y="111883"/>
                  </a:lnTo>
                  <a:lnTo>
                    <a:pt x="314801" y="116490"/>
                  </a:lnTo>
                  <a:lnTo>
                    <a:pt x="304907" y="120384"/>
                  </a:lnTo>
                  <a:lnTo>
                    <a:pt x="295655" y="124205"/>
                  </a:lnTo>
                  <a:lnTo>
                    <a:pt x="278391" y="131635"/>
                  </a:lnTo>
                  <a:lnTo>
                    <a:pt x="260984" y="139065"/>
                  </a:lnTo>
                  <a:lnTo>
                    <a:pt x="243578" y="146494"/>
                  </a:lnTo>
                  <a:lnTo>
                    <a:pt x="226313" y="153924"/>
                  </a:lnTo>
                  <a:lnTo>
                    <a:pt x="205728" y="162746"/>
                  </a:lnTo>
                  <a:lnTo>
                    <a:pt x="185070" y="171926"/>
                  </a:lnTo>
                  <a:lnTo>
                    <a:pt x="164270" y="181248"/>
                  </a:lnTo>
                  <a:lnTo>
                    <a:pt x="143255" y="190500"/>
                  </a:lnTo>
                  <a:lnTo>
                    <a:pt x="122562" y="200215"/>
                  </a:lnTo>
                  <a:lnTo>
                    <a:pt x="101726" y="209931"/>
                  </a:lnTo>
                  <a:lnTo>
                    <a:pt x="80891" y="219646"/>
                  </a:lnTo>
                  <a:lnTo>
                    <a:pt x="33527" y="242030"/>
                  </a:lnTo>
                  <a:lnTo>
                    <a:pt x="2285" y="258318"/>
                  </a:lnTo>
                  <a:lnTo>
                    <a:pt x="0" y="259842"/>
                  </a:lnTo>
                  <a:lnTo>
                    <a:pt x="5333" y="260604"/>
                  </a:lnTo>
                  <a:lnTo>
                    <a:pt x="13715" y="261366"/>
                  </a:lnTo>
                  <a:lnTo>
                    <a:pt x="20573" y="261366"/>
                  </a:lnTo>
                  <a:lnTo>
                    <a:pt x="47434" y="260449"/>
                  </a:lnTo>
                  <a:lnTo>
                    <a:pt x="74294" y="258032"/>
                  </a:lnTo>
                  <a:lnTo>
                    <a:pt x="101155" y="254615"/>
                  </a:lnTo>
                  <a:lnTo>
                    <a:pt x="128015" y="250698"/>
                  </a:lnTo>
                  <a:lnTo>
                    <a:pt x="158305" y="246709"/>
                  </a:lnTo>
                  <a:lnTo>
                    <a:pt x="218884" y="239017"/>
                  </a:lnTo>
                  <a:lnTo>
                    <a:pt x="276034" y="232636"/>
                  </a:lnTo>
                  <a:lnTo>
                    <a:pt x="329755" y="227849"/>
                  </a:lnTo>
                  <a:lnTo>
                    <a:pt x="356615" y="226314"/>
                  </a:lnTo>
                  <a:lnTo>
                    <a:pt x="361949" y="225552"/>
                  </a:lnTo>
                  <a:lnTo>
                    <a:pt x="377951" y="223265"/>
                  </a:lnTo>
                  <a:lnTo>
                    <a:pt x="380999" y="227076"/>
                  </a:lnTo>
                  <a:lnTo>
                    <a:pt x="380999" y="227838"/>
                  </a:lnTo>
                  <a:lnTo>
                    <a:pt x="380999" y="228600"/>
                  </a:lnTo>
                  <a:lnTo>
                    <a:pt x="372617" y="232410"/>
                  </a:lnTo>
                  <a:lnTo>
                    <a:pt x="366521" y="233172"/>
                  </a:lnTo>
                  <a:lnTo>
                    <a:pt x="356615" y="23393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1"/>
          <p:cNvSpPr/>
          <p:nvPr/>
        </p:nvSpPr>
        <p:spPr>
          <a:xfrm>
            <a:off x="5082540" y="2153411"/>
            <a:ext cx="37465" cy="1270"/>
          </a:xfrm>
          <a:custGeom>
            <a:rect b="b" l="l" r="r" t="t"/>
            <a:pathLst>
              <a:path extrusionOk="0" h="1269" w="37464">
                <a:moveTo>
                  <a:pt x="0" y="0"/>
                </a:moveTo>
                <a:lnTo>
                  <a:pt x="9155" y="440"/>
                </a:lnTo>
                <a:lnTo>
                  <a:pt x="18383" y="666"/>
                </a:lnTo>
                <a:lnTo>
                  <a:pt x="27753" y="750"/>
                </a:lnTo>
                <a:lnTo>
                  <a:pt x="37338" y="761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11"/>
          <p:cNvSpPr/>
          <p:nvPr/>
        </p:nvSpPr>
        <p:spPr>
          <a:xfrm>
            <a:off x="5075682" y="2215895"/>
            <a:ext cx="60960" cy="2540"/>
          </a:xfrm>
          <a:custGeom>
            <a:rect b="b" l="l" r="r" t="t"/>
            <a:pathLst>
              <a:path extrusionOk="0" h="2539" w="60960">
                <a:moveTo>
                  <a:pt x="0" y="762"/>
                </a:moveTo>
                <a:lnTo>
                  <a:pt x="9036" y="1643"/>
                </a:lnTo>
                <a:lnTo>
                  <a:pt x="18002" y="2095"/>
                </a:lnTo>
                <a:lnTo>
                  <a:pt x="27110" y="2262"/>
                </a:lnTo>
                <a:lnTo>
                  <a:pt x="36576" y="2286"/>
                </a:lnTo>
                <a:lnTo>
                  <a:pt x="44958" y="2286"/>
                </a:lnTo>
                <a:lnTo>
                  <a:pt x="53340" y="2286"/>
                </a:lnTo>
                <a:lnTo>
                  <a:pt x="60960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1" name="Google Shape;13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1797" y="1964423"/>
            <a:ext cx="70891" cy="792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2" name="Google Shape;1302;p11"/>
          <p:cNvGrpSpPr/>
          <p:nvPr/>
        </p:nvGrpSpPr>
        <p:grpSpPr>
          <a:xfrm>
            <a:off x="5468112" y="2037575"/>
            <a:ext cx="271780" cy="299605"/>
            <a:chOff x="5468112" y="2037575"/>
            <a:chExt cx="271780" cy="299605"/>
          </a:xfrm>
        </p:grpSpPr>
        <p:pic>
          <p:nvPicPr>
            <p:cNvPr id="1303" name="Google Shape;1303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32548" y="2037575"/>
              <a:ext cx="66640" cy="807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1"/>
            <p:cNvSpPr/>
            <p:nvPr/>
          </p:nvSpPr>
          <p:spPr>
            <a:xfrm>
              <a:off x="5468112" y="2158745"/>
              <a:ext cx="271780" cy="178435"/>
            </a:xfrm>
            <a:custGeom>
              <a:rect b="b" l="l" r="r" t="t"/>
              <a:pathLst>
                <a:path extrusionOk="0" h="178435" w="271779">
                  <a:moveTo>
                    <a:pt x="245363" y="0"/>
                  </a:moveTo>
                  <a:lnTo>
                    <a:pt x="190499" y="9215"/>
                  </a:lnTo>
                  <a:lnTo>
                    <a:pt x="150959" y="18002"/>
                  </a:lnTo>
                  <a:lnTo>
                    <a:pt x="129635" y="23050"/>
                  </a:lnTo>
                  <a:lnTo>
                    <a:pt x="108454" y="28384"/>
                  </a:lnTo>
                  <a:lnTo>
                    <a:pt x="87629" y="34290"/>
                  </a:lnTo>
                  <a:lnTo>
                    <a:pt x="79486" y="36504"/>
                  </a:lnTo>
                  <a:lnTo>
                    <a:pt x="69913" y="38862"/>
                  </a:lnTo>
                  <a:lnTo>
                    <a:pt x="60626" y="41790"/>
                  </a:lnTo>
                  <a:lnTo>
                    <a:pt x="53339" y="45720"/>
                  </a:lnTo>
                  <a:lnTo>
                    <a:pt x="53339" y="46482"/>
                  </a:lnTo>
                  <a:lnTo>
                    <a:pt x="60698" y="48934"/>
                  </a:lnTo>
                  <a:lnTo>
                    <a:pt x="68770" y="50673"/>
                  </a:lnTo>
                  <a:lnTo>
                    <a:pt x="77128" y="51839"/>
                  </a:lnTo>
                  <a:lnTo>
                    <a:pt x="85343" y="52578"/>
                  </a:lnTo>
                  <a:lnTo>
                    <a:pt x="102477" y="54625"/>
                  </a:lnTo>
                  <a:lnTo>
                    <a:pt x="119538" y="56388"/>
                  </a:lnTo>
                  <a:lnTo>
                    <a:pt x="136457" y="58150"/>
                  </a:lnTo>
                  <a:lnTo>
                    <a:pt x="153161" y="60198"/>
                  </a:lnTo>
                  <a:lnTo>
                    <a:pt x="169271" y="62103"/>
                  </a:lnTo>
                  <a:lnTo>
                    <a:pt x="217169" y="72390"/>
                  </a:lnTo>
                  <a:lnTo>
                    <a:pt x="223265" y="75438"/>
                  </a:lnTo>
                  <a:lnTo>
                    <a:pt x="227075" y="78486"/>
                  </a:lnTo>
                  <a:lnTo>
                    <a:pt x="186178" y="103120"/>
                  </a:lnTo>
                  <a:lnTo>
                    <a:pt x="151054" y="118288"/>
                  </a:lnTo>
                  <a:lnTo>
                    <a:pt x="112633" y="134290"/>
                  </a:lnTo>
                  <a:lnTo>
                    <a:pt x="70342" y="151126"/>
                  </a:lnTo>
                  <a:lnTo>
                    <a:pt x="48767" y="159258"/>
                  </a:lnTo>
                  <a:lnTo>
                    <a:pt x="37778" y="163699"/>
                  </a:lnTo>
                  <a:lnTo>
                    <a:pt x="26574" y="167925"/>
                  </a:lnTo>
                  <a:lnTo>
                    <a:pt x="15228" y="172009"/>
                  </a:lnTo>
                  <a:lnTo>
                    <a:pt x="3809" y="176022"/>
                  </a:lnTo>
                  <a:lnTo>
                    <a:pt x="1523" y="176784"/>
                  </a:lnTo>
                  <a:lnTo>
                    <a:pt x="0" y="177546"/>
                  </a:lnTo>
                  <a:lnTo>
                    <a:pt x="6857" y="177867"/>
                  </a:lnTo>
                  <a:lnTo>
                    <a:pt x="13715" y="177831"/>
                  </a:lnTo>
                  <a:lnTo>
                    <a:pt x="20573" y="177653"/>
                  </a:lnTo>
                  <a:lnTo>
                    <a:pt x="27431" y="177546"/>
                  </a:lnTo>
                  <a:lnTo>
                    <a:pt x="47315" y="177129"/>
                  </a:lnTo>
                  <a:lnTo>
                    <a:pt x="67055" y="175926"/>
                  </a:lnTo>
                  <a:lnTo>
                    <a:pt x="86796" y="174009"/>
                  </a:lnTo>
                  <a:lnTo>
                    <a:pt x="106679" y="171450"/>
                  </a:lnTo>
                  <a:lnTo>
                    <a:pt x="130111" y="168473"/>
                  </a:lnTo>
                  <a:lnTo>
                    <a:pt x="153542" y="165354"/>
                  </a:lnTo>
                  <a:lnTo>
                    <a:pt x="176974" y="162234"/>
                  </a:lnTo>
                  <a:lnTo>
                    <a:pt x="200405" y="159258"/>
                  </a:lnTo>
                  <a:lnTo>
                    <a:pt x="215836" y="157114"/>
                  </a:lnTo>
                  <a:lnTo>
                    <a:pt x="231266" y="155257"/>
                  </a:lnTo>
                  <a:lnTo>
                    <a:pt x="246697" y="153685"/>
                  </a:lnTo>
                  <a:lnTo>
                    <a:pt x="262127" y="152400"/>
                  </a:lnTo>
                  <a:lnTo>
                    <a:pt x="267461" y="152400"/>
                  </a:lnTo>
                  <a:lnTo>
                    <a:pt x="268223" y="152400"/>
                  </a:lnTo>
                  <a:lnTo>
                    <a:pt x="271271" y="152400"/>
                  </a:lnTo>
                  <a:lnTo>
                    <a:pt x="264521" y="154102"/>
                  </a:lnTo>
                  <a:lnTo>
                    <a:pt x="257841" y="155733"/>
                  </a:lnTo>
                  <a:lnTo>
                    <a:pt x="251019" y="157222"/>
                  </a:lnTo>
                  <a:lnTo>
                    <a:pt x="243839" y="15849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5" name="Google Shape;1305;p11"/>
          <p:cNvGrpSpPr/>
          <p:nvPr/>
        </p:nvGrpSpPr>
        <p:grpSpPr>
          <a:xfrm>
            <a:off x="5490209" y="2398014"/>
            <a:ext cx="128143" cy="112014"/>
            <a:chOff x="5490209" y="2398014"/>
            <a:chExt cx="128143" cy="112014"/>
          </a:xfrm>
        </p:grpSpPr>
        <p:sp>
          <p:nvSpPr>
            <p:cNvPr id="1306" name="Google Shape;1306;p11"/>
            <p:cNvSpPr/>
            <p:nvPr/>
          </p:nvSpPr>
          <p:spPr>
            <a:xfrm>
              <a:off x="5498591" y="2460498"/>
              <a:ext cx="5080" cy="49530"/>
            </a:xfrm>
            <a:custGeom>
              <a:rect b="b" l="l" r="r" t="t"/>
              <a:pathLst>
                <a:path extrusionOk="0" h="49530" w="5079">
                  <a:moveTo>
                    <a:pt x="1524" y="0"/>
                  </a:moveTo>
                  <a:lnTo>
                    <a:pt x="1762" y="9024"/>
                  </a:lnTo>
                  <a:lnTo>
                    <a:pt x="2286" y="17907"/>
                  </a:lnTo>
                  <a:lnTo>
                    <a:pt x="2809" y="26789"/>
                  </a:lnTo>
                  <a:lnTo>
                    <a:pt x="3048" y="35814"/>
                  </a:lnTo>
                  <a:lnTo>
                    <a:pt x="3048" y="41910"/>
                  </a:lnTo>
                  <a:lnTo>
                    <a:pt x="4572" y="44958"/>
                  </a:lnTo>
                  <a:lnTo>
                    <a:pt x="0" y="4953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1"/>
            <p:cNvSpPr/>
            <p:nvPr/>
          </p:nvSpPr>
          <p:spPr>
            <a:xfrm>
              <a:off x="5490209" y="2398014"/>
              <a:ext cx="16510" cy="15240"/>
            </a:xfrm>
            <a:custGeom>
              <a:rect b="b" l="l" r="r" t="t"/>
              <a:pathLst>
                <a:path extrusionOk="0" h="15239" w="16510">
                  <a:moveTo>
                    <a:pt x="0" y="3048"/>
                  </a:moveTo>
                  <a:lnTo>
                    <a:pt x="0" y="11430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6001" y="11430"/>
                  </a:lnTo>
                  <a:lnTo>
                    <a:pt x="16001" y="7620"/>
                  </a:lnTo>
                  <a:lnTo>
                    <a:pt x="16001" y="3048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1"/>
            <p:cNvSpPr/>
            <p:nvPr/>
          </p:nvSpPr>
          <p:spPr>
            <a:xfrm>
              <a:off x="5560313" y="2443734"/>
              <a:ext cx="33655" cy="635"/>
            </a:xfrm>
            <a:custGeom>
              <a:rect b="b" l="l" r="r" t="t"/>
              <a:pathLst>
                <a:path extrusionOk="0" h="635" w="33654">
                  <a:moveTo>
                    <a:pt x="0" y="0"/>
                  </a:moveTo>
                  <a:lnTo>
                    <a:pt x="8131" y="107"/>
                  </a:lnTo>
                  <a:lnTo>
                    <a:pt x="16478" y="285"/>
                  </a:lnTo>
                  <a:lnTo>
                    <a:pt x="24967" y="321"/>
                  </a:lnTo>
                  <a:lnTo>
                    <a:pt x="33528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1"/>
            <p:cNvSpPr/>
            <p:nvPr/>
          </p:nvSpPr>
          <p:spPr>
            <a:xfrm>
              <a:off x="5569457" y="2487168"/>
              <a:ext cx="48895" cy="1270"/>
            </a:xfrm>
            <a:custGeom>
              <a:rect b="b" l="l" r="r" t="t"/>
              <a:pathLst>
                <a:path extrusionOk="0" h="1269" w="48895">
                  <a:moveTo>
                    <a:pt x="0" y="0"/>
                  </a:moveTo>
                  <a:lnTo>
                    <a:pt x="12120" y="642"/>
                  </a:lnTo>
                  <a:lnTo>
                    <a:pt x="24384" y="1142"/>
                  </a:lnTo>
                  <a:lnTo>
                    <a:pt x="36647" y="1071"/>
                  </a:lnTo>
                  <a:lnTo>
                    <a:pt x="48768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0" name="Google Shape;1310;p11"/>
          <p:cNvSpPr/>
          <p:nvPr/>
        </p:nvSpPr>
        <p:spPr>
          <a:xfrm>
            <a:off x="5682996" y="2429255"/>
            <a:ext cx="1905" cy="67945"/>
          </a:xfrm>
          <a:custGeom>
            <a:rect b="b" l="l" r="r" t="t"/>
            <a:pathLst>
              <a:path extrusionOk="0" h="67944" w="1904">
                <a:moveTo>
                  <a:pt x="1524" y="0"/>
                </a:moveTo>
                <a:lnTo>
                  <a:pt x="642" y="9596"/>
                </a:lnTo>
                <a:lnTo>
                  <a:pt x="190" y="19050"/>
                </a:lnTo>
                <a:lnTo>
                  <a:pt x="23" y="28503"/>
                </a:lnTo>
                <a:lnTo>
                  <a:pt x="0" y="38100"/>
                </a:lnTo>
                <a:lnTo>
                  <a:pt x="0" y="45529"/>
                </a:lnTo>
                <a:lnTo>
                  <a:pt x="0" y="52959"/>
                </a:lnTo>
                <a:lnTo>
                  <a:pt x="0" y="60388"/>
                </a:lnTo>
                <a:lnTo>
                  <a:pt x="0" y="67818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1" name="Google Shape;1311;p11"/>
          <p:cNvGrpSpPr/>
          <p:nvPr/>
        </p:nvGrpSpPr>
        <p:grpSpPr>
          <a:xfrm>
            <a:off x="5943599" y="2203704"/>
            <a:ext cx="90297" cy="72421"/>
            <a:chOff x="5943599" y="2203704"/>
            <a:chExt cx="90297" cy="72421"/>
          </a:xfrm>
        </p:grpSpPr>
        <p:sp>
          <p:nvSpPr>
            <p:cNvPr id="1312" name="Google Shape;1312;p11"/>
            <p:cNvSpPr/>
            <p:nvPr/>
          </p:nvSpPr>
          <p:spPr>
            <a:xfrm>
              <a:off x="5943599" y="2215800"/>
              <a:ext cx="43180" cy="60325"/>
            </a:xfrm>
            <a:custGeom>
              <a:rect b="b" l="l" r="r" t="t"/>
              <a:pathLst>
                <a:path extrusionOk="0" h="60325" w="43179">
                  <a:moveTo>
                    <a:pt x="0" y="3143"/>
                  </a:moveTo>
                  <a:lnTo>
                    <a:pt x="7989" y="1321"/>
                  </a:lnTo>
                  <a:lnTo>
                    <a:pt x="15906" y="0"/>
                  </a:lnTo>
                  <a:lnTo>
                    <a:pt x="23681" y="250"/>
                  </a:lnTo>
                  <a:lnTo>
                    <a:pt x="31242" y="3143"/>
                  </a:lnTo>
                  <a:lnTo>
                    <a:pt x="38100" y="7715"/>
                  </a:lnTo>
                  <a:lnTo>
                    <a:pt x="41910" y="14573"/>
                  </a:lnTo>
                  <a:lnTo>
                    <a:pt x="42672" y="22955"/>
                  </a:lnTo>
                  <a:lnTo>
                    <a:pt x="42648" y="29753"/>
                  </a:lnTo>
                  <a:lnTo>
                    <a:pt x="12192" y="59531"/>
                  </a:lnTo>
                  <a:lnTo>
                    <a:pt x="7620" y="60293"/>
                  </a:lnTo>
                  <a:lnTo>
                    <a:pt x="9906" y="60293"/>
                  </a:lnTo>
                  <a:lnTo>
                    <a:pt x="8382" y="56483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1"/>
            <p:cNvSpPr/>
            <p:nvPr/>
          </p:nvSpPr>
          <p:spPr>
            <a:xfrm>
              <a:off x="5990081" y="2203704"/>
              <a:ext cx="43815" cy="64135"/>
            </a:xfrm>
            <a:custGeom>
              <a:rect b="b" l="l" r="r" t="t"/>
              <a:pathLst>
                <a:path extrusionOk="0" h="64135" w="43814">
                  <a:moveTo>
                    <a:pt x="16001" y="0"/>
                  </a:moveTo>
                  <a:lnTo>
                    <a:pt x="9667" y="8905"/>
                  </a:lnTo>
                  <a:lnTo>
                    <a:pt x="5333" y="16383"/>
                  </a:lnTo>
                  <a:lnTo>
                    <a:pt x="2714" y="24431"/>
                  </a:lnTo>
                  <a:lnTo>
                    <a:pt x="1523" y="35052"/>
                  </a:lnTo>
                  <a:lnTo>
                    <a:pt x="1523" y="41910"/>
                  </a:lnTo>
                  <a:lnTo>
                    <a:pt x="0" y="51053"/>
                  </a:lnTo>
                  <a:lnTo>
                    <a:pt x="31241" y="64008"/>
                  </a:lnTo>
                  <a:lnTo>
                    <a:pt x="38099" y="64008"/>
                  </a:lnTo>
                  <a:lnTo>
                    <a:pt x="39623" y="64008"/>
                  </a:lnTo>
                  <a:lnTo>
                    <a:pt x="43433" y="6096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4" name="Google Shape;1314;p11"/>
          <p:cNvSpPr/>
          <p:nvPr/>
        </p:nvSpPr>
        <p:spPr>
          <a:xfrm>
            <a:off x="6124194" y="2231135"/>
            <a:ext cx="52705" cy="9525"/>
          </a:xfrm>
          <a:custGeom>
            <a:rect b="b" l="l" r="r" t="t"/>
            <a:pathLst>
              <a:path extrusionOk="0" h="9525" w="52704">
                <a:moveTo>
                  <a:pt x="0" y="7620"/>
                </a:moveTo>
                <a:lnTo>
                  <a:pt x="10858" y="8060"/>
                </a:lnTo>
                <a:lnTo>
                  <a:pt x="21717" y="8286"/>
                </a:lnTo>
                <a:lnTo>
                  <a:pt x="32575" y="8370"/>
                </a:lnTo>
                <a:lnTo>
                  <a:pt x="43434" y="8382"/>
                </a:lnTo>
                <a:lnTo>
                  <a:pt x="45720" y="8382"/>
                </a:lnTo>
                <a:lnTo>
                  <a:pt x="51816" y="9144"/>
                </a:lnTo>
                <a:lnTo>
                  <a:pt x="52577" y="7620"/>
                </a:lnTo>
                <a:lnTo>
                  <a:pt x="52577" y="3810"/>
                </a:lnTo>
                <a:lnTo>
                  <a:pt x="52577" y="2286"/>
                </a:lnTo>
                <a:lnTo>
                  <a:pt x="52577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5" name="Google Shape;1315;p11"/>
          <p:cNvGrpSpPr/>
          <p:nvPr/>
        </p:nvGrpSpPr>
        <p:grpSpPr>
          <a:xfrm>
            <a:off x="6296869" y="2022335"/>
            <a:ext cx="590385" cy="262153"/>
            <a:chOff x="6296869" y="2022335"/>
            <a:chExt cx="590385" cy="262153"/>
          </a:xfrm>
        </p:grpSpPr>
        <p:pic>
          <p:nvPicPr>
            <p:cNvPr id="1316" name="Google Shape;1316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96869" y="2099297"/>
              <a:ext cx="461511" cy="1851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7" name="Google Shape;1317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801599" y="2022335"/>
              <a:ext cx="85655" cy="2110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8" name="Google Shape;1318;p11"/>
          <p:cNvSpPr/>
          <p:nvPr/>
        </p:nvSpPr>
        <p:spPr>
          <a:xfrm>
            <a:off x="5863304" y="2145029"/>
            <a:ext cx="107314" cy="219075"/>
          </a:xfrm>
          <a:custGeom>
            <a:rect b="b" l="l" r="r" t="t"/>
            <a:pathLst>
              <a:path extrusionOk="0" h="219075" w="107314">
                <a:moveTo>
                  <a:pt x="29241" y="0"/>
                </a:moveTo>
                <a:lnTo>
                  <a:pt x="7596" y="35468"/>
                </a:lnTo>
                <a:lnTo>
                  <a:pt x="0" y="81915"/>
                </a:lnTo>
                <a:lnTo>
                  <a:pt x="226" y="98607"/>
                </a:lnTo>
                <a:lnTo>
                  <a:pt x="11620" y="148970"/>
                </a:lnTo>
                <a:lnTo>
                  <a:pt x="36909" y="194024"/>
                </a:lnTo>
                <a:lnTo>
                  <a:pt x="74199" y="217170"/>
                </a:lnTo>
                <a:lnTo>
                  <a:pt x="92583" y="218694"/>
                </a:lnTo>
                <a:lnTo>
                  <a:pt x="99595" y="218670"/>
                </a:lnTo>
                <a:lnTo>
                  <a:pt x="106965" y="217932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9" name="Google Shape;1319;p11"/>
          <p:cNvGrpSpPr/>
          <p:nvPr/>
        </p:nvGrpSpPr>
        <p:grpSpPr>
          <a:xfrm>
            <a:off x="7015530" y="1999475"/>
            <a:ext cx="300558" cy="211909"/>
            <a:chOff x="7015530" y="1999475"/>
            <a:chExt cx="300558" cy="211909"/>
          </a:xfrm>
        </p:grpSpPr>
        <p:pic>
          <p:nvPicPr>
            <p:cNvPr id="1320" name="Google Shape;1320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15530" y="1999475"/>
              <a:ext cx="203669" cy="2119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1" name="Google Shape;1321;p11"/>
            <p:cNvSpPr/>
            <p:nvPr/>
          </p:nvSpPr>
          <p:spPr>
            <a:xfrm>
              <a:off x="7267193" y="2095499"/>
              <a:ext cx="48895" cy="1270"/>
            </a:xfrm>
            <a:custGeom>
              <a:rect b="b" l="l" r="r" t="t"/>
              <a:pathLst>
                <a:path extrusionOk="0" h="1269" w="48895">
                  <a:moveTo>
                    <a:pt x="0" y="0"/>
                  </a:moveTo>
                  <a:lnTo>
                    <a:pt x="9239" y="750"/>
                  </a:lnTo>
                  <a:lnTo>
                    <a:pt x="17906" y="857"/>
                  </a:lnTo>
                  <a:lnTo>
                    <a:pt x="26574" y="535"/>
                  </a:lnTo>
                  <a:lnTo>
                    <a:pt x="35814" y="0"/>
                  </a:lnTo>
                  <a:lnTo>
                    <a:pt x="40386" y="0"/>
                  </a:lnTo>
                  <a:lnTo>
                    <a:pt x="44196" y="0"/>
                  </a:lnTo>
                  <a:lnTo>
                    <a:pt x="48768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22" name="Google Shape;132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42572" y="1959851"/>
            <a:ext cx="335936" cy="1749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3" name="Google Shape;1323;p11"/>
          <p:cNvGrpSpPr/>
          <p:nvPr/>
        </p:nvGrpSpPr>
        <p:grpSpPr>
          <a:xfrm>
            <a:off x="7831073" y="1896605"/>
            <a:ext cx="243377" cy="221005"/>
            <a:chOff x="7831073" y="1896605"/>
            <a:chExt cx="243377" cy="221005"/>
          </a:xfrm>
        </p:grpSpPr>
        <p:sp>
          <p:nvSpPr>
            <p:cNvPr id="1324" name="Google Shape;1324;p11"/>
            <p:cNvSpPr/>
            <p:nvPr/>
          </p:nvSpPr>
          <p:spPr>
            <a:xfrm>
              <a:off x="7831073" y="2026158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25" name="Google Shape;1325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872209" y="1896605"/>
              <a:ext cx="202241" cy="2210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6" name="Google Shape;1326;p11"/>
          <p:cNvGrpSpPr/>
          <p:nvPr/>
        </p:nvGrpSpPr>
        <p:grpSpPr>
          <a:xfrm>
            <a:off x="7628382" y="2547366"/>
            <a:ext cx="87122" cy="55118"/>
            <a:chOff x="7628382" y="2547366"/>
            <a:chExt cx="87122" cy="55118"/>
          </a:xfrm>
        </p:grpSpPr>
        <p:sp>
          <p:nvSpPr>
            <p:cNvPr id="1327" name="Google Shape;1327;p11"/>
            <p:cNvSpPr/>
            <p:nvPr/>
          </p:nvSpPr>
          <p:spPr>
            <a:xfrm>
              <a:off x="7628382" y="2547366"/>
              <a:ext cx="59055" cy="8255"/>
            </a:xfrm>
            <a:custGeom>
              <a:rect b="b" l="l" r="r" t="t"/>
              <a:pathLst>
                <a:path extrusionOk="0" h="8255" w="59054">
                  <a:moveTo>
                    <a:pt x="0" y="7620"/>
                  </a:moveTo>
                  <a:lnTo>
                    <a:pt x="12442" y="7881"/>
                  </a:lnTo>
                  <a:lnTo>
                    <a:pt x="24669" y="7429"/>
                  </a:lnTo>
                  <a:lnTo>
                    <a:pt x="36754" y="6119"/>
                  </a:lnTo>
                  <a:lnTo>
                    <a:pt x="48768" y="3810"/>
                  </a:lnTo>
                  <a:lnTo>
                    <a:pt x="53340" y="3048"/>
                  </a:lnTo>
                  <a:lnTo>
                    <a:pt x="54864" y="1524"/>
                  </a:lnTo>
                  <a:lnTo>
                    <a:pt x="58674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1"/>
            <p:cNvSpPr/>
            <p:nvPr/>
          </p:nvSpPr>
          <p:spPr>
            <a:xfrm>
              <a:off x="7652004" y="2592324"/>
              <a:ext cx="63500" cy="10160"/>
            </a:xfrm>
            <a:custGeom>
              <a:rect b="b" l="l" r="r" t="t"/>
              <a:pathLst>
                <a:path extrusionOk="0" h="10160" w="63500">
                  <a:moveTo>
                    <a:pt x="0" y="8382"/>
                  </a:moveTo>
                  <a:lnTo>
                    <a:pt x="11977" y="9644"/>
                  </a:lnTo>
                  <a:lnTo>
                    <a:pt x="23241" y="9906"/>
                  </a:lnTo>
                  <a:lnTo>
                    <a:pt x="34504" y="9024"/>
                  </a:lnTo>
                  <a:lnTo>
                    <a:pt x="46482" y="6858"/>
                  </a:lnTo>
                  <a:lnTo>
                    <a:pt x="54864" y="3810"/>
                  </a:lnTo>
                  <a:lnTo>
                    <a:pt x="57912" y="3048"/>
                  </a:lnTo>
                  <a:lnTo>
                    <a:pt x="63246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9" name="Google Shape;1329;p11"/>
          <p:cNvGrpSpPr/>
          <p:nvPr/>
        </p:nvGrpSpPr>
        <p:grpSpPr>
          <a:xfrm>
            <a:off x="8026133" y="2370450"/>
            <a:ext cx="239293" cy="303801"/>
            <a:chOff x="8026133" y="2370450"/>
            <a:chExt cx="239293" cy="303801"/>
          </a:xfrm>
        </p:grpSpPr>
        <p:pic>
          <p:nvPicPr>
            <p:cNvPr id="1330" name="Google Shape;1330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026133" y="2483964"/>
              <a:ext cx="239293" cy="190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1" name="Google Shape;1331;p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110715" y="2370450"/>
              <a:ext cx="93751" cy="710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2" name="Google Shape;1332;p11"/>
          <p:cNvGrpSpPr/>
          <p:nvPr/>
        </p:nvGrpSpPr>
        <p:grpSpPr>
          <a:xfrm>
            <a:off x="8056626" y="2724150"/>
            <a:ext cx="15240" cy="115061"/>
            <a:chOff x="8056626" y="2724150"/>
            <a:chExt cx="15240" cy="115061"/>
          </a:xfrm>
        </p:grpSpPr>
        <p:sp>
          <p:nvSpPr>
            <p:cNvPr id="1333" name="Google Shape;1333;p11"/>
            <p:cNvSpPr/>
            <p:nvPr/>
          </p:nvSpPr>
          <p:spPr>
            <a:xfrm>
              <a:off x="8062400" y="2789681"/>
              <a:ext cx="5080" cy="49530"/>
            </a:xfrm>
            <a:custGeom>
              <a:rect b="b" l="l" r="r" t="t"/>
              <a:pathLst>
                <a:path extrusionOk="0" h="49530" w="5079">
                  <a:moveTo>
                    <a:pt x="321" y="0"/>
                  </a:moveTo>
                  <a:lnTo>
                    <a:pt x="214" y="7417"/>
                  </a:lnTo>
                  <a:lnTo>
                    <a:pt x="35" y="14763"/>
                  </a:lnTo>
                  <a:lnTo>
                    <a:pt x="0" y="21967"/>
                  </a:lnTo>
                  <a:lnTo>
                    <a:pt x="321" y="28956"/>
                  </a:lnTo>
                  <a:lnTo>
                    <a:pt x="1083" y="35052"/>
                  </a:lnTo>
                  <a:lnTo>
                    <a:pt x="3369" y="41148"/>
                  </a:lnTo>
                  <a:lnTo>
                    <a:pt x="4893" y="47244"/>
                  </a:lnTo>
                  <a:lnTo>
                    <a:pt x="4893" y="48768"/>
                  </a:lnTo>
                  <a:lnTo>
                    <a:pt x="4893" y="4953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1"/>
            <p:cNvSpPr/>
            <p:nvPr/>
          </p:nvSpPr>
          <p:spPr>
            <a:xfrm>
              <a:off x="8056626" y="272415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5" name="Google Shape;1335;p11"/>
          <p:cNvGrpSpPr/>
          <p:nvPr/>
        </p:nvGrpSpPr>
        <p:grpSpPr>
          <a:xfrm>
            <a:off x="8131301" y="2740151"/>
            <a:ext cx="108458" cy="70231"/>
            <a:chOff x="8131301" y="2740151"/>
            <a:chExt cx="108458" cy="70231"/>
          </a:xfrm>
        </p:grpSpPr>
        <p:sp>
          <p:nvSpPr>
            <p:cNvPr id="1336" name="Google Shape;1336;p11"/>
            <p:cNvSpPr/>
            <p:nvPr/>
          </p:nvSpPr>
          <p:spPr>
            <a:xfrm>
              <a:off x="8131301" y="2763011"/>
              <a:ext cx="31750" cy="6985"/>
            </a:xfrm>
            <a:custGeom>
              <a:rect b="b" l="l" r="r" t="t"/>
              <a:pathLst>
                <a:path extrusionOk="0" h="6985" w="31750">
                  <a:moveTo>
                    <a:pt x="0" y="0"/>
                  </a:moveTo>
                  <a:lnTo>
                    <a:pt x="6858" y="1345"/>
                  </a:lnTo>
                  <a:lnTo>
                    <a:pt x="13716" y="2190"/>
                  </a:lnTo>
                  <a:lnTo>
                    <a:pt x="20574" y="2893"/>
                  </a:lnTo>
                  <a:lnTo>
                    <a:pt x="27432" y="3809"/>
                  </a:lnTo>
                  <a:lnTo>
                    <a:pt x="29718" y="4571"/>
                  </a:lnTo>
                  <a:lnTo>
                    <a:pt x="31242" y="4571"/>
                  </a:lnTo>
                  <a:lnTo>
                    <a:pt x="31242" y="685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1"/>
            <p:cNvSpPr/>
            <p:nvPr/>
          </p:nvSpPr>
          <p:spPr>
            <a:xfrm>
              <a:off x="8143493" y="2799587"/>
              <a:ext cx="51435" cy="10795"/>
            </a:xfrm>
            <a:custGeom>
              <a:rect b="b" l="l" r="r" t="t"/>
              <a:pathLst>
                <a:path extrusionOk="0" h="10794" w="51434">
                  <a:moveTo>
                    <a:pt x="0" y="10667"/>
                  </a:moveTo>
                  <a:lnTo>
                    <a:pt x="44958" y="2285"/>
                  </a:lnTo>
                  <a:lnTo>
                    <a:pt x="47244" y="1523"/>
                  </a:lnTo>
                  <a:lnTo>
                    <a:pt x="49530" y="761"/>
                  </a:lnTo>
                  <a:lnTo>
                    <a:pt x="51053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1"/>
            <p:cNvSpPr/>
            <p:nvPr/>
          </p:nvSpPr>
          <p:spPr>
            <a:xfrm>
              <a:off x="8237219" y="2740151"/>
              <a:ext cx="2540" cy="57150"/>
            </a:xfrm>
            <a:custGeom>
              <a:rect b="b" l="l" r="r" t="t"/>
              <a:pathLst>
                <a:path extrusionOk="0" h="57150" w="2540">
                  <a:moveTo>
                    <a:pt x="1524" y="0"/>
                  </a:moveTo>
                  <a:lnTo>
                    <a:pt x="964" y="9144"/>
                  </a:lnTo>
                  <a:lnTo>
                    <a:pt x="476" y="18288"/>
                  </a:lnTo>
                  <a:lnTo>
                    <a:pt x="130" y="27432"/>
                  </a:lnTo>
                  <a:lnTo>
                    <a:pt x="0" y="36576"/>
                  </a:lnTo>
                  <a:lnTo>
                    <a:pt x="762" y="43434"/>
                  </a:lnTo>
                  <a:lnTo>
                    <a:pt x="1524" y="50292"/>
                  </a:lnTo>
                  <a:lnTo>
                    <a:pt x="2286" y="5715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9" name="Google Shape;1339;p11"/>
          <p:cNvGrpSpPr/>
          <p:nvPr/>
        </p:nvGrpSpPr>
        <p:grpSpPr>
          <a:xfrm>
            <a:off x="8462295" y="2437638"/>
            <a:ext cx="63722" cy="216789"/>
            <a:chOff x="8462295" y="2437638"/>
            <a:chExt cx="63722" cy="216789"/>
          </a:xfrm>
        </p:grpSpPr>
        <p:sp>
          <p:nvSpPr>
            <p:cNvPr id="1340" name="Google Shape;1340;p11"/>
            <p:cNvSpPr/>
            <p:nvPr/>
          </p:nvSpPr>
          <p:spPr>
            <a:xfrm>
              <a:off x="8462295" y="2446782"/>
              <a:ext cx="8890" cy="207645"/>
            </a:xfrm>
            <a:custGeom>
              <a:rect b="b" l="l" r="r" t="t"/>
              <a:pathLst>
                <a:path extrusionOk="0" h="207644" w="8890">
                  <a:moveTo>
                    <a:pt x="5048" y="0"/>
                  </a:moveTo>
                  <a:lnTo>
                    <a:pt x="1559" y="16204"/>
                  </a:lnTo>
                  <a:lnTo>
                    <a:pt x="0" y="31337"/>
                  </a:lnTo>
                  <a:lnTo>
                    <a:pt x="11" y="46612"/>
                  </a:lnTo>
                  <a:lnTo>
                    <a:pt x="1238" y="63246"/>
                  </a:lnTo>
                  <a:lnTo>
                    <a:pt x="3262" y="87820"/>
                  </a:lnTo>
                  <a:lnTo>
                    <a:pt x="4857" y="112395"/>
                  </a:lnTo>
                  <a:lnTo>
                    <a:pt x="6167" y="136969"/>
                  </a:lnTo>
                  <a:lnTo>
                    <a:pt x="7334" y="161544"/>
                  </a:lnTo>
                  <a:lnTo>
                    <a:pt x="7667" y="171831"/>
                  </a:lnTo>
                  <a:lnTo>
                    <a:pt x="7715" y="182118"/>
                  </a:lnTo>
                  <a:lnTo>
                    <a:pt x="7762" y="192405"/>
                  </a:lnTo>
                  <a:lnTo>
                    <a:pt x="8096" y="202692"/>
                  </a:lnTo>
                  <a:lnTo>
                    <a:pt x="8858" y="204978"/>
                  </a:lnTo>
                  <a:lnTo>
                    <a:pt x="8858" y="205740"/>
                  </a:lnTo>
                  <a:lnTo>
                    <a:pt x="8858" y="207264"/>
                  </a:lnTo>
                  <a:lnTo>
                    <a:pt x="8858" y="198882"/>
                  </a:lnTo>
                  <a:lnTo>
                    <a:pt x="8858" y="190500"/>
                  </a:lnTo>
                  <a:lnTo>
                    <a:pt x="8858" y="18211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1"/>
            <p:cNvSpPr/>
            <p:nvPr/>
          </p:nvSpPr>
          <p:spPr>
            <a:xfrm>
              <a:off x="8506967" y="2437638"/>
              <a:ext cx="19050" cy="216535"/>
            </a:xfrm>
            <a:custGeom>
              <a:rect b="b" l="l" r="r" t="t"/>
              <a:pathLst>
                <a:path extrusionOk="0" h="216535" w="19050">
                  <a:moveTo>
                    <a:pt x="0" y="0"/>
                  </a:moveTo>
                  <a:lnTo>
                    <a:pt x="4822" y="40505"/>
                  </a:lnTo>
                  <a:lnTo>
                    <a:pt x="9239" y="94773"/>
                  </a:lnTo>
                  <a:lnTo>
                    <a:pt x="10668" y="134874"/>
                  </a:lnTo>
                  <a:lnTo>
                    <a:pt x="11680" y="150185"/>
                  </a:lnTo>
                  <a:lnTo>
                    <a:pt x="12477" y="165354"/>
                  </a:lnTo>
                  <a:lnTo>
                    <a:pt x="13132" y="180522"/>
                  </a:lnTo>
                  <a:lnTo>
                    <a:pt x="13716" y="195834"/>
                  </a:lnTo>
                  <a:lnTo>
                    <a:pt x="13716" y="201168"/>
                  </a:lnTo>
                  <a:lnTo>
                    <a:pt x="12192" y="209550"/>
                  </a:lnTo>
                  <a:lnTo>
                    <a:pt x="13716" y="214884"/>
                  </a:lnTo>
                  <a:lnTo>
                    <a:pt x="14478" y="214884"/>
                  </a:lnTo>
                  <a:lnTo>
                    <a:pt x="14478" y="216408"/>
                  </a:lnTo>
                  <a:lnTo>
                    <a:pt x="15240" y="215646"/>
                  </a:lnTo>
                  <a:lnTo>
                    <a:pt x="17526" y="213360"/>
                  </a:lnTo>
                  <a:lnTo>
                    <a:pt x="18288" y="211836"/>
                  </a:lnTo>
                  <a:lnTo>
                    <a:pt x="19050" y="20955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2" name="Google Shape;1342;p11"/>
          <p:cNvGrpSpPr/>
          <p:nvPr/>
        </p:nvGrpSpPr>
        <p:grpSpPr>
          <a:xfrm>
            <a:off x="8625065" y="2468867"/>
            <a:ext cx="191274" cy="98323"/>
            <a:chOff x="8625065" y="2468867"/>
            <a:chExt cx="191274" cy="98323"/>
          </a:xfrm>
        </p:grpSpPr>
        <p:pic>
          <p:nvPicPr>
            <p:cNvPr id="1343" name="Google Shape;1343;p1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625065" y="2468867"/>
              <a:ext cx="101371" cy="983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4" name="Google Shape;1344;p11"/>
            <p:cNvSpPr/>
            <p:nvPr/>
          </p:nvSpPr>
          <p:spPr>
            <a:xfrm>
              <a:off x="8770619" y="2506218"/>
              <a:ext cx="45720" cy="3810"/>
            </a:xfrm>
            <a:custGeom>
              <a:rect b="b" l="l" r="r" t="t"/>
              <a:pathLst>
                <a:path extrusionOk="0" h="3810" w="45720">
                  <a:moveTo>
                    <a:pt x="0" y="3810"/>
                  </a:moveTo>
                  <a:lnTo>
                    <a:pt x="8322" y="3655"/>
                  </a:lnTo>
                  <a:lnTo>
                    <a:pt x="16287" y="3143"/>
                  </a:lnTo>
                  <a:lnTo>
                    <a:pt x="24110" y="2202"/>
                  </a:lnTo>
                  <a:lnTo>
                    <a:pt x="32004" y="762"/>
                  </a:lnTo>
                  <a:lnTo>
                    <a:pt x="37338" y="0"/>
                  </a:lnTo>
                  <a:lnTo>
                    <a:pt x="41148" y="0"/>
                  </a:lnTo>
                  <a:lnTo>
                    <a:pt x="45720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5" name="Google Shape;1345;p11"/>
          <p:cNvGrpSpPr/>
          <p:nvPr/>
        </p:nvGrpSpPr>
        <p:grpSpPr>
          <a:xfrm>
            <a:off x="8886621" y="2360663"/>
            <a:ext cx="486562" cy="232340"/>
            <a:chOff x="8886621" y="2360663"/>
            <a:chExt cx="486562" cy="232340"/>
          </a:xfrm>
        </p:grpSpPr>
        <p:pic>
          <p:nvPicPr>
            <p:cNvPr id="1346" name="Google Shape;1346;p1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886621" y="2360663"/>
              <a:ext cx="313552" cy="232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7" name="Google Shape;1347;p11"/>
            <p:cNvSpPr/>
            <p:nvPr/>
          </p:nvSpPr>
          <p:spPr>
            <a:xfrm>
              <a:off x="9223248" y="2442209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48" name="Google Shape;1348;p1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270193" y="2372855"/>
              <a:ext cx="102990" cy="945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9" name="Google Shape;1349;p11"/>
          <p:cNvGrpSpPr/>
          <p:nvPr/>
        </p:nvGrpSpPr>
        <p:grpSpPr>
          <a:xfrm>
            <a:off x="9428225" y="2219693"/>
            <a:ext cx="155461" cy="294907"/>
            <a:chOff x="9428225" y="2219693"/>
            <a:chExt cx="155461" cy="294907"/>
          </a:xfrm>
        </p:grpSpPr>
        <p:sp>
          <p:nvSpPr>
            <p:cNvPr id="1350" name="Google Shape;1350;p11"/>
            <p:cNvSpPr/>
            <p:nvPr/>
          </p:nvSpPr>
          <p:spPr>
            <a:xfrm>
              <a:off x="9428225" y="2318004"/>
              <a:ext cx="5080" cy="189230"/>
            </a:xfrm>
            <a:custGeom>
              <a:rect b="b" l="l" r="r" t="t"/>
              <a:pathLst>
                <a:path extrusionOk="0" h="189230" w="5079">
                  <a:moveTo>
                    <a:pt x="4572" y="0"/>
                  </a:moveTo>
                  <a:lnTo>
                    <a:pt x="4012" y="13025"/>
                  </a:lnTo>
                  <a:lnTo>
                    <a:pt x="3524" y="25908"/>
                  </a:lnTo>
                  <a:lnTo>
                    <a:pt x="3178" y="38790"/>
                  </a:lnTo>
                  <a:lnTo>
                    <a:pt x="3048" y="51816"/>
                  </a:lnTo>
                  <a:lnTo>
                    <a:pt x="3929" y="69080"/>
                  </a:lnTo>
                  <a:lnTo>
                    <a:pt x="4381" y="86487"/>
                  </a:lnTo>
                  <a:lnTo>
                    <a:pt x="4548" y="103893"/>
                  </a:lnTo>
                  <a:lnTo>
                    <a:pt x="4572" y="121157"/>
                  </a:lnTo>
                  <a:lnTo>
                    <a:pt x="4417" y="133719"/>
                  </a:lnTo>
                  <a:lnTo>
                    <a:pt x="3905" y="146208"/>
                  </a:lnTo>
                  <a:lnTo>
                    <a:pt x="2964" y="158555"/>
                  </a:lnTo>
                  <a:lnTo>
                    <a:pt x="1524" y="170688"/>
                  </a:lnTo>
                  <a:lnTo>
                    <a:pt x="1524" y="175260"/>
                  </a:lnTo>
                  <a:lnTo>
                    <a:pt x="762" y="188976"/>
                  </a:lnTo>
                  <a:lnTo>
                    <a:pt x="0" y="184404"/>
                  </a:lnTo>
                  <a:lnTo>
                    <a:pt x="0" y="180594"/>
                  </a:lnTo>
                  <a:lnTo>
                    <a:pt x="0" y="178308"/>
                  </a:lnTo>
                  <a:lnTo>
                    <a:pt x="0" y="17526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1"/>
            <p:cNvSpPr/>
            <p:nvPr/>
          </p:nvSpPr>
          <p:spPr>
            <a:xfrm>
              <a:off x="9468611" y="2324100"/>
              <a:ext cx="16510" cy="190500"/>
            </a:xfrm>
            <a:custGeom>
              <a:rect b="b" l="l" r="r" t="t"/>
              <a:pathLst>
                <a:path extrusionOk="0" h="190500" w="16509">
                  <a:moveTo>
                    <a:pt x="0" y="0"/>
                  </a:moveTo>
                  <a:lnTo>
                    <a:pt x="4607" y="42219"/>
                  </a:lnTo>
                  <a:lnTo>
                    <a:pt x="6191" y="92201"/>
                  </a:lnTo>
                  <a:lnTo>
                    <a:pt x="6727" y="110180"/>
                  </a:lnTo>
                  <a:lnTo>
                    <a:pt x="10001" y="150495"/>
                  </a:lnTo>
                  <a:lnTo>
                    <a:pt x="13716" y="176022"/>
                  </a:lnTo>
                  <a:lnTo>
                    <a:pt x="16002" y="185166"/>
                  </a:lnTo>
                  <a:lnTo>
                    <a:pt x="15240" y="188976"/>
                  </a:lnTo>
                  <a:lnTo>
                    <a:pt x="14478" y="189738"/>
                  </a:lnTo>
                  <a:lnTo>
                    <a:pt x="16002" y="190500"/>
                  </a:lnTo>
                  <a:lnTo>
                    <a:pt x="13716" y="18592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52" name="Google Shape;1352;p1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492983" y="2219693"/>
              <a:ext cx="90703" cy="73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3" name="Google Shape;1353;p11"/>
          <p:cNvGrpSpPr/>
          <p:nvPr/>
        </p:nvGrpSpPr>
        <p:grpSpPr>
          <a:xfrm>
            <a:off x="3416604" y="2207513"/>
            <a:ext cx="511994" cy="243840"/>
            <a:chOff x="3416604" y="2207513"/>
            <a:chExt cx="511994" cy="243840"/>
          </a:xfrm>
        </p:grpSpPr>
        <p:pic>
          <p:nvPicPr>
            <p:cNvPr id="1354" name="Google Shape;1354;p1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416604" y="2284463"/>
              <a:ext cx="312635" cy="1356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11"/>
            <p:cNvSpPr/>
            <p:nvPr/>
          </p:nvSpPr>
          <p:spPr>
            <a:xfrm>
              <a:off x="3776090" y="2207513"/>
              <a:ext cx="37465" cy="243840"/>
            </a:xfrm>
            <a:custGeom>
              <a:rect b="b" l="l" r="r" t="t"/>
              <a:pathLst>
                <a:path extrusionOk="0" h="243839" w="37464">
                  <a:moveTo>
                    <a:pt x="15621" y="0"/>
                  </a:moveTo>
                  <a:lnTo>
                    <a:pt x="4048" y="41790"/>
                  </a:lnTo>
                  <a:lnTo>
                    <a:pt x="1238" y="97536"/>
                  </a:lnTo>
                  <a:lnTo>
                    <a:pt x="845" y="117800"/>
                  </a:lnTo>
                  <a:lnTo>
                    <a:pt x="381" y="137922"/>
                  </a:lnTo>
                  <a:lnTo>
                    <a:pt x="119" y="157007"/>
                  </a:lnTo>
                  <a:lnTo>
                    <a:pt x="0" y="176307"/>
                  </a:lnTo>
                  <a:lnTo>
                    <a:pt x="1023" y="195464"/>
                  </a:lnTo>
                  <a:lnTo>
                    <a:pt x="12382" y="232981"/>
                  </a:lnTo>
                  <a:lnTo>
                    <a:pt x="28575" y="243840"/>
                  </a:lnTo>
                  <a:lnTo>
                    <a:pt x="31623" y="243840"/>
                  </a:lnTo>
                  <a:lnTo>
                    <a:pt x="33909" y="243840"/>
                  </a:lnTo>
                  <a:lnTo>
                    <a:pt x="36957" y="24384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56" name="Google Shape;1356;p1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829037" y="2238743"/>
              <a:ext cx="99561" cy="1151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7" name="Google Shape;1357;p11"/>
          <p:cNvGrpSpPr/>
          <p:nvPr/>
        </p:nvGrpSpPr>
        <p:grpSpPr>
          <a:xfrm>
            <a:off x="3991355" y="2126741"/>
            <a:ext cx="347980" cy="289560"/>
            <a:chOff x="3991355" y="2126741"/>
            <a:chExt cx="347980" cy="289560"/>
          </a:xfrm>
        </p:grpSpPr>
        <p:sp>
          <p:nvSpPr>
            <p:cNvPr id="1358" name="Google Shape;1358;p11"/>
            <p:cNvSpPr/>
            <p:nvPr/>
          </p:nvSpPr>
          <p:spPr>
            <a:xfrm>
              <a:off x="3991355" y="2342387"/>
              <a:ext cx="32384" cy="67310"/>
            </a:xfrm>
            <a:custGeom>
              <a:rect b="b" l="l" r="r" t="t"/>
              <a:pathLst>
                <a:path extrusionOk="0" h="67310" w="32385">
                  <a:moveTo>
                    <a:pt x="19812" y="0"/>
                  </a:moveTo>
                  <a:lnTo>
                    <a:pt x="25467" y="8227"/>
                  </a:lnTo>
                  <a:lnTo>
                    <a:pt x="29622" y="15525"/>
                  </a:lnTo>
                  <a:lnTo>
                    <a:pt x="31920" y="23252"/>
                  </a:lnTo>
                  <a:lnTo>
                    <a:pt x="32004" y="32766"/>
                  </a:lnTo>
                  <a:lnTo>
                    <a:pt x="30218" y="41469"/>
                  </a:lnTo>
                  <a:lnTo>
                    <a:pt x="26289" y="49244"/>
                  </a:lnTo>
                  <a:lnTo>
                    <a:pt x="20645" y="56018"/>
                  </a:lnTo>
                  <a:lnTo>
                    <a:pt x="13716" y="61722"/>
                  </a:lnTo>
                  <a:lnTo>
                    <a:pt x="6858" y="65532"/>
                  </a:lnTo>
                  <a:lnTo>
                    <a:pt x="4572" y="67056"/>
                  </a:lnTo>
                  <a:lnTo>
                    <a:pt x="0" y="66294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59" name="Google Shape;1359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066019" y="2201488"/>
              <a:ext cx="160045" cy="1424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0" name="Google Shape;1360;p11"/>
            <p:cNvSpPr/>
            <p:nvPr/>
          </p:nvSpPr>
          <p:spPr>
            <a:xfrm>
              <a:off x="4242815" y="2126741"/>
              <a:ext cx="96520" cy="289560"/>
            </a:xfrm>
            <a:custGeom>
              <a:rect b="b" l="l" r="r" t="t"/>
              <a:pathLst>
                <a:path extrusionOk="0" h="289560" w="96520">
                  <a:moveTo>
                    <a:pt x="0" y="0"/>
                  </a:moveTo>
                  <a:lnTo>
                    <a:pt x="46482" y="21335"/>
                  </a:lnTo>
                  <a:lnTo>
                    <a:pt x="71056" y="51815"/>
                  </a:lnTo>
                  <a:lnTo>
                    <a:pt x="87630" y="86867"/>
                  </a:lnTo>
                  <a:lnTo>
                    <a:pt x="95726" y="131159"/>
                  </a:lnTo>
                  <a:lnTo>
                    <a:pt x="96523" y="153840"/>
                  </a:lnTo>
                  <a:lnTo>
                    <a:pt x="95250" y="176021"/>
                  </a:lnTo>
                  <a:lnTo>
                    <a:pt x="87249" y="216884"/>
                  </a:lnTo>
                  <a:lnTo>
                    <a:pt x="72390" y="256032"/>
                  </a:lnTo>
                  <a:lnTo>
                    <a:pt x="51054" y="289560"/>
                  </a:lnTo>
                  <a:lnTo>
                    <a:pt x="47244" y="289560"/>
                  </a:lnTo>
                  <a:lnTo>
                    <a:pt x="45720" y="288798"/>
                  </a:lnTo>
                  <a:lnTo>
                    <a:pt x="44196" y="28651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1" name="Google Shape;1361;p11"/>
          <p:cNvGrpSpPr/>
          <p:nvPr/>
        </p:nvGrpSpPr>
        <p:grpSpPr>
          <a:xfrm>
            <a:off x="3653777" y="3335261"/>
            <a:ext cx="3930421" cy="930922"/>
            <a:chOff x="3653777" y="3335261"/>
            <a:chExt cx="3930421" cy="930922"/>
          </a:xfrm>
        </p:grpSpPr>
        <p:grpSp>
          <p:nvGrpSpPr>
            <p:cNvPr id="1362" name="Google Shape;1362;p11"/>
            <p:cNvGrpSpPr/>
            <p:nvPr/>
          </p:nvGrpSpPr>
          <p:grpSpPr>
            <a:xfrm>
              <a:off x="3653777" y="3617963"/>
              <a:ext cx="509029" cy="279031"/>
              <a:chOff x="3653777" y="3617963"/>
              <a:chExt cx="509029" cy="279031"/>
            </a:xfrm>
          </p:grpSpPr>
          <p:pic>
            <p:nvPicPr>
              <p:cNvPr id="1363" name="Google Shape;1363;p11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3653777" y="3617963"/>
                <a:ext cx="409219" cy="2105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64" name="Google Shape;1364;p11"/>
              <p:cNvSpPr/>
              <p:nvPr/>
            </p:nvSpPr>
            <p:spPr>
              <a:xfrm>
                <a:off x="3765042" y="3821429"/>
                <a:ext cx="276860" cy="75565"/>
              </a:xfrm>
              <a:custGeom>
                <a:rect b="b" l="l" r="r" t="t"/>
                <a:pathLst>
                  <a:path extrusionOk="0" h="75564" w="276860">
                    <a:moveTo>
                      <a:pt x="0" y="75437"/>
                    </a:moveTo>
                    <a:lnTo>
                      <a:pt x="25467" y="70592"/>
                    </a:lnTo>
                    <a:lnTo>
                      <a:pt x="50577" y="65246"/>
                    </a:lnTo>
                    <a:lnTo>
                      <a:pt x="75545" y="59471"/>
                    </a:lnTo>
                    <a:lnTo>
                      <a:pt x="100584" y="53339"/>
                    </a:lnTo>
                    <a:lnTo>
                      <a:pt x="128468" y="47208"/>
                    </a:lnTo>
                    <a:lnTo>
                      <a:pt x="183951" y="36087"/>
                    </a:lnTo>
                    <a:lnTo>
                      <a:pt x="225897" y="29384"/>
                    </a:lnTo>
                    <a:lnTo>
                      <a:pt x="240315" y="27812"/>
                    </a:lnTo>
                    <a:lnTo>
                      <a:pt x="254591" y="25669"/>
                    </a:lnTo>
                    <a:lnTo>
                      <a:pt x="268224" y="22097"/>
                    </a:lnTo>
                    <a:lnTo>
                      <a:pt x="274034" y="18323"/>
                    </a:lnTo>
                    <a:lnTo>
                      <a:pt x="276415" y="13049"/>
                    </a:lnTo>
                    <a:lnTo>
                      <a:pt x="276796" y="6774"/>
                    </a:lnTo>
                    <a:lnTo>
                      <a:pt x="276606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11"/>
              <p:cNvSpPr/>
              <p:nvPr/>
            </p:nvSpPr>
            <p:spPr>
              <a:xfrm>
                <a:off x="4112514" y="3696461"/>
                <a:ext cx="3175" cy="13970"/>
              </a:xfrm>
              <a:custGeom>
                <a:rect b="b" l="l" r="r" t="t"/>
                <a:pathLst>
                  <a:path extrusionOk="0" h="13970" w="3175">
                    <a:moveTo>
                      <a:pt x="3048" y="0"/>
                    </a:moveTo>
                    <a:lnTo>
                      <a:pt x="2286" y="4572"/>
                    </a:lnTo>
                    <a:lnTo>
                      <a:pt x="762" y="9144"/>
                    </a:lnTo>
                    <a:lnTo>
                      <a:pt x="0" y="1371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6" name="Google Shape;1366;p11"/>
              <p:cNvSpPr/>
              <p:nvPr/>
            </p:nvSpPr>
            <p:spPr>
              <a:xfrm>
                <a:off x="4147566" y="3784091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810"/>
                    </a:moveTo>
                    <a:lnTo>
                      <a:pt x="0" y="12192"/>
                    </a:lnTo>
                    <a:lnTo>
                      <a:pt x="3809" y="15240"/>
                    </a:lnTo>
                    <a:lnTo>
                      <a:pt x="12191" y="15240"/>
                    </a:lnTo>
                    <a:lnTo>
                      <a:pt x="15239" y="12192"/>
                    </a:lnTo>
                    <a:lnTo>
                      <a:pt x="15239" y="7620"/>
                    </a:lnTo>
                    <a:lnTo>
                      <a:pt x="15239" y="3810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7" name="Google Shape;1367;p11"/>
            <p:cNvSpPr/>
            <p:nvPr/>
          </p:nvSpPr>
          <p:spPr>
            <a:xfrm>
              <a:off x="5775959" y="3639311"/>
              <a:ext cx="367030" cy="245745"/>
            </a:xfrm>
            <a:custGeom>
              <a:rect b="b" l="l" r="r" t="t"/>
              <a:pathLst>
                <a:path extrusionOk="0" h="245745" w="367029">
                  <a:moveTo>
                    <a:pt x="307848" y="0"/>
                  </a:moveTo>
                  <a:lnTo>
                    <a:pt x="267342" y="13287"/>
                  </a:lnTo>
                  <a:lnTo>
                    <a:pt x="209550" y="25812"/>
                  </a:lnTo>
                  <a:lnTo>
                    <a:pt x="166116" y="34290"/>
                  </a:lnTo>
                  <a:lnTo>
                    <a:pt x="144529" y="37742"/>
                  </a:lnTo>
                  <a:lnTo>
                    <a:pt x="123158" y="41338"/>
                  </a:lnTo>
                  <a:lnTo>
                    <a:pt x="101929" y="45219"/>
                  </a:lnTo>
                  <a:lnTo>
                    <a:pt x="80772" y="49530"/>
                  </a:lnTo>
                  <a:lnTo>
                    <a:pt x="76200" y="51054"/>
                  </a:lnTo>
                  <a:lnTo>
                    <a:pt x="75438" y="51054"/>
                  </a:lnTo>
                  <a:lnTo>
                    <a:pt x="73152" y="51816"/>
                  </a:lnTo>
                  <a:lnTo>
                    <a:pt x="78486" y="53340"/>
                  </a:lnTo>
                  <a:lnTo>
                    <a:pt x="87630" y="54102"/>
                  </a:lnTo>
                  <a:lnTo>
                    <a:pt x="93726" y="54102"/>
                  </a:lnTo>
                  <a:lnTo>
                    <a:pt x="112014" y="55566"/>
                  </a:lnTo>
                  <a:lnTo>
                    <a:pt x="130302" y="56673"/>
                  </a:lnTo>
                  <a:lnTo>
                    <a:pt x="148590" y="57638"/>
                  </a:lnTo>
                  <a:lnTo>
                    <a:pt x="166878" y="58674"/>
                  </a:lnTo>
                  <a:lnTo>
                    <a:pt x="212979" y="63436"/>
                  </a:lnTo>
                  <a:lnTo>
                    <a:pt x="259080" y="69342"/>
                  </a:lnTo>
                  <a:lnTo>
                    <a:pt x="300549" y="77485"/>
                  </a:lnTo>
                  <a:lnTo>
                    <a:pt x="322326" y="92964"/>
                  </a:lnTo>
                  <a:lnTo>
                    <a:pt x="319278" y="99060"/>
                  </a:lnTo>
                  <a:lnTo>
                    <a:pt x="273986" y="125396"/>
                  </a:lnTo>
                  <a:lnTo>
                    <a:pt x="225552" y="145542"/>
                  </a:lnTo>
                  <a:lnTo>
                    <a:pt x="198120" y="156293"/>
                  </a:lnTo>
                  <a:lnTo>
                    <a:pt x="170688" y="166973"/>
                  </a:lnTo>
                  <a:lnTo>
                    <a:pt x="143256" y="177796"/>
                  </a:lnTo>
                  <a:lnTo>
                    <a:pt x="115824" y="188976"/>
                  </a:lnTo>
                  <a:lnTo>
                    <a:pt x="87225" y="199477"/>
                  </a:lnTo>
                  <a:lnTo>
                    <a:pt x="55054" y="211264"/>
                  </a:lnTo>
                  <a:lnTo>
                    <a:pt x="24312" y="225623"/>
                  </a:lnTo>
                  <a:lnTo>
                    <a:pt x="0" y="243840"/>
                  </a:lnTo>
                  <a:lnTo>
                    <a:pt x="0" y="244602"/>
                  </a:lnTo>
                  <a:lnTo>
                    <a:pt x="13596" y="245316"/>
                  </a:lnTo>
                  <a:lnTo>
                    <a:pt x="27051" y="245173"/>
                  </a:lnTo>
                  <a:lnTo>
                    <a:pt x="86558" y="236660"/>
                  </a:lnTo>
                  <a:lnTo>
                    <a:pt x="151185" y="223349"/>
                  </a:lnTo>
                  <a:lnTo>
                    <a:pt x="183642" y="216408"/>
                  </a:lnTo>
                  <a:lnTo>
                    <a:pt x="213371" y="210264"/>
                  </a:lnTo>
                  <a:lnTo>
                    <a:pt x="273117" y="198834"/>
                  </a:lnTo>
                  <a:lnTo>
                    <a:pt x="318706" y="191607"/>
                  </a:lnTo>
                  <a:lnTo>
                    <a:pt x="334137" y="190023"/>
                  </a:lnTo>
                  <a:lnTo>
                    <a:pt x="349567" y="188297"/>
                  </a:lnTo>
                  <a:lnTo>
                    <a:pt x="364998" y="185928"/>
                  </a:lnTo>
                  <a:lnTo>
                    <a:pt x="365760" y="185928"/>
                  </a:lnTo>
                  <a:lnTo>
                    <a:pt x="366522" y="185928"/>
                  </a:lnTo>
                  <a:lnTo>
                    <a:pt x="360426" y="183642"/>
                  </a:lnTo>
                  <a:lnTo>
                    <a:pt x="355854" y="182118"/>
                  </a:lnTo>
                  <a:lnTo>
                    <a:pt x="350520" y="17830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8" name="Google Shape;1368;p11"/>
            <p:cNvGrpSpPr/>
            <p:nvPr/>
          </p:nvGrpSpPr>
          <p:grpSpPr>
            <a:xfrm>
              <a:off x="5855970" y="3943350"/>
              <a:ext cx="192913" cy="106297"/>
              <a:chOff x="5855970" y="3943350"/>
              <a:chExt cx="192913" cy="106297"/>
            </a:xfrm>
          </p:grpSpPr>
          <p:sp>
            <p:nvSpPr>
              <p:cNvPr id="1369" name="Google Shape;1369;p11"/>
              <p:cNvSpPr/>
              <p:nvPr/>
            </p:nvSpPr>
            <p:spPr>
              <a:xfrm>
                <a:off x="5891022" y="3994403"/>
                <a:ext cx="1270" cy="55244"/>
              </a:xfrm>
              <a:custGeom>
                <a:rect b="b" l="l" r="r" t="t"/>
                <a:pathLst>
                  <a:path extrusionOk="0" h="55245" w="1270">
                    <a:moveTo>
                      <a:pt x="0" y="0"/>
                    </a:moveTo>
                    <a:lnTo>
                      <a:pt x="762" y="41148"/>
                    </a:lnTo>
                    <a:lnTo>
                      <a:pt x="762" y="48006"/>
                    </a:lnTo>
                    <a:lnTo>
                      <a:pt x="762" y="5486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11"/>
              <p:cNvSpPr/>
              <p:nvPr/>
            </p:nvSpPr>
            <p:spPr>
              <a:xfrm>
                <a:off x="5855970" y="3943350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810"/>
                    </a:moveTo>
                    <a:lnTo>
                      <a:pt x="0" y="12192"/>
                    </a:lnTo>
                    <a:lnTo>
                      <a:pt x="3047" y="15240"/>
                    </a:lnTo>
                    <a:lnTo>
                      <a:pt x="11429" y="15240"/>
                    </a:lnTo>
                    <a:lnTo>
                      <a:pt x="15239" y="12192"/>
                    </a:lnTo>
                    <a:lnTo>
                      <a:pt x="15239" y="7620"/>
                    </a:lnTo>
                    <a:lnTo>
                      <a:pt x="15239" y="3810"/>
                    </a:lnTo>
                    <a:lnTo>
                      <a:pt x="11429" y="0"/>
                    </a:lnTo>
                    <a:lnTo>
                      <a:pt x="3047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11"/>
              <p:cNvSpPr/>
              <p:nvPr/>
            </p:nvSpPr>
            <p:spPr>
              <a:xfrm>
                <a:off x="5936742" y="3989832"/>
                <a:ext cx="43815" cy="0"/>
              </a:xfrm>
              <a:custGeom>
                <a:rect b="b" l="l" r="r" t="t"/>
                <a:pathLst>
                  <a:path extrusionOk="0" h="120000" w="43814">
                    <a:moveTo>
                      <a:pt x="0" y="0"/>
                    </a:moveTo>
                    <a:lnTo>
                      <a:pt x="10858" y="0"/>
                    </a:lnTo>
                    <a:lnTo>
                      <a:pt x="21717" y="0"/>
                    </a:lnTo>
                    <a:lnTo>
                      <a:pt x="32575" y="0"/>
                    </a:lnTo>
                    <a:lnTo>
                      <a:pt x="43434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11"/>
              <p:cNvSpPr/>
              <p:nvPr/>
            </p:nvSpPr>
            <p:spPr>
              <a:xfrm>
                <a:off x="5951220" y="4017264"/>
                <a:ext cx="53340" cy="13970"/>
              </a:xfrm>
              <a:custGeom>
                <a:rect b="b" l="l" r="r" t="t"/>
                <a:pathLst>
                  <a:path extrusionOk="0" h="13970" w="53339">
                    <a:moveTo>
                      <a:pt x="0" y="13715"/>
                    </a:moveTo>
                    <a:lnTo>
                      <a:pt x="41910" y="4571"/>
                    </a:lnTo>
                    <a:lnTo>
                      <a:pt x="49530" y="1523"/>
                    </a:lnTo>
                    <a:lnTo>
                      <a:pt x="53340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11"/>
              <p:cNvSpPr/>
              <p:nvPr/>
            </p:nvSpPr>
            <p:spPr>
              <a:xfrm>
                <a:off x="6045708" y="3963924"/>
                <a:ext cx="3175" cy="66040"/>
              </a:xfrm>
              <a:custGeom>
                <a:rect b="b" l="l" r="r" t="t"/>
                <a:pathLst>
                  <a:path extrusionOk="0" h="66039" w="3175">
                    <a:moveTo>
                      <a:pt x="0" y="0"/>
                    </a:moveTo>
                    <a:lnTo>
                      <a:pt x="250" y="10739"/>
                    </a:lnTo>
                    <a:lnTo>
                      <a:pt x="857" y="21336"/>
                    </a:lnTo>
                    <a:lnTo>
                      <a:pt x="1607" y="31932"/>
                    </a:lnTo>
                    <a:lnTo>
                      <a:pt x="2286" y="42672"/>
                    </a:lnTo>
                    <a:lnTo>
                      <a:pt x="3048" y="50292"/>
                    </a:lnTo>
                    <a:lnTo>
                      <a:pt x="3048" y="57912"/>
                    </a:lnTo>
                    <a:lnTo>
                      <a:pt x="3048" y="6553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74" name="Google Shape;1374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895581" y="3496043"/>
              <a:ext cx="104419" cy="785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5" name="Google Shape;1375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5281409" y="3698830"/>
              <a:ext cx="81368" cy="906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6" name="Google Shape;1376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085575" y="3940289"/>
              <a:ext cx="100609" cy="10746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77" name="Google Shape;1377;p11"/>
            <p:cNvGrpSpPr/>
            <p:nvPr/>
          </p:nvGrpSpPr>
          <p:grpSpPr>
            <a:xfrm>
              <a:off x="5250942" y="3941063"/>
              <a:ext cx="33528" cy="93218"/>
              <a:chOff x="5250942" y="3941063"/>
              <a:chExt cx="33528" cy="93218"/>
            </a:xfrm>
          </p:grpSpPr>
          <p:sp>
            <p:nvSpPr>
              <p:cNvPr id="1378" name="Google Shape;1378;p11"/>
              <p:cNvSpPr/>
              <p:nvPr/>
            </p:nvSpPr>
            <p:spPr>
              <a:xfrm>
                <a:off x="5250942" y="3941063"/>
                <a:ext cx="14604" cy="17145"/>
              </a:xfrm>
              <a:custGeom>
                <a:rect b="b" l="l" r="r" t="t"/>
                <a:pathLst>
                  <a:path extrusionOk="0" h="17145" w="14604">
                    <a:moveTo>
                      <a:pt x="1524" y="7620"/>
                    </a:moveTo>
                    <a:lnTo>
                      <a:pt x="3048" y="6858"/>
                    </a:lnTo>
                    <a:lnTo>
                      <a:pt x="0" y="6858"/>
                    </a:lnTo>
                    <a:lnTo>
                      <a:pt x="2286" y="6096"/>
                    </a:lnTo>
                    <a:lnTo>
                      <a:pt x="5334" y="5334"/>
                    </a:lnTo>
                    <a:lnTo>
                      <a:pt x="7620" y="6858"/>
                    </a:lnTo>
                    <a:lnTo>
                      <a:pt x="9906" y="8382"/>
                    </a:lnTo>
                    <a:lnTo>
                      <a:pt x="11430" y="9906"/>
                    </a:lnTo>
                    <a:lnTo>
                      <a:pt x="12192" y="11430"/>
                    </a:lnTo>
                    <a:lnTo>
                      <a:pt x="13716" y="12954"/>
                    </a:lnTo>
                    <a:lnTo>
                      <a:pt x="14478" y="16764"/>
                    </a:lnTo>
                    <a:lnTo>
                      <a:pt x="11430" y="12192"/>
                    </a:lnTo>
                    <a:lnTo>
                      <a:pt x="10668" y="9906"/>
                    </a:lnTo>
                    <a:lnTo>
                      <a:pt x="9144" y="5334"/>
                    </a:lnTo>
                    <a:lnTo>
                      <a:pt x="9906" y="3048"/>
                    </a:lnTo>
                    <a:lnTo>
                      <a:pt x="10668" y="0"/>
                    </a:lnTo>
                    <a:lnTo>
                      <a:pt x="9906" y="1524"/>
                    </a:lnTo>
                    <a:lnTo>
                      <a:pt x="12954" y="762"/>
                    </a:lnTo>
                    <a:lnTo>
                      <a:pt x="13716" y="76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11"/>
              <p:cNvSpPr/>
              <p:nvPr/>
            </p:nvSpPr>
            <p:spPr>
              <a:xfrm>
                <a:off x="5269230" y="4012691"/>
                <a:ext cx="15240" cy="21590"/>
              </a:xfrm>
              <a:custGeom>
                <a:rect b="b" l="l" r="r" t="t"/>
                <a:pathLst>
                  <a:path extrusionOk="0" h="21589" w="15239">
                    <a:moveTo>
                      <a:pt x="3810" y="8382"/>
                    </a:moveTo>
                    <a:lnTo>
                      <a:pt x="9906" y="4572"/>
                    </a:lnTo>
                    <a:lnTo>
                      <a:pt x="10668" y="0"/>
                    </a:lnTo>
                    <a:lnTo>
                      <a:pt x="13716" y="3810"/>
                    </a:lnTo>
                    <a:lnTo>
                      <a:pt x="14478" y="7620"/>
                    </a:lnTo>
                    <a:lnTo>
                      <a:pt x="15240" y="11430"/>
                    </a:lnTo>
                    <a:lnTo>
                      <a:pt x="12954" y="15240"/>
                    </a:lnTo>
                    <a:lnTo>
                      <a:pt x="9906" y="19050"/>
                    </a:lnTo>
                    <a:lnTo>
                      <a:pt x="5334" y="20574"/>
                    </a:lnTo>
                    <a:lnTo>
                      <a:pt x="762" y="21336"/>
                    </a:lnTo>
                    <a:lnTo>
                      <a:pt x="1524" y="16764"/>
                    </a:lnTo>
                    <a:lnTo>
                      <a:pt x="0" y="16764"/>
                    </a:lnTo>
                    <a:lnTo>
                      <a:pt x="3810" y="14478"/>
                    </a:lnTo>
                    <a:lnTo>
                      <a:pt x="5334" y="13716"/>
                    </a:lnTo>
                    <a:lnTo>
                      <a:pt x="9144" y="12192"/>
                    </a:lnTo>
                    <a:lnTo>
                      <a:pt x="9906" y="12954"/>
                    </a:lnTo>
                    <a:lnTo>
                      <a:pt x="12954" y="15240"/>
                    </a:lnTo>
                    <a:lnTo>
                      <a:pt x="8382" y="15240"/>
                    </a:lnTo>
                    <a:lnTo>
                      <a:pt x="7620" y="1524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0" name="Google Shape;1380;p11"/>
            <p:cNvSpPr/>
            <p:nvPr/>
          </p:nvSpPr>
          <p:spPr>
            <a:xfrm>
              <a:off x="5395721" y="4155947"/>
              <a:ext cx="14604" cy="94615"/>
            </a:xfrm>
            <a:custGeom>
              <a:rect b="b" l="l" r="r" t="t"/>
              <a:pathLst>
                <a:path extrusionOk="0" h="94614" w="14604">
                  <a:moveTo>
                    <a:pt x="0" y="0"/>
                  </a:moveTo>
                  <a:lnTo>
                    <a:pt x="1273" y="10727"/>
                  </a:lnTo>
                  <a:lnTo>
                    <a:pt x="2762" y="21240"/>
                  </a:lnTo>
                  <a:lnTo>
                    <a:pt x="4393" y="31611"/>
                  </a:lnTo>
                  <a:lnTo>
                    <a:pt x="6096" y="41910"/>
                  </a:lnTo>
                  <a:lnTo>
                    <a:pt x="7369" y="52768"/>
                  </a:lnTo>
                  <a:lnTo>
                    <a:pt x="8858" y="63627"/>
                  </a:lnTo>
                  <a:lnTo>
                    <a:pt x="10489" y="74485"/>
                  </a:lnTo>
                  <a:lnTo>
                    <a:pt x="12192" y="85344"/>
                  </a:lnTo>
                  <a:lnTo>
                    <a:pt x="13716" y="90678"/>
                  </a:lnTo>
                  <a:lnTo>
                    <a:pt x="12954" y="91440"/>
                  </a:lnTo>
                  <a:lnTo>
                    <a:pt x="14478" y="9448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5065871" y="4194809"/>
              <a:ext cx="66675" cy="71120"/>
            </a:xfrm>
            <a:custGeom>
              <a:rect b="b" l="l" r="r" t="t"/>
              <a:pathLst>
                <a:path extrusionOk="0" h="71120" w="66675">
                  <a:moveTo>
                    <a:pt x="7524" y="762"/>
                  </a:moveTo>
                  <a:lnTo>
                    <a:pt x="4476" y="8382"/>
                  </a:lnTo>
                  <a:lnTo>
                    <a:pt x="2190" y="16002"/>
                  </a:lnTo>
                  <a:lnTo>
                    <a:pt x="1428" y="24384"/>
                  </a:lnTo>
                  <a:lnTo>
                    <a:pt x="678" y="31503"/>
                  </a:lnTo>
                  <a:lnTo>
                    <a:pt x="0" y="39624"/>
                  </a:lnTo>
                  <a:lnTo>
                    <a:pt x="35" y="47744"/>
                  </a:lnTo>
                  <a:lnTo>
                    <a:pt x="1428" y="54864"/>
                  </a:lnTo>
                  <a:lnTo>
                    <a:pt x="2190" y="57912"/>
                  </a:lnTo>
                  <a:lnTo>
                    <a:pt x="5238" y="63246"/>
                  </a:lnTo>
                  <a:lnTo>
                    <a:pt x="8286" y="64770"/>
                  </a:lnTo>
                  <a:lnTo>
                    <a:pt x="11334" y="66294"/>
                  </a:lnTo>
                  <a:lnTo>
                    <a:pt x="28098" y="31242"/>
                  </a:lnTo>
                  <a:lnTo>
                    <a:pt x="29622" y="23622"/>
                  </a:lnTo>
                  <a:lnTo>
                    <a:pt x="31146" y="19812"/>
                  </a:lnTo>
                  <a:lnTo>
                    <a:pt x="31908" y="22860"/>
                  </a:lnTo>
                  <a:lnTo>
                    <a:pt x="32670" y="28956"/>
                  </a:lnTo>
                  <a:lnTo>
                    <a:pt x="33432" y="32766"/>
                  </a:lnTo>
                  <a:lnTo>
                    <a:pt x="50958" y="70104"/>
                  </a:lnTo>
                  <a:lnTo>
                    <a:pt x="57816" y="70866"/>
                  </a:lnTo>
                  <a:lnTo>
                    <a:pt x="60102" y="66294"/>
                  </a:lnTo>
                  <a:lnTo>
                    <a:pt x="63150" y="60198"/>
                  </a:lnTo>
                  <a:lnTo>
                    <a:pt x="65234" y="52185"/>
                  </a:lnTo>
                  <a:lnTo>
                    <a:pt x="66103" y="44100"/>
                  </a:lnTo>
                  <a:lnTo>
                    <a:pt x="66258" y="35873"/>
                  </a:lnTo>
                  <a:lnTo>
                    <a:pt x="66198" y="27432"/>
                  </a:lnTo>
                  <a:lnTo>
                    <a:pt x="66198" y="19812"/>
                  </a:lnTo>
                  <a:lnTo>
                    <a:pt x="53244" y="0"/>
                  </a:lnTo>
                  <a:lnTo>
                    <a:pt x="52482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2" name="Google Shape;1382;p11"/>
            <p:cNvGrpSpPr/>
            <p:nvPr/>
          </p:nvGrpSpPr>
          <p:grpSpPr>
            <a:xfrm>
              <a:off x="5301234" y="4181093"/>
              <a:ext cx="70358" cy="56642"/>
              <a:chOff x="5301234" y="4181093"/>
              <a:chExt cx="70358" cy="56642"/>
            </a:xfrm>
          </p:grpSpPr>
          <p:sp>
            <p:nvSpPr>
              <p:cNvPr id="1383" name="Google Shape;1383;p11"/>
              <p:cNvSpPr/>
              <p:nvPr/>
            </p:nvSpPr>
            <p:spPr>
              <a:xfrm>
                <a:off x="5327142" y="4223765"/>
                <a:ext cx="44450" cy="13970"/>
              </a:xfrm>
              <a:custGeom>
                <a:rect b="b" l="l" r="r" t="t"/>
                <a:pathLst>
                  <a:path extrusionOk="0" h="13970" w="44450">
                    <a:moveTo>
                      <a:pt x="0" y="13715"/>
                    </a:moveTo>
                    <a:lnTo>
                      <a:pt x="39624" y="2285"/>
                    </a:lnTo>
                    <a:lnTo>
                      <a:pt x="41148" y="2285"/>
                    </a:lnTo>
                    <a:lnTo>
                      <a:pt x="44196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11"/>
              <p:cNvSpPr/>
              <p:nvPr/>
            </p:nvSpPr>
            <p:spPr>
              <a:xfrm>
                <a:off x="5301234" y="4181093"/>
                <a:ext cx="36830" cy="6985"/>
              </a:xfrm>
              <a:custGeom>
                <a:rect b="b" l="l" r="r" t="t"/>
                <a:pathLst>
                  <a:path extrusionOk="0" h="6985" w="36829">
                    <a:moveTo>
                      <a:pt x="0" y="0"/>
                    </a:moveTo>
                    <a:lnTo>
                      <a:pt x="6774" y="345"/>
                    </a:lnTo>
                    <a:lnTo>
                      <a:pt x="14192" y="476"/>
                    </a:lnTo>
                    <a:lnTo>
                      <a:pt x="21752" y="750"/>
                    </a:lnTo>
                    <a:lnTo>
                      <a:pt x="28956" y="1523"/>
                    </a:lnTo>
                    <a:lnTo>
                      <a:pt x="34290" y="3047"/>
                    </a:lnTo>
                    <a:lnTo>
                      <a:pt x="33528" y="3809"/>
                    </a:lnTo>
                    <a:lnTo>
                      <a:pt x="36576" y="685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5" name="Google Shape;1385;p11"/>
            <p:cNvGrpSpPr/>
            <p:nvPr/>
          </p:nvGrpSpPr>
          <p:grpSpPr>
            <a:xfrm>
              <a:off x="5118354" y="4122419"/>
              <a:ext cx="140708" cy="143764"/>
              <a:chOff x="5118354" y="4122419"/>
              <a:chExt cx="140708" cy="143764"/>
            </a:xfrm>
          </p:grpSpPr>
          <p:sp>
            <p:nvSpPr>
              <p:cNvPr id="1386" name="Google Shape;1386;p11"/>
              <p:cNvSpPr/>
              <p:nvPr/>
            </p:nvSpPr>
            <p:spPr>
              <a:xfrm>
                <a:off x="5118354" y="4122419"/>
                <a:ext cx="51435" cy="14604"/>
              </a:xfrm>
              <a:custGeom>
                <a:rect b="b" l="l" r="r" t="t"/>
                <a:pathLst>
                  <a:path extrusionOk="0" h="14604" w="51435">
                    <a:moveTo>
                      <a:pt x="0" y="14477"/>
                    </a:moveTo>
                    <a:lnTo>
                      <a:pt x="3048" y="13715"/>
                    </a:lnTo>
                    <a:lnTo>
                      <a:pt x="5334" y="12953"/>
                    </a:lnTo>
                    <a:lnTo>
                      <a:pt x="8382" y="12953"/>
                    </a:lnTo>
                    <a:lnTo>
                      <a:pt x="14906" y="11346"/>
                    </a:lnTo>
                    <a:lnTo>
                      <a:pt x="21717" y="9810"/>
                    </a:lnTo>
                    <a:lnTo>
                      <a:pt x="28527" y="8131"/>
                    </a:lnTo>
                    <a:lnTo>
                      <a:pt x="35052" y="6095"/>
                    </a:lnTo>
                    <a:lnTo>
                      <a:pt x="40386" y="3809"/>
                    </a:lnTo>
                    <a:lnTo>
                      <a:pt x="45720" y="2285"/>
                    </a:lnTo>
                    <a:lnTo>
                      <a:pt x="51053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11"/>
              <p:cNvSpPr/>
              <p:nvPr/>
            </p:nvSpPr>
            <p:spPr>
              <a:xfrm>
                <a:off x="5138166" y="4139183"/>
                <a:ext cx="11430" cy="54610"/>
              </a:xfrm>
              <a:custGeom>
                <a:rect b="b" l="l" r="r" t="t"/>
                <a:pathLst>
                  <a:path extrusionOk="0" h="54610" w="11429">
                    <a:moveTo>
                      <a:pt x="0" y="0"/>
                    </a:moveTo>
                    <a:lnTo>
                      <a:pt x="11430" y="43434"/>
                    </a:lnTo>
                    <a:lnTo>
                      <a:pt x="11430" y="51053"/>
                    </a:lnTo>
                    <a:lnTo>
                      <a:pt x="11430" y="51816"/>
                    </a:lnTo>
                    <a:lnTo>
                      <a:pt x="11430" y="53340"/>
                    </a:lnTo>
                    <a:lnTo>
                      <a:pt x="11430" y="5410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11"/>
              <p:cNvSpPr/>
              <p:nvPr/>
            </p:nvSpPr>
            <p:spPr>
              <a:xfrm>
                <a:off x="5171432" y="4181093"/>
                <a:ext cx="87630" cy="85090"/>
              </a:xfrm>
              <a:custGeom>
                <a:rect b="b" l="l" r="r" t="t"/>
                <a:pathLst>
                  <a:path extrusionOk="0" h="85089" w="87629">
                    <a:moveTo>
                      <a:pt x="4071" y="19050"/>
                    </a:moveTo>
                    <a:lnTo>
                      <a:pt x="1666" y="27813"/>
                    </a:lnTo>
                    <a:lnTo>
                      <a:pt x="261" y="35433"/>
                    </a:lnTo>
                    <a:lnTo>
                      <a:pt x="0" y="43053"/>
                    </a:lnTo>
                    <a:lnTo>
                      <a:pt x="1023" y="51816"/>
                    </a:lnTo>
                    <a:lnTo>
                      <a:pt x="1512" y="58209"/>
                    </a:lnTo>
                    <a:lnTo>
                      <a:pt x="13215" y="84582"/>
                    </a:lnTo>
                    <a:lnTo>
                      <a:pt x="17787" y="82296"/>
                    </a:lnTo>
                    <a:lnTo>
                      <a:pt x="24991" y="75866"/>
                    </a:lnTo>
                    <a:lnTo>
                      <a:pt x="30837" y="66865"/>
                    </a:lnTo>
                    <a:lnTo>
                      <a:pt x="35683" y="57007"/>
                    </a:lnTo>
                    <a:lnTo>
                      <a:pt x="39885" y="48006"/>
                    </a:lnTo>
                    <a:lnTo>
                      <a:pt x="42933" y="41909"/>
                    </a:lnTo>
                    <a:lnTo>
                      <a:pt x="44457" y="36575"/>
                    </a:lnTo>
                    <a:lnTo>
                      <a:pt x="46743" y="30479"/>
                    </a:lnTo>
                    <a:lnTo>
                      <a:pt x="45981" y="37337"/>
                    </a:lnTo>
                    <a:lnTo>
                      <a:pt x="45981" y="44957"/>
                    </a:lnTo>
                    <a:lnTo>
                      <a:pt x="45981" y="52577"/>
                    </a:lnTo>
                    <a:lnTo>
                      <a:pt x="45981" y="60198"/>
                    </a:lnTo>
                    <a:lnTo>
                      <a:pt x="49029" y="65532"/>
                    </a:lnTo>
                    <a:lnTo>
                      <a:pt x="57411" y="67055"/>
                    </a:lnTo>
                    <a:lnTo>
                      <a:pt x="66555" y="68579"/>
                    </a:lnTo>
                    <a:lnTo>
                      <a:pt x="73413" y="64769"/>
                    </a:lnTo>
                    <a:lnTo>
                      <a:pt x="78747" y="57149"/>
                    </a:lnTo>
                    <a:lnTo>
                      <a:pt x="82950" y="51268"/>
                    </a:lnTo>
                    <a:lnTo>
                      <a:pt x="85510" y="44957"/>
                    </a:lnTo>
                    <a:lnTo>
                      <a:pt x="86784" y="38076"/>
                    </a:lnTo>
                    <a:lnTo>
                      <a:pt x="87129" y="30479"/>
                    </a:lnTo>
                    <a:lnTo>
                      <a:pt x="87129" y="22097"/>
                    </a:lnTo>
                    <a:lnTo>
                      <a:pt x="85605" y="15239"/>
                    </a:lnTo>
                    <a:lnTo>
                      <a:pt x="80271" y="8381"/>
                    </a:lnTo>
                    <a:lnTo>
                      <a:pt x="77985" y="5333"/>
                    </a:lnTo>
                    <a:lnTo>
                      <a:pt x="75699" y="2285"/>
                    </a:lnTo>
                    <a:lnTo>
                      <a:pt x="72651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89" name="Google Shape;1389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097100" y="3702545"/>
              <a:ext cx="156902" cy="1112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0" name="Google Shape;1390;p11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272771" y="3597389"/>
              <a:ext cx="72415" cy="2415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1" name="Google Shape;1391;p1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483083" y="3633203"/>
              <a:ext cx="118135" cy="903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2" name="Google Shape;1392;p11"/>
            <p:cNvSpPr/>
            <p:nvPr/>
          </p:nvSpPr>
          <p:spPr>
            <a:xfrm>
              <a:off x="6658356" y="3670553"/>
              <a:ext cx="52069" cy="10795"/>
            </a:xfrm>
            <a:custGeom>
              <a:rect b="b" l="l" r="r" t="t"/>
              <a:pathLst>
                <a:path extrusionOk="0" h="10795" w="52070">
                  <a:moveTo>
                    <a:pt x="0" y="10667"/>
                  </a:moveTo>
                  <a:lnTo>
                    <a:pt x="8905" y="10275"/>
                  </a:lnTo>
                  <a:lnTo>
                    <a:pt x="17526" y="9239"/>
                  </a:lnTo>
                  <a:lnTo>
                    <a:pt x="26146" y="7774"/>
                  </a:lnTo>
                  <a:lnTo>
                    <a:pt x="35052" y="6095"/>
                  </a:lnTo>
                  <a:lnTo>
                    <a:pt x="41910" y="5333"/>
                  </a:lnTo>
                  <a:lnTo>
                    <a:pt x="46482" y="5333"/>
                  </a:lnTo>
                  <a:lnTo>
                    <a:pt x="5181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93" name="Google Shape;1393;p1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814291" y="3489947"/>
              <a:ext cx="331066" cy="244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4" name="Google Shape;1394;p11"/>
            <p:cNvSpPr/>
            <p:nvPr/>
          </p:nvSpPr>
          <p:spPr>
            <a:xfrm>
              <a:off x="6901433" y="3745991"/>
              <a:ext cx="400050" cy="58419"/>
            </a:xfrm>
            <a:custGeom>
              <a:rect b="b" l="l" r="r" t="t"/>
              <a:pathLst>
                <a:path extrusionOk="0" h="58420" w="400050">
                  <a:moveTo>
                    <a:pt x="7620" y="57912"/>
                  </a:moveTo>
                  <a:lnTo>
                    <a:pt x="27622" y="54232"/>
                  </a:lnTo>
                  <a:lnTo>
                    <a:pt x="47625" y="50196"/>
                  </a:lnTo>
                  <a:lnTo>
                    <a:pt x="67627" y="46017"/>
                  </a:lnTo>
                  <a:lnTo>
                    <a:pt x="87630" y="41910"/>
                  </a:lnTo>
                  <a:lnTo>
                    <a:pt x="116216" y="36492"/>
                  </a:lnTo>
                  <a:lnTo>
                    <a:pt x="144875" y="31718"/>
                  </a:lnTo>
                  <a:lnTo>
                    <a:pt x="173676" y="27658"/>
                  </a:lnTo>
                  <a:lnTo>
                    <a:pt x="202692" y="24383"/>
                  </a:lnTo>
                  <a:lnTo>
                    <a:pt x="228992" y="21097"/>
                  </a:lnTo>
                  <a:lnTo>
                    <a:pt x="255365" y="18097"/>
                  </a:lnTo>
                  <a:lnTo>
                    <a:pt x="281880" y="15382"/>
                  </a:lnTo>
                  <a:lnTo>
                    <a:pt x="308610" y="12953"/>
                  </a:lnTo>
                  <a:lnTo>
                    <a:pt x="322326" y="11691"/>
                  </a:lnTo>
                  <a:lnTo>
                    <a:pt x="336042" y="10286"/>
                  </a:lnTo>
                  <a:lnTo>
                    <a:pt x="349758" y="8882"/>
                  </a:lnTo>
                  <a:lnTo>
                    <a:pt x="363474" y="7619"/>
                  </a:lnTo>
                  <a:lnTo>
                    <a:pt x="367284" y="7619"/>
                  </a:lnTo>
                  <a:lnTo>
                    <a:pt x="367284" y="6857"/>
                  </a:lnTo>
                  <a:lnTo>
                    <a:pt x="369570" y="7619"/>
                  </a:lnTo>
                  <a:lnTo>
                    <a:pt x="345555" y="7798"/>
                  </a:lnTo>
                  <a:lnTo>
                    <a:pt x="321468" y="8477"/>
                  </a:lnTo>
                  <a:lnTo>
                    <a:pt x="272796" y="12191"/>
                  </a:lnTo>
                  <a:lnTo>
                    <a:pt x="226599" y="17716"/>
                  </a:lnTo>
                  <a:lnTo>
                    <a:pt x="179832" y="24383"/>
                  </a:lnTo>
                  <a:lnTo>
                    <a:pt x="117062" y="35147"/>
                  </a:lnTo>
                  <a:lnTo>
                    <a:pt x="54864" y="46482"/>
                  </a:lnTo>
                  <a:lnTo>
                    <a:pt x="42410" y="48648"/>
                  </a:lnTo>
                  <a:lnTo>
                    <a:pt x="30099" y="50673"/>
                  </a:lnTo>
                  <a:lnTo>
                    <a:pt x="17787" y="52697"/>
                  </a:lnTo>
                  <a:lnTo>
                    <a:pt x="5334" y="54864"/>
                  </a:lnTo>
                  <a:lnTo>
                    <a:pt x="2286" y="55626"/>
                  </a:lnTo>
                  <a:lnTo>
                    <a:pt x="2286" y="56388"/>
                  </a:lnTo>
                  <a:lnTo>
                    <a:pt x="0" y="56388"/>
                  </a:lnTo>
                  <a:lnTo>
                    <a:pt x="9346" y="55554"/>
                  </a:lnTo>
                  <a:lnTo>
                    <a:pt x="18192" y="54292"/>
                  </a:lnTo>
                  <a:lnTo>
                    <a:pt x="26896" y="52744"/>
                  </a:lnTo>
                  <a:lnTo>
                    <a:pt x="35814" y="51054"/>
                  </a:lnTo>
                  <a:lnTo>
                    <a:pt x="61412" y="46612"/>
                  </a:lnTo>
                  <a:lnTo>
                    <a:pt x="112323" y="38302"/>
                  </a:lnTo>
                  <a:lnTo>
                    <a:pt x="168913" y="29860"/>
                  </a:lnTo>
                  <a:lnTo>
                    <a:pt x="231469" y="21859"/>
                  </a:lnTo>
                  <a:lnTo>
                    <a:pt x="262890" y="18287"/>
                  </a:lnTo>
                  <a:lnTo>
                    <a:pt x="286773" y="15549"/>
                  </a:lnTo>
                  <a:lnTo>
                    <a:pt x="310515" y="12953"/>
                  </a:lnTo>
                  <a:lnTo>
                    <a:pt x="334256" y="10358"/>
                  </a:lnTo>
                  <a:lnTo>
                    <a:pt x="358140" y="7619"/>
                  </a:lnTo>
                  <a:lnTo>
                    <a:pt x="368534" y="6131"/>
                  </a:lnTo>
                  <a:lnTo>
                    <a:pt x="378999" y="4857"/>
                  </a:lnTo>
                  <a:lnTo>
                    <a:pt x="389322" y="3440"/>
                  </a:lnTo>
                  <a:lnTo>
                    <a:pt x="399288" y="1523"/>
                  </a:lnTo>
                  <a:lnTo>
                    <a:pt x="400050" y="1523"/>
                  </a:lnTo>
                  <a:lnTo>
                    <a:pt x="396240" y="761"/>
                  </a:lnTo>
                  <a:lnTo>
                    <a:pt x="390144" y="0"/>
                  </a:lnTo>
                  <a:lnTo>
                    <a:pt x="385572" y="0"/>
                  </a:lnTo>
                  <a:lnTo>
                    <a:pt x="378594" y="119"/>
                  </a:lnTo>
                  <a:lnTo>
                    <a:pt x="371475" y="380"/>
                  </a:lnTo>
                  <a:lnTo>
                    <a:pt x="364355" y="642"/>
                  </a:lnTo>
                  <a:lnTo>
                    <a:pt x="357378" y="76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5" name="Google Shape;1395;p11"/>
            <p:cNvGrpSpPr/>
            <p:nvPr/>
          </p:nvGrpSpPr>
          <p:grpSpPr>
            <a:xfrm>
              <a:off x="7240225" y="3335261"/>
              <a:ext cx="343973" cy="312051"/>
              <a:chOff x="7240225" y="3335261"/>
              <a:chExt cx="343973" cy="312051"/>
            </a:xfrm>
          </p:grpSpPr>
          <p:pic>
            <p:nvPicPr>
              <p:cNvPr id="1396" name="Google Shape;1396;p11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7240225" y="3500615"/>
                <a:ext cx="102419" cy="10289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7" name="Google Shape;1397;p11"/>
              <p:cNvSpPr/>
              <p:nvPr/>
            </p:nvSpPr>
            <p:spPr>
              <a:xfrm>
                <a:off x="7394614" y="3432809"/>
                <a:ext cx="13335" cy="210820"/>
              </a:xfrm>
              <a:custGeom>
                <a:rect b="b" l="l" r="r" t="t"/>
                <a:pathLst>
                  <a:path extrusionOk="0" h="210820" w="13334">
                    <a:moveTo>
                      <a:pt x="595" y="0"/>
                    </a:moveTo>
                    <a:lnTo>
                      <a:pt x="0" y="12084"/>
                    </a:lnTo>
                    <a:lnTo>
                      <a:pt x="404" y="23526"/>
                    </a:lnTo>
                    <a:lnTo>
                      <a:pt x="1666" y="34825"/>
                    </a:lnTo>
                    <a:lnTo>
                      <a:pt x="3643" y="46482"/>
                    </a:lnTo>
                    <a:lnTo>
                      <a:pt x="6441" y="63507"/>
                    </a:lnTo>
                    <a:lnTo>
                      <a:pt x="8882" y="80391"/>
                    </a:lnTo>
                    <a:lnTo>
                      <a:pt x="10608" y="97274"/>
                    </a:lnTo>
                    <a:lnTo>
                      <a:pt x="11263" y="114300"/>
                    </a:lnTo>
                    <a:lnTo>
                      <a:pt x="11668" y="131325"/>
                    </a:lnTo>
                    <a:lnTo>
                      <a:pt x="11644" y="148208"/>
                    </a:lnTo>
                    <a:lnTo>
                      <a:pt x="11049" y="165092"/>
                    </a:lnTo>
                    <a:lnTo>
                      <a:pt x="9739" y="182118"/>
                    </a:lnTo>
                    <a:lnTo>
                      <a:pt x="8096" y="191345"/>
                    </a:lnTo>
                    <a:lnTo>
                      <a:pt x="5738" y="202215"/>
                    </a:lnTo>
                    <a:lnTo>
                      <a:pt x="4810" y="210085"/>
                    </a:lnTo>
                    <a:lnTo>
                      <a:pt x="7453" y="210311"/>
                    </a:lnTo>
                    <a:lnTo>
                      <a:pt x="11263" y="208788"/>
                    </a:lnTo>
                    <a:lnTo>
                      <a:pt x="12787" y="207264"/>
                    </a:lnTo>
                    <a:lnTo>
                      <a:pt x="12787" y="20269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11"/>
              <p:cNvSpPr/>
              <p:nvPr/>
            </p:nvSpPr>
            <p:spPr>
              <a:xfrm>
                <a:off x="7437703" y="3428237"/>
                <a:ext cx="8890" cy="219075"/>
              </a:xfrm>
              <a:custGeom>
                <a:rect b="b" l="l" r="r" t="t"/>
                <a:pathLst>
                  <a:path extrusionOk="0" h="219075" w="8890">
                    <a:moveTo>
                      <a:pt x="178" y="0"/>
                    </a:moveTo>
                    <a:lnTo>
                      <a:pt x="1357" y="39219"/>
                    </a:lnTo>
                    <a:lnTo>
                      <a:pt x="4036" y="70866"/>
                    </a:lnTo>
                    <a:lnTo>
                      <a:pt x="5322" y="89154"/>
                    </a:lnTo>
                    <a:lnTo>
                      <a:pt x="6322" y="107442"/>
                    </a:lnTo>
                    <a:lnTo>
                      <a:pt x="7036" y="125730"/>
                    </a:lnTo>
                    <a:lnTo>
                      <a:pt x="6929" y="146756"/>
                    </a:lnTo>
                    <a:lnTo>
                      <a:pt x="6750" y="167640"/>
                    </a:lnTo>
                    <a:lnTo>
                      <a:pt x="6715" y="188523"/>
                    </a:lnTo>
                    <a:lnTo>
                      <a:pt x="7036" y="209550"/>
                    </a:lnTo>
                    <a:lnTo>
                      <a:pt x="7036" y="212597"/>
                    </a:lnTo>
                    <a:lnTo>
                      <a:pt x="6274" y="218694"/>
                    </a:lnTo>
                    <a:lnTo>
                      <a:pt x="8560" y="216408"/>
                    </a:lnTo>
                    <a:lnTo>
                      <a:pt x="8560" y="211836"/>
                    </a:lnTo>
                    <a:lnTo>
                      <a:pt x="8560" y="209550"/>
                    </a:lnTo>
                    <a:lnTo>
                      <a:pt x="8560" y="20574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99" name="Google Shape;1399;p11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7481303" y="3335261"/>
                <a:ext cx="102895" cy="762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400" name="Google Shape;1400;p11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982699" y="3484613"/>
            <a:ext cx="175285" cy="96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1" name="Google Shape;1401;p11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9316199" y="3565385"/>
            <a:ext cx="110515" cy="1356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2" name="Google Shape;1402;p11"/>
          <p:cNvGrpSpPr/>
          <p:nvPr/>
        </p:nvGrpSpPr>
        <p:grpSpPr>
          <a:xfrm>
            <a:off x="4294619" y="4151137"/>
            <a:ext cx="5690247" cy="2189719"/>
            <a:chOff x="4294619" y="4151137"/>
            <a:chExt cx="5690247" cy="2189719"/>
          </a:xfrm>
        </p:grpSpPr>
        <p:grpSp>
          <p:nvGrpSpPr>
            <p:cNvPr id="1403" name="Google Shape;1403;p11"/>
            <p:cNvGrpSpPr/>
            <p:nvPr/>
          </p:nvGrpSpPr>
          <p:grpSpPr>
            <a:xfrm>
              <a:off x="9178276" y="4651997"/>
              <a:ext cx="350533" cy="218088"/>
              <a:chOff x="9178276" y="4651997"/>
              <a:chExt cx="350533" cy="218088"/>
            </a:xfrm>
          </p:grpSpPr>
          <p:pic>
            <p:nvPicPr>
              <p:cNvPr id="1404" name="Google Shape;1404;p11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9178276" y="4651997"/>
                <a:ext cx="293395" cy="2180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05" name="Google Shape;1405;p11"/>
              <p:cNvSpPr/>
              <p:nvPr/>
            </p:nvSpPr>
            <p:spPr>
              <a:xfrm>
                <a:off x="9521189" y="4739640"/>
                <a:ext cx="7620" cy="1905"/>
              </a:xfrm>
              <a:custGeom>
                <a:rect b="b" l="l" r="r" t="t"/>
                <a:pathLst>
                  <a:path extrusionOk="0" h="1904" w="7620">
                    <a:moveTo>
                      <a:pt x="7620" y="1524"/>
                    </a:moveTo>
                    <a:lnTo>
                      <a:pt x="5334" y="762"/>
                    </a:lnTo>
                    <a:lnTo>
                      <a:pt x="2286" y="76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6" name="Google Shape;1406;p11"/>
            <p:cNvGrpSpPr/>
            <p:nvPr/>
          </p:nvGrpSpPr>
          <p:grpSpPr>
            <a:xfrm>
              <a:off x="9594520" y="4603229"/>
              <a:ext cx="347115" cy="188227"/>
              <a:chOff x="9594520" y="4603229"/>
              <a:chExt cx="347115" cy="188227"/>
            </a:xfrm>
          </p:grpSpPr>
          <p:sp>
            <p:nvSpPr>
              <p:cNvPr id="1407" name="Google Shape;1407;p11"/>
              <p:cNvSpPr/>
              <p:nvPr/>
            </p:nvSpPr>
            <p:spPr>
              <a:xfrm>
                <a:off x="9633203" y="4703826"/>
                <a:ext cx="32384" cy="59690"/>
              </a:xfrm>
              <a:custGeom>
                <a:rect b="b" l="l" r="r" t="t"/>
                <a:pathLst>
                  <a:path extrusionOk="0" h="59689" w="32384">
                    <a:moveTo>
                      <a:pt x="2285" y="2286"/>
                    </a:moveTo>
                    <a:lnTo>
                      <a:pt x="4571" y="1524"/>
                    </a:lnTo>
                    <a:lnTo>
                      <a:pt x="3809" y="762"/>
                    </a:lnTo>
                    <a:lnTo>
                      <a:pt x="6857" y="0"/>
                    </a:lnTo>
                    <a:lnTo>
                      <a:pt x="12953" y="0"/>
                    </a:lnTo>
                    <a:lnTo>
                      <a:pt x="18287" y="0"/>
                    </a:lnTo>
                    <a:lnTo>
                      <a:pt x="23621" y="3810"/>
                    </a:lnTo>
                    <a:lnTo>
                      <a:pt x="31241" y="9144"/>
                    </a:lnTo>
                    <a:lnTo>
                      <a:pt x="32003" y="16002"/>
                    </a:lnTo>
                    <a:lnTo>
                      <a:pt x="31241" y="25146"/>
                    </a:lnTo>
                    <a:lnTo>
                      <a:pt x="29051" y="32718"/>
                    </a:lnTo>
                    <a:lnTo>
                      <a:pt x="2285" y="59436"/>
                    </a:lnTo>
                    <a:lnTo>
                      <a:pt x="0" y="5410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11"/>
              <p:cNvSpPr/>
              <p:nvPr/>
            </p:nvSpPr>
            <p:spPr>
              <a:xfrm>
                <a:off x="9671303" y="4687824"/>
                <a:ext cx="33655" cy="53975"/>
              </a:xfrm>
              <a:custGeom>
                <a:rect b="b" l="l" r="r" t="t"/>
                <a:pathLst>
                  <a:path extrusionOk="0" h="53975" w="33654">
                    <a:moveTo>
                      <a:pt x="6096" y="0"/>
                    </a:moveTo>
                    <a:lnTo>
                      <a:pt x="4417" y="9144"/>
                    </a:lnTo>
                    <a:lnTo>
                      <a:pt x="2952" y="18288"/>
                    </a:lnTo>
                    <a:lnTo>
                      <a:pt x="1916" y="27432"/>
                    </a:lnTo>
                    <a:lnTo>
                      <a:pt x="1524" y="36576"/>
                    </a:lnTo>
                    <a:lnTo>
                      <a:pt x="1524" y="42672"/>
                    </a:lnTo>
                    <a:lnTo>
                      <a:pt x="0" y="51053"/>
                    </a:lnTo>
                    <a:lnTo>
                      <a:pt x="8382" y="53340"/>
                    </a:lnTo>
                    <a:lnTo>
                      <a:pt x="16061" y="53351"/>
                    </a:lnTo>
                    <a:lnTo>
                      <a:pt x="22383" y="50577"/>
                    </a:lnTo>
                    <a:lnTo>
                      <a:pt x="27991" y="45946"/>
                    </a:lnTo>
                    <a:lnTo>
                      <a:pt x="33528" y="4038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11"/>
              <p:cNvSpPr/>
              <p:nvPr/>
            </p:nvSpPr>
            <p:spPr>
              <a:xfrm>
                <a:off x="9678923" y="4610862"/>
                <a:ext cx="52069" cy="45720"/>
              </a:xfrm>
              <a:custGeom>
                <a:rect b="b" l="l" r="r" t="t"/>
                <a:pathLst>
                  <a:path extrusionOk="0" h="45720" w="52070">
                    <a:moveTo>
                      <a:pt x="0" y="6095"/>
                    </a:moveTo>
                    <a:lnTo>
                      <a:pt x="10489" y="6596"/>
                    </a:lnTo>
                    <a:lnTo>
                      <a:pt x="20478" y="6667"/>
                    </a:lnTo>
                    <a:lnTo>
                      <a:pt x="30325" y="5881"/>
                    </a:lnTo>
                    <a:lnTo>
                      <a:pt x="40386" y="3809"/>
                    </a:lnTo>
                    <a:lnTo>
                      <a:pt x="44196" y="3047"/>
                    </a:lnTo>
                    <a:lnTo>
                      <a:pt x="48768" y="1523"/>
                    </a:lnTo>
                    <a:lnTo>
                      <a:pt x="51816" y="0"/>
                    </a:lnTo>
                    <a:lnTo>
                      <a:pt x="45720" y="3047"/>
                    </a:lnTo>
                    <a:lnTo>
                      <a:pt x="43434" y="6095"/>
                    </a:lnTo>
                    <a:lnTo>
                      <a:pt x="40386" y="12191"/>
                    </a:lnTo>
                    <a:lnTo>
                      <a:pt x="38016" y="19752"/>
                    </a:lnTo>
                    <a:lnTo>
                      <a:pt x="36861" y="28098"/>
                    </a:lnTo>
                    <a:lnTo>
                      <a:pt x="35563" y="36302"/>
                    </a:lnTo>
                    <a:lnTo>
                      <a:pt x="32766" y="43433"/>
                    </a:lnTo>
                    <a:lnTo>
                      <a:pt x="29718" y="45719"/>
                    </a:lnTo>
                    <a:lnTo>
                      <a:pt x="28956" y="45719"/>
                    </a:lnTo>
                    <a:lnTo>
                      <a:pt x="25908" y="4495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10" name="Google Shape;1410;p11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9771113" y="4603229"/>
                <a:ext cx="170522" cy="1463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1" name="Google Shape;1411;p11"/>
              <p:cNvSpPr/>
              <p:nvPr/>
            </p:nvSpPr>
            <p:spPr>
              <a:xfrm>
                <a:off x="9594520" y="4612386"/>
                <a:ext cx="109220" cy="179070"/>
              </a:xfrm>
              <a:custGeom>
                <a:rect b="b" l="l" r="r" t="t"/>
                <a:pathLst>
                  <a:path extrusionOk="0" h="179070" w="109220">
                    <a:moveTo>
                      <a:pt x="21157" y="0"/>
                    </a:moveTo>
                    <a:lnTo>
                      <a:pt x="2940" y="47684"/>
                    </a:lnTo>
                    <a:lnTo>
                      <a:pt x="0" y="83558"/>
                    </a:lnTo>
                    <a:lnTo>
                      <a:pt x="1059" y="101155"/>
                    </a:lnTo>
                    <a:lnTo>
                      <a:pt x="22657" y="152602"/>
                    </a:lnTo>
                    <a:lnTo>
                      <a:pt x="56042" y="174533"/>
                    </a:lnTo>
                    <a:lnTo>
                      <a:pt x="76021" y="179070"/>
                    </a:lnTo>
                    <a:lnTo>
                      <a:pt x="86713" y="179058"/>
                    </a:lnTo>
                    <a:lnTo>
                      <a:pt x="94690" y="178974"/>
                    </a:lnTo>
                    <a:lnTo>
                      <a:pt x="101524" y="178748"/>
                    </a:lnTo>
                    <a:lnTo>
                      <a:pt x="108787" y="17830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2" name="Google Shape;1412;p11"/>
            <p:cNvGrpSpPr/>
            <p:nvPr/>
          </p:nvGrpSpPr>
          <p:grpSpPr>
            <a:xfrm>
              <a:off x="4294619" y="4748784"/>
              <a:ext cx="457720" cy="272808"/>
              <a:chOff x="4294619" y="4748784"/>
              <a:chExt cx="457720" cy="272808"/>
            </a:xfrm>
          </p:grpSpPr>
          <p:pic>
            <p:nvPicPr>
              <p:cNvPr id="1413" name="Google Shape;1413;p11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4294619" y="4808112"/>
                <a:ext cx="132613" cy="2012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14" name="Google Shape;1414;p11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4462890" y="4771631"/>
                <a:ext cx="198276" cy="24996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5" name="Google Shape;1415;p11"/>
              <p:cNvSpPr/>
              <p:nvPr/>
            </p:nvSpPr>
            <p:spPr>
              <a:xfrm>
                <a:off x="4682489" y="4748784"/>
                <a:ext cx="69850" cy="239395"/>
              </a:xfrm>
              <a:custGeom>
                <a:rect b="b" l="l" r="r" t="t"/>
                <a:pathLst>
                  <a:path extrusionOk="0" h="239395" w="69850">
                    <a:moveTo>
                      <a:pt x="0" y="0"/>
                    </a:moveTo>
                    <a:lnTo>
                      <a:pt x="33539" y="37611"/>
                    </a:lnTo>
                    <a:lnTo>
                      <a:pt x="60674" y="85153"/>
                    </a:lnTo>
                    <a:lnTo>
                      <a:pt x="69342" y="122681"/>
                    </a:lnTo>
                    <a:lnTo>
                      <a:pt x="69615" y="139576"/>
                    </a:lnTo>
                    <a:lnTo>
                      <a:pt x="68103" y="156114"/>
                    </a:lnTo>
                    <a:lnTo>
                      <a:pt x="54911" y="199810"/>
                    </a:lnTo>
                    <a:lnTo>
                      <a:pt x="30480" y="239268"/>
                    </a:lnTo>
                    <a:lnTo>
                      <a:pt x="33528" y="233934"/>
                    </a:lnTo>
                    <a:lnTo>
                      <a:pt x="30480" y="23469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6" name="Google Shape;1416;p11"/>
            <p:cNvGrpSpPr/>
            <p:nvPr/>
          </p:nvGrpSpPr>
          <p:grpSpPr>
            <a:xfrm>
              <a:off x="4897374" y="4829555"/>
              <a:ext cx="69469" cy="57150"/>
              <a:chOff x="4897374" y="4829555"/>
              <a:chExt cx="69469" cy="57150"/>
            </a:xfrm>
          </p:grpSpPr>
          <p:sp>
            <p:nvSpPr>
              <p:cNvPr id="1417" name="Google Shape;1417;p11"/>
              <p:cNvSpPr/>
              <p:nvPr/>
            </p:nvSpPr>
            <p:spPr>
              <a:xfrm>
                <a:off x="4897374" y="4829555"/>
                <a:ext cx="55880" cy="10160"/>
              </a:xfrm>
              <a:custGeom>
                <a:rect b="b" l="l" r="r" t="t"/>
                <a:pathLst>
                  <a:path extrusionOk="0" h="10160" w="55879">
                    <a:moveTo>
                      <a:pt x="0" y="9905"/>
                    </a:moveTo>
                    <a:lnTo>
                      <a:pt x="9465" y="8060"/>
                    </a:lnTo>
                    <a:lnTo>
                      <a:pt x="18573" y="6000"/>
                    </a:lnTo>
                    <a:lnTo>
                      <a:pt x="27539" y="3798"/>
                    </a:lnTo>
                    <a:lnTo>
                      <a:pt x="36576" y="1523"/>
                    </a:lnTo>
                    <a:lnTo>
                      <a:pt x="43434" y="0"/>
                    </a:lnTo>
                    <a:lnTo>
                      <a:pt x="48768" y="0"/>
                    </a:lnTo>
                    <a:lnTo>
                      <a:pt x="55626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11"/>
              <p:cNvSpPr/>
              <p:nvPr/>
            </p:nvSpPr>
            <p:spPr>
              <a:xfrm>
                <a:off x="4914138" y="4882895"/>
                <a:ext cx="52705" cy="3810"/>
              </a:xfrm>
              <a:custGeom>
                <a:rect b="b" l="l" r="r" t="t"/>
                <a:pathLst>
                  <a:path extrusionOk="0" h="3810" w="52704">
                    <a:moveTo>
                      <a:pt x="0" y="2286"/>
                    </a:moveTo>
                    <a:lnTo>
                      <a:pt x="9917" y="3155"/>
                    </a:lnTo>
                    <a:lnTo>
                      <a:pt x="19335" y="3524"/>
                    </a:lnTo>
                    <a:lnTo>
                      <a:pt x="28610" y="3464"/>
                    </a:lnTo>
                    <a:lnTo>
                      <a:pt x="38100" y="3048"/>
                    </a:lnTo>
                    <a:lnTo>
                      <a:pt x="44196" y="3048"/>
                    </a:lnTo>
                    <a:lnTo>
                      <a:pt x="47244" y="2286"/>
                    </a:lnTo>
                    <a:lnTo>
                      <a:pt x="52577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9" name="Google Shape;1419;p11"/>
            <p:cNvSpPr/>
            <p:nvPr/>
          </p:nvSpPr>
          <p:spPr>
            <a:xfrm>
              <a:off x="5314950" y="4777740"/>
              <a:ext cx="3175" cy="80010"/>
            </a:xfrm>
            <a:custGeom>
              <a:rect b="b" l="l" r="r" t="t"/>
              <a:pathLst>
                <a:path extrusionOk="0" h="80010" w="3175">
                  <a:moveTo>
                    <a:pt x="762" y="0"/>
                  </a:moveTo>
                  <a:lnTo>
                    <a:pt x="452" y="17252"/>
                  </a:lnTo>
                  <a:lnTo>
                    <a:pt x="0" y="34575"/>
                  </a:lnTo>
                  <a:lnTo>
                    <a:pt x="119" y="51756"/>
                  </a:lnTo>
                  <a:lnTo>
                    <a:pt x="1524" y="68580"/>
                  </a:lnTo>
                  <a:lnTo>
                    <a:pt x="1524" y="72390"/>
                  </a:lnTo>
                  <a:lnTo>
                    <a:pt x="2286" y="76200"/>
                  </a:lnTo>
                  <a:lnTo>
                    <a:pt x="3048" y="8001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1"/>
            <p:cNvSpPr/>
            <p:nvPr/>
          </p:nvSpPr>
          <p:spPr>
            <a:xfrm>
              <a:off x="5244084" y="4924805"/>
              <a:ext cx="112395" cy="10160"/>
            </a:xfrm>
            <a:custGeom>
              <a:rect b="b" l="l" r="r" t="t"/>
              <a:pathLst>
                <a:path extrusionOk="0" h="10160" w="112395">
                  <a:moveTo>
                    <a:pt x="0" y="7619"/>
                  </a:moveTo>
                  <a:lnTo>
                    <a:pt x="13942" y="9036"/>
                  </a:lnTo>
                  <a:lnTo>
                    <a:pt x="27527" y="9810"/>
                  </a:lnTo>
                  <a:lnTo>
                    <a:pt x="41255" y="9870"/>
                  </a:lnTo>
                  <a:lnTo>
                    <a:pt x="55626" y="9143"/>
                  </a:lnTo>
                  <a:lnTo>
                    <a:pt x="65913" y="7750"/>
                  </a:lnTo>
                  <a:lnTo>
                    <a:pt x="76200" y="6000"/>
                  </a:lnTo>
                  <a:lnTo>
                    <a:pt x="86487" y="4107"/>
                  </a:lnTo>
                  <a:lnTo>
                    <a:pt x="96774" y="2285"/>
                  </a:lnTo>
                  <a:lnTo>
                    <a:pt x="99822" y="1523"/>
                  </a:lnTo>
                  <a:lnTo>
                    <a:pt x="109728" y="0"/>
                  </a:lnTo>
                  <a:lnTo>
                    <a:pt x="112014" y="1523"/>
                  </a:lnTo>
                  <a:lnTo>
                    <a:pt x="111252" y="2285"/>
                  </a:lnTo>
                  <a:lnTo>
                    <a:pt x="111252" y="3047"/>
                  </a:lnTo>
                  <a:lnTo>
                    <a:pt x="110489" y="380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21" name="Google Shape;1421;p11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5256263" y="5002695"/>
              <a:ext cx="85369" cy="920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2" name="Google Shape;1422;p11"/>
            <p:cNvSpPr/>
            <p:nvPr/>
          </p:nvSpPr>
          <p:spPr>
            <a:xfrm>
              <a:off x="5525261" y="4676394"/>
              <a:ext cx="255270" cy="217804"/>
            </a:xfrm>
            <a:custGeom>
              <a:rect b="b" l="l" r="r" t="t"/>
              <a:pathLst>
                <a:path extrusionOk="0" h="217804" w="255270">
                  <a:moveTo>
                    <a:pt x="250698" y="0"/>
                  </a:moveTo>
                  <a:lnTo>
                    <a:pt x="195834" y="6750"/>
                  </a:lnTo>
                  <a:lnTo>
                    <a:pt x="151959" y="14763"/>
                  </a:lnTo>
                  <a:lnTo>
                    <a:pt x="101357" y="26193"/>
                  </a:lnTo>
                  <a:lnTo>
                    <a:pt x="64650" y="36087"/>
                  </a:lnTo>
                  <a:lnTo>
                    <a:pt x="52959" y="39338"/>
                  </a:lnTo>
                  <a:lnTo>
                    <a:pt x="41267" y="42731"/>
                  </a:lnTo>
                  <a:lnTo>
                    <a:pt x="29718" y="46482"/>
                  </a:lnTo>
                  <a:lnTo>
                    <a:pt x="28956" y="46482"/>
                  </a:lnTo>
                  <a:lnTo>
                    <a:pt x="28956" y="47244"/>
                  </a:lnTo>
                  <a:lnTo>
                    <a:pt x="35052" y="48006"/>
                  </a:lnTo>
                  <a:lnTo>
                    <a:pt x="44958" y="48768"/>
                  </a:lnTo>
                  <a:lnTo>
                    <a:pt x="52578" y="48768"/>
                  </a:lnTo>
                  <a:lnTo>
                    <a:pt x="72009" y="50375"/>
                  </a:lnTo>
                  <a:lnTo>
                    <a:pt x="91440" y="51911"/>
                  </a:lnTo>
                  <a:lnTo>
                    <a:pt x="130302" y="55626"/>
                  </a:lnTo>
                  <a:lnTo>
                    <a:pt x="168211" y="60674"/>
                  </a:lnTo>
                  <a:lnTo>
                    <a:pt x="213538" y="70866"/>
                  </a:lnTo>
                  <a:lnTo>
                    <a:pt x="240637" y="89999"/>
                  </a:lnTo>
                  <a:lnTo>
                    <a:pt x="238982" y="94773"/>
                  </a:lnTo>
                  <a:lnTo>
                    <a:pt x="183642" y="128301"/>
                  </a:lnTo>
                  <a:lnTo>
                    <a:pt x="134112" y="149352"/>
                  </a:lnTo>
                  <a:lnTo>
                    <a:pt x="105691" y="161865"/>
                  </a:lnTo>
                  <a:lnTo>
                    <a:pt x="77628" y="174593"/>
                  </a:lnTo>
                  <a:lnTo>
                    <a:pt x="49994" y="188035"/>
                  </a:lnTo>
                  <a:lnTo>
                    <a:pt x="22860" y="202692"/>
                  </a:lnTo>
                  <a:lnTo>
                    <a:pt x="17252" y="205239"/>
                  </a:lnTo>
                  <a:lnTo>
                    <a:pt x="11144" y="208216"/>
                  </a:lnTo>
                  <a:lnTo>
                    <a:pt x="5179" y="211478"/>
                  </a:lnTo>
                  <a:lnTo>
                    <a:pt x="0" y="214884"/>
                  </a:lnTo>
                  <a:lnTo>
                    <a:pt x="0" y="215646"/>
                  </a:lnTo>
                  <a:lnTo>
                    <a:pt x="0" y="216408"/>
                  </a:lnTo>
                  <a:lnTo>
                    <a:pt x="10417" y="216955"/>
                  </a:lnTo>
                  <a:lnTo>
                    <a:pt x="21050" y="217360"/>
                  </a:lnTo>
                  <a:lnTo>
                    <a:pt x="65520" y="215812"/>
                  </a:lnTo>
                  <a:lnTo>
                    <a:pt x="110930" y="209669"/>
                  </a:lnTo>
                  <a:lnTo>
                    <a:pt x="133350" y="205740"/>
                  </a:lnTo>
                  <a:lnTo>
                    <a:pt x="153924" y="202334"/>
                  </a:lnTo>
                  <a:lnTo>
                    <a:pt x="195072" y="196095"/>
                  </a:lnTo>
                  <a:lnTo>
                    <a:pt x="241363" y="192154"/>
                  </a:lnTo>
                  <a:lnTo>
                    <a:pt x="249936" y="192024"/>
                  </a:lnTo>
                  <a:lnTo>
                    <a:pt x="255270" y="192024"/>
                  </a:lnTo>
                  <a:lnTo>
                    <a:pt x="236982" y="192024"/>
                  </a:lnTo>
                  <a:lnTo>
                    <a:pt x="235458" y="19202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23" name="Google Shape;1423;p11"/>
            <p:cNvGrpSpPr/>
            <p:nvPr/>
          </p:nvGrpSpPr>
          <p:grpSpPr>
            <a:xfrm>
              <a:off x="5540502" y="4936235"/>
              <a:ext cx="181610" cy="110108"/>
              <a:chOff x="5540502" y="4936235"/>
              <a:chExt cx="181610" cy="110108"/>
            </a:xfrm>
          </p:grpSpPr>
          <p:sp>
            <p:nvSpPr>
              <p:cNvPr id="1424" name="Google Shape;1424;p11"/>
              <p:cNvSpPr/>
              <p:nvPr/>
            </p:nvSpPr>
            <p:spPr>
              <a:xfrm>
                <a:off x="5564886" y="4991099"/>
                <a:ext cx="3810" cy="55244"/>
              </a:xfrm>
              <a:custGeom>
                <a:rect b="b" l="l" r="r" t="t"/>
                <a:pathLst>
                  <a:path extrusionOk="0" h="55245" w="3810">
                    <a:moveTo>
                      <a:pt x="3048" y="0"/>
                    </a:moveTo>
                    <a:lnTo>
                      <a:pt x="3262" y="10977"/>
                    </a:lnTo>
                    <a:lnTo>
                      <a:pt x="3619" y="22098"/>
                    </a:lnTo>
                    <a:lnTo>
                      <a:pt x="3690" y="33218"/>
                    </a:lnTo>
                    <a:lnTo>
                      <a:pt x="3048" y="44196"/>
                    </a:lnTo>
                    <a:lnTo>
                      <a:pt x="2286" y="48006"/>
                    </a:lnTo>
                    <a:lnTo>
                      <a:pt x="1524" y="51816"/>
                    </a:lnTo>
                    <a:lnTo>
                      <a:pt x="0" y="54864"/>
                    </a:lnTo>
                    <a:lnTo>
                      <a:pt x="0" y="5410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11"/>
              <p:cNvSpPr/>
              <p:nvPr/>
            </p:nvSpPr>
            <p:spPr>
              <a:xfrm>
                <a:off x="5540502" y="4936235"/>
                <a:ext cx="16510" cy="15240"/>
              </a:xfrm>
              <a:custGeom>
                <a:rect b="b" l="l" r="r" t="t"/>
                <a:pathLst>
                  <a:path extrusionOk="0" h="15239" w="16510">
                    <a:moveTo>
                      <a:pt x="0" y="3047"/>
                    </a:moveTo>
                    <a:lnTo>
                      <a:pt x="0" y="11429"/>
                    </a:lnTo>
                    <a:lnTo>
                      <a:pt x="3809" y="15239"/>
                    </a:lnTo>
                    <a:lnTo>
                      <a:pt x="12191" y="15239"/>
                    </a:lnTo>
                    <a:lnTo>
                      <a:pt x="16001" y="11429"/>
                    </a:lnTo>
                    <a:lnTo>
                      <a:pt x="16001" y="7619"/>
                    </a:lnTo>
                    <a:lnTo>
                      <a:pt x="16001" y="3047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33339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11"/>
              <p:cNvSpPr/>
              <p:nvPr/>
            </p:nvSpPr>
            <p:spPr>
              <a:xfrm>
                <a:off x="5606796" y="4985003"/>
                <a:ext cx="40005" cy="5715"/>
              </a:xfrm>
              <a:custGeom>
                <a:rect b="b" l="l" r="r" t="t"/>
                <a:pathLst>
                  <a:path extrusionOk="0" h="5714" w="40004">
                    <a:moveTo>
                      <a:pt x="0" y="0"/>
                    </a:moveTo>
                    <a:lnTo>
                      <a:pt x="8120" y="464"/>
                    </a:lnTo>
                    <a:lnTo>
                      <a:pt x="16383" y="857"/>
                    </a:lnTo>
                    <a:lnTo>
                      <a:pt x="24645" y="1393"/>
                    </a:lnTo>
                    <a:lnTo>
                      <a:pt x="32766" y="2285"/>
                    </a:lnTo>
                    <a:lnTo>
                      <a:pt x="35814" y="3047"/>
                    </a:lnTo>
                    <a:lnTo>
                      <a:pt x="37338" y="3809"/>
                    </a:lnTo>
                    <a:lnTo>
                      <a:pt x="39624" y="5333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11"/>
              <p:cNvSpPr/>
              <p:nvPr/>
            </p:nvSpPr>
            <p:spPr>
              <a:xfrm>
                <a:off x="5615178" y="5017007"/>
                <a:ext cx="54610" cy="14604"/>
              </a:xfrm>
              <a:custGeom>
                <a:rect b="b" l="l" r="r" t="t"/>
                <a:pathLst>
                  <a:path extrusionOk="0" h="14604" w="54610">
                    <a:moveTo>
                      <a:pt x="0" y="14478"/>
                    </a:moveTo>
                    <a:lnTo>
                      <a:pt x="40386" y="6096"/>
                    </a:lnTo>
                    <a:lnTo>
                      <a:pt x="48006" y="3048"/>
                    </a:lnTo>
                    <a:lnTo>
                      <a:pt x="50292" y="3048"/>
                    </a:lnTo>
                    <a:lnTo>
                      <a:pt x="54102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11"/>
              <p:cNvSpPr/>
              <p:nvPr/>
            </p:nvSpPr>
            <p:spPr>
              <a:xfrm>
                <a:off x="5715762" y="4958333"/>
                <a:ext cx="6350" cy="60960"/>
              </a:xfrm>
              <a:custGeom>
                <a:rect b="b" l="l" r="r" t="t"/>
                <a:pathLst>
                  <a:path extrusionOk="0" h="60960" w="6350">
                    <a:moveTo>
                      <a:pt x="3810" y="0"/>
                    </a:moveTo>
                    <a:lnTo>
                      <a:pt x="4655" y="13382"/>
                    </a:lnTo>
                    <a:lnTo>
                      <a:pt x="6000" y="32194"/>
                    </a:lnTo>
                    <a:lnTo>
                      <a:pt x="6060" y="50149"/>
                    </a:lnTo>
                    <a:lnTo>
                      <a:pt x="3048" y="60959"/>
                    </a:lnTo>
                    <a:lnTo>
                      <a:pt x="2286" y="60959"/>
                    </a:lnTo>
                    <a:lnTo>
                      <a:pt x="762" y="60959"/>
                    </a:lnTo>
                    <a:lnTo>
                      <a:pt x="0" y="60959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29" name="Google Shape;1429;p11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5615165" y="4522492"/>
              <a:ext cx="72415" cy="8152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30" name="Google Shape;1430;p11"/>
            <p:cNvGrpSpPr/>
            <p:nvPr/>
          </p:nvGrpSpPr>
          <p:grpSpPr>
            <a:xfrm>
              <a:off x="5903821" y="4626101"/>
              <a:ext cx="279301" cy="262255"/>
              <a:chOff x="5903821" y="4626101"/>
              <a:chExt cx="279301" cy="262255"/>
            </a:xfrm>
          </p:grpSpPr>
          <p:sp>
            <p:nvSpPr>
              <p:cNvPr id="1431" name="Google Shape;1431;p11"/>
              <p:cNvSpPr/>
              <p:nvPr/>
            </p:nvSpPr>
            <p:spPr>
              <a:xfrm>
                <a:off x="5903821" y="4626101"/>
                <a:ext cx="124460" cy="262255"/>
              </a:xfrm>
              <a:custGeom>
                <a:rect b="b" l="l" r="r" t="t"/>
                <a:pathLst>
                  <a:path extrusionOk="0" h="262254" w="124460">
                    <a:moveTo>
                      <a:pt x="916" y="0"/>
                    </a:moveTo>
                    <a:lnTo>
                      <a:pt x="797" y="21133"/>
                    </a:lnTo>
                    <a:lnTo>
                      <a:pt x="535" y="42195"/>
                    </a:lnTo>
                    <a:lnTo>
                      <a:pt x="273" y="63115"/>
                    </a:lnTo>
                    <a:lnTo>
                      <a:pt x="154" y="83820"/>
                    </a:lnTo>
                    <a:lnTo>
                      <a:pt x="0" y="104953"/>
                    </a:lnTo>
                    <a:lnTo>
                      <a:pt x="59" y="126015"/>
                    </a:lnTo>
                    <a:lnTo>
                      <a:pt x="1119" y="146935"/>
                    </a:lnTo>
                    <a:lnTo>
                      <a:pt x="8739" y="186082"/>
                    </a:lnTo>
                    <a:lnTo>
                      <a:pt x="24002" y="221539"/>
                    </a:lnTo>
                    <a:lnTo>
                      <a:pt x="60448" y="255270"/>
                    </a:lnTo>
                    <a:lnTo>
                      <a:pt x="90832" y="262128"/>
                    </a:lnTo>
                    <a:lnTo>
                      <a:pt x="101643" y="262032"/>
                    </a:lnTo>
                    <a:lnTo>
                      <a:pt x="109882" y="261366"/>
                    </a:lnTo>
                    <a:lnTo>
                      <a:pt x="116978" y="259556"/>
                    </a:lnTo>
                    <a:lnTo>
                      <a:pt x="124360" y="25603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32" name="Google Shape;1432;p11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5968733" y="4685525"/>
                <a:ext cx="108229" cy="1465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3" name="Google Shape;1433;p11"/>
              <p:cNvSpPr/>
              <p:nvPr/>
            </p:nvSpPr>
            <p:spPr>
              <a:xfrm>
                <a:off x="6123432" y="4719065"/>
                <a:ext cx="59690" cy="7620"/>
              </a:xfrm>
              <a:custGeom>
                <a:rect b="b" l="l" r="r" t="t"/>
                <a:pathLst>
                  <a:path extrusionOk="0" h="7620" w="59689">
                    <a:moveTo>
                      <a:pt x="0" y="7619"/>
                    </a:moveTo>
                    <a:lnTo>
                      <a:pt x="11156" y="7215"/>
                    </a:lnTo>
                    <a:lnTo>
                      <a:pt x="21240" y="6095"/>
                    </a:lnTo>
                    <a:lnTo>
                      <a:pt x="31182" y="4405"/>
                    </a:lnTo>
                    <a:lnTo>
                      <a:pt x="41910" y="2285"/>
                    </a:lnTo>
                    <a:lnTo>
                      <a:pt x="47244" y="1523"/>
                    </a:lnTo>
                    <a:lnTo>
                      <a:pt x="55626" y="761"/>
                    </a:lnTo>
                    <a:lnTo>
                      <a:pt x="59436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4" name="Google Shape;1434;p11"/>
            <p:cNvGrpSpPr/>
            <p:nvPr/>
          </p:nvGrpSpPr>
          <p:grpSpPr>
            <a:xfrm>
              <a:off x="6314681" y="4346435"/>
              <a:ext cx="672871" cy="445910"/>
              <a:chOff x="6314681" y="4346435"/>
              <a:chExt cx="672871" cy="445910"/>
            </a:xfrm>
          </p:grpSpPr>
          <p:pic>
            <p:nvPicPr>
              <p:cNvPr id="1435" name="Google Shape;1435;p11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6314681" y="4571225"/>
                <a:ext cx="276559" cy="2080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6" name="Google Shape;1436;p11"/>
              <p:cNvSpPr/>
              <p:nvPr/>
            </p:nvSpPr>
            <p:spPr>
              <a:xfrm>
                <a:off x="6466331" y="4754880"/>
                <a:ext cx="420370" cy="37465"/>
              </a:xfrm>
              <a:custGeom>
                <a:rect b="b" l="l" r="r" t="t"/>
                <a:pathLst>
                  <a:path extrusionOk="0" h="37464" w="420370">
                    <a:moveTo>
                      <a:pt x="0" y="33528"/>
                    </a:moveTo>
                    <a:lnTo>
                      <a:pt x="16585" y="35504"/>
                    </a:lnTo>
                    <a:lnTo>
                      <a:pt x="33242" y="36766"/>
                    </a:lnTo>
                    <a:lnTo>
                      <a:pt x="50041" y="37171"/>
                    </a:lnTo>
                    <a:lnTo>
                      <a:pt x="67056" y="36576"/>
                    </a:lnTo>
                    <a:lnTo>
                      <a:pt x="100762" y="34540"/>
                    </a:lnTo>
                    <a:lnTo>
                      <a:pt x="134397" y="31146"/>
                    </a:lnTo>
                    <a:lnTo>
                      <a:pt x="167890" y="27039"/>
                    </a:lnTo>
                    <a:lnTo>
                      <a:pt x="201168" y="22860"/>
                    </a:lnTo>
                    <a:lnTo>
                      <a:pt x="229743" y="19561"/>
                    </a:lnTo>
                    <a:lnTo>
                      <a:pt x="286893" y="13537"/>
                    </a:lnTo>
                    <a:lnTo>
                      <a:pt x="335339" y="8965"/>
                    </a:lnTo>
                    <a:lnTo>
                      <a:pt x="374511" y="5845"/>
                    </a:lnTo>
                    <a:lnTo>
                      <a:pt x="393954" y="4572"/>
                    </a:lnTo>
                    <a:lnTo>
                      <a:pt x="402336" y="4572"/>
                    </a:lnTo>
                    <a:lnTo>
                      <a:pt x="410718" y="3810"/>
                    </a:lnTo>
                    <a:lnTo>
                      <a:pt x="419100" y="3048"/>
                    </a:lnTo>
                    <a:lnTo>
                      <a:pt x="419862" y="3048"/>
                    </a:lnTo>
                    <a:lnTo>
                      <a:pt x="412896" y="3214"/>
                    </a:lnTo>
                    <a:lnTo>
                      <a:pt x="405860" y="3238"/>
                    </a:lnTo>
                    <a:lnTo>
                      <a:pt x="398966" y="2405"/>
                    </a:lnTo>
                    <a:lnTo>
                      <a:pt x="392430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37" name="Google Shape;1437;p11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6579095" y="4546079"/>
                <a:ext cx="66414" cy="1608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8" name="Google Shape;1438;p11"/>
              <p:cNvSpPr/>
              <p:nvPr/>
            </p:nvSpPr>
            <p:spPr>
              <a:xfrm>
                <a:off x="6708647" y="4645152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809"/>
                    </a:moveTo>
                    <a:lnTo>
                      <a:pt x="0" y="12191"/>
                    </a:lnTo>
                    <a:lnTo>
                      <a:pt x="3048" y="15239"/>
                    </a:lnTo>
                    <a:lnTo>
                      <a:pt x="11430" y="15239"/>
                    </a:lnTo>
                    <a:lnTo>
                      <a:pt x="15240" y="12191"/>
                    </a:lnTo>
                    <a:lnTo>
                      <a:pt x="15240" y="7619"/>
                    </a:lnTo>
                    <a:lnTo>
                      <a:pt x="15240" y="3809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809"/>
                    </a:lnTo>
                    <a:close/>
                  </a:path>
                </a:pathLst>
              </a:custGeom>
              <a:solidFill>
                <a:srgbClr val="33339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39" name="Google Shape;1439;p11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6752759" y="4552175"/>
                <a:ext cx="92822" cy="1051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40" name="Google Shape;1440;p11"/>
              <p:cNvSpPr/>
              <p:nvPr/>
            </p:nvSpPr>
            <p:spPr>
              <a:xfrm>
                <a:off x="6876287" y="4456938"/>
                <a:ext cx="74930" cy="239395"/>
              </a:xfrm>
              <a:custGeom>
                <a:rect b="b" l="l" r="r" t="t"/>
                <a:pathLst>
                  <a:path extrusionOk="0" h="239395" w="74929">
                    <a:moveTo>
                      <a:pt x="0" y="0"/>
                    </a:moveTo>
                    <a:lnTo>
                      <a:pt x="8227" y="9108"/>
                    </a:lnTo>
                    <a:lnTo>
                      <a:pt x="16668" y="17430"/>
                    </a:lnTo>
                    <a:lnTo>
                      <a:pt x="24967" y="25610"/>
                    </a:lnTo>
                    <a:lnTo>
                      <a:pt x="32766" y="34290"/>
                    </a:lnTo>
                    <a:lnTo>
                      <a:pt x="59447" y="74795"/>
                    </a:lnTo>
                    <a:lnTo>
                      <a:pt x="73342" y="122015"/>
                    </a:lnTo>
                    <a:lnTo>
                      <a:pt x="74533" y="139195"/>
                    </a:lnTo>
                    <a:lnTo>
                      <a:pt x="73152" y="155447"/>
                    </a:lnTo>
                    <a:lnTo>
                      <a:pt x="51077" y="200989"/>
                    </a:lnTo>
                    <a:lnTo>
                      <a:pt x="19919" y="233624"/>
                    </a:lnTo>
                    <a:lnTo>
                      <a:pt x="12192" y="239268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41" name="Google Shape;1441;p11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6913613" y="4346435"/>
                <a:ext cx="73939" cy="8765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442" name="Google Shape;1442;p11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7072573" y="4417860"/>
              <a:ext cx="357701" cy="26102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43" name="Google Shape;1443;p11"/>
            <p:cNvGrpSpPr/>
            <p:nvPr/>
          </p:nvGrpSpPr>
          <p:grpSpPr>
            <a:xfrm>
              <a:off x="7546073" y="4255007"/>
              <a:ext cx="691020" cy="376301"/>
              <a:chOff x="7546073" y="4255007"/>
              <a:chExt cx="691020" cy="376301"/>
            </a:xfrm>
          </p:grpSpPr>
          <p:pic>
            <p:nvPicPr>
              <p:cNvPr id="1444" name="Google Shape;1444;p11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7546073" y="4370057"/>
                <a:ext cx="181381" cy="21567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45" name="Google Shape;1445;p11"/>
              <p:cNvSpPr/>
              <p:nvPr/>
            </p:nvSpPr>
            <p:spPr>
              <a:xfrm>
                <a:off x="7649718" y="4592573"/>
                <a:ext cx="400050" cy="38735"/>
              </a:xfrm>
              <a:custGeom>
                <a:rect b="b" l="l" r="r" t="t"/>
                <a:pathLst>
                  <a:path extrusionOk="0" h="38735" w="400050">
                    <a:moveTo>
                      <a:pt x="22098" y="30480"/>
                    </a:moveTo>
                    <a:lnTo>
                      <a:pt x="69342" y="38100"/>
                    </a:lnTo>
                    <a:lnTo>
                      <a:pt x="90356" y="38504"/>
                    </a:lnTo>
                    <a:lnTo>
                      <a:pt x="111156" y="38481"/>
                    </a:lnTo>
                    <a:lnTo>
                      <a:pt x="152400" y="36576"/>
                    </a:lnTo>
                    <a:lnTo>
                      <a:pt x="208657" y="32504"/>
                    </a:lnTo>
                    <a:lnTo>
                      <a:pt x="227076" y="31242"/>
                    </a:lnTo>
                    <a:lnTo>
                      <a:pt x="242375" y="30349"/>
                    </a:lnTo>
                    <a:lnTo>
                      <a:pt x="257460" y="29813"/>
                    </a:lnTo>
                    <a:lnTo>
                      <a:pt x="272403" y="29420"/>
                    </a:lnTo>
                    <a:lnTo>
                      <a:pt x="287274" y="28956"/>
                    </a:lnTo>
                    <a:lnTo>
                      <a:pt x="298144" y="28384"/>
                    </a:lnTo>
                    <a:lnTo>
                      <a:pt x="309086" y="27813"/>
                    </a:lnTo>
                    <a:lnTo>
                      <a:pt x="320170" y="27241"/>
                    </a:lnTo>
                    <a:lnTo>
                      <a:pt x="331470" y="26670"/>
                    </a:lnTo>
                    <a:lnTo>
                      <a:pt x="334518" y="26670"/>
                    </a:lnTo>
                    <a:lnTo>
                      <a:pt x="339090" y="26670"/>
                    </a:lnTo>
                    <a:lnTo>
                      <a:pt x="342138" y="25908"/>
                    </a:lnTo>
                    <a:lnTo>
                      <a:pt x="343662" y="25146"/>
                    </a:lnTo>
                    <a:lnTo>
                      <a:pt x="345948" y="25146"/>
                    </a:lnTo>
                    <a:lnTo>
                      <a:pt x="347472" y="24384"/>
                    </a:lnTo>
                    <a:lnTo>
                      <a:pt x="345948" y="23622"/>
                    </a:lnTo>
                    <a:lnTo>
                      <a:pt x="341376" y="22860"/>
                    </a:lnTo>
                    <a:lnTo>
                      <a:pt x="339090" y="22860"/>
                    </a:lnTo>
                    <a:lnTo>
                      <a:pt x="311205" y="23026"/>
                    </a:lnTo>
                    <a:lnTo>
                      <a:pt x="283464" y="23622"/>
                    </a:lnTo>
                    <a:lnTo>
                      <a:pt x="255722" y="24788"/>
                    </a:lnTo>
                    <a:lnTo>
                      <a:pt x="227838" y="26670"/>
                    </a:lnTo>
                    <a:lnTo>
                      <a:pt x="206811" y="28360"/>
                    </a:lnTo>
                    <a:lnTo>
                      <a:pt x="185928" y="29908"/>
                    </a:lnTo>
                    <a:lnTo>
                      <a:pt x="165044" y="31170"/>
                    </a:lnTo>
                    <a:lnTo>
                      <a:pt x="144018" y="32004"/>
                    </a:lnTo>
                    <a:lnTo>
                      <a:pt x="126753" y="32134"/>
                    </a:lnTo>
                    <a:lnTo>
                      <a:pt x="109347" y="32480"/>
                    </a:lnTo>
                    <a:lnTo>
                      <a:pt x="91940" y="32968"/>
                    </a:lnTo>
                    <a:lnTo>
                      <a:pt x="74676" y="33528"/>
                    </a:lnTo>
                    <a:lnTo>
                      <a:pt x="67937" y="34087"/>
                    </a:lnTo>
                    <a:lnTo>
                      <a:pt x="61341" y="34575"/>
                    </a:lnTo>
                    <a:lnTo>
                      <a:pt x="54744" y="34921"/>
                    </a:lnTo>
                    <a:lnTo>
                      <a:pt x="48006" y="35052"/>
                    </a:lnTo>
                    <a:lnTo>
                      <a:pt x="44958" y="35052"/>
                    </a:lnTo>
                    <a:lnTo>
                      <a:pt x="44196" y="35052"/>
                    </a:lnTo>
                    <a:lnTo>
                      <a:pt x="42672" y="35052"/>
                    </a:lnTo>
                    <a:lnTo>
                      <a:pt x="44958" y="35052"/>
                    </a:lnTo>
                    <a:lnTo>
                      <a:pt x="44196" y="35052"/>
                    </a:lnTo>
                    <a:lnTo>
                      <a:pt x="46482" y="35052"/>
                    </a:lnTo>
                    <a:lnTo>
                      <a:pt x="94488" y="34766"/>
                    </a:lnTo>
                    <a:lnTo>
                      <a:pt x="142494" y="32766"/>
                    </a:lnTo>
                    <a:lnTo>
                      <a:pt x="184308" y="30099"/>
                    </a:lnTo>
                    <a:lnTo>
                      <a:pt x="204966" y="28694"/>
                    </a:lnTo>
                    <a:lnTo>
                      <a:pt x="225552" y="27432"/>
                    </a:lnTo>
                    <a:lnTo>
                      <a:pt x="257996" y="26050"/>
                    </a:lnTo>
                    <a:lnTo>
                      <a:pt x="290226" y="24955"/>
                    </a:lnTo>
                    <a:lnTo>
                      <a:pt x="322314" y="23574"/>
                    </a:lnTo>
                    <a:lnTo>
                      <a:pt x="354330" y="21336"/>
                    </a:lnTo>
                    <a:lnTo>
                      <a:pt x="362200" y="20323"/>
                    </a:lnTo>
                    <a:lnTo>
                      <a:pt x="369855" y="19526"/>
                    </a:lnTo>
                    <a:lnTo>
                      <a:pt x="377368" y="18871"/>
                    </a:lnTo>
                    <a:lnTo>
                      <a:pt x="384810" y="18288"/>
                    </a:lnTo>
                    <a:lnTo>
                      <a:pt x="388620" y="18288"/>
                    </a:lnTo>
                    <a:lnTo>
                      <a:pt x="393192" y="17526"/>
                    </a:lnTo>
                    <a:lnTo>
                      <a:pt x="397002" y="16764"/>
                    </a:lnTo>
                    <a:lnTo>
                      <a:pt x="398526" y="16764"/>
                    </a:lnTo>
                    <a:lnTo>
                      <a:pt x="399288" y="16764"/>
                    </a:lnTo>
                    <a:lnTo>
                      <a:pt x="400050" y="16764"/>
                    </a:lnTo>
                    <a:lnTo>
                      <a:pt x="394716" y="16764"/>
                    </a:lnTo>
                    <a:lnTo>
                      <a:pt x="389382" y="17526"/>
                    </a:lnTo>
                    <a:lnTo>
                      <a:pt x="384048" y="18288"/>
                    </a:lnTo>
                    <a:lnTo>
                      <a:pt x="334518" y="22098"/>
                    </a:lnTo>
                    <a:lnTo>
                      <a:pt x="292989" y="23241"/>
                    </a:lnTo>
                    <a:lnTo>
                      <a:pt x="272153" y="23812"/>
                    </a:lnTo>
                    <a:lnTo>
                      <a:pt x="251460" y="24384"/>
                    </a:lnTo>
                    <a:lnTo>
                      <a:pt x="229040" y="25527"/>
                    </a:lnTo>
                    <a:lnTo>
                      <a:pt x="206406" y="26670"/>
                    </a:lnTo>
                    <a:lnTo>
                      <a:pt x="183630" y="27813"/>
                    </a:lnTo>
                    <a:lnTo>
                      <a:pt x="160782" y="28956"/>
                    </a:lnTo>
                    <a:lnTo>
                      <a:pt x="139184" y="29646"/>
                    </a:lnTo>
                    <a:lnTo>
                      <a:pt x="117729" y="30480"/>
                    </a:lnTo>
                    <a:lnTo>
                      <a:pt x="96273" y="31313"/>
                    </a:lnTo>
                    <a:lnTo>
                      <a:pt x="74676" y="32004"/>
                    </a:lnTo>
                    <a:lnTo>
                      <a:pt x="59936" y="32587"/>
                    </a:lnTo>
                    <a:lnTo>
                      <a:pt x="45339" y="33242"/>
                    </a:lnTo>
                    <a:lnTo>
                      <a:pt x="30741" y="34039"/>
                    </a:lnTo>
                    <a:lnTo>
                      <a:pt x="16002" y="35052"/>
                    </a:lnTo>
                    <a:lnTo>
                      <a:pt x="10668" y="35052"/>
                    </a:lnTo>
                    <a:lnTo>
                      <a:pt x="5334" y="35052"/>
                    </a:lnTo>
                    <a:lnTo>
                      <a:pt x="0" y="35814"/>
                    </a:lnTo>
                    <a:lnTo>
                      <a:pt x="7620" y="35814"/>
                    </a:lnTo>
                    <a:lnTo>
                      <a:pt x="15240" y="35814"/>
                    </a:lnTo>
                    <a:lnTo>
                      <a:pt x="22860" y="35052"/>
                    </a:lnTo>
                    <a:lnTo>
                      <a:pt x="41719" y="32658"/>
                    </a:lnTo>
                    <a:lnTo>
                      <a:pt x="60579" y="30194"/>
                    </a:lnTo>
                    <a:lnTo>
                      <a:pt x="79438" y="27872"/>
                    </a:lnTo>
                    <a:lnTo>
                      <a:pt x="98298" y="25908"/>
                    </a:lnTo>
                    <a:lnTo>
                      <a:pt x="125039" y="22943"/>
                    </a:lnTo>
                    <a:lnTo>
                      <a:pt x="151638" y="19907"/>
                    </a:lnTo>
                    <a:lnTo>
                      <a:pt x="178236" y="17014"/>
                    </a:lnTo>
                    <a:lnTo>
                      <a:pt x="204978" y="14478"/>
                    </a:lnTo>
                    <a:lnTo>
                      <a:pt x="230695" y="12192"/>
                    </a:lnTo>
                    <a:lnTo>
                      <a:pt x="256413" y="9906"/>
                    </a:lnTo>
                    <a:lnTo>
                      <a:pt x="307848" y="5334"/>
                    </a:lnTo>
                    <a:lnTo>
                      <a:pt x="348674" y="2547"/>
                    </a:lnTo>
                    <a:lnTo>
                      <a:pt x="361950" y="2286"/>
                    </a:lnTo>
                    <a:lnTo>
                      <a:pt x="365760" y="2286"/>
                    </a:lnTo>
                    <a:lnTo>
                      <a:pt x="369570" y="2286"/>
                    </a:lnTo>
                    <a:lnTo>
                      <a:pt x="372618" y="1524"/>
                    </a:lnTo>
                    <a:lnTo>
                      <a:pt x="372618" y="762"/>
                    </a:lnTo>
                    <a:lnTo>
                      <a:pt x="368046" y="762"/>
                    </a:lnTo>
                    <a:lnTo>
                      <a:pt x="364236" y="762"/>
                    </a:lnTo>
                    <a:lnTo>
                      <a:pt x="358902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46" name="Google Shape;1446;p11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7740859" y="4354055"/>
                <a:ext cx="152711" cy="16842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47" name="Google Shape;1447;p11"/>
              <p:cNvSpPr/>
              <p:nvPr/>
            </p:nvSpPr>
            <p:spPr>
              <a:xfrm>
                <a:off x="7952232" y="4438649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048"/>
                    </a:moveTo>
                    <a:lnTo>
                      <a:pt x="0" y="11430"/>
                    </a:lnTo>
                    <a:lnTo>
                      <a:pt x="3810" y="15240"/>
                    </a:lnTo>
                    <a:lnTo>
                      <a:pt x="12192" y="15240"/>
                    </a:lnTo>
                    <a:lnTo>
                      <a:pt x="15240" y="11430"/>
                    </a:lnTo>
                    <a:lnTo>
                      <a:pt x="15240" y="7620"/>
                    </a:lnTo>
                    <a:lnTo>
                      <a:pt x="15240" y="3048"/>
                    </a:lnTo>
                    <a:lnTo>
                      <a:pt x="12192" y="0"/>
                    </a:lnTo>
                    <a:lnTo>
                      <a:pt x="3810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33339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48" name="Google Shape;1448;p11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7999273" y="4360151"/>
                <a:ext cx="100049" cy="967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49" name="Google Shape;1449;p11"/>
              <p:cNvSpPr/>
              <p:nvPr/>
            </p:nvSpPr>
            <p:spPr>
              <a:xfrm>
                <a:off x="8114538" y="4255007"/>
                <a:ext cx="122555" cy="277495"/>
              </a:xfrm>
              <a:custGeom>
                <a:rect b="b" l="l" r="r" t="t"/>
                <a:pathLst>
                  <a:path extrusionOk="0" h="277495" w="122554">
                    <a:moveTo>
                      <a:pt x="18287" y="0"/>
                    </a:moveTo>
                    <a:lnTo>
                      <a:pt x="54863" y="12953"/>
                    </a:lnTo>
                    <a:lnTo>
                      <a:pt x="89153" y="41028"/>
                    </a:lnTo>
                    <a:lnTo>
                      <a:pt x="113728" y="81629"/>
                    </a:lnTo>
                    <a:lnTo>
                      <a:pt x="122217" y="131218"/>
                    </a:lnTo>
                    <a:lnTo>
                      <a:pt x="121634" y="148685"/>
                    </a:lnTo>
                    <a:lnTo>
                      <a:pt x="105215" y="198179"/>
                    </a:lnTo>
                    <a:lnTo>
                      <a:pt x="67817" y="236220"/>
                    </a:lnTo>
                    <a:lnTo>
                      <a:pt x="34766" y="258508"/>
                    </a:lnTo>
                    <a:lnTo>
                      <a:pt x="17561" y="268366"/>
                    </a:lnTo>
                    <a:lnTo>
                      <a:pt x="0" y="277368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50" name="Google Shape;1450;p11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9114269" y="4368533"/>
              <a:ext cx="92227" cy="922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1" name="Google Shape;1451;p11"/>
            <p:cNvGrpSpPr/>
            <p:nvPr/>
          </p:nvGrpSpPr>
          <p:grpSpPr>
            <a:xfrm>
              <a:off x="9155430" y="4158234"/>
              <a:ext cx="544664" cy="417195"/>
              <a:chOff x="9155430" y="4158234"/>
              <a:chExt cx="544664" cy="417195"/>
            </a:xfrm>
          </p:grpSpPr>
          <p:sp>
            <p:nvSpPr>
              <p:cNvPr id="1452" name="Google Shape;1452;p11"/>
              <p:cNvSpPr/>
              <p:nvPr/>
            </p:nvSpPr>
            <p:spPr>
              <a:xfrm>
                <a:off x="9155430" y="4251960"/>
                <a:ext cx="52705" cy="45720"/>
              </a:xfrm>
              <a:custGeom>
                <a:rect b="b" l="l" r="r" t="t"/>
                <a:pathLst>
                  <a:path extrusionOk="0" h="45720" w="52704">
                    <a:moveTo>
                      <a:pt x="0" y="3810"/>
                    </a:moveTo>
                    <a:lnTo>
                      <a:pt x="12001" y="3905"/>
                    </a:lnTo>
                    <a:lnTo>
                      <a:pt x="24003" y="4000"/>
                    </a:lnTo>
                    <a:lnTo>
                      <a:pt x="36004" y="3810"/>
                    </a:lnTo>
                    <a:lnTo>
                      <a:pt x="48006" y="3048"/>
                    </a:lnTo>
                    <a:lnTo>
                      <a:pt x="50292" y="3048"/>
                    </a:lnTo>
                    <a:lnTo>
                      <a:pt x="51053" y="3048"/>
                    </a:lnTo>
                    <a:lnTo>
                      <a:pt x="52577" y="1524"/>
                    </a:lnTo>
                    <a:lnTo>
                      <a:pt x="50292" y="762"/>
                    </a:lnTo>
                    <a:lnTo>
                      <a:pt x="44958" y="0"/>
                    </a:lnTo>
                    <a:lnTo>
                      <a:pt x="41910" y="762"/>
                    </a:lnTo>
                    <a:lnTo>
                      <a:pt x="34290" y="1524"/>
                    </a:lnTo>
                    <a:lnTo>
                      <a:pt x="28194" y="5334"/>
                    </a:lnTo>
                    <a:lnTo>
                      <a:pt x="25908" y="12192"/>
                    </a:lnTo>
                    <a:lnTo>
                      <a:pt x="23622" y="16764"/>
                    </a:lnTo>
                    <a:lnTo>
                      <a:pt x="22860" y="25908"/>
                    </a:lnTo>
                    <a:lnTo>
                      <a:pt x="24384" y="30480"/>
                    </a:lnTo>
                    <a:lnTo>
                      <a:pt x="25908" y="35814"/>
                    </a:lnTo>
                    <a:lnTo>
                      <a:pt x="29718" y="39624"/>
                    </a:lnTo>
                    <a:lnTo>
                      <a:pt x="33528" y="43434"/>
                    </a:lnTo>
                    <a:lnTo>
                      <a:pt x="35052" y="45720"/>
                    </a:lnTo>
                    <a:lnTo>
                      <a:pt x="37338" y="4572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11"/>
              <p:cNvSpPr/>
              <p:nvPr/>
            </p:nvSpPr>
            <p:spPr>
              <a:xfrm>
                <a:off x="9265646" y="4158234"/>
                <a:ext cx="130810" cy="417195"/>
              </a:xfrm>
              <a:custGeom>
                <a:rect b="b" l="l" r="r" t="t"/>
                <a:pathLst>
                  <a:path extrusionOk="0" h="417195" w="130809">
                    <a:moveTo>
                      <a:pt x="95523" y="0"/>
                    </a:moveTo>
                    <a:lnTo>
                      <a:pt x="61995" y="20574"/>
                    </a:lnTo>
                    <a:lnTo>
                      <a:pt x="29801" y="89154"/>
                    </a:lnTo>
                    <a:lnTo>
                      <a:pt x="18704" y="125801"/>
                    </a:lnTo>
                    <a:lnTo>
                      <a:pt x="4881" y="192154"/>
                    </a:lnTo>
                    <a:lnTo>
                      <a:pt x="0" y="252424"/>
                    </a:lnTo>
                    <a:lnTo>
                      <a:pt x="273" y="282702"/>
                    </a:lnTo>
                    <a:lnTo>
                      <a:pt x="6465" y="327564"/>
                    </a:lnTo>
                    <a:lnTo>
                      <a:pt x="26943" y="367284"/>
                    </a:lnTo>
                    <a:lnTo>
                      <a:pt x="69913" y="399645"/>
                    </a:lnTo>
                    <a:lnTo>
                      <a:pt x="105906" y="413861"/>
                    </a:lnTo>
                    <a:lnTo>
                      <a:pt x="126003" y="416814"/>
                    </a:lnTo>
                    <a:lnTo>
                      <a:pt x="127527" y="416814"/>
                    </a:lnTo>
                    <a:lnTo>
                      <a:pt x="129051" y="416814"/>
                    </a:lnTo>
                    <a:lnTo>
                      <a:pt x="130575" y="41605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54" name="Google Shape;1454;p11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9381148" y="4222991"/>
                <a:ext cx="318946" cy="2221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55" name="Google Shape;1455;p11"/>
            <p:cNvGrpSpPr/>
            <p:nvPr/>
          </p:nvGrpSpPr>
          <p:grpSpPr>
            <a:xfrm>
              <a:off x="9776459" y="4151137"/>
              <a:ext cx="208407" cy="243840"/>
              <a:chOff x="9776459" y="4151137"/>
              <a:chExt cx="208407" cy="243840"/>
            </a:xfrm>
          </p:grpSpPr>
          <p:sp>
            <p:nvSpPr>
              <p:cNvPr id="1456" name="Google Shape;1456;p11"/>
              <p:cNvSpPr/>
              <p:nvPr/>
            </p:nvSpPr>
            <p:spPr>
              <a:xfrm>
                <a:off x="9776459" y="4289298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810"/>
                    </a:moveTo>
                    <a:lnTo>
                      <a:pt x="0" y="12192"/>
                    </a:lnTo>
                    <a:lnTo>
                      <a:pt x="3048" y="15240"/>
                    </a:lnTo>
                    <a:lnTo>
                      <a:pt x="11430" y="15240"/>
                    </a:lnTo>
                    <a:lnTo>
                      <a:pt x="15240" y="12192"/>
                    </a:lnTo>
                    <a:lnTo>
                      <a:pt x="15240" y="7620"/>
                    </a:lnTo>
                    <a:lnTo>
                      <a:pt x="15240" y="3810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57" name="Google Shape;1457;p11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9816773" y="4220705"/>
                <a:ext cx="92120" cy="10060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58" name="Google Shape;1458;p11"/>
              <p:cNvSpPr/>
              <p:nvPr/>
            </p:nvSpPr>
            <p:spPr>
              <a:xfrm>
                <a:off x="9883901" y="4151137"/>
                <a:ext cx="100965" cy="243840"/>
              </a:xfrm>
              <a:custGeom>
                <a:rect b="b" l="l" r="r" t="t"/>
                <a:pathLst>
                  <a:path extrusionOk="0" h="243839" w="100965">
                    <a:moveTo>
                      <a:pt x="25146" y="2524"/>
                    </a:moveTo>
                    <a:lnTo>
                      <a:pt x="37445" y="0"/>
                    </a:lnTo>
                    <a:lnTo>
                      <a:pt x="46386" y="619"/>
                    </a:lnTo>
                    <a:lnTo>
                      <a:pt x="54613" y="4667"/>
                    </a:lnTo>
                    <a:lnTo>
                      <a:pt x="84486" y="34242"/>
                    </a:lnTo>
                    <a:lnTo>
                      <a:pt x="99476" y="76688"/>
                    </a:lnTo>
                    <a:lnTo>
                      <a:pt x="100679" y="93678"/>
                    </a:lnTo>
                    <a:lnTo>
                      <a:pt x="100310" y="110811"/>
                    </a:lnTo>
                    <a:lnTo>
                      <a:pt x="85058" y="159305"/>
                    </a:lnTo>
                    <a:lnTo>
                      <a:pt x="54828" y="201060"/>
                    </a:lnTo>
                    <a:lnTo>
                      <a:pt x="18288" y="234172"/>
                    </a:lnTo>
                    <a:lnTo>
                      <a:pt x="11430" y="240268"/>
                    </a:lnTo>
                    <a:lnTo>
                      <a:pt x="8382" y="242554"/>
                    </a:lnTo>
                    <a:lnTo>
                      <a:pt x="0" y="24331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9" name="Google Shape;1459;p11"/>
            <p:cNvSpPr/>
            <p:nvPr/>
          </p:nvSpPr>
          <p:spPr>
            <a:xfrm>
              <a:off x="9462516" y="4462271"/>
              <a:ext cx="174625" cy="21590"/>
            </a:xfrm>
            <a:custGeom>
              <a:rect b="b" l="l" r="r" t="t"/>
              <a:pathLst>
                <a:path extrusionOk="0" h="21589" w="174625">
                  <a:moveTo>
                    <a:pt x="17525" y="14477"/>
                  </a:moveTo>
                  <a:lnTo>
                    <a:pt x="32718" y="15204"/>
                  </a:lnTo>
                  <a:lnTo>
                    <a:pt x="47624" y="15144"/>
                  </a:lnTo>
                  <a:lnTo>
                    <a:pt x="62531" y="14370"/>
                  </a:lnTo>
                  <a:lnTo>
                    <a:pt x="77723" y="12953"/>
                  </a:lnTo>
                  <a:lnTo>
                    <a:pt x="97607" y="11465"/>
                  </a:lnTo>
                  <a:lnTo>
                    <a:pt x="117347" y="9620"/>
                  </a:lnTo>
                  <a:lnTo>
                    <a:pt x="137088" y="7917"/>
                  </a:lnTo>
                  <a:lnTo>
                    <a:pt x="156971" y="6857"/>
                  </a:lnTo>
                  <a:lnTo>
                    <a:pt x="163067" y="6857"/>
                  </a:lnTo>
                  <a:lnTo>
                    <a:pt x="164591" y="6857"/>
                  </a:lnTo>
                  <a:lnTo>
                    <a:pt x="168401" y="6857"/>
                  </a:lnTo>
                  <a:lnTo>
                    <a:pt x="123443" y="16763"/>
                  </a:lnTo>
                  <a:lnTo>
                    <a:pt x="80390" y="19907"/>
                  </a:lnTo>
                  <a:lnTo>
                    <a:pt x="37337" y="21335"/>
                  </a:lnTo>
                  <a:lnTo>
                    <a:pt x="28074" y="21335"/>
                  </a:lnTo>
                  <a:lnTo>
                    <a:pt x="18668" y="21335"/>
                  </a:lnTo>
                  <a:lnTo>
                    <a:pt x="9263" y="21335"/>
                  </a:lnTo>
                  <a:lnTo>
                    <a:pt x="0" y="21335"/>
                  </a:lnTo>
                  <a:lnTo>
                    <a:pt x="8453" y="20323"/>
                  </a:lnTo>
                  <a:lnTo>
                    <a:pt x="16763" y="19526"/>
                  </a:lnTo>
                  <a:lnTo>
                    <a:pt x="25074" y="18871"/>
                  </a:lnTo>
                  <a:lnTo>
                    <a:pt x="33527" y="18287"/>
                  </a:lnTo>
                  <a:lnTo>
                    <a:pt x="53530" y="16252"/>
                  </a:lnTo>
                  <a:lnTo>
                    <a:pt x="73532" y="14573"/>
                  </a:lnTo>
                  <a:lnTo>
                    <a:pt x="93535" y="13037"/>
                  </a:lnTo>
                  <a:lnTo>
                    <a:pt x="113537" y="11429"/>
                  </a:lnTo>
                  <a:lnTo>
                    <a:pt x="124408" y="10417"/>
                  </a:lnTo>
                  <a:lnTo>
                    <a:pt x="135350" y="9620"/>
                  </a:lnTo>
                  <a:lnTo>
                    <a:pt x="146434" y="8965"/>
                  </a:lnTo>
                  <a:lnTo>
                    <a:pt x="157733" y="8381"/>
                  </a:lnTo>
                  <a:lnTo>
                    <a:pt x="150113" y="8381"/>
                  </a:lnTo>
                  <a:lnTo>
                    <a:pt x="144017" y="8381"/>
                  </a:lnTo>
                  <a:lnTo>
                    <a:pt x="136397" y="8381"/>
                  </a:lnTo>
                  <a:lnTo>
                    <a:pt x="112966" y="9453"/>
                  </a:lnTo>
                  <a:lnTo>
                    <a:pt x="89534" y="11239"/>
                  </a:lnTo>
                  <a:lnTo>
                    <a:pt x="66103" y="13311"/>
                  </a:lnTo>
                  <a:lnTo>
                    <a:pt x="42671" y="15239"/>
                  </a:lnTo>
                  <a:lnTo>
                    <a:pt x="35051" y="16001"/>
                  </a:lnTo>
                  <a:lnTo>
                    <a:pt x="27431" y="16763"/>
                  </a:lnTo>
                  <a:lnTo>
                    <a:pt x="19811" y="17525"/>
                  </a:lnTo>
                  <a:lnTo>
                    <a:pt x="38088" y="17621"/>
                  </a:lnTo>
                  <a:lnTo>
                    <a:pt x="56292" y="17716"/>
                  </a:lnTo>
                  <a:lnTo>
                    <a:pt x="74354" y="17525"/>
                  </a:lnTo>
                  <a:lnTo>
                    <a:pt x="123062" y="14001"/>
                  </a:lnTo>
                  <a:lnTo>
                    <a:pt x="160019" y="9905"/>
                  </a:lnTo>
                  <a:lnTo>
                    <a:pt x="168401" y="9905"/>
                  </a:lnTo>
                  <a:lnTo>
                    <a:pt x="174497" y="7619"/>
                  </a:lnTo>
                  <a:lnTo>
                    <a:pt x="174497" y="6857"/>
                  </a:lnTo>
                  <a:lnTo>
                    <a:pt x="172973" y="6857"/>
                  </a:lnTo>
                  <a:lnTo>
                    <a:pt x="169163" y="6857"/>
                  </a:lnTo>
                  <a:lnTo>
                    <a:pt x="168401" y="6095"/>
                  </a:lnTo>
                  <a:lnTo>
                    <a:pt x="167639" y="5333"/>
                  </a:lnTo>
                  <a:lnTo>
                    <a:pt x="170687" y="4571"/>
                  </a:lnTo>
                  <a:lnTo>
                    <a:pt x="169925" y="3809"/>
                  </a:lnTo>
                  <a:lnTo>
                    <a:pt x="168401" y="2285"/>
                  </a:lnTo>
                  <a:lnTo>
                    <a:pt x="168401" y="3047"/>
                  </a:lnTo>
                  <a:lnTo>
                    <a:pt x="166115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60" name="Google Shape;1460;p11"/>
            <p:cNvGrpSpPr/>
            <p:nvPr/>
          </p:nvGrpSpPr>
          <p:grpSpPr>
            <a:xfrm>
              <a:off x="5973318" y="4801362"/>
              <a:ext cx="119380" cy="26924"/>
              <a:chOff x="5973318" y="4801362"/>
              <a:chExt cx="119380" cy="26924"/>
            </a:xfrm>
          </p:grpSpPr>
          <p:sp>
            <p:nvSpPr>
              <p:cNvPr id="1461" name="Google Shape;1461;p11"/>
              <p:cNvSpPr/>
              <p:nvPr/>
            </p:nvSpPr>
            <p:spPr>
              <a:xfrm>
                <a:off x="5984748" y="4801362"/>
                <a:ext cx="107950" cy="24130"/>
              </a:xfrm>
              <a:custGeom>
                <a:rect b="b" l="l" r="r" t="t"/>
                <a:pathLst>
                  <a:path extrusionOk="0" h="24129" w="107950">
                    <a:moveTo>
                      <a:pt x="4572" y="22098"/>
                    </a:moveTo>
                    <a:lnTo>
                      <a:pt x="16668" y="22133"/>
                    </a:lnTo>
                    <a:lnTo>
                      <a:pt x="28194" y="21240"/>
                    </a:lnTo>
                    <a:lnTo>
                      <a:pt x="39719" y="19633"/>
                    </a:lnTo>
                    <a:lnTo>
                      <a:pt x="51816" y="17526"/>
                    </a:lnTo>
                    <a:lnTo>
                      <a:pt x="59697" y="16525"/>
                    </a:lnTo>
                    <a:lnTo>
                      <a:pt x="67437" y="15811"/>
                    </a:lnTo>
                    <a:lnTo>
                      <a:pt x="75176" y="15382"/>
                    </a:lnTo>
                    <a:lnTo>
                      <a:pt x="83058" y="15240"/>
                    </a:lnTo>
                    <a:lnTo>
                      <a:pt x="83820" y="15240"/>
                    </a:lnTo>
                    <a:lnTo>
                      <a:pt x="84582" y="15240"/>
                    </a:lnTo>
                    <a:lnTo>
                      <a:pt x="85344" y="15240"/>
                    </a:lnTo>
                    <a:lnTo>
                      <a:pt x="82296" y="14478"/>
                    </a:lnTo>
                    <a:lnTo>
                      <a:pt x="76962" y="12954"/>
                    </a:lnTo>
                    <a:lnTo>
                      <a:pt x="72390" y="12192"/>
                    </a:lnTo>
                    <a:lnTo>
                      <a:pt x="63234" y="11430"/>
                    </a:lnTo>
                    <a:lnTo>
                      <a:pt x="54006" y="11239"/>
                    </a:lnTo>
                    <a:lnTo>
                      <a:pt x="44636" y="11334"/>
                    </a:lnTo>
                    <a:lnTo>
                      <a:pt x="35052" y="11430"/>
                    </a:lnTo>
                    <a:lnTo>
                      <a:pt x="26598" y="11346"/>
                    </a:lnTo>
                    <a:lnTo>
                      <a:pt x="18288" y="11334"/>
                    </a:lnTo>
                    <a:lnTo>
                      <a:pt x="9977" y="11751"/>
                    </a:lnTo>
                    <a:lnTo>
                      <a:pt x="1524" y="12954"/>
                    </a:lnTo>
                    <a:lnTo>
                      <a:pt x="1524" y="13716"/>
                    </a:lnTo>
                    <a:lnTo>
                      <a:pt x="762" y="13716"/>
                    </a:lnTo>
                    <a:lnTo>
                      <a:pt x="0" y="13716"/>
                    </a:lnTo>
                    <a:lnTo>
                      <a:pt x="8905" y="13692"/>
                    </a:lnTo>
                    <a:lnTo>
                      <a:pt x="17526" y="13525"/>
                    </a:lnTo>
                    <a:lnTo>
                      <a:pt x="60579" y="8286"/>
                    </a:lnTo>
                    <a:lnTo>
                      <a:pt x="92964" y="2286"/>
                    </a:lnTo>
                    <a:lnTo>
                      <a:pt x="100584" y="762"/>
                    </a:lnTo>
                    <a:lnTo>
                      <a:pt x="107442" y="0"/>
                    </a:lnTo>
                    <a:lnTo>
                      <a:pt x="100131" y="1095"/>
                    </a:lnTo>
                    <a:lnTo>
                      <a:pt x="92964" y="3048"/>
                    </a:lnTo>
                    <a:lnTo>
                      <a:pt x="85796" y="5572"/>
                    </a:lnTo>
                    <a:lnTo>
                      <a:pt x="78486" y="8382"/>
                    </a:lnTo>
                    <a:lnTo>
                      <a:pt x="66925" y="12239"/>
                    </a:lnTo>
                    <a:lnTo>
                      <a:pt x="26670" y="22860"/>
                    </a:lnTo>
                    <a:lnTo>
                      <a:pt x="16764" y="23622"/>
                    </a:lnTo>
                    <a:lnTo>
                      <a:pt x="23491" y="22228"/>
                    </a:lnTo>
                    <a:lnTo>
                      <a:pt x="30003" y="20478"/>
                    </a:lnTo>
                    <a:lnTo>
                      <a:pt x="36373" y="18585"/>
                    </a:lnTo>
                    <a:lnTo>
                      <a:pt x="42672" y="16764"/>
                    </a:lnTo>
                    <a:lnTo>
                      <a:pt x="50172" y="15454"/>
                    </a:lnTo>
                    <a:lnTo>
                      <a:pt x="60960" y="13716"/>
                    </a:lnTo>
                    <a:lnTo>
                      <a:pt x="71175" y="11406"/>
                    </a:lnTo>
                    <a:lnTo>
                      <a:pt x="76962" y="8382"/>
                    </a:lnTo>
                    <a:lnTo>
                      <a:pt x="76962" y="6858"/>
                    </a:lnTo>
                    <a:lnTo>
                      <a:pt x="76962" y="6096"/>
                    </a:lnTo>
                    <a:lnTo>
                      <a:pt x="76962" y="457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11"/>
              <p:cNvSpPr/>
              <p:nvPr/>
            </p:nvSpPr>
            <p:spPr>
              <a:xfrm>
                <a:off x="5973318" y="4810506"/>
                <a:ext cx="114300" cy="17780"/>
              </a:xfrm>
              <a:custGeom>
                <a:rect b="b" l="l" r="r" t="t"/>
                <a:pathLst>
                  <a:path extrusionOk="0" h="17779" w="114300">
                    <a:moveTo>
                      <a:pt x="27432" y="9143"/>
                    </a:moveTo>
                    <a:lnTo>
                      <a:pt x="39600" y="14799"/>
                    </a:lnTo>
                    <a:lnTo>
                      <a:pt x="49339" y="17240"/>
                    </a:lnTo>
                    <a:lnTo>
                      <a:pt x="59364" y="16966"/>
                    </a:lnTo>
                    <a:lnTo>
                      <a:pt x="100572" y="7084"/>
                    </a:lnTo>
                    <a:lnTo>
                      <a:pt x="109728" y="3809"/>
                    </a:lnTo>
                    <a:lnTo>
                      <a:pt x="112776" y="3047"/>
                    </a:lnTo>
                    <a:lnTo>
                      <a:pt x="113538" y="3809"/>
                    </a:lnTo>
                    <a:lnTo>
                      <a:pt x="114300" y="1523"/>
                    </a:lnTo>
                    <a:lnTo>
                      <a:pt x="99107" y="1809"/>
                    </a:lnTo>
                    <a:lnTo>
                      <a:pt x="54102" y="6095"/>
                    </a:lnTo>
                    <a:lnTo>
                      <a:pt x="31623" y="9905"/>
                    </a:lnTo>
                    <a:lnTo>
                      <a:pt x="20454" y="11882"/>
                    </a:lnTo>
                    <a:lnTo>
                      <a:pt x="9144" y="13715"/>
                    </a:lnTo>
                    <a:lnTo>
                      <a:pt x="8382" y="13715"/>
                    </a:lnTo>
                    <a:lnTo>
                      <a:pt x="762" y="15239"/>
                    </a:lnTo>
                    <a:lnTo>
                      <a:pt x="0" y="16001"/>
                    </a:lnTo>
                    <a:lnTo>
                      <a:pt x="15061" y="15478"/>
                    </a:lnTo>
                    <a:lnTo>
                      <a:pt x="29622" y="14096"/>
                    </a:lnTo>
                    <a:lnTo>
                      <a:pt x="44041" y="12144"/>
                    </a:lnTo>
                    <a:lnTo>
                      <a:pt x="58674" y="9905"/>
                    </a:lnTo>
                    <a:lnTo>
                      <a:pt x="70675" y="7750"/>
                    </a:lnTo>
                    <a:lnTo>
                      <a:pt x="82677" y="5810"/>
                    </a:lnTo>
                    <a:lnTo>
                      <a:pt x="94678" y="4012"/>
                    </a:lnTo>
                    <a:lnTo>
                      <a:pt x="106680" y="2285"/>
                    </a:lnTo>
                    <a:lnTo>
                      <a:pt x="111252" y="1523"/>
                    </a:lnTo>
                    <a:lnTo>
                      <a:pt x="112014" y="761"/>
                    </a:lnTo>
                    <a:lnTo>
                      <a:pt x="114300" y="761"/>
                    </a:lnTo>
                    <a:lnTo>
                      <a:pt x="105918" y="2285"/>
                    </a:lnTo>
                    <a:lnTo>
                      <a:pt x="97536" y="4571"/>
                    </a:lnTo>
                    <a:lnTo>
                      <a:pt x="89916" y="6857"/>
                    </a:lnTo>
                    <a:lnTo>
                      <a:pt x="82605" y="8798"/>
                    </a:lnTo>
                    <a:lnTo>
                      <a:pt x="75438" y="10953"/>
                    </a:lnTo>
                    <a:lnTo>
                      <a:pt x="68270" y="12965"/>
                    </a:lnTo>
                    <a:lnTo>
                      <a:pt x="60960" y="14477"/>
                    </a:lnTo>
                    <a:lnTo>
                      <a:pt x="59436" y="14477"/>
                    </a:lnTo>
                    <a:lnTo>
                      <a:pt x="58674" y="14477"/>
                    </a:lnTo>
                    <a:lnTo>
                      <a:pt x="57912" y="14477"/>
                    </a:lnTo>
                    <a:lnTo>
                      <a:pt x="60198" y="9143"/>
                    </a:lnTo>
                    <a:lnTo>
                      <a:pt x="62484" y="4571"/>
                    </a:lnTo>
                    <a:lnTo>
                      <a:pt x="65532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3" name="Google Shape;1463;p11"/>
            <p:cNvGrpSpPr/>
            <p:nvPr/>
          </p:nvGrpSpPr>
          <p:grpSpPr>
            <a:xfrm>
              <a:off x="6291072" y="4462272"/>
              <a:ext cx="607695" cy="443229"/>
              <a:chOff x="6291072" y="4462272"/>
              <a:chExt cx="607695" cy="443229"/>
            </a:xfrm>
          </p:grpSpPr>
          <p:sp>
            <p:nvSpPr>
              <p:cNvPr id="1464" name="Google Shape;1464;p11"/>
              <p:cNvSpPr/>
              <p:nvPr/>
            </p:nvSpPr>
            <p:spPr>
              <a:xfrm>
                <a:off x="6291072" y="4462272"/>
                <a:ext cx="607695" cy="341630"/>
              </a:xfrm>
              <a:custGeom>
                <a:rect b="b" l="l" r="r" t="t"/>
                <a:pathLst>
                  <a:path extrusionOk="0" h="341629" w="607695">
                    <a:moveTo>
                      <a:pt x="49529" y="336804"/>
                    </a:moveTo>
                    <a:lnTo>
                      <a:pt x="47684" y="330517"/>
                    </a:lnTo>
                    <a:lnTo>
                      <a:pt x="45624" y="324231"/>
                    </a:lnTo>
                    <a:lnTo>
                      <a:pt x="43422" y="317944"/>
                    </a:lnTo>
                    <a:lnTo>
                      <a:pt x="41147" y="311658"/>
                    </a:lnTo>
                    <a:lnTo>
                      <a:pt x="37730" y="301251"/>
                    </a:lnTo>
                    <a:lnTo>
                      <a:pt x="24895" y="253757"/>
                    </a:lnTo>
                    <a:lnTo>
                      <a:pt x="16001" y="206502"/>
                    </a:lnTo>
                    <a:lnTo>
                      <a:pt x="13037" y="193345"/>
                    </a:lnTo>
                    <a:lnTo>
                      <a:pt x="4571" y="153162"/>
                    </a:lnTo>
                    <a:lnTo>
                      <a:pt x="2285" y="103632"/>
                    </a:lnTo>
                    <a:lnTo>
                      <a:pt x="2702" y="95380"/>
                    </a:lnTo>
                    <a:lnTo>
                      <a:pt x="3333" y="86201"/>
                    </a:lnTo>
                    <a:lnTo>
                      <a:pt x="3250" y="77164"/>
                    </a:lnTo>
                    <a:lnTo>
                      <a:pt x="1523" y="69342"/>
                    </a:lnTo>
                    <a:lnTo>
                      <a:pt x="761" y="68580"/>
                    </a:lnTo>
                    <a:lnTo>
                      <a:pt x="0" y="67818"/>
                    </a:lnTo>
                    <a:lnTo>
                      <a:pt x="8000" y="67675"/>
                    </a:lnTo>
                    <a:lnTo>
                      <a:pt x="16001" y="67246"/>
                    </a:lnTo>
                    <a:lnTo>
                      <a:pt x="24002" y="66532"/>
                    </a:lnTo>
                    <a:lnTo>
                      <a:pt x="32003" y="65532"/>
                    </a:lnTo>
                    <a:lnTo>
                      <a:pt x="45148" y="63126"/>
                    </a:lnTo>
                    <a:lnTo>
                      <a:pt x="58292" y="60579"/>
                    </a:lnTo>
                    <a:lnTo>
                      <a:pt x="71437" y="58031"/>
                    </a:lnTo>
                    <a:lnTo>
                      <a:pt x="118205" y="50673"/>
                    </a:lnTo>
                    <a:lnTo>
                      <a:pt x="169544" y="47101"/>
                    </a:lnTo>
                    <a:lnTo>
                      <a:pt x="203834" y="45862"/>
                    </a:lnTo>
                    <a:lnTo>
                      <a:pt x="220979" y="44958"/>
                    </a:lnTo>
                    <a:lnTo>
                      <a:pt x="279272" y="41148"/>
                    </a:lnTo>
                    <a:lnTo>
                      <a:pt x="337565" y="35052"/>
                    </a:lnTo>
                    <a:lnTo>
                      <a:pt x="350841" y="32766"/>
                    </a:lnTo>
                    <a:lnTo>
                      <a:pt x="364331" y="30480"/>
                    </a:lnTo>
                    <a:lnTo>
                      <a:pt x="377963" y="28194"/>
                    </a:lnTo>
                    <a:lnTo>
                      <a:pt x="391667" y="25908"/>
                    </a:lnTo>
                    <a:lnTo>
                      <a:pt x="414420" y="20574"/>
                    </a:lnTo>
                    <a:lnTo>
                      <a:pt x="459926" y="10477"/>
                    </a:lnTo>
                    <a:lnTo>
                      <a:pt x="501014" y="5143"/>
                    </a:lnTo>
                    <a:lnTo>
                      <a:pt x="518921" y="4572"/>
                    </a:lnTo>
                    <a:lnTo>
                      <a:pt x="530911" y="4774"/>
                    </a:lnTo>
                    <a:lnTo>
                      <a:pt x="542829" y="5048"/>
                    </a:lnTo>
                    <a:lnTo>
                      <a:pt x="554605" y="4893"/>
                    </a:lnTo>
                    <a:lnTo>
                      <a:pt x="566165" y="3810"/>
                    </a:lnTo>
                    <a:lnTo>
                      <a:pt x="573023" y="2286"/>
                    </a:lnTo>
                    <a:lnTo>
                      <a:pt x="580643" y="762"/>
                    </a:lnTo>
                    <a:lnTo>
                      <a:pt x="587501" y="0"/>
                    </a:lnTo>
                    <a:lnTo>
                      <a:pt x="590549" y="0"/>
                    </a:lnTo>
                    <a:lnTo>
                      <a:pt x="592835" y="0"/>
                    </a:lnTo>
                    <a:lnTo>
                      <a:pt x="595121" y="0"/>
                    </a:lnTo>
                    <a:lnTo>
                      <a:pt x="595538" y="13477"/>
                    </a:lnTo>
                    <a:lnTo>
                      <a:pt x="596741" y="26670"/>
                    </a:lnTo>
                    <a:lnTo>
                      <a:pt x="598658" y="39862"/>
                    </a:lnTo>
                    <a:lnTo>
                      <a:pt x="601217" y="53340"/>
                    </a:lnTo>
                    <a:lnTo>
                      <a:pt x="603111" y="64198"/>
                    </a:lnTo>
                    <a:lnTo>
                      <a:pt x="604361" y="75057"/>
                    </a:lnTo>
                    <a:lnTo>
                      <a:pt x="605182" y="85915"/>
                    </a:lnTo>
                    <a:lnTo>
                      <a:pt x="605789" y="96774"/>
                    </a:lnTo>
                    <a:lnTo>
                      <a:pt x="605897" y="108787"/>
                    </a:lnTo>
                    <a:lnTo>
                      <a:pt x="606075" y="120872"/>
                    </a:lnTo>
                    <a:lnTo>
                      <a:pt x="606111" y="133099"/>
                    </a:lnTo>
                    <a:lnTo>
                      <a:pt x="605789" y="145542"/>
                    </a:lnTo>
                    <a:lnTo>
                      <a:pt x="605789" y="157674"/>
                    </a:lnTo>
                    <a:lnTo>
                      <a:pt x="605789" y="170021"/>
                    </a:lnTo>
                    <a:lnTo>
                      <a:pt x="605789" y="182510"/>
                    </a:lnTo>
                    <a:lnTo>
                      <a:pt x="605789" y="195072"/>
                    </a:lnTo>
                    <a:lnTo>
                      <a:pt x="606028" y="203525"/>
                    </a:lnTo>
                    <a:lnTo>
                      <a:pt x="606551" y="211836"/>
                    </a:lnTo>
                    <a:lnTo>
                      <a:pt x="607075" y="220146"/>
                    </a:lnTo>
                    <a:lnTo>
                      <a:pt x="607313" y="228600"/>
                    </a:lnTo>
                    <a:lnTo>
                      <a:pt x="607290" y="237172"/>
                    </a:lnTo>
                    <a:lnTo>
                      <a:pt x="603503" y="276606"/>
                    </a:lnTo>
                    <a:lnTo>
                      <a:pt x="602741" y="283464"/>
                    </a:lnTo>
                    <a:lnTo>
                      <a:pt x="602741" y="284226"/>
                    </a:lnTo>
                    <a:lnTo>
                      <a:pt x="602741" y="287274"/>
                    </a:lnTo>
                    <a:lnTo>
                      <a:pt x="601979" y="288036"/>
                    </a:lnTo>
                    <a:lnTo>
                      <a:pt x="601217" y="288798"/>
                    </a:lnTo>
                    <a:lnTo>
                      <a:pt x="600455" y="289560"/>
                    </a:lnTo>
                    <a:lnTo>
                      <a:pt x="598931" y="289560"/>
                    </a:lnTo>
                    <a:lnTo>
                      <a:pt x="592835" y="291084"/>
                    </a:lnTo>
                    <a:lnTo>
                      <a:pt x="585977" y="290322"/>
                    </a:lnTo>
                    <a:lnTo>
                      <a:pt x="579119" y="291084"/>
                    </a:lnTo>
                    <a:lnTo>
                      <a:pt x="569975" y="291214"/>
                    </a:lnTo>
                    <a:lnTo>
                      <a:pt x="560831" y="291560"/>
                    </a:lnTo>
                    <a:lnTo>
                      <a:pt x="551687" y="292048"/>
                    </a:lnTo>
                    <a:lnTo>
                      <a:pt x="542543" y="292608"/>
                    </a:lnTo>
                    <a:lnTo>
                      <a:pt x="528708" y="292738"/>
                    </a:lnTo>
                    <a:lnTo>
                      <a:pt x="486917" y="294132"/>
                    </a:lnTo>
                    <a:lnTo>
                      <a:pt x="432696" y="299489"/>
                    </a:lnTo>
                    <a:lnTo>
                      <a:pt x="414527" y="301752"/>
                    </a:lnTo>
                    <a:lnTo>
                      <a:pt x="393382" y="304359"/>
                    </a:lnTo>
                    <a:lnTo>
                      <a:pt x="372236" y="306609"/>
                    </a:lnTo>
                    <a:lnTo>
                      <a:pt x="351091" y="308717"/>
                    </a:lnTo>
                    <a:lnTo>
                      <a:pt x="329945" y="310896"/>
                    </a:lnTo>
                    <a:lnTo>
                      <a:pt x="306955" y="313646"/>
                    </a:lnTo>
                    <a:lnTo>
                      <a:pt x="283749" y="316325"/>
                    </a:lnTo>
                    <a:lnTo>
                      <a:pt x="260401" y="319147"/>
                    </a:lnTo>
                    <a:lnTo>
                      <a:pt x="236981" y="322326"/>
                    </a:lnTo>
                    <a:lnTo>
                      <a:pt x="215253" y="325528"/>
                    </a:lnTo>
                    <a:lnTo>
                      <a:pt x="193452" y="329088"/>
                    </a:lnTo>
                    <a:lnTo>
                      <a:pt x="171509" y="332505"/>
                    </a:lnTo>
                    <a:lnTo>
                      <a:pt x="149351" y="335280"/>
                    </a:lnTo>
                    <a:lnTo>
                      <a:pt x="135969" y="336696"/>
                    </a:lnTo>
                    <a:lnTo>
                      <a:pt x="122300" y="337470"/>
                    </a:lnTo>
                    <a:lnTo>
                      <a:pt x="108632" y="337530"/>
                    </a:lnTo>
                    <a:lnTo>
                      <a:pt x="95249" y="336804"/>
                    </a:lnTo>
                    <a:lnTo>
                      <a:pt x="88511" y="335875"/>
                    </a:lnTo>
                    <a:lnTo>
                      <a:pt x="81914" y="334518"/>
                    </a:lnTo>
                    <a:lnTo>
                      <a:pt x="75318" y="333160"/>
                    </a:lnTo>
                    <a:lnTo>
                      <a:pt x="68579" y="332232"/>
                    </a:lnTo>
                    <a:lnTo>
                      <a:pt x="62483" y="331470"/>
                    </a:lnTo>
                    <a:lnTo>
                      <a:pt x="57911" y="330708"/>
                    </a:lnTo>
                    <a:lnTo>
                      <a:pt x="54101" y="335280"/>
                    </a:lnTo>
                    <a:lnTo>
                      <a:pt x="52577" y="339090"/>
                    </a:lnTo>
                    <a:lnTo>
                      <a:pt x="53339" y="339090"/>
                    </a:lnTo>
                    <a:lnTo>
                      <a:pt x="52577" y="34137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65" name="Google Shape;1465;p11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6369545" y="4705337"/>
                <a:ext cx="225577" cy="777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66" name="Google Shape;1466;p11"/>
              <p:cNvSpPr/>
              <p:nvPr/>
            </p:nvSpPr>
            <p:spPr>
              <a:xfrm>
                <a:off x="6410706" y="4847082"/>
                <a:ext cx="469900" cy="58419"/>
              </a:xfrm>
              <a:custGeom>
                <a:rect b="b" l="l" r="r" t="t"/>
                <a:pathLst>
                  <a:path extrusionOk="0" h="58420" w="469900">
                    <a:moveTo>
                      <a:pt x="0" y="55625"/>
                    </a:moveTo>
                    <a:lnTo>
                      <a:pt x="762" y="55625"/>
                    </a:lnTo>
                    <a:lnTo>
                      <a:pt x="1524" y="57149"/>
                    </a:lnTo>
                    <a:lnTo>
                      <a:pt x="6096" y="57911"/>
                    </a:lnTo>
                    <a:lnTo>
                      <a:pt x="18097" y="58328"/>
                    </a:lnTo>
                    <a:lnTo>
                      <a:pt x="30099" y="58388"/>
                    </a:lnTo>
                    <a:lnTo>
                      <a:pt x="42100" y="58019"/>
                    </a:lnTo>
                    <a:lnTo>
                      <a:pt x="54102" y="57149"/>
                    </a:lnTo>
                    <a:lnTo>
                      <a:pt x="80271" y="54125"/>
                    </a:lnTo>
                    <a:lnTo>
                      <a:pt x="106299" y="50101"/>
                    </a:lnTo>
                    <a:lnTo>
                      <a:pt x="132326" y="45791"/>
                    </a:lnTo>
                    <a:lnTo>
                      <a:pt x="158496" y="41909"/>
                    </a:lnTo>
                    <a:lnTo>
                      <a:pt x="193929" y="36897"/>
                    </a:lnTo>
                    <a:lnTo>
                      <a:pt x="229362" y="32099"/>
                    </a:lnTo>
                    <a:lnTo>
                      <a:pt x="264795" y="27443"/>
                    </a:lnTo>
                    <a:lnTo>
                      <a:pt x="300228" y="22859"/>
                    </a:lnTo>
                    <a:lnTo>
                      <a:pt x="328933" y="18883"/>
                    </a:lnTo>
                    <a:lnTo>
                      <a:pt x="357854" y="15049"/>
                    </a:lnTo>
                    <a:lnTo>
                      <a:pt x="386917" y="11501"/>
                    </a:lnTo>
                    <a:lnTo>
                      <a:pt x="416052" y="8381"/>
                    </a:lnTo>
                    <a:lnTo>
                      <a:pt x="427612" y="7131"/>
                    </a:lnTo>
                    <a:lnTo>
                      <a:pt x="439388" y="5810"/>
                    </a:lnTo>
                    <a:lnTo>
                      <a:pt x="451306" y="4631"/>
                    </a:lnTo>
                    <a:lnTo>
                      <a:pt x="463295" y="3809"/>
                    </a:lnTo>
                    <a:lnTo>
                      <a:pt x="469392" y="3809"/>
                    </a:lnTo>
                    <a:lnTo>
                      <a:pt x="464058" y="5333"/>
                    </a:lnTo>
                    <a:lnTo>
                      <a:pt x="461772" y="3047"/>
                    </a:lnTo>
                    <a:lnTo>
                      <a:pt x="461009" y="2285"/>
                    </a:lnTo>
                    <a:lnTo>
                      <a:pt x="460248" y="761"/>
                    </a:lnTo>
                    <a:lnTo>
                      <a:pt x="459486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11"/>
              <p:cNvSpPr/>
              <p:nvPr/>
            </p:nvSpPr>
            <p:spPr>
              <a:xfrm>
                <a:off x="6776466" y="4688586"/>
                <a:ext cx="80010" cy="17145"/>
              </a:xfrm>
              <a:custGeom>
                <a:rect b="b" l="l" r="r" t="t"/>
                <a:pathLst>
                  <a:path extrusionOk="0" h="17145" w="80009">
                    <a:moveTo>
                      <a:pt x="1524" y="16002"/>
                    </a:moveTo>
                    <a:lnTo>
                      <a:pt x="5334" y="16002"/>
                    </a:lnTo>
                    <a:lnTo>
                      <a:pt x="7620" y="16002"/>
                    </a:lnTo>
                    <a:lnTo>
                      <a:pt x="10668" y="15240"/>
                    </a:lnTo>
                    <a:lnTo>
                      <a:pt x="18669" y="14168"/>
                    </a:lnTo>
                    <a:lnTo>
                      <a:pt x="26670" y="12382"/>
                    </a:lnTo>
                    <a:lnTo>
                      <a:pt x="34671" y="10310"/>
                    </a:lnTo>
                    <a:lnTo>
                      <a:pt x="42672" y="8382"/>
                    </a:lnTo>
                    <a:lnTo>
                      <a:pt x="50542" y="6667"/>
                    </a:lnTo>
                    <a:lnTo>
                      <a:pt x="58197" y="4953"/>
                    </a:lnTo>
                    <a:lnTo>
                      <a:pt x="65710" y="3238"/>
                    </a:lnTo>
                    <a:lnTo>
                      <a:pt x="73152" y="1524"/>
                    </a:lnTo>
                    <a:lnTo>
                      <a:pt x="76962" y="762"/>
                    </a:lnTo>
                    <a:lnTo>
                      <a:pt x="77724" y="0"/>
                    </a:lnTo>
                    <a:lnTo>
                      <a:pt x="80010" y="0"/>
                    </a:lnTo>
                    <a:lnTo>
                      <a:pt x="73152" y="833"/>
                    </a:lnTo>
                    <a:lnTo>
                      <a:pt x="66294" y="2095"/>
                    </a:lnTo>
                    <a:lnTo>
                      <a:pt x="59436" y="3643"/>
                    </a:lnTo>
                    <a:lnTo>
                      <a:pt x="52578" y="5334"/>
                    </a:lnTo>
                    <a:lnTo>
                      <a:pt x="42398" y="8167"/>
                    </a:lnTo>
                    <a:lnTo>
                      <a:pt x="32289" y="10858"/>
                    </a:lnTo>
                    <a:lnTo>
                      <a:pt x="22038" y="13263"/>
                    </a:lnTo>
                    <a:lnTo>
                      <a:pt x="11430" y="15240"/>
                    </a:lnTo>
                    <a:lnTo>
                      <a:pt x="7620" y="16002"/>
                    </a:lnTo>
                    <a:lnTo>
                      <a:pt x="3810" y="16764"/>
                    </a:lnTo>
                    <a:lnTo>
                      <a:pt x="0" y="16764"/>
                    </a:lnTo>
                    <a:lnTo>
                      <a:pt x="6858" y="16002"/>
                    </a:lnTo>
                    <a:lnTo>
                      <a:pt x="13716" y="12954"/>
                    </a:lnTo>
                    <a:lnTo>
                      <a:pt x="20574" y="12192"/>
                    </a:lnTo>
                    <a:lnTo>
                      <a:pt x="28194" y="10668"/>
                    </a:lnTo>
                    <a:lnTo>
                      <a:pt x="36576" y="9906"/>
                    </a:lnTo>
                    <a:lnTo>
                      <a:pt x="44196" y="9144"/>
                    </a:lnTo>
                    <a:lnTo>
                      <a:pt x="47244" y="9144"/>
                    </a:lnTo>
                    <a:lnTo>
                      <a:pt x="49530" y="9906"/>
                    </a:lnTo>
                    <a:lnTo>
                      <a:pt x="51816" y="7620"/>
                    </a:lnTo>
                    <a:lnTo>
                      <a:pt x="52578" y="6096"/>
                    </a:lnTo>
                    <a:lnTo>
                      <a:pt x="53340" y="5334"/>
                    </a:lnTo>
                    <a:lnTo>
                      <a:pt x="54864" y="381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68" name="Google Shape;1468;p11"/>
            <p:cNvSpPr/>
            <p:nvPr/>
          </p:nvSpPr>
          <p:spPr>
            <a:xfrm>
              <a:off x="7215378" y="4655058"/>
              <a:ext cx="79375" cy="16510"/>
            </a:xfrm>
            <a:custGeom>
              <a:rect b="b" l="l" r="r" t="t"/>
              <a:pathLst>
                <a:path extrusionOk="0" h="16510" w="79375">
                  <a:moveTo>
                    <a:pt x="0" y="16001"/>
                  </a:moveTo>
                  <a:lnTo>
                    <a:pt x="10727" y="14156"/>
                  </a:lnTo>
                  <a:lnTo>
                    <a:pt x="21240" y="12096"/>
                  </a:lnTo>
                  <a:lnTo>
                    <a:pt x="31611" y="9894"/>
                  </a:lnTo>
                  <a:lnTo>
                    <a:pt x="41910" y="7619"/>
                  </a:lnTo>
                  <a:lnTo>
                    <a:pt x="49899" y="6143"/>
                  </a:lnTo>
                  <a:lnTo>
                    <a:pt x="57816" y="4952"/>
                  </a:lnTo>
                  <a:lnTo>
                    <a:pt x="65591" y="3762"/>
                  </a:lnTo>
                  <a:lnTo>
                    <a:pt x="73152" y="2285"/>
                  </a:lnTo>
                  <a:lnTo>
                    <a:pt x="76962" y="1523"/>
                  </a:lnTo>
                  <a:lnTo>
                    <a:pt x="76962" y="761"/>
                  </a:lnTo>
                  <a:lnTo>
                    <a:pt x="79248" y="1523"/>
                  </a:lnTo>
                  <a:lnTo>
                    <a:pt x="40386" y="5631"/>
                  </a:lnTo>
                  <a:lnTo>
                    <a:pt x="31242" y="7524"/>
                  </a:lnTo>
                  <a:lnTo>
                    <a:pt x="22098" y="9274"/>
                  </a:lnTo>
                  <a:lnTo>
                    <a:pt x="12954" y="10667"/>
                  </a:lnTo>
                  <a:lnTo>
                    <a:pt x="8381" y="11429"/>
                  </a:lnTo>
                  <a:lnTo>
                    <a:pt x="5333" y="12191"/>
                  </a:lnTo>
                  <a:lnTo>
                    <a:pt x="1523" y="13715"/>
                  </a:lnTo>
                  <a:lnTo>
                    <a:pt x="11822" y="13442"/>
                  </a:lnTo>
                  <a:lnTo>
                    <a:pt x="22193" y="12668"/>
                  </a:lnTo>
                  <a:lnTo>
                    <a:pt x="32706" y="11465"/>
                  </a:lnTo>
                  <a:lnTo>
                    <a:pt x="43434" y="9905"/>
                  </a:lnTo>
                  <a:lnTo>
                    <a:pt x="50851" y="8893"/>
                  </a:lnTo>
                  <a:lnTo>
                    <a:pt x="58197" y="8096"/>
                  </a:lnTo>
                  <a:lnTo>
                    <a:pt x="65401" y="7441"/>
                  </a:lnTo>
                  <a:lnTo>
                    <a:pt x="72390" y="6857"/>
                  </a:lnTo>
                  <a:lnTo>
                    <a:pt x="74676" y="6857"/>
                  </a:lnTo>
                  <a:lnTo>
                    <a:pt x="74676" y="6095"/>
                  </a:lnTo>
                  <a:lnTo>
                    <a:pt x="75438" y="6095"/>
                  </a:lnTo>
                  <a:lnTo>
                    <a:pt x="71628" y="6095"/>
                  </a:lnTo>
                  <a:lnTo>
                    <a:pt x="67818" y="6095"/>
                  </a:lnTo>
                  <a:lnTo>
                    <a:pt x="64769" y="6095"/>
                  </a:lnTo>
                  <a:lnTo>
                    <a:pt x="64769" y="2285"/>
                  </a:lnTo>
                  <a:lnTo>
                    <a:pt x="63246" y="1523"/>
                  </a:lnTo>
                  <a:lnTo>
                    <a:pt x="61722" y="0"/>
                  </a:lnTo>
                  <a:lnTo>
                    <a:pt x="60960" y="0"/>
                  </a:lnTo>
                  <a:lnTo>
                    <a:pt x="5943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69" name="Google Shape;1469;p11"/>
            <p:cNvGrpSpPr/>
            <p:nvPr/>
          </p:nvGrpSpPr>
          <p:grpSpPr>
            <a:xfrm>
              <a:off x="7672578" y="4590287"/>
              <a:ext cx="388620" cy="130048"/>
              <a:chOff x="7672578" y="4590287"/>
              <a:chExt cx="388620" cy="130048"/>
            </a:xfrm>
          </p:grpSpPr>
          <p:sp>
            <p:nvSpPr>
              <p:cNvPr id="1470" name="Google Shape;1470;p11"/>
              <p:cNvSpPr/>
              <p:nvPr/>
            </p:nvSpPr>
            <p:spPr>
              <a:xfrm>
                <a:off x="7761732" y="4590287"/>
                <a:ext cx="281305" cy="44450"/>
              </a:xfrm>
              <a:custGeom>
                <a:rect b="b" l="l" r="r" t="t"/>
                <a:pathLst>
                  <a:path extrusionOk="0" h="44450" w="281304">
                    <a:moveTo>
                      <a:pt x="3048" y="44196"/>
                    </a:moveTo>
                    <a:lnTo>
                      <a:pt x="15621" y="41802"/>
                    </a:lnTo>
                    <a:lnTo>
                      <a:pt x="28194" y="39338"/>
                    </a:lnTo>
                    <a:lnTo>
                      <a:pt x="40767" y="37016"/>
                    </a:lnTo>
                    <a:lnTo>
                      <a:pt x="53340" y="35052"/>
                    </a:lnTo>
                    <a:lnTo>
                      <a:pt x="72901" y="31884"/>
                    </a:lnTo>
                    <a:lnTo>
                      <a:pt x="92678" y="29146"/>
                    </a:lnTo>
                    <a:lnTo>
                      <a:pt x="112597" y="26693"/>
                    </a:lnTo>
                    <a:lnTo>
                      <a:pt x="132588" y="24384"/>
                    </a:lnTo>
                    <a:lnTo>
                      <a:pt x="152709" y="22193"/>
                    </a:lnTo>
                    <a:lnTo>
                      <a:pt x="172974" y="20002"/>
                    </a:lnTo>
                    <a:lnTo>
                      <a:pt x="193238" y="17526"/>
                    </a:lnTo>
                    <a:lnTo>
                      <a:pt x="238506" y="10096"/>
                    </a:lnTo>
                    <a:lnTo>
                      <a:pt x="263652" y="4572"/>
                    </a:lnTo>
                    <a:lnTo>
                      <a:pt x="268986" y="3810"/>
                    </a:lnTo>
                    <a:lnTo>
                      <a:pt x="274320" y="3048"/>
                    </a:lnTo>
                    <a:lnTo>
                      <a:pt x="280416" y="762"/>
                    </a:lnTo>
                    <a:lnTo>
                      <a:pt x="281178" y="762"/>
                    </a:lnTo>
                    <a:lnTo>
                      <a:pt x="281178" y="0"/>
                    </a:lnTo>
                    <a:lnTo>
                      <a:pt x="245745" y="404"/>
                    </a:lnTo>
                    <a:lnTo>
                      <a:pt x="174879" y="3214"/>
                    </a:lnTo>
                    <a:lnTo>
                      <a:pt x="116455" y="7167"/>
                    </a:lnTo>
                    <a:lnTo>
                      <a:pt x="93249" y="9144"/>
                    </a:lnTo>
                    <a:lnTo>
                      <a:pt x="69901" y="11120"/>
                    </a:lnTo>
                    <a:lnTo>
                      <a:pt x="23241" y="15335"/>
                    </a:lnTo>
                    <a:lnTo>
                      <a:pt x="0" y="18288"/>
                    </a:lnTo>
                    <a:lnTo>
                      <a:pt x="40576" y="18121"/>
                    </a:lnTo>
                    <a:lnTo>
                      <a:pt x="81153" y="17526"/>
                    </a:lnTo>
                    <a:lnTo>
                      <a:pt x="121729" y="16359"/>
                    </a:lnTo>
                    <a:lnTo>
                      <a:pt x="162306" y="14478"/>
                    </a:lnTo>
                    <a:lnTo>
                      <a:pt x="183451" y="13454"/>
                    </a:lnTo>
                    <a:lnTo>
                      <a:pt x="204597" y="12573"/>
                    </a:lnTo>
                    <a:lnTo>
                      <a:pt x="225742" y="11691"/>
                    </a:lnTo>
                    <a:lnTo>
                      <a:pt x="246888" y="10668"/>
                    </a:lnTo>
                    <a:lnTo>
                      <a:pt x="254889" y="10668"/>
                    </a:lnTo>
                    <a:lnTo>
                      <a:pt x="262890" y="10668"/>
                    </a:lnTo>
                    <a:lnTo>
                      <a:pt x="270891" y="10668"/>
                    </a:lnTo>
                    <a:lnTo>
                      <a:pt x="278892" y="10668"/>
                    </a:lnTo>
                    <a:lnTo>
                      <a:pt x="279654" y="10668"/>
                    </a:lnTo>
                    <a:lnTo>
                      <a:pt x="280416" y="10668"/>
                    </a:lnTo>
                    <a:lnTo>
                      <a:pt x="277368" y="10668"/>
                    </a:lnTo>
                    <a:lnTo>
                      <a:pt x="276606" y="11430"/>
                    </a:lnTo>
                    <a:lnTo>
                      <a:pt x="273558" y="10668"/>
                    </a:lnTo>
                    <a:lnTo>
                      <a:pt x="272034" y="9906"/>
                    </a:lnTo>
                    <a:lnTo>
                      <a:pt x="270510" y="9144"/>
                    </a:lnTo>
                    <a:lnTo>
                      <a:pt x="268224" y="914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11"/>
              <p:cNvSpPr/>
              <p:nvPr/>
            </p:nvSpPr>
            <p:spPr>
              <a:xfrm>
                <a:off x="7672578" y="4688585"/>
                <a:ext cx="388620" cy="31750"/>
              </a:xfrm>
              <a:custGeom>
                <a:rect b="b" l="l" r="r" t="t"/>
                <a:pathLst>
                  <a:path extrusionOk="0" h="31750" w="388620">
                    <a:moveTo>
                      <a:pt x="0" y="30480"/>
                    </a:moveTo>
                    <a:lnTo>
                      <a:pt x="16573" y="31206"/>
                    </a:lnTo>
                    <a:lnTo>
                      <a:pt x="33147" y="31146"/>
                    </a:lnTo>
                    <a:lnTo>
                      <a:pt x="49720" y="30372"/>
                    </a:lnTo>
                    <a:lnTo>
                      <a:pt x="66294" y="28956"/>
                    </a:lnTo>
                    <a:lnTo>
                      <a:pt x="95309" y="26539"/>
                    </a:lnTo>
                    <a:lnTo>
                      <a:pt x="124110" y="23907"/>
                    </a:lnTo>
                    <a:lnTo>
                      <a:pt x="152769" y="21133"/>
                    </a:lnTo>
                    <a:lnTo>
                      <a:pt x="181356" y="18288"/>
                    </a:lnTo>
                    <a:lnTo>
                      <a:pt x="211062" y="16144"/>
                    </a:lnTo>
                    <a:lnTo>
                      <a:pt x="240696" y="14287"/>
                    </a:lnTo>
                    <a:lnTo>
                      <a:pt x="270188" y="12715"/>
                    </a:lnTo>
                    <a:lnTo>
                      <a:pt x="299466" y="11430"/>
                    </a:lnTo>
                    <a:lnTo>
                      <a:pt x="317754" y="10858"/>
                    </a:lnTo>
                    <a:lnTo>
                      <a:pt x="336042" y="10287"/>
                    </a:lnTo>
                    <a:lnTo>
                      <a:pt x="354330" y="9715"/>
                    </a:lnTo>
                    <a:lnTo>
                      <a:pt x="372618" y="9144"/>
                    </a:lnTo>
                    <a:lnTo>
                      <a:pt x="377952" y="9144"/>
                    </a:lnTo>
                    <a:lnTo>
                      <a:pt x="383286" y="9144"/>
                    </a:lnTo>
                    <a:lnTo>
                      <a:pt x="388620" y="9144"/>
                    </a:lnTo>
                    <a:lnTo>
                      <a:pt x="385572" y="8382"/>
                    </a:lnTo>
                    <a:lnTo>
                      <a:pt x="384048" y="7620"/>
                    </a:lnTo>
                    <a:lnTo>
                      <a:pt x="381000" y="5334"/>
                    </a:lnTo>
                    <a:lnTo>
                      <a:pt x="378714" y="3810"/>
                    </a:lnTo>
                    <a:lnTo>
                      <a:pt x="376428" y="2286"/>
                    </a:lnTo>
                    <a:lnTo>
                      <a:pt x="374142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72" name="Google Shape;1472;p11"/>
            <p:cNvSpPr/>
            <p:nvPr/>
          </p:nvSpPr>
          <p:spPr>
            <a:xfrm>
              <a:off x="7483947" y="5205984"/>
              <a:ext cx="354965" cy="295910"/>
            </a:xfrm>
            <a:custGeom>
              <a:rect b="b" l="l" r="r" t="t"/>
              <a:pathLst>
                <a:path extrusionOk="0" h="295910" w="354965">
                  <a:moveTo>
                    <a:pt x="354746" y="0"/>
                  </a:moveTo>
                  <a:lnTo>
                    <a:pt x="321956" y="39219"/>
                  </a:lnTo>
                  <a:lnTo>
                    <a:pt x="285499" y="74973"/>
                  </a:lnTo>
                  <a:lnTo>
                    <a:pt x="235207" y="119860"/>
                  </a:lnTo>
                  <a:lnTo>
                    <a:pt x="177260" y="167378"/>
                  </a:lnTo>
                  <a:lnTo>
                    <a:pt x="144529" y="192024"/>
                  </a:lnTo>
                  <a:lnTo>
                    <a:pt x="111371" y="216098"/>
                  </a:lnTo>
                  <a:lnTo>
                    <a:pt x="78140" y="240030"/>
                  </a:lnTo>
                  <a:lnTo>
                    <a:pt x="39564" y="266223"/>
                  </a:lnTo>
                  <a:lnTo>
                    <a:pt x="20597" y="279570"/>
                  </a:lnTo>
                  <a:lnTo>
                    <a:pt x="2702" y="294132"/>
                  </a:lnTo>
                  <a:lnTo>
                    <a:pt x="0" y="295596"/>
                  </a:lnTo>
                  <a:lnTo>
                    <a:pt x="2226" y="292131"/>
                  </a:lnTo>
                  <a:lnTo>
                    <a:pt x="6024" y="287381"/>
                  </a:lnTo>
                  <a:lnTo>
                    <a:pt x="8036" y="28498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1"/>
            <p:cNvSpPr/>
            <p:nvPr/>
          </p:nvSpPr>
          <p:spPr>
            <a:xfrm>
              <a:off x="8119109" y="5225034"/>
              <a:ext cx="429259" cy="285115"/>
            </a:xfrm>
            <a:custGeom>
              <a:rect b="b" l="l" r="r" t="t"/>
              <a:pathLst>
                <a:path extrusionOk="0" h="285114" w="429259">
                  <a:moveTo>
                    <a:pt x="429005" y="0"/>
                  </a:moveTo>
                  <a:lnTo>
                    <a:pt x="410753" y="261"/>
                  </a:lnTo>
                  <a:lnTo>
                    <a:pt x="395573" y="6667"/>
                  </a:lnTo>
                  <a:lnTo>
                    <a:pt x="381107" y="17359"/>
                  </a:lnTo>
                  <a:lnTo>
                    <a:pt x="364997" y="30480"/>
                  </a:lnTo>
                  <a:lnTo>
                    <a:pt x="332660" y="55971"/>
                  </a:lnTo>
                  <a:lnTo>
                    <a:pt x="300608" y="81819"/>
                  </a:lnTo>
                  <a:lnTo>
                    <a:pt x="268557" y="107525"/>
                  </a:lnTo>
                  <a:lnTo>
                    <a:pt x="236219" y="132588"/>
                  </a:lnTo>
                  <a:lnTo>
                    <a:pt x="201084" y="158353"/>
                  </a:lnTo>
                  <a:lnTo>
                    <a:pt x="165449" y="183261"/>
                  </a:lnTo>
                  <a:lnTo>
                    <a:pt x="129385" y="207597"/>
                  </a:lnTo>
                  <a:lnTo>
                    <a:pt x="92963" y="231648"/>
                  </a:lnTo>
                  <a:lnTo>
                    <a:pt x="47624" y="260032"/>
                  </a:lnTo>
                  <a:lnTo>
                    <a:pt x="24383" y="273010"/>
                  </a:lnTo>
                  <a:lnTo>
                    <a:pt x="0" y="28498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1"/>
            <p:cNvSpPr/>
            <p:nvPr/>
          </p:nvSpPr>
          <p:spPr>
            <a:xfrm>
              <a:off x="5713095" y="5323213"/>
              <a:ext cx="49530" cy="61594"/>
            </a:xfrm>
            <a:custGeom>
              <a:rect b="b" l="l" r="r" t="t"/>
              <a:pathLst>
                <a:path extrusionOk="0" h="61595" w="49529">
                  <a:moveTo>
                    <a:pt x="1904" y="24503"/>
                  </a:moveTo>
                  <a:lnTo>
                    <a:pt x="1345" y="32623"/>
                  </a:lnTo>
                  <a:lnTo>
                    <a:pt x="857" y="40886"/>
                  </a:lnTo>
                  <a:lnTo>
                    <a:pt x="511" y="49148"/>
                  </a:lnTo>
                  <a:lnTo>
                    <a:pt x="380" y="57269"/>
                  </a:lnTo>
                  <a:lnTo>
                    <a:pt x="380" y="61079"/>
                  </a:lnTo>
                  <a:lnTo>
                    <a:pt x="380" y="58031"/>
                  </a:lnTo>
                  <a:lnTo>
                    <a:pt x="380" y="55745"/>
                  </a:lnTo>
                  <a:lnTo>
                    <a:pt x="190" y="47065"/>
                  </a:lnTo>
                  <a:lnTo>
                    <a:pt x="0" y="38314"/>
                  </a:lnTo>
                  <a:lnTo>
                    <a:pt x="380" y="29706"/>
                  </a:lnTo>
                  <a:lnTo>
                    <a:pt x="26824" y="0"/>
                  </a:lnTo>
                  <a:lnTo>
                    <a:pt x="32289" y="2595"/>
                  </a:lnTo>
                  <a:lnTo>
                    <a:pt x="48386" y="40505"/>
                  </a:lnTo>
                  <a:lnTo>
                    <a:pt x="49148" y="48125"/>
                  </a:lnTo>
                  <a:lnTo>
                    <a:pt x="43814" y="51173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75" name="Google Shape;1475;p11"/>
            <p:cNvGrpSpPr/>
            <p:nvPr/>
          </p:nvGrpSpPr>
          <p:grpSpPr>
            <a:xfrm>
              <a:off x="5024628" y="5565648"/>
              <a:ext cx="60451" cy="62738"/>
              <a:chOff x="5024628" y="5565648"/>
              <a:chExt cx="60451" cy="62738"/>
            </a:xfrm>
          </p:grpSpPr>
          <p:sp>
            <p:nvSpPr>
              <p:cNvPr id="1476" name="Google Shape;1476;p11"/>
              <p:cNvSpPr/>
              <p:nvPr/>
            </p:nvSpPr>
            <p:spPr>
              <a:xfrm>
                <a:off x="5024628" y="5565648"/>
                <a:ext cx="55244" cy="11430"/>
              </a:xfrm>
              <a:custGeom>
                <a:rect b="b" l="l" r="r" t="t"/>
                <a:pathLst>
                  <a:path extrusionOk="0" h="11429" w="55245">
                    <a:moveTo>
                      <a:pt x="0" y="11430"/>
                    </a:moveTo>
                    <a:lnTo>
                      <a:pt x="38100" y="6096"/>
                    </a:lnTo>
                    <a:lnTo>
                      <a:pt x="43434" y="3810"/>
                    </a:lnTo>
                    <a:lnTo>
                      <a:pt x="48768" y="2286"/>
                    </a:lnTo>
                    <a:lnTo>
                      <a:pt x="54864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11"/>
              <p:cNvSpPr/>
              <p:nvPr/>
            </p:nvSpPr>
            <p:spPr>
              <a:xfrm>
                <a:off x="5033010" y="5618226"/>
                <a:ext cx="52069" cy="10160"/>
              </a:xfrm>
              <a:custGeom>
                <a:rect b="b" l="l" r="r" t="t"/>
                <a:pathLst>
                  <a:path extrusionOk="0" h="10160" w="52070">
                    <a:moveTo>
                      <a:pt x="0" y="7619"/>
                    </a:moveTo>
                    <a:lnTo>
                      <a:pt x="11787" y="9405"/>
                    </a:lnTo>
                    <a:lnTo>
                      <a:pt x="21145" y="9905"/>
                    </a:lnTo>
                    <a:lnTo>
                      <a:pt x="30218" y="8691"/>
                    </a:lnTo>
                    <a:lnTo>
                      <a:pt x="41148" y="5333"/>
                    </a:lnTo>
                    <a:lnTo>
                      <a:pt x="44958" y="3809"/>
                    </a:lnTo>
                    <a:lnTo>
                      <a:pt x="48768" y="1523"/>
                    </a:lnTo>
                    <a:lnTo>
                      <a:pt x="51816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78" name="Google Shape;1478;p11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5342369" y="5487149"/>
              <a:ext cx="120421" cy="165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9" name="Google Shape;1479;p11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5370848" y="5705081"/>
              <a:ext cx="91584" cy="11508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0" name="Google Shape;1480;p11"/>
            <p:cNvGrpSpPr/>
            <p:nvPr/>
          </p:nvGrpSpPr>
          <p:grpSpPr>
            <a:xfrm>
              <a:off x="5656325" y="5410962"/>
              <a:ext cx="233679" cy="272796"/>
              <a:chOff x="5656325" y="5410962"/>
              <a:chExt cx="233679" cy="272796"/>
            </a:xfrm>
          </p:grpSpPr>
          <p:sp>
            <p:nvSpPr>
              <p:cNvPr id="1481" name="Google Shape;1481;p11"/>
              <p:cNvSpPr/>
              <p:nvPr/>
            </p:nvSpPr>
            <p:spPr>
              <a:xfrm>
                <a:off x="5656325" y="5410962"/>
                <a:ext cx="233679" cy="219075"/>
              </a:xfrm>
              <a:custGeom>
                <a:rect b="b" l="l" r="r" t="t"/>
                <a:pathLst>
                  <a:path extrusionOk="0" h="219075" w="233679">
                    <a:moveTo>
                      <a:pt x="181355" y="0"/>
                    </a:moveTo>
                    <a:lnTo>
                      <a:pt x="163615" y="6786"/>
                    </a:lnTo>
                    <a:lnTo>
                      <a:pt x="145732" y="12572"/>
                    </a:lnTo>
                    <a:lnTo>
                      <a:pt x="127563" y="17787"/>
                    </a:lnTo>
                    <a:lnTo>
                      <a:pt x="108965" y="22859"/>
                    </a:lnTo>
                    <a:lnTo>
                      <a:pt x="89427" y="28729"/>
                    </a:lnTo>
                    <a:lnTo>
                      <a:pt x="69818" y="34956"/>
                    </a:lnTo>
                    <a:lnTo>
                      <a:pt x="50351" y="41612"/>
                    </a:lnTo>
                    <a:lnTo>
                      <a:pt x="31241" y="48767"/>
                    </a:lnTo>
                    <a:lnTo>
                      <a:pt x="22859" y="52577"/>
                    </a:lnTo>
                    <a:lnTo>
                      <a:pt x="15239" y="55625"/>
                    </a:lnTo>
                    <a:lnTo>
                      <a:pt x="9143" y="60959"/>
                    </a:lnTo>
                    <a:lnTo>
                      <a:pt x="21145" y="61281"/>
                    </a:lnTo>
                    <a:lnTo>
                      <a:pt x="33146" y="61245"/>
                    </a:lnTo>
                    <a:lnTo>
                      <a:pt x="45148" y="61067"/>
                    </a:lnTo>
                    <a:lnTo>
                      <a:pt x="57149" y="60959"/>
                    </a:lnTo>
                    <a:lnTo>
                      <a:pt x="99536" y="61150"/>
                    </a:lnTo>
                    <a:lnTo>
                      <a:pt x="142493" y="62483"/>
                    </a:lnTo>
                    <a:lnTo>
                      <a:pt x="192535" y="67091"/>
                    </a:lnTo>
                    <a:lnTo>
                      <a:pt x="230123" y="84581"/>
                    </a:lnTo>
                    <a:lnTo>
                      <a:pt x="227004" y="93714"/>
                    </a:lnTo>
                    <a:lnTo>
                      <a:pt x="184070" y="123884"/>
                    </a:lnTo>
                    <a:lnTo>
                      <a:pt x="147494" y="142577"/>
                    </a:lnTo>
                    <a:lnTo>
                      <a:pt x="109216" y="160662"/>
                    </a:lnTo>
                    <a:lnTo>
                      <a:pt x="69520" y="178427"/>
                    </a:lnTo>
                    <a:lnTo>
                      <a:pt x="49529" y="187451"/>
                    </a:lnTo>
                    <a:lnTo>
                      <a:pt x="4571" y="210311"/>
                    </a:lnTo>
                    <a:lnTo>
                      <a:pt x="1523" y="212597"/>
                    </a:lnTo>
                    <a:lnTo>
                      <a:pt x="761" y="212597"/>
                    </a:lnTo>
                    <a:lnTo>
                      <a:pt x="0" y="214883"/>
                    </a:lnTo>
                    <a:lnTo>
                      <a:pt x="5333" y="217169"/>
                    </a:lnTo>
                    <a:lnTo>
                      <a:pt x="12953" y="218693"/>
                    </a:lnTo>
                    <a:lnTo>
                      <a:pt x="20573" y="218693"/>
                    </a:lnTo>
                    <a:lnTo>
                      <a:pt x="76616" y="215157"/>
                    </a:lnTo>
                    <a:lnTo>
                      <a:pt x="120395" y="208025"/>
                    </a:lnTo>
                    <a:lnTo>
                      <a:pt x="145541" y="203453"/>
                    </a:lnTo>
                    <a:lnTo>
                      <a:pt x="170687" y="198881"/>
                    </a:lnTo>
                    <a:lnTo>
                      <a:pt x="195833" y="194309"/>
                    </a:lnTo>
                    <a:lnTo>
                      <a:pt x="202049" y="193274"/>
                    </a:lnTo>
                    <a:lnTo>
                      <a:pt x="212978" y="191166"/>
                    </a:lnTo>
                    <a:lnTo>
                      <a:pt x="223908" y="189487"/>
                    </a:lnTo>
                    <a:lnTo>
                      <a:pt x="230123" y="189737"/>
                    </a:lnTo>
                    <a:lnTo>
                      <a:pt x="233171" y="192785"/>
                    </a:lnTo>
                    <a:lnTo>
                      <a:pt x="224789" y="192023"/>
                    </a:lnTo>
                    <a:lnTo>
                      <a:pt x="220979" y="192785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11"/>
              <p:cNvSpPr/>
              <p:nvPr/>
            </p:nvSpPr>
            <p:spPr>
              <a:xfrm>
                <a:off x="5663183" y="5668518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047"/>
                    </a:moveTo>
                    <a:lnTo>
                      <a:pt x="0" y="11429"/>
                    </a:lnTo>
                    <a:lnTo>
                      <a:pt x="3047" y="15239"/>
                    </a:lnTo>
                    <a:lnTo>
                      <a:pt x="11429" y="15239"/>
                    </a:lnTo>
                    <a:lnTo>
                      <a:pt x="15239" y="11429"/>
                    </a:lnTo>
                    <a:lnTo>
                      <a:pt x="15239" y="7619"/>
                    </a:lnTo>
                    <a:lnTo>
                      <a:pt x="15239" y="3047"/>
                    </a:lnTo>
                    <a:lnTo>
                      <a:pt x="11429" y="0"/>
                    </a:lnTo>
                    <a:lnTo>
                      <a:pt x="3047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3" name="Google Shape;1483;p11"/>
            <p:cNvGrpSpPr/>
            <p:nvPr/>
          </p:nvGrpSpPr>
          <p:grpSpPr>
            <a:xfrm>
              <a:off x="5678424" y="5692139"/>
              <a:ext cx="153178" cy="97536"/>
              <a:chOff x="5678424" y="5692139"/>
              <a:chExt cx="153178" cy="97536"/>
            </a:xfrm>
          </p:grpSpPr>
          <p:sp>
            <p:nvSpPr>
              <p:cNvPr id="1484" name="Google Shape;1484;p11"/>
              <p:cNvSpPr/>
              <p:nvPr/>
            </p:nvSpPr>
            <p:spPr>
              <a:xfrm>
                <a:off x="5678424" y="5736335"/>
                <a:ext cx="1270" cy="53340"/>
              </a:xfrm>
              <a:custGeom>
                <a:rect b="b" l="l" r="r" t="t"/>
                <a:pathLst>
                  <a:path extrusionOk="0" h="53339" w="1270">
                    <a:moveTo>
                      <a:pt x="0" y="0"/>
                    </a:moveTo>
                    <a:lnTo>
                      <a:pt x="11" y="8584"/>
                    </a:lnTo>
                    <a:lnTo>
                      <a:pt x="95" y="17240"/>
                    </a:lnTo>
                    <a:lnTo>
                      <a:pt x="321" y="26038"/>
                    </a:lnTo>
                    <a:lnTo>
                      <a:pt x="762" y="35051"/>
                    </a:lnTo>
                    <a:lnTo>
                      <a:pt x="762" y="40385"/>
                    </a:lnTo>
                    <a:lnTo>
                      <a:pt x="762" y="48005"/>
                    </a:lnTo>
                    <a:lnTo>
                      <a:pt x="0" y="5333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11"/>
              <p:cNvSpPr/>
              <p:nvPr/>
            </p:nvSpPr>
            <p:spPr>
              <a:xfrm>
                <a:off x="5731002" y="5716523"/>
                <a:ext cx="32384" cy="1270"/>
              </a:xfrm>
              <a:custGeom>
                <a:rect b="b" l="l" r="r" t="t"/>
                <a:pathLst>
                  <a:path extrusionOk="0" h="1270" w="32385">
                    <a:moveTo>
                      <a:pt x="0" y="0"/>
                    </a:moveTo>
                    <a:lnTo>
                      <a:pt x="8001" y="440"/>
                    </a:lnTo>
                    <a:lnTo>
                      <a:pt x="16002" y="666"/>
                    </a:lnTo>
                    <a:lnTo>
                      <a:pt x="24003" y="750"/>
                    </a:lnTo>
                    <a:lnTo>
                      <a:pt x="32004" y="76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11"/>
              <p:cNvSpPr/>
              <p:nvPr/>
            </p:nvSpPr>
            <p:spPr>
              <a:xfrm>
                <a:off x="5746242" y="5752337"/>
                <a:ext cx="36830" cy="10795"/>
              </a:xfrm>
              <a:custGeom>
                <a:rect b="b" l="l" r="r" t="t"/>
                <a:pathLst>
                  <a:path extrusionOk="0" h="10795" w="36829">
                    <a:moveTo>
                      <a:pt x="0" y="10667"/>
                    </a:moveTo>
                    <a:lnTo>
                      <a:pt x="8846" y="9691"/>
                    </a:lnTo>
                    <a:lnTo>
                      <a:pt x="16478" y="8572"/>
                    </a:lnTo>
                    <a:lnTo>
                      <a:pt x="23681" y="6596"/>
                    </a:lnTo>
                    <a:lnTo>
                      <a:pt x="31242" y="3047"/>
                    </a:lnTo>
                    <a:lnTo>
                      <a:pt x="33528" y="2285"/>
                    </a:lnTo>
                    <a:lnTo>
                      <a:pt x="35052" y="761"/>
                    </a:lnTo>
                    <a:lnTo>
                      <a:pt x="36576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11"/>
              <p:cNvSpPr/>
              <p:nvPr/>
            </p:nvSpPr>
            <p:spPr>
              <a:xfrm>
                <a:off x="5827157" y="5692139"/>
                <a:ext cx="4445" cy="77470"/>
              </a:xfrm>
              <a:custGeom>
                <a:rect b="b" l="l" r="r" t="t"/>
                <a:pathLst>
                  <a:path extrusionOk="0" h="77470" w="4445">
                    <a:moveTo>
                      <a:pt x="2143" y="0"/>
                    </a:moveTo>
                    <a:lnTo>
                      <a:pt x="1047" y="9477"/>
                    </a:lnTo>
                    <a:lnTo>
                      <a:pt x="238" y="18668"/>
                    </a:lnTo>
                    <a:lnTo>
                      <a:pt x="0" y="27860"/>
                    </a:lnTo>
                    <a:lnTo>
                      <a:pt x="619" y="37337"/>
                    </a:lnTo>
                    <a:lnTo>
                      <a:pt x="1857" y="46362"/>
                    </a:lnTo>
                    <a:lnTo>
                      <a:pt x="3095" y="55244"/>
                    </a:lnTo>
                    <a:lnTo>
                      <a:pt x="4048" y="64127"/>
                    </a:lnTo>
                    <a:lnTo>
                      <a:pt x="4429" y="73151"/>
                    </a:lnTo>
                    <a:lnTo>
                      <a:pt x="4429" y="73913"/>
                    </a:lnTo>
                    <a:lnTo>
                      <a:pt x="4429" y="75437"/>
                    </a:lnTo>
                    <a:lnTo>
                      <a:pt x="4429" y="76961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8" name="Google Shape;1488;p11"/>
            <p:cNvGrpSpPr/>
            <p:nvPr/>
          </p:nvGrpSpPr>
          <p:grpSpPr>
            <a:xfrm>
              <a:off x="5052822" y="6108192"/>
              <a:ext cx="61340" cy="69342"/>
              <a:chOff x="5052822" y="6108192"/>
              <a:chExt cx="61340" cy="69342"/>
            </a:xfrm>
          </p:grpSpPr>
          <p:sp>
            <p:nvSpPr>
              <p:cNvPr id="1489" name="Google Shape;1489;p11"/>
              <p:cNvSpPr/>
              <p:nvPr/>
            </p:nvSpPr>
            <p:spPr>
              <a:xfrm>
                <a:off x="5052822" y="6108192"/>
                <a:ext cx="43815" cy="8890"/>
              </a:xfrm>
              <a:custGeom>
                <a:rect b="b" l="l" r="r" t="t"/>
                <a:pathLst>
                  <a:path extrusionOk="0" h="8889" w="43814">
                    <a:moveTo>
                      <a:pt x="0" y="0"/>
                    </a:moveTo>
                    <a:lnTo>
                      <a:pt x="8536" y="2464"/>
                    </a:lnTo>
                    <a:lnTo>
                      <a:pt x="16287" y="4286"/>
                    </a:lnTo>
                    <a:lnTo>
                      <a:pt x="23895" y="5679"/>
                    </a:lnTo>
                    <a:lnTo>
                      <a:pt x="32004" y="6858"/>
                    </a:lnTo>
                    <a:lnTo>
                      <a:pt x="35814" y="6858"/>
                    </a:lnTo>
                    <a:lnTo>
                      <a:pt x="41148" y="7620"/>
                    </a:lnTo>
                    <a:lnTo>
                      <a:pt x="43434" y="838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11"/>
              <p:cNvSpPr/>
              <p:nvPr/>
            </p:nvSpPr>
            <p:spPr>
              <a:xfrm>
                <a:off x="5058918" y="6169914"/>
                <a:ext cx="55244" cy="7620"/>
              </a:xfrm>
              <a:custGeom>
                <a:rect b="b" l="l" r="r" t="t"/>
                <a:pathLst>
                  <a:path extrusionOk="0" h="7620" w="55245">
                    <a:moveTo>
                      <a:pt x="0" y="6858"/>
                    </a:moveTo>
                    <a:lnTo>
                      <a:pt x="41148" y="3810"/>
                    </a:lnTo>
                    <a:lnTo>
                      <a:pt x="50292" y="1524"/>
                    </a:lnTo>
                    <a:lnTo>
                      <a:pt x="54864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91" name="Google Shape;1491;p11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5470385" y="6041123"/>
              <a:ext cx="141757" cy="144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2" name="Google Shape;1492;p11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5505437" y="6230861"/>
              <a:ext cx="76225" cy="838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3" name="Google Shape;1493;p11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5817857" y="6022835"/>
              <a:ext cx="232435" cy="17940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4" name="Google Shape;1494;p11"/>
            <p:cNvGrpSpPr/>
            <p:nvPr/>
          </p:nvGrpSpPr>
          <p:grpSpPr>
            <a:xfrm>
              <a:off x="5846064" y="6237732"/>
              <a:ext cx="163322" cy="103124"/>
              <a:chOff x="5846064" y="6237732"/>
              <a:chExt cx="163322" cy="103124"/>
            </a:xfrm>
          </p:grpSpPr>
          <p:sp>
            <p:nvSpPr>
              <p:cNvPr id="1495" name="Google Shape;1495;p11"/>
              <p:cNvSpPr/>
              <p:nvPr/>
            </p:nvSpPr>
            <p:spPr>
              <a:xfrm>
                <a:off x="5860542" y="6292596"/>
                <a:ext cx="3175" cy="45720"/>
              </a:xfrm>
              <a:custGeom>
                <a:rect b="b" l="l" r="r" t="t"/>
                <a:pathLst>
                  <a:path extrusionOk="0" h="45720" w="3175">
                    <a:moveTo>
                      <a:pt x="3048" y="0"/>
                    </a:moveTo>
                    <a:lnTo>
                      <a:pt x="2595" y="8239"/>
                    </a:lnTo>
                    <a:lnTo>
                      <a:pt x="2286" y="16763"/>
                    </a:lnTo>
                    <a:lnTo>
                      <a:pt x="1976" y="25288"/>
                    </a:lnTo>
                    <a:lnTo>
                      <a:pt x="1524" y="33527"/>
                    </a:lnTo>
                    <a:lnTo>
                      <a:pt x="762" y="37337"/>
                    </a:lnTo>
                    <a:lnTo>
                      <a:pt x="762" y="41909"/>
                    </a:lnTo>
                    <a:lnTo>
                      <a:pt x="0" y="45719"/>
                    </a:lnTo>
                    <a:lnTo>
                      <a:pt x="0" y="44957"/>
                    </a:lnTo>
                    <a:lnTo>
                      <a:pt x="0" y="44195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11"/>
              <p:cNvSpPr/>
              <p:nvPr/>
            </p:nvSpPr>
            <p:spPr>
              <a:xfrm>
                <a:off x="5846064" y="6237732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810"/>
                    </a:moveTo>
                    <a:lnTo>
                      <a:pt x="0" y="12192"/>
                    </a:lnTo>
                    <a:lnTo>
                      <a:pt x="3809" y="15240"/>
                    </a:lnTo>
                    <a:lnTo>
                      <a:pt x="12191" y="15240"/>
                    </a:lnTo>
                    <a:lnTo>
                      <a:pt x="15239" y="12192"/>
                    </a:lnTo>
                    <a:lnTo>
                      <a:pt x="15239" y="7620"/>
                    </a:lnTo>
                    <a:lnTo>
                      <a:pt x="15239" y="3810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11"/>
              <p:cNvSpPr/>
              <p:nvPr/>
            </p:nvSpPr>
            <p:spPr>
              <a:xfrm>
                <a:off x="5913882" y="6274308"/>
                <a:ext cx="33020" cy="1905"/>
              </a:xfrm>
              <a:custGeom>
                <a:rect b="b" l="l" r="r" t="t"/>
                <a:pathLst>
                  <a:path extrusionOk="0" h="1904" w="33020">
                    <a:moveTo>
                      <a:pt x="0" y="0"/>
                    </a:moveTo>
                    <a:lnTo>
                      <a:pt x="7429" y="333"/>
                    </a:lnTo>
                    <a:lnTo>
                      <a:pt x="14859" y="381"/>
                    </a:lnTo>
                    <a:lnTo>
                      <a:pt x="22288" y="428"/>
                    </a:lnTo>
                    <a:lnTo>
                      <a:pt x="29718" y="762"/>
                    </a:lnTo>
                    <a:lnTo>
                      <a:pt x="31242" y="762"/>
                    </a:lnTo>
                    <a:lnTo>
                      <a:pt x="32004" y="762"/>
                    </a:lnTo>
                    <a:lnTo>
                      <a:pt x="32766" y="152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11"/>
              <p:cNvSpPr/>
              <p:nvPr/>
            </p:nvSpPr>
            <p:spPr>
              <a:xfrm>
                <a:off x="5918454" y="6318504"/>
                <a:ext cx="51435" cy="11430"/>
              </a:xfrm>
              <a:custGeom>
                <a:rect b="b" l="l" r="r" t="t"/>
                <a:pathLst>
                  <a:path extrusionOk="0" h="11429" w="51435">
                    <a:moveTo>
                      <a:pt x="0" y="10668"/>
                    </a:moveTo>
                    <a:lnTo>
                      <a:pt x="43434" y="3810"/>
                    </a:lnTo>
                    <a:lnTo>
                      <a:pt x="45720" y="3048"/>
                    </a:lnTo>
                    <a:lnTo>
                      <a:pt x="51053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11"/>
              <p:cNvSpPr/>
              <p:nvPr/>
            </p:nvSpPr>
            <p:spPr>
              <a:xfrm>
                <a:off x="6006846" y="6281166"/>
                <a:ext cx="2540" cy="59690"/>
              </a:xfrm>
              <a:custGeom>
                <a:rect b="b" l="l" r="r" t="t"/>
                <a:pathLst>
                  <a:path extrusionOk="0" h="59689" w="2539">
                    <a:moveTo>
                      <a:pt x="2286" y="0"/>
                    </a:moveTo>
                    <a:lnTo>
                      <a:pt x="2047" y="10167"/>
                    </a:lnTo>
                    <a:lnTo>
                      <a:pt x="1524" y="20193"/>
                    </a:lnTo>
                    <a:lnTo>
                      <a:pt x="1000" y="30218"/>
                    </a:lnTo>
                    <a:lnTo>
                      <a:pt x="762" y="40386"/>
                    </a:lnTo>
                    <a:lnTo>
                      <a:pt x="0" y="47244"/>
                    </a:lnTo>
                    <a:lnTo>
                      <a:pt x="762" y="53340"/>
                    </a:lnTo>
                    <a:lnTo>
                      <a:pt x="762" y="5943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00" name="Google Shape;1500;p11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5874816" y="5910821"/>
              <a:ext cx="66509" cy="8079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1" name="Google Shape;1501;p11"/>
            <p:cNvGrpSpPr/>
            <p:nvPr/>
          </p:nvGrpSpPr>
          <p:grpSpPr>
            <a:xfrm>
              <a:off x="6162281" y="5950445"/>
              <a:ext cx="243865" cy="189763"/>
              <a:chOff x="6162281" y="5950445"/>
              <a:chExt cx="243865" cy="189763"/>
            </a:xfrm>
          </p:grpSpPr>
          <p:pic>
            <p:nvPicPr>
              <p:cNvPr id="1502" name="Google Shape;1502;p11"/>
              <p:cNvPicPr preferRelativeResize="0"/>
              <p:nvPr/>
            </p:nvPicPr>
            <p:blipFill rotWithShape="1">
              <a:blip r:embed="rId56">
                <a:alphaModFix/>
              </a:blip>
              <a:srcRect b="0" l="0" r="0" t="0"/>
              <a:stretch/>
            </p:blipFill>
            <p:spPr>
              <a:xfrm>
                <a:off x="6162281" y="5950445"/>
                <a:ext cx="92227" cy="18976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03" name="Google Shape;1503;p11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6293345" y="6026645"/>
                <a:ext cx="112801" cy="975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04" name="Google Shape;1504;p11"/>
            <p:cNvSpPr/>
            <p:nvPr/>
          </p:nvSpPr>
          <p:spPr>
            <a:xfrm>
              <a:off x="6601968" y="6044946"/>
              <a:ext cx="58419" cy="1905"/>
            </a:xfrm>
            <a:custGeom>
              <a:rect b="b" l="l" r="r" t="t"/>
              <a:pathLst>
                <a:path extrusionOk="0" h="1904" w="58420">
                  <a:moveTo>
                    <a:pt x="0" y="0"/>
                  </a:moveTo>
                  <a:lnTo>
                    <a:pt x="8691" y="440"/>
                  </a:lnTo>
                  <a:lnTo>
                    <a:pt x="17526" y="666"/>
                  </a:lnTo>
                  <a:lnTo>
                    <a:pt x="26360" y="750"/>
                  </a:lnTo>
                  <a:lnTo>
                    <a:pt x="35052" y="762"/>
                  </a:lnTo>
                  <a:lnTo>
                    <a:pt x="41910" y="762"/>
                  </a:lnTo>
                  <a:lnTo>
                    <a:pt x="48768" y="1524"/>
                  </a:lnTo>
                  <a:lnTo>
                    <a:pt x="55626" y="1524"/>
                  </a:lnTo>
                  <a:lnTo>
                    <a:pt x="56388" y="1524"/>
                  </a:lnTo>
                  <a:lnTo>
                    <a:pt x="57912" y="76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5" name="Google Shape;1505;p11"/>
            <p:cNvGrpSpPr/>
            <p:nvPr/>
          </p:nvGrpSpPr>
          <p:grpSpPr>
            <a:xfrm>
              <a:off x="6739128" y="5775960"/>
              <a:ext cx="443484" cy="340741"/>
              <a:chOff x="6739128" y="5775960"/>
              <a:chExt cx="443484" cy="340741"/>
            </a:xfrm>
          </p:grpSpPr>
          <p:sp>
            <p:nvSpPr>
              <p:cNvPr id="1506" name="Google Shape;1506;p11"/>
              <p:cNvSpPr/>
              <p:nvPr/>
            </p:nvSpPr>
            <p:spPr>
              <a:xfrm>
                <a:off x="6769608" y="5999226"/>
                <a:ext cx="43815" cy="65405"/>
              </a:xfrm>
              <a:custGeom>
                <a:rect b="b" l="l" r="r" t="t"/>
                <a:pathLst>
                  <a:path extrusionOk="0" h="65404" w="43815">
                    <a:moveTo>
                      <a:pt x="0" y="14477"/>
                    </a:moveTo>
                    <a:lnTo>
                      <a:pt x="5333" y="6429"/>
                    </a:lnTo>
                    <a:lnTo>
                      <a:pt x="10096" y="2095"/>
                    </a:lnTo>
                    <a:lnTo>
                      <a:pt x="16287" y="333"/>
                    </a:lnTo>
                    <a:lnTo>
                      <a:pt x="25908" y="0"/>
                    </a:lnTo>
                    <a:lnTo>
                      <a:pt x="35052" y="0"/>
                    </a:lnTo>
                    <a:lnTo>
                      <a:pt x="41148" y="4571"/>
                    </a:lnTo>
                    <a:lnTo>
                      <a:pt x="43434" y="14477"/>
                    </a:lnTo>
                    <a:lnTo>
                      <a:pt x="43374" y="23895"/>
                    </a:lnTo>
                    <a:lnTo>
                      <a:pt x="23717" y="60674"/>
                    </a:lnTo>
                    <a:lnTo>
                      <a:pt x="19157" y="64829"/>
                    </a:lnTo>
                    <a:lnTo>
                      <a:pt x="15240" y="64769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11"/>
              <p:cNvSpPr/>
              <p:nvPr/>
            </p:nvSpPr>
            <p:spPr>
              <a:xfrm>
                <a:off x="6813804" y="5990844"/>
                <a:ext cx="54610" cy="54610"/>
              </a:xfrm>
              <a:custGeom>
                <a:rect b="b" l="l" r="r" t="t"/>
                <a:pathLst>
                  <a:path extrusionOk="0" h="54610" w="54609">
                    <a:moveTo>
                      <a:pt x="6857" y="0"/>
                    </a:moveTo>
                    <a:lnTo>
                      <a:pt x="3857" y="9584"/>
                    </a:lnTo>
                    <a:lnTo>
                      <a:pt x="1714" y="18383"/>
                    </a:lnTo>
                    <a:lnTo>
                      <a:pt x="428" y="27324"/>
                    </a:lnTo>
                    <a:lnTo>
                      <a:pt x="0" y="37338"/>
                    </a:lnTo>
                    <a:lnTo>
                      <a:pt x="0" y="44958"/>
                    </a:lnTo>
                    <a:lnTo>
                      <a:pt x="1523" y="51816"/>
                    </a:lnTo>
                    <a:lnTo>
                      <a:pt x="9905" y="53340"/>
                    </a:lnTo>
                    <a:lnTo>
                      <a:pt x="17430" y="54102"/>
                    </a:lnTo>
                    <a:lnTo>
                      <a:pt x="24955" y="53149"/>
                    </a:lnTo>
                    <a:lnTo>
                      <a:pt x="32194" y="50768"/>
                    </a:lnTo>
                    <a:lnTo>
                      <a:pt x="38861" y="47243"/>
                    </a:lnTo>
                    <a:lnTo>
                      <a:pt x="46481" y="40386"/>
                    </a:lnTo>
                    <a:lnTo>
                      <a:pt x="49529" y="38099"/>
                    </a:lnTo>
                    <a:lnTo>
                      <a:pt x="54101" y="32765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11"/>
              <p:cNvSpPr/>
              <p:nvPr/>
            </p:nvSpPr>
            <p:spPr>
              <a:xfrm>
                <a:off x="6793992" y="5901690"/>
                <a:ext cx="64135" cy="72390"/>
              </a:xfrm>
              <a:custGeom>
                <a:rect b="b" l="l" r="r" t="t"/>
                <a:pathLst>
                  <a:path extrusionOk="0" h="72389" w="64134">
                    <a:moveTo>
                      <a:pt x="0" y="6095"/>
                    </a:moveTo>
                    <a:lnTo>
                      <a:pt x="38100" y="3809"/>
                    </a:lnTo>
                    <a:lnTo>
                      <a:pt x="44386" y="2678"/>
                    </a:lnTo>
                    <a:lnTo>
                      <a:pt x="50673" y="1619"/>
                    </a:lnTo>
                    <a:lnTo>
                      <a:pt x="56959" y="702"/>
                    </a:lnTo>
                    <a:lnTo>
                      <a:pt x="63246" y="0"/>
                    </a:lnTo>
                    <a:lnTo>
                      <a:pt x="64008" y="0"/>
                    </a:lnTo>
                    <a:lnTo>
                      <a:pt x="63246" y="0"/>
                    </a:lnTo>
                    <a:lnTo>
                      <a:pt x="57150" y="761"/>
                    </a:lnTo>
                    <a:lnTo>
                      <a:pt x="51816" y="3047"/>
                    </a:lnTo>
                    <a:lnTo>
                      <a:pt x="48006" y="7619"/>
                    </a:lnTo>
                    <a:lnTo>
                      <a:pt x="42672" y="12953"/>
                    </a:lnTo>
                    <a:lnTo>
                      <a:pt x="43434" y="19811"/>
                    </a:lnTo>
                    <a:lnTo>
                      <a:pt x="43434" y="26669"/>
                    </a:lnTo>
                    <a:lnTo>
                      <a:pt x="43279" y="33730"/>
                    </a:lnTo>
                    <a:lnTo>
                      <a:pt x="43910" y="40290"/>
                    </a:lnTo>
                    <a:lnTo>
                      <a:pt x="45255" y="46708"/>
                    </a:lnTo>
                    <a:lnTo>
                      <a:pt x="47244" y="53339"/>
                    </a:lnTo>
                    <a:lnTo>
                      <a:pt x="49530" y="60959"/>
                    </a:lnTo>
                    <a:lnTo>
                      <a:pt x="51816" y="66293"/>
                    </a:lnTo>
                    <a:lnTo>
                      <a:pt x="54864" y="72389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11"/>
              <p:cNvSpPr/>
              <p:nvPr/>
            </p:nvSpPr>
            <p:spPr>
              <a:xfrm>
                <a:off x="6904482" y="5948172"/>
                <a:ext cx="77470" cy="83820"/>
              </a:xfrm>
              <a:custGeom>
                <a:rect b="b" l="l" r="r" t="t"/>
                <a:pathLst>
                  <a:path extrusionOk="0" h="83820" w="77470">
                    <a:moveTo>
                      <a:pt x="0" y="46482"/>
                    </a:moveTo>
                    <a:lnTo>
                      <a:pt x="261" y="53459"/>
                    </a:lnTo>
                    <a:lnTo>
                      <a:pt x="381" y="60579"/>
                    </a:lnTo>
                    <a:lnTo>
                      <a:pt x="1071" y="67698"/>
                    </a:lnTo>
                    <a:lnTo>
                      <a:pt x="3048" y="74676"/>
                    </a:lnTo>
                    <a:lnTo>
                      <a:pt x="5334" y="79248"/>
                    </a:lnTo>
                    <a:lnTo>
                      <a:pt x="6858" y="82296"/>
                    </a:lnTo>
                    <a:lnTo>
                      <a:pt x="12192" y="83058"/>
                    </a:lnTo>
                    <a:lnTo>
                      <a:pt x="19812" y="83820"/>
                    </a:lnTo>
                    <a:lnTo>
                      <a:pt x="22098" y="80010"/>
                    </a:lnTo>
                    <a:lnTo>
                      <a:pt x="26670" y="74676"/>
                    </a:lnTo>
                    <a:lnTo>
                      <a:pt x="30480" y="70866"/>
                    </a:lnTo>
                    <a:lnTo>
                      <a:pt x="34290" y="64008"/>
                    </a:lnTo>
                    <a:lnTo>
                      <a:pt x="39624" y="60960"/>
                    </a:lnTo>
                    <a:lnTo>
                      <a:pt x="40386" y="60960"/>
                    </a:lnTo>
                    <a:lnTo>
                      <a:pt x="41148" y="60960"/>
                    </a:lnTo>
                    <a:lnTo>
                      <a:pt x="41148" y="63246"/>
                    </a:lnTo>
                    <a:lnTo>
                      <a:pt x="42672" y="68580"/>
                    </a:lnTo>
                    <a:lnTo>
                      <a:pt x="44958" y="70104"/>
                    </a:lnTo>
                    <a:lnTo>
                      <a:pt x="48006" y="72390"/>
                    </a:lnTo>
                    <a:lnTo>
                      <a:pt x="57150" y="73152"/>
                    </a:lnTo>
                    <a:lnTo>
                      <a:pt x="60198" y="71628"/>
                    </a:lnTo>
                    <a:lnTo>
                      <a:pt x="67818" y="67818"/>
                    </a:lnTo>
                    <a:lnTo>
                      <a:pt x="73152" y="59436"/>
                    </a:lnTo>
                    <a:lnTo>
                      <a:pt x="75438" y="51816"/>
                    </a:lnTo>
                    <a:lnTo>
                      <a:pt x="76914" y="44838"/>
                    </a:lnTo>
                    <a:lnTo>
                      <a:pt x="76962" y="37719"/>
                    </a:lnTo>
                    <a:lnTo>
                      <a:pt x="75866" y="30599"/>
                    </a:lnTo>
                    <a:lnTo>
                      <a:pt x="73914" y="23622"/>
                    </a:lnTo>
                    <a:lnTo>
                      <a:pt x="71068" y="17895"/>
                    </a:lnTo>
                    <a:lnTo>
                      <a:pt x="68294" y="12096"/>
                    </a:lnTo>
                    <a:lnTo>
                      <a:pt x="65662" y="6155"/>
                    </a:lnTo>
                    <a:lnTo>
                      <a:pt x="63245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11"/>
              <p:cNvSpPr/>
              <p:nvPr/>
            </p:nvSpPr>
            <p:spPr>
              <a:xfrm>
                <a:off x="7002018" y="5898642"/>
                <a:ext cx="36830" cy="121285"/>
              </a:xfrm>
              <a:custGeom>
                <a:rect b="b" l="l" r="r" t="t"/>
                <a:pathLst>
                  <a:path extrusionOk="0" h="121285" w="36829">
                    <a:moveTo>
                      <a:pt x="0" y="0"/>
                    </a:moveTo>
                    <a:lnTo>
                      <a:pt x="33885" y="34647"/>
                    </a:lnTo>
                    <a:lnTo>
                      <a:pt x="36790" y="58983"/>
                    </a:lnTo>
                    <a:lnTo>
                      <a:pt x="35814" y="70865"/>
                    </a:lnTo>
                    <a:lnTo>
                      <a:pt x="32349" y="84617"/>
                    </a:lnTo>
                    <a:lnTo>
                      <a:pt x="26955" y="97440"/>
                    </a:lnTo>
                    <a:lnTo>
                      <a:pt x="20276" y="109549"/>
                    </a:lnTo>
                    <a:lnTo>
                      <a:pt x="12954" y="121157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11"/>
              <p:cNvSpPr/>
              <p:nvPr/>
            </p:nvSpPr>
            <p:spPr>
              <a:xfrm>
                <a:off x="6739128" y="5923026"/>
                <a:ext cx="95250" cy="193675"/>
              </a:xfrm>
              <a:custGeom>
                <a:rect b="b" l="l" r="r" t="t"/>
                <a:pathLst>
                  <a:path extrusionOk="0" h="193675" w="95250">
                    <a:moveTo>
                      <a:pt x="25907" y="0"/>
                    </a:moveTo>
                    <a:lnTo>
                      <a:pt x="7619" y="47244"/>
                    </a:lnTo>
                    <a:lnTo>
                      <a:pt x="440" y="93214"/>
                    </a:lnTo>
                    <a:lnTo>
                      <a:pt x="0" y="108966"/>
                    </a:lnTo>
                    <a:lnTo>
                      <a:pt x="726" y="124872"/>
                    </a:lnTo>
                    <a:lnTo>
                      <a:pt x="19049" y="166878"/>
                    </a:lnTo>
                    <a:lnTo>
                      <a:pt x="51946" y="190881"/>
                    </a:lnTo>
                    <a:lnTo>
                      <a:pt x="65531" y="193548"/>
                    </a:lnTo>
                    <a:lnTo>
                      <a:pt x="75211" y="193500"/>
                    </a:lnTo>
                    <a:lnTo>
                      <a:pt x="82391" y="193167"/>
                    </a:lnTo>
                    <a:lnTo>
                      <a:pt x="88570" y="192262"/>
                    </a:lnTo>
                    <a:lnTo>
                      <a:pt x="95249" y="190499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11"/>
              <p:cNvSpPr/>
              <p:nvPr/>
            </p:nvSpPr>
            <p:spPr>
              <a:xfrm>
                <a:off x="7021068" y="5814798"/>
                <a:ext cx="54610" cy="56515"/>
              </a:xfrm>
              <a:custGeom>
                <a:rect b="b" l="l" r="r" t="t"/>
                <a:pathLst>
                  <a:path extrusionOk="0" h="56514" w="54609">
                    <a:moveTo>
                      <a:pt x="0" y="5357"/>
                    </a:moveTo>
                    <a:lnTo>
                      <a:pt x="6727" y="2333"/>
                    </a:lnTo>
                    <a:lnTo>
                      <a:pt x="13239" y="23"/>
                    </a:lnTo>
                    <a:lnTo>
                      <a:pt x="19609" y="0"/>
                    </a:lnTo>
                    <a:lnTo>
                      <a:pt x="25908" y="3833"/>
                    </a:lnTo>
                    <a:lnTo>
                      <a:pt x="31242" y="8405"/>
                    </a:lnTo>
                    <a:lnTo>
                      <a:pt x="32004" y="19835"/>
                    </a:lnTo>
                    <a:lnTo>
                      <a:pt x="29718" y="26693"/>
                    </a:lnTo>
                    <a:lnTo>
                      <a:pt x="27253" y="32968"/>
                    </a:lnTo>
                    <a:lnTo>
                      <a:pt x="23717" y="39171"/>
                    </a:lnTo>
                    <a:lnTo>
                      <a:pt x="19752" y="45231"/>
                    </a:lnTo>
                    <a:lnTo>
                      <a:pt x="16002" y="51077"/>
                    </a:lnTo>
                    <a:lnTo>
                      <a:pt x="14478" y="53363"/>
                    </a:lnTo>
                    <a:lnTo>
                      <a:pt x="14478" y="54887"/>
                    </a:lnTo>
                    <a:lnTo>
                      <a:pt x="13716" y="56411"/>
                    </a:lnTo>
                    <a:lnTo>
                      <a:pt x="22098" y="55649"/>
                    </a:lnTo>
                    <a:lnTo>
                      <a:pt x="28194" y="52601"/>
                    </a:lnTo>
                    <a:lnTo>
                      <a:pt x="35814" y="50315"/>
                    </a:lnTo>
                    <a:lnTo>
                      <a:pt x="41910" y="48791"/>
                    </a:lnTo>
                    <a:lnTo>
                      <a:pt x="48006" y="46505"/>
                    </a:lnTo>
                    <a:lnTo>
                      <a:pt x="54102" y="44219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11"/>
              <p:cNvSpPr/>
              <p:nvPr/>
            </p:nvSpPr>
            <p:spPr>
              <a:xfrm>
                <a:off x="7125462" y="5775960"/>
                <a:ext cx="57150" cy="293370"/>
              </a:xfrm>
              <a:custGeom>
                <a:rect b="b" l="l" r="r" t="t"/>
                <a:pathLst>
                  <a:path extrusionOk="0" h="293370" w="57150">
                    <a:moveTo>
                      <a:pt x="6096" y="0"/>
                    </a:moveTo>
                    <a:lnTo>
                      <a:pt x="11037" y="11751"/>
                    </a:lnTo>
                    <a:lnTo>
                      <a:pt x="16478" y="23145"/>
                    </a:lnTo>
                    <a:lnTo>
                      <a:pt x="22062" y="34397"/>
                    </a:lnTo>
                    <a:lnTo>
                      <a:pt x="27432" y="45719"/>
                    </a:lnTo>
                    <a:lnTo>
                      <a:pt x="45755" y="91904"/>
                    </a:lnTo>
                    <a:lnTo>
                      <a:pt x="56007" y="142589"/>
                    </a:lnTo>
                    <a:lnTo>
                      <a:pt x="57150" y="160174"/>
                    </a:lnTo>
                    <a:lnTo>
                      <a:pt x="57150" y="177546"/>
                    </a:lnTo>
                    <a:lnTo>
                      <a:pt x="44398" y="227480"/>
                    </a:lnTo>
                    <a:lnTo>
                      <a:pt x="22955" y="267462"/>
                    </a:lnTo>
                    <a:lnTo>
                      <a:pt x="1524" y="291846"/>
                    </a:lnTo>
                    <a:lnTo>
                      <a:pt x="0" y="29337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14" name="Google Shape;1514;p11"/>
            <p:cNvSpPr/>
            <p:nvPr/>
          </p:nvSpPr>
          <p:spPr>
            <a:xfrm>
              <a:off x="5957411" y="5369814"/>
              <a:ext cx="74930" cy="357505"/>
            </a:xfrm>
            <a:custGeom>
              <a:rect b="b" l="l" r="r" t="t"/>
              <a:pathLst>
                <a:path extrusionOk="0" h="357504" w="74929">
                  <a:moveTo>
                    <a:pt x="28098" y="0"/>
                  </a:moveTo>
                  <a:lnTo>
                    <a:pt x="27146" y="6857"/>
                  </a:lnTo>
                  <a:lnTo>
                    <a:pt x="25622" y="13715"/>
                  </a:lnTo>
                  <a:lnTo>
                    <a:pt x="23812" y="20573"/>
                  </a:lnTo>
                  <a:lnTo>
                    <a:pt x="22002" y="27431"/>
                  </a:lnTo>
                  <a:lnTo>
                    <a:pt x="9143" y="80795"/>
                  </a:lnTo>
                  <a:lnTo>
                    <a:pt x="2035" y="134516"/>
                  </a:lnTo>
                  <a:lnTo>
                    <a:pt x="0" y="170687"/>
                  </a:lnTo>
                  <a:lnTo>
                    <a:pt x="964" y="206859"/>
                  </a:lnTo>
                  <a:lnTo>
                    <a:pt x="10679" y="260580"/>
                  </a:lnTo>
                  <a:lnTo>
                    <a:pt x="23467" y="296537"/>
                  </a:lnTo>
                  <a:lnTo>
                    <a:pt x="41814" y="334327"/>
                  </a:lnTo>
                  <a:lnTo>
                    <a:pt x="66198" y="357377"/>
                  </a:lnTo>
                  <a:lnTo>
                    <a:pt x="68484" y="352043"/>
                  </a:lnTo>
                  <a:lnTo>
                    <a:pt x="74580" y="345947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15" name="Google Shape;1515;p11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6102083" y="5388089"/>
              <a:ext cx="246151" cy="190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6" name="Google Shape;1516;p11"/>
            <p:cNvSpPr/>
            <p:nvPr/>
          </p:nvSpPr>
          <p:spPr>
            <a:xfrm>
              <a:off x="6518147" y="5462778"/>
              <a:ext cx="76200" cy="17780"/>
            </a:xfrm>
            <a:custGeom>
              <a:rect b="b" l="l" r="r" t="t"/>
              <a:pathLst>
                <a:path extrusionOk="0" h="17779" w="76200">
                  <a:moveTo>
                    <a:pt x="0" y="17525"/>
                  </a:moveTo>
                  <a:lnTo>
                    <a:pt x="38100" y="12191"/>
                  </a:lnTo>
                  <a:lnTo>
                    <a:pt x="44958" y="10382"/>
                  </a:lnTo>
                  <a:lnTo>
                    <a:pt x="51816" y="8572"/>
                  </a:lnTo>
                  <a:lnTo>
                    <a:pt x="58674" y="7048"/>
                  </a:lnTo>
                  <a:lnTo>
                    <a:pt x="65532" y="6095"/>
                  </a:lnTo>
                  <a:lnTo>
                    <a:pt x="67056" y="6095"/>
                  </a:lnTo>
                  <a:lnTo>
                    <a:pt x="70866" y="6095"/>
                  </a:lnTo>
                  <a:lnTo>
                    <a:pt x="72390" y="5333"/>
                  </a:lnTo>
                  <a:lnTo>
                    <a:pt x="74676" y="4571"/>
                  </a:lnTo>
                  <a:lnTo>
                    <a:pt x="75438" y="2285"/>
                  </a:lnTo>
                  <a:lnTo>
                    <a:pt x="7620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17" name="Google Shape;1517;p11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6718541" y="5230450"/>
              <a:ext cx="394741" cy="3391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8" name="Google Shape;1518;p11"/>
            <p:cNvSpPr/>
            <p:nvPr/>
          </p:nvSpPr>
          <p:spPr>
            <a:xfrm>
              <a:off x="7200138" y="5427726"/>
              <a:ext cx="54610" cy="5080"/>
            </a:xfrm>
            <a:custGeom>
              <a:rect b="b" l="l" r="r" t="t"/>
              <a:pathLst>
                <a:path extrusionOk="0" h="5079" w="54609">
                  <a:moveTo>
                    <a:pt x="0" y="4572"/>
                  </a:moveTo>
                  <a:lnTo>
                    <a:pt x="10489" y="4417"/>
                  </a:lnTo>
                  <a:lnTo>
                    <a:pt x="20478" y="3905"/>
                  </a:lnTo>
                  <a:lnTo>
                    <a:pt x="30325" y="2964"/>
                  </a:lnTo>
                  <a:lnTo>
                    <a:pt x="40386" y="1524"/>
                  </a:lnTo>
                  <a:lnTo>
                    <a:pt x="45720" y="1524"/>
                  </a:lnTo>
                  <a:lnTo>
                    <a:pt x="54102" y="3810"/>
                  </a:lnTo>
                  <a:lnTo>
                    <a:pt x="4953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19" name="Google Shape;1519;p11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7387005" y="5254739"/>
              <a:ext cx="326732" cy="253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0" name="Google Shape;1520;p11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7690853" y="5105089"/>
              <a:ext cx="99085" cy="9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1" name="Google Shape;1521;p11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7949933" y="5285219"/>
              <a:ext cx="82321" cy="8308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22" name="Google Shape;1522;p11"/>
            <p:cNvGrpSpPr/>
            <p:nvPr/>
          </p:nvGrpSpPr>
          <p:grpSpPr>
            <a:xfrm>
              <a:off x="8181117" y="5079348"/>
              <a:ext cx="405873" cy="360824"/>
              <a:chOff x="8181117" y="5079348"/>
              <a:chExt cx="405873" cy="360824"/>
            </a:xfrm>
          </p:grpSpPr>
          <p:sp>
            <p:nvSpPr>
              <p:cNvPr id="1523" name="Google Shape;1523;p11"/>
              <p:cNvSpPr/>
              <p:nvPr/>
            </p:nvSpPr>
            <p:spPr>
              <a:xfrm>
                <a:off x="8231885" y="5311806"/>
                <a:ext cx="39370" cy="73025"/>
              </a:xfrm>
              <a:custGeom>
                <a:rect b="b" l="l" r="r" t="t"/>
                <a:pathLst>
                  <a:path extrusionOk="0" h="73025" w="39370">
                    <a:moveTo>
                      <a:pt x="0" y="7715"/>
                    </a:moveTo>
                    <a:lnTo>
                      <a:pt x="7322" y="4000"/>
                    </a:lnTo>
                    <a:lnTo>
                      <a:pt x="14573" y="857"/>
                    </a:lnTo>
                    <a:lnTo>
                      <a:pt x="21967" y="0"/>
                    </a:lnTo>
                    <a:lnTo>
                      <a:pt x="29718" y="3143"/>
                    </a:lnTo>
                    <a:lnTo>
                      <a:pt x="37338" y="9239"/>
                    </a:lnTo>
                    <a:lnTo>
                      <a:pt x="38100" y="17621"/>
                    </a:lnTo>
                    <a:lnTo>
                      <a:pt x="38862" y="26765"/>
                    </a:lnTo>
                    <a:lnTo>
                      <a:pt x="38385" y="35278"/>
                    </a:lnTo>
                    <a:lnTo>
                      <a:pt x="17621" y="68008"/>
                    </a:lnTo>
                    <a:lnTo>
                      <a:pt x="9775" y="72997"/>
                    </a:lnTo>
                    <a:lnTo>
                      <a:pt x="4572" y="72485"/>
                    </a:lnTo>
                    <a:lnTo>
                      <a:pt x="2286" y="70961"/>
                    </a:lnTo>
                    <a:lnTo>
                      <a:pt x="1524" y="69437"/>
                    </a:lnTo>
                    <a:lnTo>
                      <a:pt x="3810" y="6638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11"/>
              <p:cNvSpPr/>
              <p:nvPr/>
            </p:nvSpPr>
            <p:spPr>
              <a:xfrm>
                <a:off x="8270938" y="5298186"/>
                <a:ext cx="50165" cy="60325"/>
              </a:xfrm>
              <a:custGeom>
                <a:rect b="b" l="l" r="r" t="t"/>
                <a:pathLst>
                  <a:path extrusionOk="0" h="60325" w="50165">
                    <a:moveTo>
                      <a:pt x="16573" y="0"/>
                    </a:moveTo>
                    <a:lnTo>
                      <a:pt x="0" y="36004"/>
                    </a:lnTo>
                    <a:lnTo>
                      <a:pt x="785" y="42886"/>
                    </a:lnTo>
                    <a:lnTo>
                      <a:pt x="27420" y="60293"/>
                    </a:lnTo>
                    <a:lnTo>
                      <a:pt x="33813" y="59245"/>
                    </a:lnTo>
                    <a:lnTo>
                      <a:pt x="39778" y="56769"/>
                    </a:lnTo>
                    <a:lnTo>
                      <a:pt x="45529" y="52578"/>
                    </a:lnTo>
                    <a:lnTo>
                      <a:pt x="47053" y="50292"/>
                    </a:lnTo>
                    <a:lnTo>
                      <a:pt x="48577" y="48768"/>
                    </a:lnTo>
                    <a:lnTo>
                      <a:pt x="50101" y="4648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11"/>
              <p:cNvSpPr/>
              <p:nvPr/>
            </p:nvSpPr>
            <p:spPr>
              <a:xfrm>
                <a:off x="8265413" y="5204460"/>
                <a:ext cx="51435" cy="62230"/>
              </a:xfrm>
              <a:custGeom>
                <a:rect b="b" l="l" r="r" t="t"/>
                <a:pathLst>
                  <a:path extrusionOk="0" h="62229" w="51434">
                    <a:moveTo>
                      <a:pt x="0" y="6858"/>
                    </a:moveTo>
                    <a:lnTo>
                      <a:pt x="9263" y="5703"/>
                    </a:lnTo>
                    <a:lnTo>
                      <a:pt x="18669" y="4476"/>
                    </a:lnTo>
                    <a:lnTo>
                      <a:pt x="28074" y="3107"/>
                    </a:lnTo>
                    <a:lnTo>
                      <a:pt x="37338" y="1524"/>
                    </a:lnTo>
                    <a:lnTo>
                      <a:pt x="41910" y="762"/>
                    </a:lnTo>
                    <a:lnTo>
                      <a:pt x="46482" y="762"/>
                    </a:lnTo>
                    <a:lnTo>
                      <a:pt x="51053" y="0"/>
                    </a:lnTo>
                    <a:lnTo>
                      <a:pt x="44958" y="762"/>
                    </a:lnTo>
                    <a:lnTo>
                      <a:pt x="21336" y="26670"/>
                    </a:lnTo>
                    <a:lnTo>
                      <a:pt x="22098" y="33528"/>
                    </a:lnTo>
                    <a:lnTo>
                      <a:pt x="36576" y="59436"/>
                    </a:lnTo>
                    <a:lnTo>
                      <a:pt x="37338" y="60960"/>
                    </a:lnTo>
                    <a:lnTo>
                      <a:pt x="37338" y="6172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26" name="Google Shape;1526;p11"/>
              <p:cNvPicPr preferRelativeResize="0"/>
              <p:nvPr/>
            </p:nvPicPr>
            <p:blipFill rotWithShape="1">
              <a:blip r:embed="rId63">
                <a:alphaModFix/>
              </a:blip>
              <a:srcRect b="0" l="0" r="0" t="0"/>
              <a:stretch/>
            </p:blipFill>
            <p:spPr>
              <a:xfrm>
                <a:off x="8348459" y="5190731"/>
                <a:ext cx="173761" cy="16156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7" name="Google Shape;1527;p11"/>
              <p:cNvSpPr/>
              <p:nvPr/>
            </p:nvSpPr>
            <p:spPr>
              <a:xfrm>
                <a:off x="8181117" y="5235702"/>
                <a:ext cx="109855" cy="204470"/>
              </a:xfrm>
              <a:custGeom>
                <a:rect b="b" l="l" r="r" t="t"/>
                <a:pathLst>
                  <a:path extrusionOk="0" h="204470" w="109854">
                    <a:moveTo>
                      <a:pt x="19526" y="0"/>
                    </a:moveTo>
                    <a:lnTo>
                      <a:pt x="3452" y="34932"/>
                    </a:lnTo>
                    <a:lnTo>
                      <a:pt x="0" y="95631"/>
                    </a:lnTo>
                    <a:lnTo>
                      <a:pt x="1035" y="118967"/>
                    </a:lnTo>
                    <a:lnTo>
                      <a:pt x="14287" y="170021"/>
                    </a:lnTo>
                    <a:lnTo>
                      <a:pt x="47351" y="198941"/>
                    </a:lnTo>
                    <a:lnTo>
                      <a:pt x="78045" y="203918"/>
                    </a:lnTo>
                    <a:lnTo>
                      <a:pt x="92678" y="202692"/>
                    </a:lnTo>
                    <a:lnTo>
                      <a:pt x="98774" y="200405"/>
                    </a:lnTo>
                    <a:lnTo>
                      <a:pt x="104108" y="198881"/>
                    </a:lnTo>
                    <a:lnTo>
                      <a:pt x="109442" y="19735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28" name="Google Shape;1528;p11"/>
              <p:cNvPicPr preferRelativeResize="0"/>
              <p:nvPr/>
            </p:nvPicPr>
            <p:blipFill rotWithShape="1">
              <a:blip r:embed="rId64">
                <a:alphaModFix/>
              </a:blip>
              <a:srcRect b="0" l="0" r="0" t="0"/>
              <a:stretch/>
            </p:blipFill>
            <p:spPr>
              <a:xfrm>
                <a:off x="8490191" y="5079348"/>
                <a:ext cx="96799" cy="816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29" name="Google Shape;1529;p11"/>
            <p:cNvSpPr/>
            <p:nvPr/>
          </p:nvSpPr>
          <p:spPr>
            <a:xfrm>
              <a:off x="8920733" y="4969764"/>
              <a:ext cx="120014" cy="406400"/>
            </a:xfrm>
            <a:custGeom>
              <a:rect b="b" l="l" r="r" t="t"/>
              <a:pathLst>
                <a:path extrusionOk="0" h="406400" w="120015">
                  <a:moveTo>
                    <a:pt x="0" y="0"/>
                  </a:moveTo>
                  <a:lnTo>
                    <a:pt x="2286" y="2285"/>
                  </a:lnTo>
                  <a:lnTo>
                    <a:pt x="5334" y="5333"/>
                  </a:lnTo>
                  <a:lnTo>
                    <a:pt x="9144" y="6857"/>
                  </a:lnTo>
                  <a:lnTo>
                    <a:pt x="48006" y="35813"/>
                  </a:lnTo>
                  <a:lnTo>
                    <a:pt x="81010" y="80390"/>
                  </a:lnTo>
                  <a:lnTo>
                    <a:pt x="96690" y="115657"/>
                  </a:lnTo>
                  <a:lnTo>
                    <a:pt x="107477" y="153995"/>
                  </a:lnTo>
                  <a:lnTo>
                    <a:pt x="115454" y="192035"/>
                  </a:lnTo>
                  <a:lnTo>
                    <a:pt x="119634" y="247650"/>
                  </a:lnTo>
                  <a:lnTo>
                    <a:pt x="119705" y="265902"/>
                  </a:lnTo>
                  <a:lnTo>
                    <a:pt x="118491" y="283368"/>
                  </a:lnTo>
                  <a:lnTo>
                    <a:pt x="104489" y="333244"/>
                  </a:lnTo>
                  <a:lnTo>
                    <a:pt x="83058" y="376428"/>
                  </a:lnTo>
                  <a:lnTo>
                    <a:pt x="63246" y="406146"/>
                  </a:lnTo>
                  <a:lnTo>
                    <a:pt x="64008" y="403098"/>
                  </a:lnTo>
                  <a:lnTo>
                    <a:pt x="61722" y="404622"/>
                  </a:lnTo>
                  <a:lnTo>
                    <a:pt x="60960" y="400050"/>
                  </a:lnTo>
                  <a:lnTo>
                    <a:pt x="60960" y="397764"/>
                  </a:lnTo>
                  <a:lnTo>
                    <a:pt x="60198" y="39547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1"/>
            <p:cNvSpPr/>
            <p:nvPr/>
          </p:nvSpPr>
          <p:spPr>
            <a:xfrm>
              <a:off x="6064269" y="5923026"/>
              <a:ext cx="128905" cy="297180"/>
            </a:xfrm>
            <a:custGeom>
              <a:rect b="b" l="l" r="r" t="t"/>
              <a:pathLst>
                <a:path extrusionOk="0" h="297179" w="128904">
                  <a:moveTo>
                    <a:pt x="35540" y="0"/>
                  </a:moveTo>
                  <a:lnTo>
                    <a:pt x="18502" y="36004"/>
                  </a:lnTo>
                  <a:lnTo>
                    <a:pt x="4202" y="89249"/>
                  </a:lnTo>
                  <a:lnTo>
                    <a:pt x="488" y="130302"/>
                  </a:lnTo>
                  <a:lnTo>
                    <a:pt x="0" y="151757"/>
                  </a:lnTo>
                  <a:lnTo>
                    <a:pt x="1154" y="172783"/>
                  </a:lnTo>
                  <a:lnTo>
                    <a:pt x="10394" y="214122"/>
                  </a:lnTo>
                  <a:lnTo>
                    <a:pt x="34289" y="260520"/>
                  </a:lnTo>
                  <a:lnTo>
                    <a:pt x="76878" y="292989"/>
                  </a:lnTo>
                  <a:lnTo>
                    <a:pt x="95166" y="296703"/>
                  </a:lnTo>
                  <a:lnTo>
                    <a:pt x="114026" y="296418"/>
                  </a:lnTo>
                  <a:lnTo>
                    <a:pt x="118598" y="295656"/>
                  </a:lnTo>
                  <a:lnTo>
                    <a:pt x="123932" y="294132"/>
                  </a:lnTo>
                  <a:lnTo>
                    <a:pt x="128504" y="29260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5" name="Google Shape;1535;p12"/>
          <p:cNvGrpSpPr/>
          <p:nvPr/>
        </p:nvGrpSpPr>
        <p:grpSpPr>
          <a:xfrm>
            <a:off x="4348721" y="2128253"/>
            <a:ext cx="461785" cy="290842"/>
            <a:chOff x="4348721" y="2128253"/>
            <a:chExt cx="461785" cy="290842"/>
          </a:xfrm>
        </p:grpSpPr>
        <p:pic>
          <p:nvPicPr>
            <p:cNvPr id="1536" name="Google Shape;153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48721" y="2212073"/>
              <a:ext cx="109955" cy="2018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7" name="Google Shape;1537;p12"/>
            <p:cNvSpPr/>
            <p:nvPr/>
          </p:nvSpPr>
          <p:spPr>
            <a:xfrm>
              <a:off x="4500324" y="2143505"/>
              <a:ext cx="92075" cy="275590"/>
            </a:xfrm>
            <a:custGeom>
              <a:rect b="b" l="l" r="r" t="t"/>
              <a:pathLst>
                <a:path extrusionOk="0" h="275589" w="92075">
                  <a:moveTo>
                    <a:pt x="35099" y="0"/>
                  </a:moveTo>
                  <a:lnTo>
                    <a:pt x="15287" y="39624"/>
                  </a:lnTo>
                  <a:lnTo>
                    <a:pt x="8143" y="81248"/>
                  </a:lnTo>
                  <a:lnTo>
                    <a:pt x="3857" y="123444"/>
                  </a:lnTo>
                  <a:lnTo>
                    <a:pt x="619" y="170402"/>
                  </a:lnTo>
                  <a:lnTo>
                    <a:pt x="0" y="194274"/>
                  </a:lnTo>
                  <a:lnTo>
                    <a:pt x="809" y="217932"/>
                  </a:lnTo>
                  <a:lnTo>
                    <a:pt x="12596" y="256401"/>
                  </a:lnTo>
                  <a:lnTo>
                    <a:pt x="48279" y="274951"/>
                  </a:lnTo>
                  <a:lnTo>
                    <a:pt x="57959" y="275082"/>
                  </a:lnTo>
                  <a:lnTo>
                    <a:pt x="67806" y="274105"/>
                  </a:lnTo>
                  <a:lnTo>
                    <a:pt x="76152" y="271272"/>
                  </a:lnTo>
                  <a:lnTo>
                    <a:pt x="83784" y="266723"/>
                  </a:lnTo>
                  <a:lnTo>
                    <a:pt x="91487" y="26060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38" name="Google Shape;153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89513" y="2128253"/>
              <a:ext cx="220993" cy="2484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9" name="Google Shape;1539;p12"/>
          <p:cNvGrpSpPr/>
          <p:nvPr/>
        </p:nvGrpSpPr>
        <p:grpSpPr>
          <a:xfrm>
            <a:off x="5020055" y="2199894"/>
            <a:ext cx="85598" cy="63246"/>
            <a:chOff x="5020055" y="2199894"/>
            <a:chExt cx="85598" cy="63246"/>
          </a:xfrm>
        </p:grpSpPr>
        <p:sp>
          <p:nvSpPr>
            <p:cNvPr id="1540" name="Google Shape;1540;p12"/>
            <p:cNvSpPr/>
            <p:nvPr/>
          </p:nvSpPr>
          <p:spPr>
            <a:xfrm>
              <a:off x="5020055" y="2199894"/>
              <a:ext cx="67310" cy="5080"/>
            </a:xfrm>
            <a:custGeom>
              <a:rect b="b" l="l" r="r" t="t"/>
              <a:pathLst>
                <a:path extrusionOk="0" h="5080" w="67310">
                  <a:moveTo>
                    <a:pt x="0" y="0"/>
                  </a:moveTo>
                  <a:lnTo>
                    <a:pt x="10275" y="2643"/>
                  </a:lnTo>
                  <a:lnTo>
                    <a:pt x="19907" y="4000"/>
                  </a:lnTo>
                  <a:lnTo>
                    <a:pt x="29682" y="4500"/>
                  </a:lnTo>
                  <a:lnTo>
                    <a:pt x="40386" y="4571"/>
                  </a:lnTo>
                  <a:lnTo>
                    <a:pt x="47124" y="4571"/>
                  </a:lnTo>
                  <a:lnTo>
                    <a:pt x="53721" y="4571"/>
                  </a:lnTo>
                  <a:lnTo>
                    <a:pt x="60317" y="4571"/>
                  </a:lnTo>
                  <a:lnTo>
                    <a:pt x="67056" y="457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2"/>
            <p:cNvSpPr/>
            <p:nvPr/>
          </p:nvSpPr>
          <p:spPr>
            <a:xfrm>
              <a:off x="5038343" y="2259330"/>
              <a:ext cx="67310" cy="3810"/>
            </a:xfrm>
            <a:custGeom>
              <a:rect b="b" l="l" r="r" t="t"/>
              <a:pathLst>
                <a:path extrusionOk="0" h="3810" w="67310">
                  <a:moveTo>
                    <a:pt x="0" y="762"/>
                  </a:moveTo>
                  <a:lnTo>
                    <a:pt x="11846" y="3131"/>
                  </a:lnTo>
                  <a:lnTo>
                    <a:pt x="22193" y="3714"/>
                  </a:lnTo>
                  <a:lnTo>
                    <a:pt x="32682" y="3012"/>
                  </a:lnTo>
                  <a:lnTo>
                    <a:pt x="44958" y="1524"/>
                  </a:lnTo>
                  <a:lnTo>
                    <a:pt x="52577" y="762"/>
                  </a:lnTo>
                  <a:lnTo>
                    <a:pt x="59436" y="0"/>
                  </a:lnTo>
                  <a:lnTo>
                    <a:pt x="67056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2" name="Google Shape;1542;p12"/>
          <p:cNvSpPr/>
          <p:nvPr/>
        </p:nvSpPr>
        <p:spPr>
          <a:xfrm>
            <a:off x="5335523" y="2271522"/>
            <a:ext cx="71120" cy="16510"/>
          </a:xfrm>
          <a:custGeom>
            <a:rect b="b" l="l" r="r" t="t"/>
            <a:pathLst>
              <a:path extrusionOk="0" h="16510" w="71120">
                <a:moveTo>
                  <a:pt x="0" y="16001"/>
                </a:moveTo>
                <a:lnTo>
                  <a:pt x="11632" y="14823"/>
                </a:lnTo>
                <a:lnTo>
                  <a:pt x="22764" y="13430"/>
                </a:lnTo>
                <a:lnTo>
                  <a:pt x="33754" y="11608"/>
                </a:lnTo>
                <a:lnTo>
                  <a:pt x="44958" y="9143"/>
                </a:lnTo>
                <a:lnTo>
                  <a:pt x="49530" y="8381"/>
                </a:lnTo>
                <a:lnTo>
                  <a:pt x="66294" y="6857"/>
                </a:lnTo>
                <a:lnTo>
                  <a:pt x="69342" y="3809"/>
                </a:lnTo>
                <a:lnTo>
                  <a:pt x="70866" y="2285"/>
                </a:lnTo>
                <a:lnTo>
                  <a:pt x="69342" y="1523"/>
                </a:lnTo>
                <a:lnTo>
                  <a:pt x="70104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3" name="Google Shape;154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77243" y="2193023"/>
            <a:ext cx="126517" cy="15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4" name="Google Shape;154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16105" y="2401811"/>
            <a:ext cx="105181" cy="96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56135" y="2109965"/>
            <a:ext cx="243865" cy="1806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6" name="Google Shape;1546;p12"/>
          <p:cNvGrpSpPr/>
          <p:nvPr/>
        </p:nvGrpSpPr>
        <p:grpSpPr>
          <a:xfrm>
            <a:off x="5782817" y="2328672"/>
            <a:ext cx="178321" cy="98806"/>
            <a:chOff x="5782817" y="2328672"/>
            <a:chExt cx="178321" cy="98806"/>
          </a:xfrm>
        </p:grpSpPr>
        <p:sp>
          <p:nvSpPr>
            <p:cNvPr id="1547" name="Google Shape;1547;p12"/>
            <p:cNvSpPr/>
            <p:nvPr/>
          </p:nvSpPr>
          <p:spPr>
            <a:xfrm>
              <a:off x="5802629" y="2384298"/>
              <a:ext cx="5715" cy="43180"/>
            </a:xfrm>
            <a:custGeom>
              <a:rect b="b" l="l" r="r" t="t"/>
              <a:pathLst>
                <a:path extrusionOk="0" h="43180" w="5714">
                  <a:moveTo>
                    <a:pt x="762" y="0"/>
                  </a:moveTo>
                  <a:lnTo>
                    <a:pt x="1571" y="7429"/>
                  </a:lnTo>
                  <a:lnTo>
                    <a:pt x="2667" y="14859"/>
                  </a:lnTo>
                  <a:lnTo>
                    <a:pt x="3762" y="22288"/>
                  </a:lnTo>
                  <a:lnTo>
                    <a:pt x="4572" y="29718"/>
                  </a:lnTo>
                  <a:lnTo>
                    <a:pt x="4572" y="34290"/>
                  </a:lnTo>
                  <a:lnTo>
                    <a:pt x="5334" y="40386"/>
                  </a:lnTo>
                  <a:lnTo>
                    <a:pt x="2286" y="42672"/>
                  </a:lnTo>
                  <a:lnTo>
                    <a:pt x="1524" y="42672"/>
                  </a:lnTo>
                  <a:lnTo>
                    <a:pt x="762" y="42672"/>
                  </a:lnTo>
                  <a:lnTo>
                    <a:pt x="0" y="4267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2"/>
            <p:cNvSpPr/>
            <p:nvPr/>
          </p:nvSpPr>
          <p:spPr>
            <a:xfrm>
              <a:off x="5782817" y="2328672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2192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49" name="Google Shape;1549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845289" y="2350757"/>
              <a:ext cx="115849" cy="73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0" name="Google Shape;1550;p12"/>
          <p:cNvSpPr/>
          <p:nvPr/>
        </p:nvSpPr>
        <p:spPr>
          <a:xfrm>
            <a:off x="5860541" y="2032254"/>
            <a:ext cx="39370" cy="43180"/>
          </a:xfrm>
          <a:custGeom>
            <a:rect b="b" l="l" r="r" t="t"/>
            <a:pathLst>
              <a:path extrusionOk="0" h="43180" w="39370">
                <a:moveTo>
                  <a:pt x="7620" y="14477"/>
                </a:moveTo>
                <a:lnTo>
                  <a:pt x="5334" y="22097"/>
                </a:lnTo>
                <a:lnTo>
                  <a:pt x="1524" y="29717"/>
                </a:lnTo>
                <a:lnTo>
                  <a:pt x="0" y="37337"/>
                </a:lnTo>
                <a:lnTo>
                  <a:pt x="0" y="39623"/>
                </a:lnTo>
                <a:lnTo>
                  <a:pt x="0" y="40385"/>
                </a:lnTo>
                <a:lnTo>
                  <a:pt x="0" y="34289"/>
                </a:lnTo>
                <a:lnTo>
                  <a:pt x="762" y="29717"/>
                </a:lnTo>
                <a:lnTo>
                  <a:pt x="2286" y="23621"/>
                </a:lnTo>
                <a:lnTo>
                  <a:pt x="4572" y="16763"/>
                </a:lnTo>
                <a:lnTo>
                  <a:pt x="7620" y="6857"/>
                </a:lnTo>
                <a:lnTo>
                  <a:pt x="14478" y="3047"/>
                </a:lnTo>
                <a:lnTo>
                  <a:pt x="20574" y="0"/>
                </a:lnTo>
                <a:lnTo>
                  <a:pt x="28956" y="1523"/>
                </a:lnTo>
                <a:lnTo>
                  <a:pt x="32766" y="6857"/>
                </a:lnTo>
                <a:lnTo>
                  <a:pt x="36171" y="13632"/>
                </a:lnTo>
                <a:lnTo>
                  <a:pt x="37719" y="21050"/>
                </a:lnTo>
                <a:lnTo>
                  <a:pt x="38123" y="28610"/>
                </a:lnTo>
                <a:lnTo>
                  <a:pt x="38100" y="35813"/>
                </a:lnTo>
                <a:lnTo>
                  <a:pt x="38100" y="40385"/>
                </a:lnTo>
                <a:lnTo>
                  <a:pt x="38862" y="41147"/>
                </a:lnTo>
                <a:lnTo>
                  <a:pt x="37338" y="42671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1" name="Google Shape;1551;p12"/>
          <p:cNvGrpSpPr/>
          <p:nvPr/>
        </p:nvGrpSpPr>
        <p:grpSpPr>
          <a:xfrm>
            <a:off x="6169913" y="2059685"/>
            <a:ext cx="99568" cy="173244"/>
            <a:chOff x="6169913" y="2059685"/>
            <a:chExt cx="99568" cy="173244"/>
          </a:xfrm>
        </p:grpSpPr>
        <p:sp>
          <p:nvSpPr>
            <p:cNvPr id="1552" name="Google Shape;1552;p12"/>
            <p:cNvSpPr/>
            <p:nvPr/>
          </p:nvSpPr>
          <p:spPr>
            <a:xfrm>
              <a:off x="6169913" y="2164984"/>
              <a:ext cx="43815" cy="67945"/>
            </a:xfrm>
            <a:custGeom>
              <a:rect b="b" l="l" r="r" t="t"/>
              <a:pathLst>
                <a:path extrusionOk="0" h="67944" w="43814">
                  <a:moveTo>
                    <a:pt x="0" y="9001"/>
                  </a:moveTo>
                  <a:lnTo>
                    <a:pt x="8774" y="4000"/>
                  </a:lnTo>
                  <a:lnTo>
                    <a:pt x="16478" y="428"/>
                  </a:lnTo>
                  <a:lnTo>
                    <a:pt x="24324" y="0"/>
                  </a:lnTo>
                  <a:lnTo>
                    <a:pt x="33528" y="4429"/>
                  </a:lnTo>
                  <a:lnTo>
                    <a:pt x="39040" y="9870"/>
                  </a:lnTo>
                  <a:lnTo>
                    <a:pt x="42195" y="15954"/>
                  </a:lnTo>
                  <a:lnTo>
                    <a:pt x="43493" y="22752"/>
                  </a:lnTo>
                  <a:lnTo>
                    <a:pt x="43434" y="30337"/>
                  </a:lnTo>
                  <a:lnTo>
                    <a:pt x="19050" y="64627"/>
                  </a:lnTo>
                  <a:lnTo>
                    <a:pt x="7620" y="67675"/>
                  </a:lnTo>
                  <a:lnTo>
                    <a:pt x="7620" y="58531"/>
                  </a:lnTo>
                  <a:lnTo>
                    <a:pt x="9906" y="54721"/>
                  </a:lnTo>
                  <a:lnTo>
                    <a:pt x="12954" y="4557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2"/>
            <p:cNvSpPr/>
            <p:nvPr/>
          </p:nvSpPr>
          <p:spPr>
            <a:xfrm>
              <a:off x="6218681" y="2148077"/>
              <a:ext cx="41910" cy="64769"/>
            </a:xfrm>
            <a:custGeom>
              <a:rect b="b" l="l" r="r" t="t"/>
              <a:pathLst>
                <a:path extrusionOk="0" h="64769" w="41910">
                  <a:moveTo>
                    <a:pt x="14477" y="0"/>
                  </a:moveTo>
                  <a:lnTo>
                    <a:pt x="8584" y="9453"/>
                  </a:lnTo>
                  <a:lnTo>
                    <a:pt x="4476" y="17335"/>
                  </a:lnTo>
                  <a:lnTo>
                    <a:pt x="1940" y="25503"/>
                  </a:lnTo>
                  <a:lnTo>
                    <a:pt x="761" y="35814"/>
                  </a:lnTo>
                  <a:lnTo>
                    <a:pt x="761" y="44196"/>
                  </a:lnTo>
                  <a:lnTo>
                    <a:pt x="0" y="51816"/>
                  </a:lnTo>
                  <a:lnTo>
                    <a:pt x="6857" y="57912"/>
                  </a:lnTo>
                  <a:lnTo>
                    <a:pt x="11429" y="61722"/>
                  </a:lnTo>
                  <a:lnTo>
                    <a:pt x="21335" y="64769"/>
                  </a:lnTo>
                  <a:lnTo>
                    <a:pt x="26669" y="62484"/>
                  </a:lnTo>
                  <a:lnTo>
                    <a:pt x="33527" y="59436"/>
                  </a:lnTo>
                  <a:lnTo>
                    <a:pt x="37337" y="50291"/>
                  </a:lnTo>
                  <a:lnTo>
                    <a:pt x="41909" y="4419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2"/>
            <p:cNvSpPr/>
            <p:nvPr/>
          </p:nvSpPr>
          <p:spPr>
            <a:xfrm>
              <a:off x="6222491" y="2059685"/>
              <a:ext cx="46990" cy="66675"/>
            </a:xfrm>
            <a:custGeom>
              <a:rect b="b" l="l" r="r" t="t"/>
              <a:pathLst>
                <a:path extrusionOk="0" h="66675" w="46989">
                  <a:moveTo>
                    <a:pt x="0" y="11429"/>
                  </a:moveTo>
                  <a:lnTo>
                    <a:pt x="8893" y="9572"/>
                  </a:lnTo>
                  <a:lnTo>
                    <a:pt x="17430" y="7429"/>
                  </a:lnTo>
                  <a:lnTo>
                    <a:pt x="25824" y="5000"/>
                  </a:lnTo>
                  <a:lnTo>
                    <a:pt x="34290" y="2285"/>
                  </a:lnTo>
                  <a:lnTo>
                    <a:pt x="38862" y="1523"/>
                  </a:lnTo>
                  <a:lnTo>
                    <a:pt x="42672" y="761"/>
                  </a:lnTo>
                  <a:lnTo>
                    <a:pt x="46482" y="0"/>
                  </a:lnTo>
                  <a:lnTo>
                    <a:pt x="43434" y="761"/>
                  </a:lnTo>
                  <a:lnTo>
                    <a:pt x="41148" y="761"/>
                  </a:lnTo>
                  <a:lnTo>
                    <a:pt x="38100" y="3809"/>
                  </a:lnTo>
                  <a:lnTo>
                    <a:pt x="33528" y="8381"/>
                  </a:lnTo>
                  <a:lnTo>
                    <a:pt x="33528" y="13715"/>
                  </a:lnTo>
                  <a:lnTo>
                    <a:pt x="33528" y="19049"/>
                  </a:lnTo>
                  <a:lnTo>
                    <a:pt x="33111" y="26348"/>
                  </a:lnTo>
                  <a:lnTo>
                    <a:pt x="33051" y="33432"/>
                  </a:lnTo>
                  <a:lnTo>
                    <a:pt x="33420" y="40374"/>
                  </a:lnTo>
                  <a:lnTo>
                    <a:pt x="34290" y="47243"/>
                  </a:lnTo>
                  <a:lnTo>
                    <a:pt x="35814" y="54101"/>
                  </a:lnTo>
                  <a:lnTo>
                    <a:pt x="37338" y="60959"/>
                  </a:lnTo>
                  <a:lnTo>
                    <a:pt x="41148" y="66293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5" name="Google Shape;1555;p12"/>
          <p:cNvGrpSpPr/>
          <p:nvPr/>
        </p:nvGrpSpPr>
        <p:grpSpPr>
          <a:xfrm>
            <a:off x="6332219" y="2043684"/>
            <a:ext cx="174117" cy="153670"/>
            <a:chOff x="6332219" y="2043684"/>
            <a:chExt cx="174117" cy="153670"/>
          </a:xfrm>
        </p:grpSpPr>
        <p:sp>
          <p:nvSpPr>
            <p:cNvPr id="1556" name="Google Shape;1556;p12"/>
            <p:cNvSpPr/>
            <p:nvPr/>
          </p:nvSpPr>
          <p:spPr>
            <a:xfrm>
              <a:off x="6332219" y="2087880"/>
              <a:ext cx="102235" cy="101600"/>
            </a:xfrm>
            <a:custGeom>
              <a:rect b="b" l="l" r="r" t="t"/>
              <a:pathLst>
                <a:path extrusionOk="0" h="101600" w="102235">
                  <a:moveTo>
                    <a:pt x="3810" y="38862"/>
                  </a:moveTo>
                  <a:lnTo>
                    <a:pt x="2809" y="48910"/>
                  </a:lnTo>
                  <a:lnTo>
                    <a:pt x="2095" y="58674"/>
                  </a:lnTo>
                  <a:lnTo>
                    <a:pt x="1666" y="68437"/>
                  </a:lnTo>
                  <a:lnTo>
                    <a:pt x="1524" y="78486"/>
                  </a:lnTo>
                  <a:lnTo>
                    <a:pt x="1524" y="86106"/>
                  </a:lnTo>
                  <a:lnTo>
                    <a:pt x="0" y="96774"/>
                  </a:lnTo>
                  <a:lnTo>
                    <a:pt x="9144" y="99822"/>
                  </a:lnTo>
                  <a:lnTo>
                    <a:pt x="16085" y="101107"/>
                  </a:lnTo>
                  <a:lnTo>
                    <a:pt x="22955" y="99822"/>
                  </a:lnTo>
                  <a:lnTo>
                    <a:pt x="51768" y="72604"/>
                  </a:lnTo>
                  <a:lnTo>
                    <a:pt x="55626" y="64770"/>
                  </a:lnTo>
                  <a:lnTo>
                    <a:pt x="57150" y="61722"/>
                  </a:lnTo>
                  <a:lnTo>
                    <a:pt x="57912" y="58674"/>
                  </a:lnTo>
                  <a:lnTo>
                    <a:pt x="58674" y="55626"/>
                  </a:lnTo>
                  <a:lnTo>
                    <a:pt x="58674" y="60198"/>
                  </a:lnTo>
                  <a:lnTo>
                    <a:pt x="58674" y="64770"/>
                  </a:lnTo>
                  <a:lnTo>
                    <a:pt x="58674" y="69342"/>
                  </a:lnTo>
                  <a:lnTo>
                    <a:pt x="58674" y="76200"/>
                  </a:lnTo>
                  <a:lnTo>
                    <a:pt x="57912" y="79248"/>
                  </a:lnTo>
                  <a:lnTo>
                    <a:pt x="66294" y="80010"/>
                  </a:lnTo>
                  <a:lnTo>
                    <a:pt x="73556" y="79831"/>
                  </a:lnTo>
                  <a:lnTo>
                    <a:pt x="80391" y="77438"/>
                  </a:lnTo>
                  <a:lnTo>
                    <a:pt x="102108" y="41910"/>
                  </a:lnTo>
                  <a:lnTo>
                    <a:pt x="100857" y="34873"/>
                  </a:lnTo>
                  <a:lnTo>
                    <a:pt x="98393" y="28479"/>
                  </a:lnTo>
                  <a:lnTo>
                    <a:pt x="94928" y="22514"/>
                  </a:lnTo>
                  <a:lnTo>
                    <a:pt x="90678" y="16764"/>
                  </a:lnTo>
                  <a:lnTo>
                    <a:pt x="86868" y="10668"/>
                  </a:lnTo>
                  <a:lnTo>
                    <a:pt x="83058" y="7620"/>
                  </a:lnTo>
                  <a:lnTo>
                    <a:pt x="81534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2"/>
            <p:cNvSpPr/>
            <p:nvPr/>
          </p:nvSpPr>
          <p:spPr>
            <a:xfrm>
              <a:off x="6458711" y="2043684"/>
              <a:ext cx="47625" cy="153670"/>
            </a:xfrm>
            <a:custGeom>
              <a:rect b="b" l="l" r="r" t="t"/>
              <a:pathLst>
                <a:path extrusionOk="0" h="153669" w="47625">
                  <a:moveTo>
                    <a:pt x="0" y="0"/>
                  </a:moveTo>
                  <a:lnTo>
                    <a:pt x="31932" y="25610"/>
                  </a:lnTo>
                  <a:lnTo>
                    <a:pt x="46958" y="66865"/>
                  </a:lnTo>
                  <a:lnTo>
                    <a:pt x="47446" y="82248"/>
                  </a:lnTo>
                  <a:lnTo>
                    <a:pt x="45720" y="96773"/>
                  </a:lnTo>
                  <a:lnTo>
                    <a:pt x="27074" y="132885"/>
                  </a:lnTo>
                  <a:lnTo>
                    <a:pt x="10668" y="148590"/>
                  </a:lnTo>
                  <a:lnTo>
                    <a:pt x="8382" y="150876"/>
                  </a:lnTo>
                  <a:lnTo>
                    <a:pt x="3048" y="15316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8" name="Google Shape;1558;p12"/>
          <p:cNvSpPr/>
          <p:nvPr/>
        </p:nvSpPr>
        <p:spPr>
          <a:xfrm>
            <a:off x="6109763" y="2074164"/>
            <a:ext cx="131445" cy="236854"/>
          </a:xfrm>
          <a:custGeom>
            <a:rect b="b" l="l" r="r" t="t"/>
            <a:pathLst>
              <a:path extrusionOk="0" h="236855" w="131445">
                <a:moveTo>
                  <a:pt x="51006" y="0"/>
                </a:moveTo>
                <a:lnTo>
                  <a:pt x="23895" y="32575"/>
                </a:lnTo>
                <a:lnTo>
                  <a:pt x="5381" y="82581"/>
                </a:lnTo>
                <a:lnTo>
                  <a:pt x="714" y="120396"/>
                </a:lnTo>
                <a:lnTo>
                  <a:pt x="0" y="139350"/>
                </a:lnTo>
                <a:lnTo>
                  <a:pt x="714" y="158305"/>
                </a:lnTo>
                <a:lnTo>
                  <a:pt x="17275" y="208311"/>
                </a:lnTo>
                <a:lnTo>
                  <a:pt x="52530" y="233172"/>
                </a:lnTo>
                <a:lnTo>
                  <a:pt x="73044" y="236267"/>
                </a:lnTo>
                <a:lnTo>
                  <a:pt x="92630" y="235077"/>
                </a:lnTo>
                <a:lnTo>
                  <a:pt x="111787" y="231028"/>
                </a:lnTo>
                <a:lnTo>
                  <a:pt x="131016" y="225552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12"/>
          <p:cNvSpPr/>
          <p:nvPr/>
        </p:nvSpPr>
        <p:spPr>
          <a:xfrm>
            <a:off x="6518147" y="1966686"/>
            <a:ext cx="54610" cy="50165"/>
          </a:xfrm>
          <a:custGeom>
            <a:rect b="b" l="l" r="r" t="t"/>
            <a:pathLst>
              <a:path extrusionOk="0" h="50164" w="54609">
                <a:moveTo>
                  <a:pt x="0" y="4607"/>
                </a:moveTo>
                <a:lnTo>
                  <a:pt x="4822" y="3071"/>
                </a:lnTo>
                <a:lnTo>
                  <a:pt x="12858" y="892"/>
                </a:lnTo>
                <a:lnTo>
                  <a:pt x="21324" y="0"/>
                </a:lnTo>
                <a:lnTo>
                  <a:pt x="27432" y="2321"/>
                </a:lnTo>
                <a:lnTo>
                  <a:pt x="32766" y="7655"/>
                </a:lnTo>
                <a:lnTo>
                  <a:pt x="27432" y="17561"/>
                </a:lnTo>
                <a:lnTo>
                  <a:pt x="24384" y="22133"/>
                </a:lnTo>
                <a:lnTo>
                  <a:pt x="19431" y="28741"/>
                </a:lnTo>
                <a:lnTo>
                  <a:pt x="13906" y="34992"/>
                </a:lnTo>
                <a:lnTo>
                  <a:pt x="8096" y="41100"/>
                </a:lnTo>
                <a:lnTo>
                  <a:pt x="2286" y="47279"/>
                </a:lnTo>
                <a:lnTo>
                  <a:pt x="1524" y="48041"/>
                </a:lnTo>
                <a:lnTo>
                  <a:pt x="762" y="48041"/>
                </a:lnTo>
                <a:lnTo>
                  <a:pt x="762" y="49565"/>
                </a:lnTo>
                <a:lnTo>
                  <a:pt x="43434" y="44231"/>
                </a:lnTo>
                <a:lnTo>
                  <a:pt x="51054" y="43469"/>
                </a:lnTo>
                <a:lnTo>
                  <a:pt x="52578" y="43469"/>
                </a:lnTo>
                <a:lnTo>
                  <a:pt x="52578" y="42707"/>
                </a:lnTo>
                <a:lnTo>
                  <a:pt x="54102" y="42707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0" name="Google Shape;1560;p12"/>
          <p:cNvGrpSpPr/>
          <p:nvPr/>
        </p:nvGrpSpPr>
        <p:grpSpPr>
          <a:xfrm>
            <a:off x="3522772" y="3629405"/>
            <a:ext cx="171658" cy="116599"/>
            <a:chOff x="3522772" y="3629405"/>
            <a:chExt cx="171658" cy="116599"/>
          </a:xfrm>
        </p:grpSpPr>
        <p:pic>
          <p:nvPicPr>
            <p:cNvPr id="1561" name="Google Shape;1561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522772" y="3634727"/>
              <a:ext cx="95215" cy="1112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2" name="Google Shape;1562;p12"/>
            <p:cNvSpPr/>
            <p:nvPr/>
          </p:nvSpPr>
          <p:spPr>
            <a:xfrm>
              <a:off x="3653790" y="3629405"/>
              <a:ext cx="40640" cy="90170"/>
            </a:xfrm>
            <a:custGeom>
              <a:rect b="b" l="l" r="r" t="t"/>
              <a:pathLst>
                <a:path extrusionOk="0" h="90170" w="40639">
                  <a:moveTo>
                    <a:pt x="15240" y="3048"/>
                  </a:move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close/>
                </a:path>
                <a:path extrusionOk="0" h="90170" w="40639">
                  <a:moveTo>
                    <a:pt x="40386" y="78486"/>
                  </a:moveTo>
                  <a:lnTo>
                    <a:pt x="36576" y="74676"/>
                  </a:lnTo>
                  <a:lnTo>
                    <a:pt x="28194" y="74676"/>
                  </a:lnTo>
                  <a:lnTo>
                    <a:pt x="25146" y="78486"/>
                  </a:lnTo>
                  <a:lnTo>
                    <a:pt x="25146" y="86868"/>
                  </a:lnTo>
                  <a:lnTo>
                    <a:pt x="28194" y="89916"/>
                  </a:lnTo>
                  <a:lnTo>
                    <a:pt x="36576" y="89916"/>
                  </a:lnTo>
                  <a:lnTo>
                    <a:pt x="40386" y="86868"/>
                  </a:lnTo>
                  <a:lnTo>
                    <a:pt x="40386" y="82296"/>
                  </a:lnTo>
                  <a:lnTo>
                    <a:pt x="40386" y="78486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3" name="Google Shape;1563;p12"/>
          <p:cNvGrpSpPr/>
          <p:nvPr/>
        </p:nvGrpSpPr>
        <p:grpSpPr>
          <a:xfrm>
            <a:off x="3748848" y="3536429"/>
            <a:ext cx="320756" cy="174523"/>
            <a:chOff x="3748848" y="3536429"/>
            <a:chExt cx="320756" cy="174523"/>
          </a:xfrm>
        </p:grpSpPr>
        <p:pic>
          <p:nvPicPr>
            <p:cNvPr id="1564" name="Google Shape;1564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748848" y="3536429"/>
              <a:ext cx="79451" cy="1745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5" name="Google Shape;1565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860374" y="3581387"/>
              <a:ext cx="73486" cy="1013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6" name="Google Shape;1566;p1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960101" y="3560051"/>
              <a:ext cx="109503" cy="1105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7" name="Google Shape;1567;p12"/>
          <p:cNvGrpSpPr/>
          <p:nvPr/>
        </p:nvGrpSpPr>
        <p:grpSpPr>
          <a:xfrm>
            <a:off x="5475731" y="3370313"/>
            <a:ext cx="169939" cy="97040"/>
            <a:chOff x="5475731" y="3370313"/>
            <a:chExt cx="169939" cy="97040"/>
          </a:xfrm>
        </p:grpSpPr>
        <p:sp>
          <p:nvSpPr>
            <p:cNvPr id="1568" name="Google Shape;1568;p12"/>
            <p:cNvSpPr/>
            <p:nvPr/>
          </p:nvSpPr>
          <p:spPr>
            <a:xfrm>
              <a:off x="5475731" y="3403853"/>
              <a:ext cx="3810" cy="63500"/>
            </a:xfrm>
            <a:custGeom>
              <a:rect b="b" l="l" r="r" t="t"/>
              <a:pathLst>
                <a:path extrusionOk="0" h="63500" w="3810">
                  <a:moveTo>
                    <a:pt x="0" y="0"/>
                  </a:moveTo>
                  <a:lnTo>
                    <a:pt x="142" y="9917"/>
                  </a:lnTo>
                  <a:lnTo>
                    <a:pt x="571" y="19335"/>
                  </a:lnTo>
                  <a:lnTo>
                    <a:pt x="1285" y="28610"/>
                  </a:lnTo>
                  <a:lnTo>
                    <a:pt x="2286" y="38100"/>
                  </a:lnTo>
                  <a:lnTo>
                    <a:pt x="3048" y="45720"/>
                  </a:lnTo>
                  <a:lnTo>
                    <a:pt x="3810" y="53340"/>
                  </a:lnTo>
                  <a:lnTo>
                    <a:pt x="3810" y="60198"/>
                  </a:lnTo>
                  <a:lnTo>
                    <a:pt x="3810" y="62484"/>
                  </a:lnTo>
                  <a:lnTo>
                    <a:pt x="3810" y="6324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69" name="Google Shape;1569;p1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515343" y="3370313"/>
              <a:ext cx="130327" cy="868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0" name="Google Shape;1570;p12"/>
          <p:cNvGrpSpPr/>
          <p:nvPr/>
        </p:nvGrpSpPr>
        <p:grpSpPr>
          <a:xfrm>
            <a:off x="4991099" y="3992118"/>
            <a:ext cx="78105" cy="67945"/>
            <a:chOff x="4991099" y="3992118"/>
            <a:chExt cx="78105" cy="67945"/>
          </a:xfrm>
        </p:grpSpPr>
        <p:sp>
          <p:nvSpPr>
            <p:cNvPr id="1571" name="Google Shape;1571;p12"/>
            <p:cNvSpPr/>
            <p:nvPr/>
          </p:nvSpPr>
          <p:spPr>
            <a:xfrm>
              <a:off x="4991099" y="3992118"/>
              <a:ext cx="64769" cy="7620"/>
            </a:xfrm>
            <a:custGeom>
              <a:rect b="b" l="l" r="r" t="t"/>
              <a:pathLst>
                <a:path extrusionOk="0" h="7620" w="64770">
                  <a:moveTo>
                    <a:pt x="0" y="6858"/>
                  </a:moveTo>
                  <a:lnTo>
                    <a:pt x="11382" y="7572"/>
                  </a:lnTo>
                  <a:lnTo>
                    <a:pt x="21336" y="7429"/>
                  </a:lnTo>
                  <a:lnTo>
                    <a:pt x="31289" y="6429"/>
                  </a:lnTo>
                  <a:lnTo>
                    <a:pt x="42672" y="4572"/>
                  </a:lnTo>
                  <a:lnTo>
                    <a:pt x="50292" y="3048"/>
                  </a:lnTo>
                  <a:lnTo>
                    <a:pt x="57150" y="1524"/>
                  </a:lnTo>
                  <a:lnTo>
                    <a:pt x="64769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2"/>
            <p:cNvSpPr/>
            <p:nvPr/>
          </p:nvSpPr>
          <p:spPr>
            <a:xfrm>
              <a:off x="5006339" y="4049268"/>
              <a:ext cx="62865" cy="10795"/>
            </a:xfrm>
            <a:custGeom>
              <a:rect b="b" l="l" r="r" t="t"/>
              <a:pathLst>
                <a:path extrusionOk="0" h="10795" w="62864">
                  <a:moveTo>
                    <a:pt x="0" y="9905"/>
                  </a:moveTo>
                  <a:lnTo>
                    <a:pt x="11822" y="10798"/>
                  </a:lnTo>
                  <a:lnTo>
                    <a:pt x="22002" y="10191"/>
                  </a:lnTo>
                  <a:lnTo>
                    <a:pt x="32039" y="8298"/>
                  </a:lnTo>
                  <a:lnTo>
                    <a:pt x="43434" y="5333"/>
                  </a:lnTo>
                  <a:lnTo>
                    <a:pt x="50292" y="3809"/>
                  </a:lnTo>
                  <a:lnTo>
                    <a:pt x="56388" y="2285"/>
                  </a:lnTo>
                  <a:lnTo>
                    <a:pt x="62484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3" name="Google Shape;1573;p12"/>
          <p:cNvGrpSpPr/>
          <p:nvPr/>
        </p:nvGrpSpPr>
        <p:grpSpPr>
          <a:xfrm>
            <a:off x="9215615" y="3765029"/>
            <a:ext cx="131330" cy="76987"/>
            <a:chOff x="9215615" y="3765029"/>
            <a:chExt cx="131330" cy="76987"/>
          </a:xfrm>
        </p:grpSpPr>
        <p:pic>
          <p:nvPicPr>
            <p:cNvPr id="1574" name="Google Shape;1574;p1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215615" y="3765029"/>
              <a:ext cx="92929" cy="769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5" name="Google Shape;1575;p12"/>
            <p:cNvSpPr/>
            <p:nvPr/>
          </p:nvSpPr>
          <p:spPr>
            <a:xfrm>
              <a:off x="9340595" y="3780282"/>
              <a:ext cx="6350" cy="52705"/>
            </a:xfrm>
            <a:custGeom>
              <a:rect b="b" l="l" r="r" t="t"/>
              <a:pathLst>
                <a:path extrusionOk="0" h="52704" w="6350">
                  <a:moveTo>
                    <a:pt x="0" y="0"/>
                  </a:moveTo>
                  <a:lnTo>
                    <a:pt x="5334" y="37338"/>
                  </a:lnTo>
                  <a:lnTo>
                    <a:pt x="6096" y="43434"/>
                  </a:lnTo>
                  <a:lnTo>
                    <a:pt x="6096" y="49530"/>
                  </a:lnTo>
                  <a:lnTo>
                    <a:pt x="6096" y="51053"/>
                  </a:lnTo>
                  <a:lnTo>
                    <a:pt x="6096" y="51816"/>
                  </a:lnTo>
                  <a:lnTo>
                    <a:pt x="6096" y="5257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6" name="Google Shape;1576;p12"/>
          <p:cNvSpPr/>
          <p:nvPr/>
        </p:nvSpPr>
        <p:spPr>
          <a:xfrm>
            <a:off x="9281921" y="3911346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2192" y="0"/>
                </a:lnTo>
                <a:lnTo>
                  <a:pt x="3810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12"/>
          <p:cNvSpPr/>
          <p:nvPr/>
        </p:nvSpPr>
        <p:spPr>
          <a:xfrm>
            <a:off x="9294876" y="4007358"/>
            <a:ext cx="3810" cy="11430"/>
          </a:xfrm>
          <a:custGeom>
            <a:rect b="b" l="l" r="r" t="t"/>
            <a:pathLst>
              <a:path extrusionOk="0" h="11429" w="3809">
                <a:moveTo>
                  <a:pt x="0" y="0"/>
                </a:moveTo>
                <a:lnTo>
                  <a:pt x="1524" y="3810"/>
                </a:lnTo>
                <a:lnTo>
                  <a:pt x="2286" y="7620"/>
                </a:lnTo>
                <a:lnTo>
                  <a:pt x="3810" y="1143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12"/>
          <p:cNvSpPr/>
          <p:nvPr/>
        </p:nvSpPr>
        <p:spPr>
          <a:xfrm>
            <a:off x="9293352" y="4087367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2192" y="0"/>
                </a:lnTo>
                <a:lnTo>
                  <a:pt x="3810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9" name="Google Shape;1579;p12"/>
          <p:cNvGrpSpPr/>
          <p:nvPr/>
        </p:nvGrpSpPr>
        <p:grpSpPr>
          <a:xfrm>
            <a:off x="9097041" y="3698557"/>
            <a:ext cx="437483" cy="622570"/>
            <a:chOff x="9097041" y="3698557"/>
            <a:chExt cx="437483" cy="622570"/>
          </a:xfrm>
        </p:grpSpPr>
        <p:pic>
          <p:nvPicPr>
            <p:cNvPr id="1580" name="Google Shape;1580;p1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235331" y="4177271"/>
              <a:ext cx="159378" cy="1308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1" name="Google Shape;1581;p12"/>
            <p:cNvSpPr/>
            <p:nvPr/>
          </p:nvSpPr>
          <p:spPr>
            <a:xfrm>
              <a:off x="9422129" y="3698557"/>
              <a:ext cx="112395" cy="600075"/>
            </a:xfrm>
            <a:custGeom>
              <a:rect b="b" l="l" r="r" t="t"/>
              <a:pathLst>
                <a:path extrusionOk="0" h="600075" w="112395">
                  <a:moveTo>
                    <a:pt x="0" y="16954"/>
                  </a:moveTo>
                  <a:lnTo>
                    <a:pt x="42671" y="952"/>
                  </a:lnTo>
                  <a:lnTo>
                    <a:pt x="56102" y="0"/>
                  </a:lnTo>
                  <a:lnTo>
                    <a:pt x="62710" y="1166"/>
                  </a:lnTo>
                  <a:lnTo>
                    <a:pt x="67818" y="4762"/>
                  </a:lnTo>
                  <a:lnTo>
                    <a:pt x="73830" y="17002"/>
                  </a:lnTo>
                  <a:lnTo>
                    <a:pt x="75914" y="32384"/>
                  </a:lnTo>
                  <a:lnTo>
                    <a:pt x="75854" y="48053"/>
                  </a:lnTo>
                  <a:lnTo>
                    <a:pt x="75438" y="61150"/>
                  </a:lnTo>
                  <a:lnTo>
                    <a:pt x="76366" y="87427"/>
                  </a:lnTo>
                  <a:lnTo>
                    <a:pt x="78224" y="139696"/>
                  </a:lnTo>
                  <a:lnTo>
                    <a:pt x="83391" y="203834"/>
                  </a:lnTo>
                  <a:lnTo>
                    <a:pt x="87630" y="242125"/>
                  </a:lnTo>
                  <a:lnTo>
                    <a:pt x="92440" y="280415"/>
                  </a:lnTo>
                  <a:lnTo>
                    <a:pt x="97536" y="318706"/>
                  </a:lnTo>
                  <a:lnTo>
                    <a:pt x="101369" y="345578"/>
                  </a:lnTo>
                  <a:lnTo>
                    <a:pt x="104775" y="372522"/>
                  </a:lnTo>
                  <a:lnTo>
                    <a:pt x="109728" y="426910"/>
                  </a:lnTo>
                  <a:lnTo>
                    <a:pt x="112204" y="475773"/>
                  </a:lnTo>
                  <a:lnTo>
                    <a:pt x="112299" y="500526"/>
                  </a:lnTo>
                  <a:lnTo>
                    <a:pt x="111252" y="525208"/>
                  </a:lnTo>
                  <a:lnTo>
                    <a:pt x="110204" y="535495"/>
                  </a:lnTo>
                  <a:lnTo>
                    <a:pt x="108585" y="545782"/>
                  </a:lnTo>
                  <a:lnTo>
                    <a:pt x="106965" y="556069"/>
                  </a:lnTo>
                  <a:lnTo>
                    <a:pt x="105918" y="566356"/>
                  </a:lnTo>
                  <a:lnTo>
                    <a:pt x="105156" y="570928"/>
                  </a:lnTo>
                  <a:lnTo>
                    <a:pt x="105156" y="575500"/>
                  </a:lnTo>
                  <a:lnTo>
                    <a:pt x="105156" y="580072"/>
                  </a:lnTo>
                  <a:lnTo>
                    <a:pt x="105156" y="581596"/>
                  </a:lnTo>
                  <a:lnTo>
                    <a:pt x="104394" y="583120"/>
                  </a:lnTo>
                  <a:lnTo>
                    <a:pt x="100584" y="586168"/>
                  </a:lnTo>
                  <a:lnTo>
                    <a:pt x="93726" y="587692"/>
                  </a:lnTo>
                  <a:lnTo>
                    <a:pt x="89154" y="589216"/>
                  </a:lnTo>
                  <a:lnTo>
                    <a:pt x="81534" y="591502"/>
                  </a:lnTo>
                  <a:lnTo>
                    <a:pt x="73152" y="593788"/>
                  </a:lnTo>
                  <a:lnTo>
                    <a:pt x="64770" y="595312"/>
                  </a:lnTo>
                  <a:lnTo>
                    <a:pt x="58674" y="596836"/>
                  </a:lnTo>
                  <a:lnTo>
                    <a:pt x="51816" y="596836"/>
                  </a:lnTo>
                  <a:lnTo>
                    <a:pt x="44958" y="597598"/>
                  </a:lnTo>
                  <a:lnTo>
                    <a:pt x="43434" y="597598"/>
                  </a:lnTo>
                  <a:lnTo>
                    <a:pt x="34290" y="599884"/>
                  </a:lnTo>
                  <a:lnTo>
                    <a:pt x="32766" y="598360"/>
                  </a:lnTo>
                  <a:lnTo>
                    <a:pt x="32004" y="596836"/>
                  </a:lnTo>
                  <a:lnTo>
                    <a:pt x="31242" y="595312"/>
                  </a:lnTo>
                  <a:lnTo>
                    <a:pt x="30480" y="59455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2"/>
            <p:cNvSpPr/>
            <p:nvPr/>
          </p:nvSpPr>
          <p:spPr>
            <a:xfrm>
              <a:off x="9097041" y="3768042"/>
              <a:ext cx="128270" cy="553085"/>
            </a:xfrm>
            <a:custGeom>
              <a:rect b="b" l="l" r="r" t="t"/>
              <a:pathLst>
                <a:path extrusionOk="0" h="553085" w="128270">
                  <a:moveTo>
                    <a:pt x="95726" y="14525"/>
                  </a:moveTo>
                  <a:lnTo>
                    <a:pt x="86129" y="12001"/>
                  </a:lnTo>
                  <a:lnTo>
                    <a:pt x="76676" y="9191"/>
                  </a:lnTo>
                  <a:lnTo>
                    <a:pt x="67222" y="6381"/>
                  </a:lnTo>
                  <a:lnTo>
                    <a:pt x="57626" y="3857"/>
                  </a:lnTo>
                  <a:lnTo>
                    <a:pt x="48898" y="2095"/>
                  </a:lnTo>
                  <a:lnTo>
                    <a:pt x="39243" y="619"/>
                  </a:lnTo>
                  <a:lnTo>
                    <a:pt x="29444" y="0"/>
                  </a:lnTo>
                  <a:lnTo>
                    <a:pt x="20288" y="809"/>
                  </a:lnTo>
                  <a:lnTo>
                    <a:pt x="83" y="46815"/>
                  </a:lnTo>
                  <a:lnTo>
                    <a:pt x="0" y="64436"/>
                  </a:lnTo>
                  <a:lnTo>
                    <a:pt x="916" y="82057"/>
                  </a:lnTo>
                  <a:lnTo>
                    <a:pt x="2762" y="99107"/>
                  </a:lnTo>
                  <a:lnTo>
                    <a:pt x="7346" y="129397"/>
                  </a:lnTo>
                  <a:lnTo>
                    <a:pt x="12573" y="159686"/>
                  </a:lnTo>
                  <a:lnTo>
                    <a:pt x="17656" y="189976"/>
                  </a:lnTo>
                  <a:lnTo>
                    <a:pt x="25848" y="254674"/>
                  </a:lnTo>
                  <a:lnTo>
                    <a:pt x="31349" y="323778"/>
                  </a:lnTo>
                  <a:lnTo>
                    <a:pt x="33242" y="358187"/>
                  </a:lnTo>
                  <a:lnTo>
                    <a:pt x="34825" y="385631"/>
                  </a:lnTo>
                  <a:lnTo>
                    <a:pt x="36195" y="413146"/>
                  </a:lnTo>
                  <a:lnTo>
                    <a:pt x="37421" y="440805"/>
                  </a:lnTo>
                  <a:lnTo>
                    <a:pt x="38576" y="468677"/>
                  </a:lnTo>
                  <a:lnTo>
                    <a:pt x="39481" y="484120"/>
                  </a:lnTo>
                  <a:lnTo>
                    <a:pt x="40100" y="499633"/>
                  </a:lnTo>
                  <a:lnTo>
                    <a:pt x="40719" y="515290"/>
                  </a:lnTo>
                  <a:lnTo>
                    <a:pt x="41624" y="531161"/>
                  </a:lnTo>
                  <a:lnTo>
                    <a:pt x="41624" y="537257"/>
                  </a:lnTo>
                  <a:lnTo>
                    <a:pt x="41624" y="546401"/>
                  </a:lnTo>
                  <a:lnTo>
                    <a:pt x="43148" y="552497"/>
                  </a:lnTo>
                  <a:lnTo>
                    <a:pt x="43910" y="552497"/>
                  </a:lnTo>
                  <a:lnTo>
                    <a:pt x="44672" y="552497"/>
                  </a:lnTo>
                  <a:lnTo>
                    <a:pt x="47720" y="551735"/>
                  </a:lnTo>
                  <a:lnTo>
                    <a:pt x="50006" y="550973"/>
                  </a:lnTo>
                  <a:lnTo>
                    <a:pt x="53054" y="549449"/>
                  </a:lnTo>
                  <a:lnTo>
                    <a:pt x="58388" y="547163"/>
                  </a:lnTo>
                  <a:lnTo>
                    <a:pt x="65246" y="547925"/>
                  </a:lnTo>
                  <a:lnTo>
                    <a:pt x="70580" y="547925"/>
                  </a:lnTo>
                  <a:lnTo>
                    <a:pt x="80414" y="548235"/>
                  </a:lnTo>
                  <a:lnTo>
                    <a:pt x="90392" y="548687"/>
                  </a:lnTo>
                  <a:lnTo>
                    <a:pt x="100369" y="548568"/>
                  </a:lnTo>
                  <a:lnTo>
                    <a:pt x="110204" y="547163"/>
                  </a:lnTo>
                  <a:lnTo>
                    <a:pt x="119348" y="544115"/>
                  </a:lnTo>
                  <a:lnTo>
                    <a:pt x="122396" y="543353"/>
                  </a:lnTo>
                  <a:lnTo>
                    <a:pt x="127730" y="53801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83" name="Google Shape;1583;p1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164817" y="4380725"/>
            <a:ext cx="186715" cy="1179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4" name="Google Shape;1584;p12"/>
          <p:cNvGrpSpPr/>
          <p:nvPr/>
        </p:nvGrpSpPr>
        <p:grpSpPr>
          <a:xfrm>
            <a:off x="9497568" y="4321301"/>
            <a:ext cx="188722" cy="76454"/>
            <a:chOff x="9497568" y="4321301"/>
            <a:chExt cx="188722" cy="76454"/>
          </a:xfrm>
        </p:grpSpPr>
        <p:sp>
          <p:nvSpPr>
            <p:cNvPr id="1585" name="Google Shape;1585;p12"/>
            <p:cNvSpPr/>
            <p:nvPr/>
          </p:nvSpPr>
          <p:spPr>
            <a:xfrm>
              <a:off x="9497568" y="4334255"/>
              <a:ext cx="44450" cy="63500"/>
            </a:xfrm>
            <a:custGeom>
              <a:rect b="b" l="l" r="r" t="t"/>
              <a:pathLst>
                <a:path extrusionOk="0" h="63500" w="44450">
                  <a:moveTo>
                    <a:pt x="32003" y="0"/>
                  </a:moveTo>
                  <a:lnTo>
                    <a:pt x="40385" y="38862"/>
                  </a:lnTo>
                  <a:lnTo>
                    <a:pt x="41909" y="49530"/>
                  </a:lnTo>
                  <a:lnTo>
                    <a:pt x="42671" y="54102"/>
                  </a:lnTo>
                  <a:lnTo>
                    <a:pt x="42671" y="55626"/>
                  </a:lnTo>
                  <a:lnTo>
                    <a:pt x="44195" y="55626"/>
                  </a:lnTo>
                  <a:lnTo>
                    <a:pt x="43433" y="51053"/>
                  </a:lnTo>
                  <a:lnTo>
                    <a:pt x="41147" y="48768"/>
                  </a:lnTo>
                  <a:lnTo>
                    <a:pt x="38099" y="44958"/>
                  </a:lnTo>
                  <a:lnTo>
                    <a:pt x="33242" y="40147"/>
                  </a:lnTo>
                  <a:lnTo>
                    <a:pt x="3047" y="30480"/>
                  </a:lnTo>
                  <a:lnTo>
                    <a:pt x="1523" y="36576"/>
                  </a:lnTo>
                  <a:lnTo>
                    <a:pt x="0" y="43434"/>
                  </a:lnTo>
                  <a:lnTo>
                    <a:pt x="761" y="49530"/>
                  </a:lnTo>
                  <a:lnTo>
                    <a:pt x="4571" y="54864"/>
                  </a:lnTo>
                  <a:lnTo>
                    <a:pt x="9143" y="60960"/>
                  </a:lnTo>
                  <a:lnTo>
                    <a:pt x="16763" y="62484"/>
                  </a:lnTo>
                  <a:lnTo>
                    <a:pt x="24383" y="63246"/>
                  </a:lnTo>
                  <a:lnTo>
                    <a:pt x="30479" y="63246"/>
                  </a:lnTo>
                  <a:lnTo>
                    <a:pt x="35051" y="62484"/>
                  </a:lnTo>
                  <a:lnTo>
                    <a:pt x="41147" y="6096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2"/>
            <p:cNvSpPr/>
            <p:nvPr/>
          </p:nvSpPr>
          <p:spPr>
            <a:xfrm>
              <a:off x="9579102" y="4351019"/>
              <a:ext cx="49530" cy="29845"/>
            </a:xfrm>
            <a:custGeom>
              <a:rect b="b" l="l" r="r" t="t"/>
              <a:pathLst>
                <a:path extrusionOk="0" h="29845" w="49529">
                  <a:moveTo>
                    <a:pt x="0" y="0"/>
                  </a:moveTo>
                  <a:lnTo>
                    <a:pt x="31242" y="22097"/>
                  </a:lnTo>
                  <a:lnTo>
                    <a:pt x="42672" y="26669"/>
                  </a:lnTo>
                  <a:lnTo>
                    <a:pt x="48006" y="28955"/>
                  </a:lnTo>
                  <a:lnTo>
                    <a:pt x="48768" y="28955"/>
                  </a:lnTo>
                  <a:lnTo>
                    <a:pt x="49530" y="2971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2"/>
            <p:cNvSpPr/>
            <p:nvPr/>
          </p:nvSpPr>
          <p:spPr>
            <a:xfrm>
              <a:off x="9580626" y="4348733"/>
              <a:ext cx="41275" cy="36195"/>
            </a:xfrm>
            <a:custGeom>
              <a:rect b="b" l="l" r="r" t="t"/>
              <a:pathLst>
                <a:path extrusionOk="0" h="36195" w="41275">
                  <a:moveTo>
                    <a:pt x="41148" y="0"/>
                  </a:moveTo>
                  <a:lnTo>
                    <a:pt x="35433" y="5834"/>
                  </a:lnTo>
                  <a:lnTo>
                    <a:pt x="29718" y="11811"/>
                  </a:lnTo>
                  <a:lnTo>
                    <a:pt x="24003" y="17787"/>
                  </a:lnTo>
                  <a:lnTo>
                    <a:pt x="18288" y="23622"/>
                  </a:lnTo>
                  <a:lnTo>
                    <a:pt x="14478" y="27432"/>
                  </a:lnTo>
                  <a:lnTo>
                    <a:pt x="10668" y="33528"/>
                  </a:lnTo>
                  <a:lnTo>
                    <a:pt x="6096" y="35052"/>
                  </a:lnTo>
                  <a:lnTo>
                    <a:pt x="3048" y="35814"/>
                  </a:lnTo>
                  <a:lnTo>
                    <a:pt x="2286" y="35814"/>
                  </a:lnTo>
                  <a:lnTo>
                    <a:pt x="0" y="3581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12"/>
            <p:cNvSpPr/>
            <p:nvPr/>
          </p:nvSpPr>
          <p:spPr>
            <a:xfrm>
              <a:off x="9681210" y="4321301"/>
              <a:ext cx="5080" cy="59690"/>
            </a:xfrm>
            <a:custGeom>
              <a:rect b="b" l="l" r="r" t="t"/>
              <a:pathLst>
                <a:path extrusionOk="0" h="59689" w="5079">
                  <a:moveTo>
                    <a:pt x="0" y="0"/>
                  </a:moveTo>
                  <a:lnTo>
                    <a:pt x="809" y="8572"/>
                  </a:lnTo>
                  <a:lnTo>
                    <a:pt x="1905" y="17145"/>
                  </a:lnTo>
                  <a:lnTo>
                    <a:pt x="3000" y="25717"/>
                  </a:lnTo>
                  <a:lnTo>
                    <a:pt x="3810" y="34290"/>
                  </a:lnTo>
                  <a:lnTo>
                    <a:pt x="4572" y="42672"/>
                  </a:lnTo>
                  <a:lnTo>
                    <a:pt x="4572" y="51053"/>
                  </a:lnTo>
                  <a:lnTo>
                    <a:pt x="3810" y="5943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89" name="Google Shape;1589;p1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264638" y="4648949"/>
            <a:ext cx="245389" cy="197383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12"/>
          <p:cNvSpPr/>
          <p:nvPr/>
        </p:nvSpPr>
        <p:spPr>
          <a:xfrm>
            <a:off x="8554973" y="4722876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809"/>
                </a:moveTo>
                <a:lnTo>
                  <a:pt x="0" y="12191"/>
                </a:lnTo>
                <a:lnTo>
                  <a:pt x="3810" y="15239"/>
                </a:lnTo>
                <a:lnTo>
                  <a:pt x="12192" y="15239"/>
                </a:lnTo>
                <a:lnTo>
                  <a:pt x="15240" y="12191"/>
                </a:lnTo>
                <a:lnTo>
                  <a:pt x="15240" y="7619"/>
                </a:lnTo>
                <a:lnTo>
                  <a:pt x="15240" y="3809"/>
                </a:lnTo>
                <a:lnTo>
                  <a:pt x="12192" y="0"/>
                </a:lnTo>
                <a:lnTo>
                  <a:pt x="381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12"/>
          <p:cNvSpPr/>
          <p:nvPr/>
        </p:nvSpPr>
        <p:spPr>
          <a:xfrm>
            <a:off x="8618219" y="4711446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1429"/>
                </a:lnTo>
                <a:lnTo>
                  <a:pt x="3048" y="15239"/>
                </a:lnTo>
                <a:lnTo>
                  <a:pt x="11430" y="15239"/>
                </a:lnTo>
                <a:lnTo>
                  <a:pt x="15240" y="11429"/>
                </a:lnTo>
                <a:lnTo>
                  <a:pt x="15240" y="7619"/>
                </a:lnTo>
                <a:lnTo>
                  <a:pt x="15240" y="3047"/>
                </a:lnTo>
                <a:lnTo>
                  <a:pt x="11430" y="0"/>
                </a:lnTo>
                <a:lnTo>
                  <a:pt x="3048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12"/>
          <p:cNvSpPr/>
          <p:nvPr/>
        </p:nvSpPr>
        <p:spPr>
          <a:xfrm>
            <a:off x="8685276" y="4703825"/>
            <a:ext cx="70485" cy="17145"/>
          </a:xfrm>
          <a:custGeom>
            <a:rect b="b" l="l" r="r" t="t"/>
            <a:pathLst>
              <a:path extrusionOk="0" h="17145" w="70484">
                <a:moveTo>
                  <a:pt x="15240" y="4572"/>
                </a:moveTo>
                <a:lnTo>
                  <a:pt x="12192" y="1524"/>
                </a:lnTo>
                <a:lnTo>
                  <a:pt x="3810" y="1524"/>
                </a:lnTo>
                <a:lnTo>
                  <a:pt x="0" y="4572"/>
                </a:lnTo>
                <a:lnTo>
                  <a:pt x="0" y="13716"/>
                </a:lnTo>
                <a:lnTo>
                  <a:pt x="3810" y="16764"/>
                </a:lnTo>
                <a:lnTo>
                  <a:pt x="12192" y="16764"/>
                </a:lnTo>
                <a:lnTo>
                  <a:pt x="15240" y="13716"/>
                </a:lnTo>
                <a:lnTo>
                  <a:pt x="15240" y="9144"/>
                </a:lnTo>
                <a:lnTo>
                  <a:pt x="15240" y="4572"/>
                </a:lnTo>
                <a:close/>
              </a:path>
              <a:path extrusionOk="0" h="17145" w="70484">
                <a:moveTo>
                  <a:pt x="70104" y="3810"/>
                </a:moveTo>
                <a:lnTo>
                  <a:pt x="67056" y="0"/>
                </a:lnTo>
                <a:lnTo>
                  <a:pt x="58674" y="0"/>
                </a:lnTo>
                <a:lnTo>
                  <a:pt x="54864" y="3810"/>
                </a:lnTo>
                <a:lnTo>
                  <a:pt x="54864" y="12192"/>
                </a:lnTo>
                <a:lnTo>
                  <a:pt x="58674" y="15240"/>
                </a:lnTo>
                <a:lnTo>
                  <a:pt x="67056" y="15240"/>
                </a:lnTo>
                <a:lnTo>
                  <a:pt x="70104" y="12192"/>
                </a:lnTo>
                <a:lnTo>
                  <a:pt x="70104" y="7620"/>
                </a:lnTo>
                <a:lnTo>
                  <a:pt x="70104" y="3810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3" name="Google Shape;1593;p1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848331" y="4559033"/>
            <a:ext cx="249199" cy="2156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4" name="Google Shape;1594;p12"/>
          <p:cNvGrpSpPr/>
          <p:nvPr/>
        </p:nvGrpSpPr>
        <p:grpSpPr>
          <a:xfrm>
            <a:off x="8877299" y="4838687"/>
            <a:ext cx="192037" cy="112406"/>
            <a:chOff x="8877299" y="4838687"/>
            <a:chExt cx="192037" cy="112406"/>
          </a:xfrm>
        </p:grpSpPr>
        <p:sp>
          <p:nvSpPr>
            <p:cNvPr id="1595" name="Google Shape;1595;p12"/>
            <p:cNvSpPr/>
            <p:nvPr/>
          </p:nvSpPr>
          <p:spPr>
            <a:xfrm>
              <a:off x="8877299" y="4895849"/>
              <a:ext cx="16510" cy="55244"/>
            </a:xfrm>
            <a:custGeom>
              <a:rect b="b" l="l" r="r" t="t"/>
              <a:pathLst>
                <a:path extrusionOk="0" h="55245" w="16509">
                  <a:moveTo>
                    <a:pt x="0" y="0"/>
                  </a:moveTo>
                  <a:lnTo>
                    <a:pt x="12192" y="40386"/>
                  </a:lnTo>
                  <a:lnTo>
                    <a:pt x="13716" y="47244"/>
                  </a:lnTo>
                  <a:lnTo>
                    <a:pt x="16002" y="5486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96" name="Google Shape;1596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926817" y="4838687"/>
              <a:ext cx="142519" cy="1028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7" name="Google Shape;1597;p12"/>
          <p:cNvGrpSpPr/>
          <p:nvPr/>
        </p:nvGrpSpPr>
        <p:grpSpPr>
          <a:xfrm>
            <a:off x="5996070" y="4442460"/>
            <a:ext cx="361422" cy="254254"/>
            <a:chOff x="5996070" y="4442460"/>
            <a:chExt cx="361422" cy="254254"/>
          </a:xfrm>
        </p:grpSpPr>
        <p:sp>
          <p:nvSpPr>
            <p:cNvPr id="1598" name="Google Shape;1598;p12"/>
            <p:cNvSpPr/>
            <p:nvPr/>
          </p:nvSpPr>
          <p:spPr>
            <a:xfrm>
              <a:off x="6048470" y="4562094"/>
              <a:ext cx="73025" cy="87630"/>
            </a:xfrm>
            <a:custGeom>
              <a:rect b="b" l="l" r="r" t="t"/>
              <a:pathLst>
                <a:path extrusionOk="0" h="87629" w="73025">
                  <a:moveTo>
                    <a:pt x="4095" y="13716"/>
                  </a:moveTo>
                  <a:lnTo>
                    <a:pt x="2214" y="24550"/>
                  </a:lnTo>
                  <a:lnTo>
                    <a:pt x="1047" y="34671"/>
                  </a:lnTo>
                  <a:lnTo>
                    <a:pt x="452" y="44791"/>
                  </a:lnTo>
                  <a:lnTo>
                    <a:pt x="285" y="55626"/>
                  </a:lnTo>
                  <a:lnTo>
                    <a:pt x="107" y="61817"/>
                  </a:lnTo>
                  <a:lnTo>
                    <a:pt x="10191" y="87630"/>
                  </a:lnTo>
                  <a:lnTo>
                    <a:pt x="14763" y="83820"/>
                  </a:lnTo>
                  <a:lnTo>
                    <a:pt x="30003" y="47244"/>
                  </a:lnTo>
                  <a:lnTo>
                    <a:pt x="30003" y="44196"/>
                  </a:lnTo>
                  <a:lnTo>
                    <a:pt x="30765" y="41148"/>
                  </a:lnTo>
                  <a:lnTo>
                    <a:pt x="32289" y="44958"/>
                  </a:lnTo>
                  <a:lnTo>
                    <a:pt x="33813" y="51054"/>
                  </a:lnTo>
                  <a:lnTo>
                    <a:pt x="35337" y="55626"/>
                  </a:lnTo>
                  <a:lnTo>
                    <a:pt x="37623" y="61722"/>
                  </a:lnTo>
                  <a:lnTo>
                    <a:pt x="41433" y="70104"/>
                  </a:lnTo>
                  <a:lnTo>
                    <a:pt x="48291" y="73152"/>
                  </a:lnTo>
                  <a:lnTo>
                    <a:pt x="53625" y="75438"/>
                  </a:lnTo>
                  <a:lnTo>
                    <a:pt x="61245" y="74676"/>
                  </a:lnTo>
                  <a:lnTo>
                    <a:pt x="72675" y="45720"/>
                  </a:lnTo>
                  <a:lnTo>
                    <a:pt x="72663" y="38230"/>
                  </a:lnTo>
                  <a:lnTo>
                    <a:pt x="56673" y="9906"/>
                  </a:lnTo>
                  <a:lnTo>
                    <a:pt x="55149" y="4572"/>
                  </a:lnTo>
                  <a:lnTo>
                    <a:pt x="55149" y="3048"/>
                  </a:lnTo>
                  <a:lnTo>
                    <a:pt x="55149" y="1524"/>
                  </a:lnTo>
                  <a:lnTo>
                    <a:pt x="54387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2"/>
            <p:cNvSpPr/>
            <p:nvPr/>
          </p:nvSpPr>
          <p:spPr>
            <a:xfrm>
              <a:off x="6111239" y="4442460"/>
              <a:ext cx="69850" cy="78105"/>
            </a:xfrm>
            <a:custGeom>
              <a:rect b="b" l="l" r="r" t="t"/>
              <a:pathLst>
                <a:path extrusionOk="0" h="78104" w="69850">
                  <a:moveTo>
                    <a:pt x="0" y="9905"/>
                  </a:moveTo>
                  <a:lnTo>
                    <a:pt x="41148" y="6857"/>
                  </a:lnTo>
                  <a:lnTo>
                    <a:pt x="67056" y="761"/>
                  </a:lnTo>
                  <a:lnTo>
                    <a:pt x="67818" y="761"/>
                  </a:lnTo>
                  <a:lnTo>
                    <a:pt x="68580" y="761"/>
                  </a:lnTo>
                  <a:lnTo>
                    <a:pt x="69342" y="0"/>
                  </a:lnTo>
                  <a:lnTo>
                    <a:pt x="62484" y="0"/>
                  </a:lnTo>
                  <a:lnTo>
                    <a:pt x="57150" y="0"/>
                  </a:lnTo>
                  <a:lnTo>
                    <a:pt x="49530" y="2285"/>
                  </a:lnTo>
                  <a:lnTo>
                    <a:pt x="43374" y="4083"/>
                  </a:lnTo>
                  <a:lnTo>
                    <a:pt x="36861" y="6381"/>
                  </a:lnTo>
                  <a:lnTo>
                    <a:pt x="30777" y="9679"/>
                  </a:lnTo>
                  <a:lnTo>
                    <a:pt x="25908" y="14477"/>
                  </a:lnTo>
                  <a:lnTo>
                    <a:pt x="21336" y="21335"/>
                  </a:lnTo>
                  <a:lnTo>
                    <a:pt x="21336" y="30479"/>
                  </a:lnTo>
                  <a:lnTo>
                    <a:pt x="29718" y="64007"/>
                  </a:lnTo>
                  <a:lnTo>
                    <a:pt x="31242" y="70103"/>
                  </a:lnTo>
                  <a:lnTo>
                    <a:pt x="33528" y="73151"/>
                  </a:lnTo>
                  <a:lnTo>
                    <a:pt x="36576" y="7772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2"/>
            <p:cNvSpPr/>
            <p:nvPr/>
          </p:nvSpPr>
          <p:spPr>
            <a:xfrm>
              <a:off x="6195059" y="4541520"/>
              <a:ext cx="41275" cy="62865"/>
            </a:xfrm>
            <a:custGeom>
              <a:rect b="b" l="l" r="r" t="t"/>
              <a:pathLst>
                <a:path extrusionOk="0" h="62864" w="41275">
                  <a:moveTo>
                    <a:pt x="0" y="13716"/>
                  </a:moveTo>
                  <a:lnTo>
                    <a:pt x="31242" y="0"/>
                  </a:lnTo>
                  <a:lnTo>
                    <a:pt x="37338" y="4572"/>
                  </a:lnTo>
                  <a:lnTo>
                    <a:pt x="39624" y="12954"/>
                  </a:lnTo>
                  <a:lnTo>
                    <a:pt x="40647" y="20145"/>
                  </a:lnTo>
                  <a:lnTo>
                    <a:pt x="40386" y="27622"/>
                  </a:lnTo>
                  <a:lnTo>
                    <a:pt x="19812" y="59436"/>
                  </a:lnTo>
                  <a:lnTo>
                    <a:pt x="13716" y="62484"/>
                  </a:lnTo>
                  <a:lnTo>
                    <a:pt x="19050" y="48768"/>
                  </a:lnTo>
                  <a:lnTo>
                    <a:pt x="19050" y="4800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2"/>
            <p:cNvSpPr/>
            <p:nvPr/>
          </p:nvSpPr>
          <p:spPr>
            <a:xfrm>
              <a:off x="6236207" y="4522470"/>
              <a:ext cx="53340" cy="67310"/>
            </a:xfrm>
            <a:custGeom>
              <a:rect b="b" l="l" r="r" t="t"/>
              <a:pathLst>
                <a:path extrusionOk="0" h="67310" w="53339">
                  <a:moveTo>
                    <a:pt x="16763" y="0"/>
                  </a:moveTo>
                  <a:lnTo>
                    <a:pt x="10394" y="8822"/>
                  </a:lnTo>
                  <a:lnTo>
                    <a:pt x="5238" y="16859"/>
                  </a:lnTo>
                  <a:lnTo>
                    <a:pt x="1654" y="25610"/>
                  </a:lnTo>
                  <a:lnTo>
                    <a:pt x="0" y="36576"/>
                  </a:lnTo>
                  <a:lnTo>
                    <a:pt x="154" y="44362"/>
                  </a:lnTo>
                  <a:lnTo>
                    <a:pt x="31122" y="67186"/>
                  </a:lnTo>
                  <a:lnTo>
                    <a:pt x="38099" y="66294"/>
                  </a:lnTo>
                  <a:lnTo>
                    <a:pt x="46481" y="62484"/>
                  </a:lnTo>
                  <a:lnTo>
                    <a:pt x="49529" y="60959"/>
                  </a:lnTo>
                  <a:lnTo>
                    <a:pt x="53339" y="5638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2"/>
            <p:cNvSpPr/>
            <p:nvPr/>
          </p:nvSpPr>
          <p:spPr>
            <a:xfrm>
              <a:off x="6308597" y="4447794"/>
              <a:ext cx="48895" cy="169545"/>
            </a:xfrm>
            <a:custGeom>
              <a:rect b="b" l="l" r="r" t="t"/>
              <a:pathLst>
                <a:path extrusionOk="0" h="169545" w="48895">
                  <a:moveTo>
                    <a:pt x="7620" y="0"/>
                  </a:moveTo>
                  <a:lnTo>
                    <a:pt x="14930" y="8917"/>
                  </a:lnTo>
                  <a:lnTo>
                    <a:pt x="22669" y="17621"/>
                  </a:lnTo>
                  <a:lnTo>
                    <a:pt x="30122" y="26467"/>
                  </a:lnTo>
                  <a:lnTo>
                    <a:pt x="46672" y="61245"/>
                  </a:lnTo>
                  <a:lnTo>
                    <a:pt x="48768" y="88391"/>
                  </a:lnTo>
                  <a:lnTo>
                    <a:pt x="45720" y="106941"/>
                  </a:lnTo>
                  <a:lnTo>
                    <a:pt x="39243" y="125349"/>
                  </a:lnTo>
                  <a:lnTo>
                    <a:pt x="29908" y="142613"/>
                  </a:lnTo>
                  <a:lnTo>
                    <a:pt x="18288" y="157734"/>
                  </a:lnTo>
                  <a:lnTo>
                    <a:pt x="9906" y="165354"/>
                  </a:lnTo>
                  <a:lnTo>
                    <a:pt x="7620" y="167640"/>
                  </a:lnTo>
                  <a:lnTo>
                    <a:pt x="0" y="16916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12"/>
            <p:cNvSpPr/>
            <p:nvPr/>
          </p:nvSpPr>
          <p:spPr>
            <a:xfrm>
              <a:off x="5996070" y="4508754"/>
              <a:ext cx="130175" cy="187960"/>
            </a:xfrm>
            <a:custGeom>
              <a:rect b="b" l="l" r="r" t="t"/>
              <a:pathLst>
                <a:path extrusionOk="0" h="187960" w="130175">
                  <a:moveTo>
                    <a:pt x="20681" y="0"/>
                  </a:moveTo>
                  <a:lnTo>
                    <a:pt x="1631" y="41910"/>
                  </a:lnTo>
                  <a:lnTo>
                    <a:pt x="0" y="63519"/>
                  </a:lnTo>
                  <a:lnTo>
                    <a:pt x="11" y="85629"/>
                  </a:lnTo>
                  <a:lnTo>
                    <a:pt x="6965" y="128778"/>
                  </a:lnTo>
                  <a:lnTo>
                    <a:pt x="34611" y="170247"/>
                  </a:lnTo>
                  <a:lnTo>
                    <a:pt x="88880" y="187547"/>
                  </a:lnTo>
                  <a:lnTo>
                    <a:pt x="109192" y="184654"/>
                  </a:lnTo>
                  <a:lnTo>
                    <a:pt x="129647" y="17983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4" name="Google Shape;1604;p12"/>
          <p:cNvSpPr/>
          <p:nvPr/>
        </p:nvSpPr>
        <p:spPr>
          <a:xfrm>
            <a:off x="6421373" y="4527041"/>
            <a:ext cx="15240" cy="16510"/>
          </a:xfrm>
          <a:custGeom>
            <a:rect b="b" l="l" r="r" t="t"/>
            <a:pathLst>
              <a:path extrusionOk="0" h="16510" w="15239">
                <a:moveTo>
                  <a:pt x="0" y="3809"/>
                </a:moveTo>
                <a:lnTo>
                  <a:pt x="0" y="12191"/>
                </a:lnTo>
                <a:lnTo>
                  <a:pt x="3047" y="16001"/>
                </a:lnTo>
                <a:lnTo>
                  <a:pt x="11429" y="16001"/>
                </a:lnTo>
                <a:lnTo>
                  <a:pt x="15239" y="12191"/>
                </a:lnTo>
                <a:lnTo>
                  <a:pt x="15239" y="8381"/>
                </a:lnTo>
                <a:lnTo>
                  <a:pt x="15239" y="3809"/>
                </a:lnTo>
                <a:lnTo>
                  <a:pt x="11429" y="0"/>
                </a:lnTo>
                <a:lnTo>
                  <a:pt x="3047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5" name="Google Shape;1605;p12"/>
          <p:cNvGrpSpPr/>
          <p:nvPr/>
        </p:nvGrpSpPr>
        <p:grpSpPr>
          <a:xfrm>
            <a:off x="6277355" y="4516373"/>
            <a:ext cx="27940" cy="108585"/>
            <a:chOff x="6277355" y="4516373"/>
            <a:chExt cx="27940" cy="108585"/>
          </a:xfrm>
        </p:grpSpPr>
        <p:sp>
          <p:nvSpPr>
            <p:cNvPr id="1606" name="Google Shape;1606;p12"/>
            <p:cNvSpPr/>
            <p:nvPr/>
          </p:nvSpPr>
          <p:spPr>
            <a:xfrm>
              <a:off x="6277355" y="4573523"/>
              <a:ext cx="12700" cy="51435"/>
            </a:xfrm>
            <a:custGeom>
              <a:rect b="b" l="l" r="r" t="t"/>
              <a:pathLst>
                <a:path extrusionOk="0" h="51435" w="12700">
                  <a:moveTo>
                    <a:pt x="0" y="0"/>
                  </a:moveTo>
                  <a:lnTo>
                    <a:pt x="3119" y="7524"/>
                  </a:lnTo>
                  <a:lnTo>
                    <a:pt x="5524" y="14478"/>
                  </a:lnTo>
                  <a:lnTo>
                    <a:pt x="7072" y="21431"/>
                  </a:lnTo>
                  <a:lnTo>
                    <a:pt x="7620" y="28956"/>
                  </a:lnTo>
                  <a:lnTo>
                    <a:pt x="8382" y="34290"/>
                  </a:lnTo>
                  <a:lnTo>
                    <a:pt x="6858" y="43434"/>
                  </a:lnTo>
                  <a:lnTo>
                    <a:pt x="9144" y="48768"/>
                  </a:lnTo>
                  <a:lnTo>
                    <a:pt x="9906" y="51054"/>
                  </a:lnTo>
                  <a:lnTo>
                    <a:pt x="10668" y="49530"/>
                  </a:lnTo>
                  <a:lnTo>
                    <a:pt x="12192" y="5105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2"/>
            <p:cNvSpPr/>
            <p:nvPr/>
          </p:nvSpPr>
          <p:spPr>
            <a:xfrm>
              <a:off x="6288785" y="4516373"/>
              <a:ext cx="16510" cy="15240"/>
            </a:xfrm>
            <a:custGeom>
              <a:rect b="b" l="l" r="r" t="t"/>
              <a:pathLst>
                <a:path extrusionOk="0" h="15239" w="16510">
                  <a:moveTo>
                    <a:pt x="0" y="3048"/>
                  </a:moveTo>
                  <a:lnTo>
                    <a:pt x="0" y="11430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6001" y="11430"/>
                  </a:lnTo>
                  <a:lnTo>
                    <a:pt x="16001" y="7620"/>
                  </a:lnTo>
                  <a:lnTo>
                    <a:pt x="16001" y="3048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8" name="Google Shape;1608;p12"/>
          <p:cNvGrpSpPr/>
          <p:nvPr/>
        </p:nvGrpSpPr>
        <p:grpSpPr>
          <a:xfrm>
            <a:off x="6479273" y="4351007"/>
            <a:ext cx="426745" cy="283822"/>
            <a:chOff x="6479273" y="4351007"/>
            <a:chExt cx="426745" cy="283822"/>
          </a:xfrm>
        </p:grpSpPr>
        <p:pic>
          <p:nvPicPr>
            <p:cNvPr id="1609" name="Google Shape;1609;p1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6479273" y="4368533"/>
              <a:ext cx="217195" cy="2662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0" name="Google Shape;1610;p1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730233" y="4351007"/>
              <a:ext cx="175785" cy="21186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11" name="Google Shape;1611;p1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692448" y="3305543"/>
            <a:ext cx="306539" cy="1211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2" name="Google Shape;1612;p12"/>
          <p:cNvGrpSpPr/>
          <p:nvPr/>
        </p:nvGrpSpPr>
        <p:grpSpPr>
          <a:xfrm>
            <a:off x="4205465" y="3183623"/>
            <a:ext cx="395777" cy="220243"/>
            <a:chOff x="4205465" y="3183623"/>
            <a:chExt cx="395777" cy="220243"/>
          </a:xfrm>
        </p:grpSpPr>
        <p:pic>
          <p:nvPicPr>
            <p:cNvPr id="1613" name="Google Shape;1613;p1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205465" y="3197363"/>
              <a:ext cx="126517" cy="195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4" name="Google Shape;1614;p12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364723" y="3183623"/>
              <a:ext cx="236519" cy="220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5" name="Google Shape;1615;p12"/>
          <p:cNvGrpSpPr/>
          <p:nvPr/>
        </p:nvGrpSpPr>
        <p:grpSpPr>
          <a:xfrm>
            <a:off x="4735068" y="3238500"/>
            <a:ext cx="81533" cy="56769"/>
            <a:chOff x="4735068" y="3238500"/>
            <a:chExt cx="81533" cy="56769"/>
          </a:xfrm>
        </p:grpSpPr>
        <p:sp>
          <p:nvSpPr>
            <p:cNvPr id="1616" name="Google Shape;1616;p12"/>
            <p:cNvSpPr/>
            <p:nvPr/>
          </p:nvSpPr>
          <p:spPr>
            <a:xfrm>
              <a:off x="4735068" y="3238500"/>
              <a:ext cx="62230" cy="5715"/>
            </a:xfrm>
            <a:custGeom>
              <a:rect b="b" l="l" r="r" t="t"/>
              <a:pathLst>
                <a:path extrusionOk="0" h="5714" w="62229">
                  <a:moveTo>
                    <a:pt x="0" y="4572"/>
                  </a:moveTo>
                  <a:lnTo>
                    <a:pt x="11049" y="5607"/>
                  </a:lnTo>
                  <a:lnTo>
                    <a:pt x="20955" y="5429"/>
                  </a:lnTo>
                  <a:lnTo>
                    <a:pt x="30861" y="4250"/>
                  </a:lnTo>
                  <a:lnTo>
                    <a:pt x="41910" y="2286"/>
                  </a:lnTo>
                  <a:lnTo>
                    <a:pt x="48768" y="762"/>
                  </a:lnTo>
                  <a:lnTo>
                    <a:pt x="54864" y="0"/>
                  </a:lnTo>
                  <a:lnTo>
                    <a:pt x="61722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2"/>
            <p:cNvSpPr/>
            <p:nvPr/>
          </p:nvSpPr>
          <p:spPr>
            <a:xfrm>
              <a:off x="4751832" y="3293364"/>
              <a:ext cx="64769" cy="1905"/>
            </a:xfrm>
            <a:custGeom>
              <a:rect b="b" l="l" r="r" t="t"/>
              <a:pathLst>
                <a:path extrusionOk="0" h="1904" w="64770">
                  <a:moveTo>
                    <a:pt x="0" y="0"/>
                  </a:moveTo>
                  <a:lnTo>
                    <a:pt x="38862" y="1523"/>
                  </a:lnTo>
                  <a:lnTo>
                    <a:pt x="51816" y="1619"/>
                  </a:lnTo>
                  <a:lnTo>
                    <a:pt x="58364" y="1202"/>
                  </a:lnTo>
                  <a:lnTo>
                    <a:pt x="64769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18" name="Google Shape;1618;p1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153393" y="3195815"/>
            <a:ext cx="133375" cy="139757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p12"/>
          <p:cNvSpPr/>
          <p:nvPr/>
        </p:nvSpPr>
        <p:spPr>
          <a:xfrm>
            <a:off x="5191029" y="3412997"/>
            <a:ext cx="48260" cy="66040"/>
          </a:xfrm>
          <a:custGeom>
            <a:rect b="b" l="l" r="r" t="t"/>
            <a:pathLst>
              <a:path extrusionOk="0" h="66039" w="48260">
                <a:moveTo>
                  <a:pt x="476" y="11429"/>
                </a:moveTo>
                <a:lnTo>
                  <a:pt x="273" y="21371"/>
                </a:lnTo>
                <a:lnTo>
                  <a:pt x="0" y="31527"/>
                </a:lnTo>
                <a:lnTo>
                  <a:pt x="154" y="41540"/>
                </a:lnTo>
                <a:lnTo>
                  <a:pt x="1238" y="51053"/>
                </a:lnTo>
                <a:lnTo>
                  <a:pt x="2000" y="55625"/>
                </a:lnTo>
                <a:lnTo>
                  <a:pt x="3524" y="60959"/>
                </a:lnTo>
                <a:lnTo>
                  <a:pt x="5048" y="65531"/>
                </a:lnTo>
                <a:lnTo>
                  <a:pt x="5048" y="60197"/>
                </a:lnTo>
                <a:lnTo>
                  <a:pt x="4286" y="57149"/>
                </a:lnTo>
                <a:lnTo>
                  <a:pt x="4286" y="51815"/>
                </a:lnTo>
                <a:lnTo>
                  <a:pt x="12668" y="8381"/>
                </a:lnTo>
                <a:lnTo>
                  <a:pt x="25622" y="761"/>
                </a:lnTo>
                <a:lnTo>
                  <a:pt x="34004" y="0"/>
                </a:lnTo>
                <a:lnTo>
                  <a:pt x="37052" y="6095"/>
                </a:lnTo>
                <a:lnTo>
                  <a:pt x="40100" y="12191"/>
                </a:lnTo>
                <a:lnTo>
                  <a:pt x="42672" y="19288"/>
                </a:lnTo>
                <a:lnTo>
                  <a:pt x="44672" y="26669"/>
                </a:lnTo>
                <a:lnTo>
                  <a:pt x="46101" y="34051"/>
                </a:lnTo>
                <a:lnTo>
                  <a:pt x="46958" y="41147"/>
                </a:lnTo>
                <a:lnTo>
                  <a:pt x="47720" y="48767"/>
                </a:lnTo>
                <a:lnTo>
                  <a:pt x="46958" y="57149"/>
                </a:lnTo>
                <a:lnTo>
                  <a:pt x="46958" y="64769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0" name="Google Shape;1620;p1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462765" y="3118091"/>
            <a:ext cx="233197" cy="168046"/>
          </a:xfrm>
          <a:prstGeom prst="rect">
            <a:avLst/>
          </a:prstGeom>
          <a:noFill/>
          <a:ln>
            <a:noFill/>
          </a:ln>
        </p:spPr>
      </p:pic>
      <p:sp>
        <p:nvSpPr>
          <p:cNvPr id="1621" name="Google Shape;1621;p12"/>
          <p:cNvSpPr/>
          <p:nvPr/>
        </p:nvSpPr>
        <p:spPr>
          <a:xfrm>
            <a:off x="5448300" y="3351276"/>
            <a:ext cx="16510" cy="15240"/>
          </a:xfrm>
          <a:custGeom>
            <a:rect b="b" l="l" r="r" t="t"/>
            <a:pathLst>
              <a:path extrusionOk="0" h="15239" w="16510">
                <a:moveTo>
                  <a:pt x="0" y="3810"/>
                </a:moveTo>
                <a:lnTo>
                  <a:pt x="0" y="12192"/>
                </a:lnTo>
                <a:lnTo>
                  <a:pt x="3809" y="15240"/>
                </a:lnTo>
                <a:lnTo>
                  <a:pt x="12191" y="15240"/>
                </a:lnTo>
                <a:lnTo>
                  <a:pt x="16001" y="12192"/>
                </a:lnTo>
                <a:lnTo>
                  <a:pt x="16001" y="7620"/>
                </a:lnTo>
                <a:lnTo>
                  <a:pt x="16001" y="3810"/>
                </a:lnTo>
                <a:lnTo>
                  <a:pt x="12191" y="0"/>
                </a:lnTo>
                <a:lnTo>
                  <a:pt x="3809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12"/>
          <p:cNvSpPr/>
          <p:nvPr/>
        </p:nvSpPr>
        <p:spPr>
          <a:xfrm>
            <a:off x="5536620" y="3014472"/>
            <a:ext cx="42545" cy="54610"/>
          </a:xfrm>
          <a:custGeom>
            <a:rect b="b" l="l" r="r" t="t"/>
            <a:pathLst>
              <a:path extrusionOk="0" h="54610" w="42545">
                <a:moveTo>
                  <a:pt x="833" y="4572"/>
                </a:moveTo>
                <a:lnTo>
                  <a:pt x="714" y="15882"/>
                </a:lnTo>
                <a:lnTo>
                  <a:pt x="452" y="27051"/>
                </a:lnTo>
                <a:lnTo>
                  <a:pt x="190" y="38219"/>
                </a:lnTo>
                <a:lnTo>
                  <a:pt x="71" y="49530"/>
                </a:lnTo>
                <a:lnTo>
                  <a:pt x="71" y="46482"/>
                </a:lnTo>
                <a:lnTo>
                  <a:pt x="71" y="45720"/>
                </a:lnTo>
                <a:lnTo>
                  <a:pt x="71" y="42672"/>
                </a:lnTo>
                <a:lnTo>
                  <a:pt x="0" y="35492"/>
                </a:lnTo>
                <a:lnTo>
                  <a:pt x="71" y="28670"/>
                </a:lnTo>
                <a:lnTo>
                  <a:pt x="714" y="21990"/>
                </a:lnTo>
                <a:lnTo>
                  <a:pt x="2357" y="15240"/>
                </a:lnTo>
                <a:lnTo>
                  <a:pt x="4643" y="6858"/>
                </a:lnTo>
                <a:lnTo>
                  <a:pt x="9215" y="1524"/>
                </a:lnTo>
                <a:lnTo>
                  <a:pt x="17597" y="762"/>
                </a:lnTo>
                <a:lnTo>
                  <a:pt x="25217" y="0"/>
                </a:lnTo>
                <a:lnTo>
                  <a:pt x="41219" y="39624"/>
                </a:lnTo>
                <a:lnTo>
                  <a:pt x="41981" y="44958"/>
                </a:lnTo>
                <a:lnTo>
                  <a:pt x="41981" y="49530"/>
                </a:lnTo>
                <a:lnTo>
                  <a:pt x="41981" y="54102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3" name="Google Shape;1623;p12"/>
          <p:cNvGrpSpPr/>
          <p:nvPr/>
        </p:nvGrpSpPr>
        <p:grpSpPr>
          <a:xfrm>
            <a:off x="5862066" y="3051810"/>
            <a:ext cx="88011" cy="170910"/>
            <a:chOff x="5862066" y="3051810"/>
            <a:chExt cx="88011" cy="170910"/>
          </a:xfrm>
        </p:grpSpPr>
        <p:sp>
          <p:nvSpPr>
            <p:cNvPr id="1624" name="Google Shape;1624;p12"/>
            <p:cNvSpPr/>
            <p:nvPr/>
          </p:nvSpPr>
          <p:spPr>
            <a:xfrm>
              <a:off x="5862066" y="3158585"/>
              <a:ext cx="33020" cy="64135"/>
            </a:xfrm>
            <a:custGeom>
              <a:rect b="b" l="l" r="r" t="t"/>
              <a:pathLst>
                <a:path extrusionOk="0" h="64135" w="33020">
                  <a:moveTo>
                    <a:pt x="0" y="2190"/>
                  </a:moveTo>
                  <a:lnTo>
                    <a:pt x="7941" y="773"/>
                  </a:lnTo>
                  <a:lnTo>
                    <a:pt x="15525" y="0"/>
                  </a:lnTo>
                  <a:lnTo>
                    <a:pt x="22395" y="1654"/>
                  </a:lnTo>
                  <a:lnTo>
                    <a:pt x="28194" y="7524"/>
                  </a:lnTo>
                  <a:lnTo>
                    <a:pt x="30932" y="13632"/>
                  </a:lnTo>
                  <a:lnTo>
                    <a:pt x="32385" y="20955"/>
                  </a:lnTo>
                  <a:lnTo>
                    <a:pt x="32694" y="28420"/>
                  </a:lnTo>
                  <a:lnTo>
                    <a:pt x="32004" y="34956"/>
                  </a:lnTo>
                  <a:lnTo>
                    <a:pt x="30051" y="42088"/>
                  </a:lnTo>
                  <a:lnTo>
                    <a:pt x="26670" y="48577"/>
                  </a:lnTo>
                  <a:lnTo>
                    <a:pt x="22145" y="54352"/>
                  </a:lnTo>
                  <a:lnTo>
                    <a:pt x="16764" y="59340"/>
                  </a:lnTo>
                  <a:lnTo>
                    <a:pt x="12954" y="63912"/>
                  </a:lnTo>
                  <a:lnTo>
                    <a:pt x="12192" y="62388"/>
                  </a:lnTo>
                  <a:lnTo>
                    <a:pt x="9906" y="6086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2"/>
            <p:cNvSpPr/>
            <p:nvPr/>
          </p:nvSpPr>
          <p:spPr>
            <a:xfrm>
              <a:off x="5906226" y="3138678"/>
              <a:ext cx="38735" cy="72390"/>
            </a:xfrm>
            <a:custGeom>
              <a:rect b="b" l="l" r="r" t="t"/>
              <a:pathLst>
                <a:path extrusionOk="0" h="72389" w="38735">
                  <a:moveTo>
                    <a:pt x="12227" y="0"/>
                  </a:moveTo>
                  <a:lnTo>
                    <a:pt x="35" y="38100"/>
                  </a:lnTo>
                  <a:lnTo>
                    <a:pt x="0" y="45053"/>
                  </a:lnTo>
                  <a:lnTo>
                    <a:pt x="321" y="52006"/>
                  </a:lnTo>
                  <a:lnTo>
                    <a:pt x="1643" y="58673"/>
                  </a:lnTo>
                  <a:lnTo>
                    <a:pt x="4607" y="64769"/>
                  </a:lnTo>
                  <a:lnTo>
                    <a:pt x="9179" y="70866"/>
                  </a:lnTo>
                  <a:lnTo>
                    <a:pt x="16037" y="71628"/>
                  </a:lnTo>
                  <a:lnTo>
                    <a:pt x="22895" y="71628"/>
                  </a:lnTo>
                  <a:lnTo>
                    <a:pt x="30515" y="72390"/>
                  </a:lnTo>
                  <a:lnTo>
                    <a:pt x="32039" y="70104"/>
                  </a:lnTo>
                  <a:lnTo>
                    <a:pt x="38135" y="6553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12"/>
            <p:cNvSpPr/>
            <p:nvPr/>
          </p:nvSpPr>
          <p:spPr>
            <a:xfrm>
              <a:off x="5898642" y="3051810"/>
              <a:ext cx="51435" cy="78740"/>
            </a:xfrm>
            <a:custGeom>
              <a:rect b="b" l="l" r="r" t="t"/>
              <a:pathLst>
                <a:path extrusionOk="0" h="78739" w="51435">
                  <a:moveTo>
                    <a:pt x="0" y="6858"/>
                  </a:moveTo>
                  <a:lnTo>
                    <a:pt x="9239" y="6012"/>
                  </a:lnTo>
                  <a:lnTo>
                    <a:pt x="17906" y="4667"/>
                  </a:lnTo>
                  <a:lnTo>
                    <a:pt x="26574" y="2893"/>
                  </a:lnTo>
                  <a:lnTo>
                    <a:pt x="35814" y="762"/>
                  </a:lnTo>
                  <a:lnTo>
                    <a:pt x="41148" y="0"/>
                  </a:lnTo>
                  <a:lnTo>
                    <a:pt x="45720" y="0"/>
                  </a:lnTo>
                  <a:lnTo>
                    <a:pt x="51053" y="0"/>
                  </a:lnTo>
                  <a:lnTo>
                    <a:pt x="50292" y="6096"/>
                  </a:lnTo>
                  <a:lnTo>
                    <a:pt x="51053" y="5334"/>
                  </a:lnTo>
                  <a:lnTo>
                    <a:pt x="44958" y="7620"/>
                  </a:lnTo>
                  <a:lnTo>
                    <a:pt x="38862" y="9906"/>
                  </a:lnTo>
                  <a:lnTo>
                    <a:pt x="33528" y="9906"/>
                  </a:lnTo>
                  <a:lnTo>
                    <a:pt x="27432" y="9906"/>
                  </a:lnTo>
                  <a:lnTo>
                    <a:pt x="27432" y="15240"/>
                  </a:lnTo>
                  <a:lnTo>
                    <a:pt x="28194" y="19050"/>
                  </a:lnTo>
                  <a:lnTo>
                    <a:pt x="31242" y="24384"/>
                  </a:lnTo>
                  <a:lnTo>
                    <a:pt x="35194" y="35706"/>
                  </a:lnTo>
                  <a:lnTo>
                    <a:pt x="38290" y="46958"/>
                  </a:lnTo>
                  <a:lnTo>
                    <a:pt x="41100" y="58352"/>
                  </a:lnTo>
                  <a:lnTo>
                    <a:pt x="44196" y="70104"/>
                  </a:lnTo>
                  <a:lnTo>
                    <a:pt x="45720" y="74676"/>
                  </a:lnTo>
                  <a:lnTo>
                    <a:pt x="46482" y="75438"/>
                  </a:lnTo>
                  <a:lnTo>
                    <a:pt x="48006" y="7848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27" name="Google Shape;1627;p1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6010643" y="3039605"/>
            <a:ext cx="177571" cy="175285"/>
          </a:xfrm>
          <a:prstGeom prst="rect">
            <a:avLst/>
          </a:prstGeom>
          <a:noFill/>
          <a:ln>
            <a:noFill/>
          </a:ln>
        </p:spPr>
      </p:pic>
      <p:sp>
        <p:nvSpPr>
          <p:cNvPr id="1628" name="Google Shape;1628;p12"/>
          <p:cNvSpPr/>
          <p:nvPr/>
        </p:nvSpPr>
        <p:spPr>
          <a:xfrm>
            <a:off x="5801998" y="3076955"/>
            <a:ext cx="147955" cy="219075"/>
          </a:xfrm>
          <a:custGeom>
            <a:rect b="b" l="l" r="r" t="t"/>
            <a:pathLst>
              <a:path extrusionOk="0" h="219075" w="147954">
                <a:moveTo>
                  <a:pt x="23491" y="0"/>
                </a:moveTo>
                <a:lnTo>
                  <a:pt x="4095" y="39969"/>
                </a:lnTo>
                <a:lnTo>
                  <a:pt x="0" y="80283"/>
                </a:lnTo>
                <a:lnTo>
                  <a:pt x="1678" y="104870"/>
                </a:lnTo>
                <a:lnTo>
                  <a:pt x="15109" y="152400"/>
                </a:lnTo>
                <a:lnTo>
                  <a:pt x="44362" y="196762"/>
                </a:lnTo>
                <a:lnTo>
                  <a:pt x="90451" y="218884"/>
                </a:lnTo>
                <a:lnTo>
                  <a:pt x="108037" y="218527"/>
                </a:lnTo>
                <a:lnTo>
                  <a:pt x="124837" y="214884"/>
                </a:lnTo>
                <a:lnTo>
                  <a:pt x="132457" y="211074"/>
                </a:lnTo>
                <a:lnTo>
                  <a:pt x="140077" y="208026"/>
                </a:lnTo>
                <a:lnTo>
                  <a:pt x="147697" y="204215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9" name="Google Shape;1629;p1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6204191" y="2940688"/>
            <a:ext cx="86893" cy="72272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12"/>
          <p:cNvSpPr/>
          <p:nvPr/>
        </p:nvSpPr>
        <p:spPr>
          <a:xfrm>
            <a:off x="5955791" y="3220211"/>
            <a:ext cx="6985" cy="39370"/>
          </a:xfrm>
          <a:custGeom>
            <a:rect b="b" l="l" r="r" t="t"/>
            <a:pathLst>
              <a:path extrusionOk="0" h="39370" w="6985">
                <a:moveTo>
                  <a:pt x="0" y="0"/>
                </a:moveTo>
                <a:lnTo>
                  <a:pt x="6858" y="29718"/>
                </a:lnTo>
                <a:lnTo>
                  <a:pt x="6096" y="34290"/>
                </a:lnTo>
                <a:lnTo>
                  <a:pt x="6858" y="3886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12"/>
          <p:cNvSpPr/>
          <p:nvPr/>
        </p:nvSpPr>
        <p:spPr>
          <a:xfrm>
            <a:off x="5959602" y="3157727"/>
            <a:ext cx="2540" cy="0"/>
          </a:xfrm>
          <a:custGeom>
            <a:rect b="b" l="l" r="r" t="t"/>
            <a:pathLst>
              <a:path extrusionOk="0" h="120000" w="2539">
                <a:moveTo>
                  <a:pt x="2286" y="0"/>
                </a:moveTo>
                <a:lnTo>
                  <a:pt x="1524" y="0"/>
                </a:lnTo>
                <a:lnTo>
                  <a:pt x="762" y="0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2" name="Google Shape;1632;p12"/>
          <p:cNvGrpSpPr/>
          <p:nvPr/>
        </p:nvGrpSpPr>
        <p:grpSpPr>
          <a:xfrm>
            <a:off x="5338572" y="3961637"/>
            <a:ext cx="114300" cy="161290"/>
            <a:chOff x="5338572" y="3961637"/>
            <a:chExt cx="114300" cy="161290"/>
          </a:xfrm>
        </p:grpSpPr>
        <p:sp>
          <p:nvSpPr>
            <p:cNvPr id="1633" name="Google Shape;1633;p12"/>
            <p:cNvSpPr/>
            <p:nvPr/>
          </p:nvSpPr>
          <p:spPr>
            <a:xfrm>
              <a:off x="5391150" y="3961637"/>
              <a:ext cx="5715" cy="95250"/>
            </a:xfrm>
            <a:custGeom>
              <a:rect b="b" l="l" r="r" t="t"/>
              <a:pathLst>
                <a:path extrusionOk="0" h="95250" w="5714">
                  <a:moveTo>
                    <a:pt x="0" y="0"/>
                  </a:moveTo>
                  <a:lnTo>
                    <a:pt x="476" y="17716"/>
                  </a:lnTo>
                  <a:lnTo>
                    <a:pt x="952" y="35433"/>
                  </a:lnTo>
                  <a:lnTo>
                    <a:pt x="1714" y="53149"/>
                  </a:lnTo>
                  <a:lnTo>
                    <a:pt x="3048" y="70866"/>
                  </a:lnTo>
                  <a:lnTo>
                    <a:pt x="3810" y="78486"/>
                  </a:lnTo>
                  <a:lnTo>
                    <a:pt x="5334" y="86868"/>
                  </a:lnTo>
                  <a:lnTo>
                    <a:pt x="5334" y="9525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2"/>
            <p:cNvSpPr/>
            <p:nvPr/>
          </p:nvSpPr>
          <p:spPr>
            <a:xfrm>
              <a:off x="5338572" y="4102607"/>
              <a:ext cx="114300" cy="20320"/>
            </a:xfrm>
            <a:custGeom>
              <a:rect b="b" l="l" r="r" t="t"/>
              <a:pathLst>
                <a:path extrusionOk="0" h="20320" w="114300">
                  <a:moveTo>
                    <a:pt x="0" y="19812"/>
                  </a:moveTo>
                  <a:lnTo>
                    <a:pt x="41255" y="14347"/>
                  </a:lnTo>
                  <a:lnTo>
                    <a:pt x="67198" y="7286"/>
                  </a:lnTo>
                  <a:lnTo>
                    <a:pt x="79057" y="4191"/>
                  </a:lnTo>
                  <a:lnTo>
                    <a:pt x="91201" y="1666"/>
                  </a:lnTo>
                  <a:lnTo>
                    <a:pt x="103632" y="0"/>
                  </a:lnTo>
                  <a:lnTo>
                    <a:pt x="108966" y="0"/>
                  </a:lnTo>
                  <a:lnTo>
                    <a:pt x="110489" y="0"/>
                  </a:lnTo>
                  <a:lnTo>
                    <a:pt x="11430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35" name="Google Shape;1635;p12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5346179" y="4209275"/>
            <a:ext cx="82321" cy="88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6" name="Google Shape;1636;p12"/>
          <p:cNvGrpSpPr/>
          <p:nvPr/>
        </p:nvGrpSpPr>
        <p:grpSpPr>
          <a:xfrm>
            <a:off x="5663184" y="4126229"/>
            <a:ext cx="168148" cy="113919"/>
            <a:chOff x="5663184" y="4126229"/>
            <a:chExt cx="168148" cy="113919"/>
          </a:xfrm>
        </p:grpSpPr>
        <p:sp>
          <p:nvSpPr>
            <p:cNvPr id="1637" name="Google Shape;1637;p12"/>
            <p:cNvSpPr/>
            <p:nvPr/>
          </p:nvSpPr>
          <p:spPr>
            <a:xfrm>
              <a:off x="5673852" y="4191761"/>
              <a:ext cx="5080" cy="48260"/>
            </a:xfrm>
            <a:custGeom>
              <a:rect b="b" l="l" r="r" t="t"/>
              <a:pathLst>
                <a:path extrusionOk="0" h="48260" w="5079">
                  <a:moveTo>
                    <a:pt x="0" y="0"/>
                  </a:moveTo>
                  <a:lnTo>
                    <a:pt x="702" y="7870"/>
                  </a:lnTo>
                  <a:lnTo>
                    <a:pt x="1619" y="15525"/>
                  </a:lnTo>
                  <a:lnTo>
                    <a:pt x="2678" y="23038"/>
                  </a:lnTo>
                  <a:lnTo>
                    <a:pt x="3810" y="30480"/>
                  </a:lnTo>
                  <a:lnTo>
                    <a:pt x="4572" y="36576"/>
                  </a:lnTo>
                  <a:lnTo>
                    <a:pt x="4572" y="41910"/>
                  </a:lnTo>
                  <a:lnTo>
                    <a:pt x="4572" y="47244"/>
                  </a:lnTo>
                  <a:lnTo>
                    <a:pt x="4572" y="4800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12"/>
            <p:cNvSpPr/>
            <p:nvPr/>
          </p:nvSpPr>
          <p:spPr>
            <a:xfrm>
              <a:off x="5663184" y="4126229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12"/>
            <p:cNvSpPr/>
            <p:nvPr/>
          </p:nvSpPr>
          <p:spPr>
            <a:xfrm>
              <a:off x="5720334" y="4173473"/>
              <a:ext cx="37465" cy="3175"/>
            </a:xfrm>
            <a:custGeom>
              <a:rect b="b" l="l" r="r" t="t"/>
              <a:pathLst>
                <a:path extrusionOk="0" h="3175" w="37464">
                  <a:moveTo>
                    <a:pt x="0" y="0"/>
                  </a:moveTo>
                  <a:lnTo>
                    <a:pt x="7405" y="1762"/>
                  </a:lnTo>
                  <a:lnTo>
                    <a:pt x="14096" y="2666"/>
                  </a:lnTo>
                  <a:lnTo>
                    <a:pt x="20788" y="3000"/>
                  </a:lnTo>
                  <a:lnTo>
                    <a:pt x="28194" y="3047"/>
                  </a:lnTo>
                  <a:lnTo>
                    <a:pt x="33528" y="3047"/>
                  </a:lnTo>
                  <a:lnTo>
                    <a:pt x="34290" y="3047"/>
                  </a:lnTo>
                  <a:lnTo>
                    <a:pt x="37338" y="3047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12"/>
            <p:cNvSpPr/>
            <p:nvPr/>
          </p:nvSpPr>
          <p:spPr>
            <a:xfrm>
              <a:off x="5721096" y="4219193"/>
              <a:ext cx="48895" cy="10795"/>
            </a:xfrm>
            <a:custGeom>
              <a:rect b="b" l="l" r="r" t="t"/>
              <a:pathLst>
                <a:path extrusionOk="0" h="10795" w="48895">
                  <a:moveTo>
                    <a:pt x="0" y="10667"/>
                  </a:moveTo>
                  <a:lnTo>
                    <a:pt x="10477" y="10667"/>
                  </a:lnTo>
                  <a:lnTo>
                    <a:pt x="19812" y="9524"/>
                  </a:lnTo>
                  <a:lnTo>
                    <a:pt x="29146" y="7238"/>
                  </a:lnTo>
                  <a:lnTo>
                    <a:pt x="39624" y="3809"/>
                  </a:lnTo>
                  <a:lnTo>
                    <a:pt x="42672" y="3047"/>
                  </a:lnTo>
                  <a:lnTo>
                    <a:pt x="45720" y="1523"/>
                  </a:lnTo>
                  <a:lnTo>
                    <a:pt x="48768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12"/>
            <p:cNvSpPr/>
            <p:nvPr/>
          </p:nvSpPr>
          <p:spPr>
            <a:xfrm>
              <a:off x="5822442" y="4173473"/>
              <a:ext cx="8890" cy="66675"/>
            </a:xfrm>
            <a:custGeom>
              <a:rect b="b" l="l" r="r" t="t"/>
              <a:pathLst>
                <a:path extrusionOk="0" h="66675" w="8889">
                  <a:moveTo>
                    <a:pt x="0" y="0"/>
                  </a:moveTo>
                  <a:lnTo>
                    <a:pt x="5381" y="42612"/>
                  </a:lnTo>
                  <a:lnTo>
                    <a:pt x="6477" y="50387"/>
                  </a:lnTo>
                  <a:lnTo>
                    <a:pt x="7572" y="58304"/>
                  </a:lnTo>
                  <a:lnTo>
                    <a:pt x="8382" y="6629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42" name="Google Shape;1642;p12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5702795" y="3784079"/>
            <a:ext cx="66319" cy="6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3" name="Google Shape;1643;p12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5657075" y="3905999"/>
            <a:ext cx="239293" cy="1669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4" name="Google Shape;1644;p12"/>
          <p:cNvGrpSpPr/>
          <p:nvPr/>
        </p:nvGrpSpPr>
        <p:grpSpPr>
          <a:xfrm>
            <a:off x="5997593" y="3828275"/>
            <a:ext cx="374263" cy="270535"/>
            <a:chOff x="5997593" y="3828275"/>
            <a:chExt cx="374263" cy="270535"/>
          </a:xfrm>
        </p:grpSpPr>
        <p:pic>
          <p:nvPicPr>
            <p:cNvPr id="1645" name="Google Shape;1645;p12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5997593" y="3838943"/>
              <a:ext cx="181476" cy="2598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6" name="Google Shape;1646;p12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6207239" y="3828275"/>
              <a:ext cx="164617" cy="1630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7" name="Google Shape;1647;p12"/>
          <p:cNvGrpSpPr/>
          <p:nvPr/>
        </p:nvGrpSpPr>
        <p:grpSpPr>
          <a:xfrm>
            <a:off x="6449079" y="3691877"/>
            <a:ext cx="455391" cy="308635"/>
            <a:chOff x="6449079" y="3691877"/>
            <a:chExt cx="455391" cy="308635"/>
          </a:xfrm>
        </p:grpSpPr>
        <p:pic>
          <p:nvPicPr>
            <p:cNvPr id="1648" name="Google Shape;1648;p12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6449079" y="3733025"/>
              <a:ext cx="330483" cy="2674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9" name="Google Shape;1649;p12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806171" y="3691877"/>
              <a:ext cx="98299" cy="21643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0" name="Google Shape;1650;p12"/>
          <p:cNvSpPr/>
          <p:nvPr/>
        </p:nvSpPr>
        <p:spPr>
          <a:xfrm>
            <a:off x="5693664" y="4576571"/>
            <a:ext cx="217804" cy="169545"/>
          </a:xfrm>
          <a:custGeom>
            <a:rect b="b" l="l" r="r" t="t"/>
            <a:pathLst>
              <a:path extrusionOk="0" h="169545" w="217804">
                <a:moveTo>
                  <a:pt x="195834" y="0"/>
                </a:moveTo>
                <a:lnTo>
                  <a:pt x="152400" y="6858"/>
                </a:lnTo>
                <a:lnTo>
                  <a:pt x="111573" y="22181"/>
                </a:lnTo>
                <a:lnTo>
                  <a:pt x="90678" y="32004"/>
                </a:lnTo>
                <a:lnTo>
                  <a:pt x="84582" y="34290"/>
                </a:lnTo>
                <a:lnTo>
                  <a:pt x="123444" y="47339"/>
                </a:lnTo>
                <a:lnTo>
                  <a:pt x="134874" y="48958"/>
                </a:lnTo>
                <a:lnTo>
                  <a:pt x="146304" y="50863"/>
                </a:lnTo>
                <a:lnTo>
                  <a:pt x="157734" y="53340"/>
                </a:lnTo>
                <a:lnTo>
                  <a:pt x="163830" y="54864"/>
                </a:lnTo>
                <a:lnTo>
                  <a:pt x="176784" y="56388"/>
                </a:lnTo>
                <a:lnTo>
                  <a:pt x="179070" y="64008"/>
                </a:lnTo>
                <a:lnTo>
                  <a:pt x="177641" y="70973"/>
                </a:lnTo>
                <a:lnTo>
                  <a:pt x="171069" y="76866"/>
                </a:lnTo>
                <a:lnTo>
                  <a:pt x="162782" y="81474"/>
                </a:lnTo>
                <a:lnTo>
                  <a:pt x="156210" y="84582"/>
                </a:lnTo>
                <a:lnTo>
                  <a:pt x="138350" y="94476"/>
                </a:lnTo>
                <a:lnTo>
                  <a:pt x="101774" y="112549"/>
                </a:lnTo>
                <a:lnTo>
                  <a:pt x="65793" y="129063"/>
                </a:lnTo>
                <a:lnTo>
                  <a:pt x="48387" y="136969"/>
                </a:lnTo>
                <a:lnTo>
                  <a:pt x="30980" y="145161"/>
                </a:lnTo>
                <a:lnTo>
                  <a:pt x="13716" y="153924"/>
                </a:lnTo>
                <a:lnTo>
                  <a:pt x="6096" y="158496"/>
                </a:lnTo>
                <a:lnTo>
                  <a:pt x="4572" y="159258"/>
                </a:lnTo>
                <a:lnTo>
                  <a:pt x="0" y="163068"/>
                </a:lnTo>
                <a:lnTo>
                  <a:pt x="6096" y="169164"/>
                </a:lnTo>
                <a:lnTo>
                  <a:pt x="11430" y="167640"/>
                </a:lnTo>
                <a:lnTo>
                  <a:pt x="22860" y="167640"/>
                </a:lnTo>
                <a:lnTo>
                  <a:pt x="62484" y="165639"/>
                </a:lnTo>
                <a:lnTo>
                  <a:pt x="102108" y="160782"/>
                </a:lnTo>
                <a:lnTo>
                  <a:pt x="122110" y="157472"/>
                </a:lnTo>
                <a:lnTo>
                  <a:pt x="142113" y="154305"/>
                </a:lnTo>
                <a:lnTo>
                  <a:pt x="162115" y="151137"/>
                </a:lnTo>
                <a:lnTo>
                  <a:pt x="182118" y="147828"/>
                </a:lnTo>
                <a:lnTo>
                  <a:pt x="193905" y="146137"/>
                </a:lnTo>
                <a:lnTo>
                  <a:pt x="207835" y="144018"/>
                </a:lnTo>
                <a:lnTo>
                  <a:pt x="217479" y="142470"/>
                </a:lnTo>
                <a:lnTo>
                  <a:pt x="216408" y="142494"/>
                </a:lnTo>
                <a:lnTo>
                  <a:pt x="214122" y="142494"/>
                </a:lnTo>
                <a:lnTo>
                  <a:pt x="212598" y="143256"/>
                </a:lnTo>
                <a:lnTo>
                  <a:pt x="210312" y="143256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1" name="Google Shape;1651;p12"/>
          <p:cNvGrpSpPr/>
          <p:nvPr/>
        </p:nvGrpSpPr>
        <p:grpSpPr>
          <a:xfrm>
            <a:off x="5722619" y="4801362"/>
            <a:ext cx="184150" cy="106299"/>
            <a:chOff x="5722619" y="4801362"/>
            <a:chExt cx="184150" cy="106299"/>
          </a:xfrm>
        </p:grpSpPr>
        <p:sp>
          <p:nvSpPr>
            <p:cNvPr id="1652" name="Google Shape;1652;p12"/>
            <p:cNvSpPr/>
            <p:nvPr/>
          </p:nvSpPr>
          <p:spPr>
            <a:xfrm>
              <a:off x="5750051" y="4848606"/>
              <a:ext cx="1270" cy="59055"/>
            </a:xfrm>
            <a:custGeom>
              <a:rect b="b" l="l" r="r" t="t"/>
              <a:pathLst>
                <a:path extrusionOk="0" h="59054" w="1270">
                  <a:moveTo>
                    <a:pt x="0" y="0"/>
                  </a:moveTo>
                  <a:lnTo>
                    <a:pt x="0" y="8560"/>
                  </a:lnTo>
                  <a:lnTo>
                    <a:pt x="0" y="17049"/>
                  </a:lnTo>
                  <a:lnTo>
                    <a:pt x="0" y="25396"/>
                  </a:lnTo>
                  <a:lnTo>
                    <a:pt x="0" y="33528"/>
                  </a:lnTo>
                  <a:lnTo>
                    <a:pt x="762" y="41910"/>
                  </a:lnTo>
                  <a:lnTo>
                    <a:pt x="762" y="51816"/>
                  </a:lnTo>
                  <a:lnTo>
                    <a:pt x="0" y="5867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12"/>
            <p:cNvSpPr/>
            <p:nvPr/>
          </p:nvSpPr>
          <p:spPr>
            <a:xfrm>
              <a:off x="5722619" y="4801362"/>
              <a:ext cx="14604" cy="2540"/>
            </a:xfrm>
            <a:custGeom>
              <a:rect b="b" l="l" r="r" t="t"/>
              <a:pathLst>
                <a:path extrusionOk="0" h="2539" w="14604">
                  <a:moveTo>
                    <a:pt x="0" y="2285"/>
                  </a:moveTo>
                  <a:lnTo>
                    <a:pt x="5334" y="1523"/>
                  </a:lnTo>
                  <a:lnTo>
                    <a:pt x="9906" y="761"/>
                  </a:lnTo>
                  <a:lnTo>
                    <a:pt x="14478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12"/>
            <p:cNvSpPr/>
            <p:nvPr/>
          </p:nvSpPr>
          <p:spPr>
            <a:xfrm>
              <a:off x="5792723" y="4840986"/>
              <a:ext cx="33020" cy="5715"/>
            </a:xfrm>
            <a:custGeom>
              <a:rect b="b" l="l" r="r" t="t"/>
              <a:pathLst>
                <a:path extrusionOk="0" h="5714" w="33020">
                  <a:moveTo>
                    <a:pt x="0" y="0"/>
                  </a:moveTo>
                  <a:lnTo>
                    <a:pt x="6953" y="1333"/>
                  </a:lnTo>
                  <a:lnTo>
                    <a:pt x="13334" y="2095"/>
                  </a:lnTo>
                  <a:lnTo>
                    <a:pt x="19716" y="2571"/>
                  </a:lnTo>
                  <a:lnTo>
                    <a:pt x="26670" y="3047"/>
                  </a:lnTo>
                  <a:lnTo>
                    <a:pt x="29718" y="3809"/>
                  </a:lnTo>
                  <a:lnTo>
                    <a:pt x="30480" y="3809"/>
                  </a:lnTo>
                  <a:lnTo>
                    <a:pt x="32766" y="5333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12"/>
            <p:cNvSpPr/>
            <p:nvPr/>
          </p:nvSpPr>
          <p:spPr>
            <a:xfrm>
              <a:off x="5803391" y="4866132"/>
              <a:ext cx="52069" cy="15240"/>
            </a:xfrm>
            <a:custGeom>
              <a:rect b="b" l="l" r="r" t="t"/>
              <a:pathLst>
                <a:path extrusionOk="0" h="15239" w="52070">
                  <a:moveTo>
                    <a:pt x="0" y="15239"/>
                  </a:moveTo>
                  <a:lnTo>
                    <a:pt x="9798" y="13799"/>
                  </a:lnTo>
                  <a:lnTo>
                    <a:pt x="18954" y="11715"/>
                  </a:lnTo>
                  <a:lnTo>
                    <a:pt x="27967" y="8917"/>
                  </a:lnTo>
                  <a:lnTo>
                    <a:pt x="37338" y="5333"/>
                  </a:lnTo>
                  <a:lnTo>
                    <a:pt x="44958" y="3047"/>
                  </a:lnTo>
                  <a:lnTo>
                    <a:pt x="47244" y="2285"/>
                  </a:lnTo>
                  <a:lnTo>
                    <a:pt x="5181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2"/>
            <p:cNvSpPr/>
            <p:nvPr/>
          </p:nvSpPr>
          <p:spPr>
            <a:xfrm>
              <a:off x="5901689" y="4813554"/>
              <a:ext cx="5080" cy="76200"/>
            </a:xfrm>
            <a:custGeom>
              <a:rect b="b" l="l" r="r" t="t"/>
              <a:pathLst>
                <a:path extrusionOk="0" h="76200" w="5079">
                  <a:moveTo>
                    <a:pt x="0" y="0"/>
                  </a:moveTo>
                  <a:lnTo>
                    <a:pt x="452" y="9584"/>
                  </a:lnTo>
                  <a:lnTo>
                    <a:pt x="762" y="18954"/>
                  </a:lnTo>
                  <a:lnTo>
                    <a:pt x="1071" y="28182"/>
                  </a:lnTo>
                  <a:lnTo>
                    <a:pt x="1524" y="37338"/>
                  </a:lnTo>
                  <a:lnTo>
                    <a:pt x="2643" y="47053"/>
                  </a:lnTo>
                  <a:lnTo>
                    <a:pt x="3619" y="56769"/>
                  </a:lnTo>
                  <a:lnTo>
                    <a:pt x="4310" y="66484"/>
                  </a:lnTo>
                  <a:lnTo>
                    <a:pt x="4572" y="7620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7" name="Google Shape;1657;p12"/>
          <p:cNvSpPr/>
          <p:nvPr/>
        </p:nvSpPr>
        <p:spPr>
          <a:xfrm>
            <a:off x="5750052" y="4492192"/>
            <a:ext cx="43815" cy="57150"/>
          </a:xfrm>
          <a:custGeom>
            <a:rect b="b" l="l" r="r" t="t"/>
            <a:pathLst>
              <a:path extrusionOk="0" h="57150" w="43814">
                <a:moveTo>
                  <a:pt x="10667" y="34087"/>
                </a:moveTo>
                <a:lnTo>
                  <a:pt x="9905" y="41707"/>
                </a:lnTo>
                <a:lnTo>
                  <a:pt x="9905" y="49327"/>
                </a:lnTo>
                <a:lnTo>
                  <a:pt x="8381" y="56185"/>
                </a:lnTo>
                <a:lnTo>
                  <a:pt x="7619" y="56947"/>
                </a:lnTo>
                <a:lnTo>
                  <a:pt x="6857" y="54661"/>
                </a:lnTo>
                <a:lnTo>
                  <a:pt x="5333" y="53137"/>
                </a:lnTo>
                <a:lnTo>
                  <a:pt x="4571" y="49327"/>
                </a:lnTo>
                <a:lnTo>
                  <a:pt x="3238" y="42791"/>
                </a:lnTo>
                <a:lnTo>
                  <a:pt x="2476" y="35897"/>
                </a:lnTo>
                <a:lnTo>
                  <a:pt x="2000" y="28860"/>
                </a:lnTo>
                <a:lnTo>
                  <a:pt x="1523" y="21895"/>
                </a:lnTo>
                <a:lnTo>
                  <a:pt x="1523" y="15799"/>
                </a:lnTo>
                <a:lnTo>
                  <a:pt x="0" y="5893"/>
                </a:lnTo>
                <a:lnTo>
                  <a:pt x="6857" y="2083"/>
                </a:lnTo>
                <a:lnTo>
                  <a:pt x="12894" y="0"/>
                </a:lnTo>
                <a:lnTo>
                  <a:pt x="19145" y="273"/>
                </a:lnTo>
                <a:lnTo>
                  <a:pt x="24967" y="2405"/>
                </a:lnTo>
                <a:lnTo>
                  <a:pt x="43433" y="34087"/>
                </a:lnTo>
                <a:lnTo>
                  <a:pt x="43433" y="38659"/>
                </a:lnTo>
                <a:lnTo>
                  <a:pt x="43433" y="43231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8" name="Google Shape;1658;p12"/>
          <p:cNvGrpSpPr/>
          <p:nvPr/>
        </p:nvGrpSpPr>
        <p:grpSpPr>
          <a:xfrm>
            <a:off x="5268468" y="6024372"/>
            <a:ext cx="63373" cy="52451"/>
            <a:chOff x="5268468" y="6024372"/>
            <a:chExt cx="63373" cy="52451"/>
          </a:xfrm>
        </p:grpSpPr>
        <p:sp>
          <p:nvSpPr>
            <p:cNvPr id="1659" name="Google Shape;1659;p12"/>
            <p:cNvSpPr/>
            <p:nvPr/>
          </p:nvSpPr>
          <p:spPr>
            <a:xfrm>
              <a:off x="5268468" y="6024372"/>
              <a:ext cx="57150" cy="7620"/>
            </a:xfrm>
            <a:custGeom>
              <a:rect b="b" l="l" r="r" t="t"/>
              <a:pathLst>
                <a:path extrusionOk="0" h="7620" w="57150">
                  <a:moveTo>
                    <a:pt x="0" y="0"/>
                  </a:moveTo>
                  <a:lnTo>
                    <a:pt x="8870" y="3762"/>
                  </a:lnTo>
                  <a:lnTo>
                    <a:pt x="16097" y="6096"/>
                  </a:lnTo>
                  <a:lnTo>
                    <a:pt x="23467" y="7286"/>
                  </a:lnTo>
                  <a:lnTo>
                    <a:pt x="32766" y="7620"/>
                  </a:lnTo>
                  <a:lnTo>
                    <a:pt x="40386" y="7620"/>
                  </a:lnTo>
                  <a:lnTo>
                    <a:pt x="48768" y="7620"/>
                  </a:lnTo>
                  <a:lnTo>
                    <a:pt x="55626" y="4572"/>
                  </a:lnTo>
                  <a:lnTo>
                    <a:pt x="56388" y="3810"/>
                  </a:lnTo>
                  <a:lnTo>
                    <a:pt x="57150" y="3810"/>
                  </a:lnTo>
                  <a:lnTo>
                    <a:pt x="57150" y="304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12"/>
            <p:cNvSpPr/>
            <p:nvPr/>
          </p:nvSpPr>
          <p:spPr>
            <a:xfrm>
              <a:off x="5282946" y="6068568"/>
              <a:ext cx="48895" cy="8255"/>
            </a:xfrm>
            <a:custGeom>
              <a:rect b="b" l="l" r="r" t="t"/>
              <a:pathLst>
                <a:path extrusionOk="0" h="8254" w="48895">
                  <a:moveTo>
                    <a:pt x="0" y="0"/>
                  </a:moveTo>
                  <a:lnTo>
                    <a:pt x="12584" y="5429"/>
                  </a:lnTo>
                  <a:lnTo>
                    <a:pt x="21812" y="8000"/>
                  </a:lnTo>
                  <a:lnTo>
                    <a:pt x="31182" y="7715"/>
                  </a:lnTo>
                  <a:lnTo>
                    <a:pt x="44196" y="4571"/>
                  </a:lnTo>
                  <a:lnTo>
                    <a:pt x="45720" y="4571"/>
                  </a:lnTo>
                  <a:lnTo>
                    <a:pt x="47244" y="3809"/>
                  </a:lnTo>
                  <a:lnTo>
                    <a:pt x="48768" y="304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1" name="Google Shape;1661;p12"/>
          <p:cNvGrpSpPr/>
          <p:nvPr/>
        </p:nvGrpSpPr>
        <p:grpSpPr>
          <a:xfrm>
            <a:off x="5153405" y="4656581"/>
            <a:ext cx="48260" cy="53975"/>
            <a:chOff x="5153405" y="4656581"/>
            <a:chExt cx="48260" cy="53975"/>
          </a:xfrm>
        </p:grpSpPr>
        <p:sp>
          <p:nvSpPr>
            <p:cNvPr id="1662" name="Google Shape;1662;p12"/>
            <p:cNvSpPr/>
            <p:nvPr/>
          </p:nvSpPr>
          <p:spPr>
            <a:xfrm>
              <a:off x="5153405" y="4656581"/>
              <a:ext cx="48260" cy="1905"/>
            </a:xfrm>
            <a:custGeom>
              <a:rect b="b" l="l" r="r" t="t"/>
              <a:pathLst>
                <a:path extrusionOk="0" h="1904" w="48260">
                  <a:moveTo>
                    <a:pt x="0" y="1524"/>
                  </a:moveTo>
                  <a:lnTo>
                    <a:pt x="9155" y="1631"/>
                  </a:lnTo>
                  <a:lnTo>
                    <a:pt x="18383" y="1809"/>
                  </a:lnTo>
                  <a:lnTo>
                    <a:pt x="27753" y="1845"/>
                  </a:lnTo>
                  <a:lnTo>
                    <a:pt x="37338" y="1524"/>
                  </a:lnTo>
                  <a:lnTo>
                    <a:pt x="40386" y="762"/>
                  </a:lnTo>
                  <a:lnTo>
                    <a:pt x="44196" y="0"/>
                  </a:lnTo>
                  <a:lnTo>
                    <a:pt x="4800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12"/>
            <p:cNvSpPr/>
            <p:nvPr/>
          </p:nvSpPr>
          <p:spPr>
            <a:xfrm>
              <a:off x="5153405" y="4706111"/>
              <a:ext cx="46990" cy="4445"/>
            </a:xfrm>
            <a:custGeom>
              <a:rect b="b" l="l" r="r" t="t"/>
              <a:pathLst>
                <a:path extrusionOk="0" h="4445" w="46989">
                  <a:moveTo>
                    <a:pt x="0" y="0"/>
                  </a:moveTo>
                  <a:lnTo>
                    <a:pt x="9501" y="2416"/>
                  </a:lnTo>
                  <a:lnTo>
                    <a:pt x="18859" y="3905"/>
                  </a:lnTo>
                  <a:lnTo>
                    <a:pt x="28503" y="4393"/>
                  </a:lnTo>
                  <a:lnTo>
                    <a:pt x="38862" y="3809"/>
                  </a:lnTo>
                  <a:lnTo>
                    <a:pt x="41148" y="3047"/>
                  </a:lnTo>
                  <a:lnTo>
                    <a:pt x="43434" y="2285"/>
                  </a:lnTo>
                  <a:lnTo>
                    <a:pt x="46482" y="2285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4" name="Google Shape;1664;p12"/>
          <p:cNvGrpSpPr/>
          <p:nvPr/>
        </p:nvGrpSpPr>
        <p:grpSpPr>
          <a:xfrm>
            <a:off x="5395722" y="4632960"/>
            <a:ext cx="98425" cy="275855"/>
            <a:chOff x="5395722" y="4632960"/>
            <a:chExt cx="98425" cy="275855"/>
          </a:xfrm>
        </p:grpSpPr>
        <p:sp>
          <p:nvSpPr>
            <p:cNvPr id="1665" name="Google Shape;1665;p12"/>
            <p:cNvSpPr/>
            <p:nvPr/>
          </p:nvSpPr>
          <p:spPr>
            <a:xfrm>
              <a:off x="5437632" y="4632960"/>
              <a:ext cx="3175" cy="88900"/>
            </a:xfrm>
            <a:custGeom>
              <a:rect b="b" l="l" r="r" t="t"/>
              <a:pathLst>
                <a:path extrusionOk="0" h="88900" w="3175">
                  <a:moveTo>
                    <a:pt x="0" y="0"/>
                  </a:moveTo>
                  <a:lnTo>
                    <a:pt x="3048" y="41909"/>
                  </a:lnTo>
                  <a:lnTo>
                    <a:pt x="3143" y="63531"/>
                  </a:lnTo>
                  <a:lnTo>
                    <a:pt x="2726" y="74164"/>
                  </a:lnTo>
                  <a:lnTo>
                    <a:pt x="1524" y="84581"/>
                  </a:lnTo>
                  <a:lnTo>
                    <a:pt x="1524" y="86105"/>
                  </a:lnTo>
                  <a:lnTo>
                    <a:pt x="1524" y="86867"/>
                  </a:lnTo>
                  <a:lnTo>
                    <a:pt x="1524" y="8839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2"/>
            <p:cNvSpPr/>
            <p:nvPr/>
          </p:nvSpPr>
          <p:spPr>
            <a:xfrm>
              <a:off x="5395722" y="4760047"/>
              <a:ext cx="98425" cy="12700"/>
            </a:xfrm>
            <a:custGeom>
              <a:rect b="b" l="l" r="r" t="t"/>
              <a:pathLst>
                <a:path extrusionOk="0" h="12700" w="98425">
                  <a:moveTo>
                    <a:pt x="0" y="12358"/>
                  </a:moveTo>
                  <a:lnTo>
                    <a:pt x="11763" y="10287"/>
                  </a:lnTo>
                  <a:lnTo>
                    <a:pt x="23241" y="7786"/>
                  </a:lnTo>
                  <a:lnTo>
                    <a:pt x="34718" y="5286"/>
                  </a:lnTo>
                  <a:lnTo>
                    <a:pt x="46482" y="3214"/>
                  </a:lnTo>
                  <a:lnTo>
                    <a:pt x="56685" y="1571"/>
                  </a:lnTo>
                  <a:lnTo>
                    <a:pt x="67532" y="357"/>
                  </a:lnTo>
                  <a:lnTo>
                    <a:pt x="78521" y="0"/>
                  </a:lnTo>
                  <a:lnTo>
                    <a:pt x="89154" y="928"/>
                  </a:lnTo>
                  <a:lnTo>
                    <a:pt x="95250" y="1690"/>
                  </a:lnTo>
                  <a:lnTo>
                    <a:pt x="96012" y="3976"/>
                  </a:lnTo>
                  <a:lnTo>
                    <a:pt x="98298" y="931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67" name="Google Shape;1667;p12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5406948" y="4817779"/>
              <a:ext cx="79618" cy="910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8" name="Google Shape;1668;p12"/>
          <p:cNvSpPr/>
          <p:nvPr/>
        </p:nvSpPr>
        <p:spPr>
          <a:xfrm>
            <a:off x="8365342" y="3806654"/>
            <a:ext cx="134620" cy="555625"/>
          </a:xfrm>
          <a:custGeom>
            <a:rect b="b" l="l" r="r" t="t"/>
            <a:pathLst>
              <a:path extrusionOk="0" h="555625" w="134620">
                <a:moveTo>
                  <a:pt x="100476" y="1821"/>
                </a:moveTo>
                <a:lnTo>
                  <a:pt x="90630" y="833"/>
                </a:lnTo>
                <a:lnTo>
                  <a:pt x="80569" y="202"/>
                </a:lnTo>
                <a:lnTo>
                  <a:pt x="70365" y="0"/>
                </a:lnTo>
                <a:lnTo>
                  <a:pt x="60090" y="297"/>
                </a:lnTo>
                <a:lnTo>
                  <a:pt x="49803" y="1119"/>
                </a:lnTo>
                <a:lnTo>
                  <a:pt x="39516" y="2297"/>
                </a:lnTo>
                <a:lnTo>
                  <a:pt x="29229" y="3619"/>
                </a:lnTo>
                <a:lnTo>
                  <a:pt x="18942" y="4869"/>
                </a:lnTo>
                <a:lnTo>
                  <a:pt x="15132" y="5631"/>
                </a:lnTo>
                <a:lnTo>
                  <a:pt x="3702" y="5631"/>
                </a:lnTo>
                <a:lnTo>
                  <a:pt x="1416" y="9441"/>
                </a:lnTo>
                <a:lnTo>
                  <a:pt x="0" y="16716"/>
                </a:lnTo>
                <a:lnTo>
                  <a:pt x="1512" y="26491"/>
                </a:lnTo>
                <a:lnTo>
                  <a:pt x="4310" y="36123"/>
                </a:lnTo>
                <a:lnTo>
                  <a:pt x="6750" y="42969"/>
                </a:lnTo>
                <a:lnTo>
                  <a:pt x="10370" y="57947"/>
                </a:lnTo>
                <a:lnTo>
                  <a:pt x="13418" y="73068"/>
                </a:lnTo>
                <a:lnTo>
                  <a:pt x="16180" y="88189"/>
                </a:lnTo>
                <a:lnTo>
                  <a:pt x="18942" y="103167"/>
                </a:lnTo>
                <a:lnTo>
                  <a:pt x="25038" y="148125"/>
                </a:lnTo>
                <a:lnTo>
                  <a:pt x="28848" y="193083"/>
                </a:lnTo>
                <a:lnTo>
                  <a:pt x="31611" y="243280"/>
                </a:lnTo>
                <a:lnTo>
                  <a:pt x="32658" y="292905"/>
                </a:lnTo>
                <a:lnTo>
                  <a:pt x="33242" y="316908"/>
                </a:lnTo>
                <a:lnTo>
                  <a:pt x="34694" y="364914"/>
                </a:lnTo>
                <a:lnTo>
                  <a:pt x="37147" y="412337"/>
                </a:lnTo>
                <a:lnTo>
                  <a:pt x="42029" y="458890"/>
                </a:lnTo>
                <a:lnTo>
                  <a:pt x="47767" y="492859"/>
                </a:lnTo>
                <a:lnTo>
                  <a:pt x="49708" y="503979"/>
                </a:lnTo>
                <a:lnTo>
                  <a:pt x="51506" y="515100"/>
                </a:lnTo>
                <a:lnTo>
                  <a:pt x="53232" y="526077"/>
                </a:lnTo>
                <a:lnTo>
                  <a:pt x="54756" y="533697"/>
                </a:lnTo>
                <a:lnTo>
                  <a:pt x="54756" y="540555"/>
                </a:lnTo>
                <a:lnTo>
                  <a:pt x="55518" y="548175"/>
                </a:lnTo>
                <a:lnTo>
                  <a:pt x="55518" y="550461"/>
                </a:lnTo>
                <a:lnTo>
                  <a:pt x="55518" y="552747"/>
                </a:lnTo>
                <a:lnTo>
                  <a:pt x="55518" y="554271"/>
                </a:lnTo>
                <a:lnTo>
                  <a:pt x="56280" y="554271"/>
                </a:lnTo>
                <a:lnTo>
                  <a:pt x="57042" y="555033"/>
                </a:lnTo>
                <a:lnTo>
                  <a:pt x="57804" y="555033"/>
                </a:lnTo>
                <a:lnTo>
                  <a:pt x="65805" y="555105"/>
                </a:lnTo>
                <a:lnTo>
                  <a:pt x="73806" y="554462"/>
                </a:lnTo>
                <a:lnTo>
                  <a:pt x="81807" y="553533"/>
                </a:lnTo>
                <a:lnTo>
                  <a:pt x="89808" y="552747"/>
                </a:lnTo>
                <a:lnTo>
                  <a:pt x="101429" y="550973"/>
                </a:lnTo>
                <a:lnTo>
                  <a:pt x="112478" y="548842"/>
                </a:lnTo>
                <a:lnTo>
                  <a:pt x="123241" y="545996"/>
                </a:lnTo>
                <a:lnTo>
                  <a:pt x="134004" y="542079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12"/>
          <p:cNvSpPr/>
          <p:nvPr/>
        </p:nvSpPr>
        <p:spPr>
          <a:xfrm>
            <a:off x="8688323" y="3790331"/>
            <a:ext cx="117475" cy="563880"/>
          </a:xfrm>
          <a:custGeom>
            <a:rect b="b" l="l" r="r" t="t"/>
            <a:pathLst>
              <a:path extrusionOk="0" h="563879" w="117475">
                <a:moveTo>
                  <a:pt x="0" y="24241"/>
                </a:moveTo>
                <a:lnTo>
                  <a:pt x="41148" y="2143"/>
                </a:lnTo>
                <a:lnTo>
                  <a:pt x="68044" y="0"/>
                </a:lnTo>
                <a:lnTo>
                  <a:pt x="76962" y="619"/>
                </a:lnTo>
                <a:lnTo>
                  <a:pt x="90392" y="51387"/>
                </a:lnTo>
                <a:lnTo>
                  <a:pt x="90118" y="67567"/>
                </a:lnTo>
                <a:lnTo>
                  <a:pt x="89916" y="83677"/>
                </a:lnTo>
                <a:lnTo>
                  <a:pt x="90392" y="136255"/>
                </a:lnTo>
                <a:lnTo>
                  <a:pt x="93726" y="188833"/>
                </a:lnTo>
                <a:lnTo>
                  <a:pt x="100965" y="245221"/>
                </a:lnTo>
                <a:lnTo>
                  <a:pt x="104870" y="273272"/>
                </a:lnTo>
                <a:lnTo>
                  <a:pt x="110763" y="328017"/>
                </a:lnTo>
                <a:lnTo>
                  <a:pt x="113883" y="381119"/>
                </a:lnTo>
                <a:lnTo>
                  <a:pt x="114633" y="434947"/>
                </a:lnTo>
                <a:lnTo>
                  <a:pt x="114681" y="462295"/>
                </a:lnTo>
                <a:lnTo>
                  <a:pt x="114728" y="489501"/>
                </a:lnTo>
                <a:lnTo>
                  <a:pt x="115062" y="516493"/>
                </a:lnTo>
                <a:lnTo>
                  <a:pt x="115181" y="523672"/>
                </a:lnTo>
                <a:lnTo>
                  <a:pt x="115443" y="530494"/>
                </a:lnTo>
                <a:lnTo>
                  <a:pt x="115704" y="537174"/>
                </a:lnTo>
                <a:lnTo>
                  <a:pt x="115824" y="543925"/>
                </a:lnTo>
                <a:lnTo>
                  <a:pt x="116586" y="546211"/>
                </a:lnTo>
                <a:lnTo>
                  <a:pt x="117348" y="555355"/>
                </a:lnTo>
                <a:lnTo>
                  <a:pt x="116586" y="557641"/>
                </a:lnTo>
                <a:lnTo>
                  <a:pt x="115824" y="559927"/>
                </a:lnTo>
                <a:lnTo>
                  <a:pt x="111252" y="560689"/>
                </a:lnTo>
                <a:lnTo>
                  <a:pt x="109728" y="560689"/>
                </a:lnTo>
                <a:lnTo>
                  <a:pt x="101346" y="562975"/>
                </a:lnTo>
                <a:lnTo>
                  <a:pt x="92964" y="563737"/>
                </a:lnTo>
                <a:lnTo>
                  <a:pt x="84582" y="563737"/>
                </a:lnTo>
                <a:lnTo>
                  <a:pt x="75807" y="563689"/>
                </a:lnTo>
                <a:lnTo>
                  <a:pt x="69246" y="562784"/>
                </a:lnTo>
                <a:lnTo>
                  <a:pt x="63686" y="559879"/>
                </a:lnTo>
                <a:lnTo>
                  <a:pt x="57912" y="553831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0" name="Google Shape;1670;p12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8506193" y="3802367"/>
            <a:ext cx="121183" cy="86893"/>
          </a:xfrm>
          <a:prstGeom prst="rect">
            <a:avLst/>
          </a:prstGeom>
          <a:noFill/>
          <a:ln>
            <a:noFill/>
          </a:ln>
        </p:spPr>
      </p:pic>
      <p:sp>
        <p:nvSpPr>
          <p:cNvPr id="1671" name="Google Shape;1671;p12"/>
          <p:cNvSpPr/>
          <p:nvPr/>
        </p:nvSpPr>
        <p:spPr>
          <a:xfrm>
            <a:off x="8586978" y="3951732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048" y="15240"/>
                </a:lnTo>
                <a:lnTo>
                  <a:pt x="11430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1430" y="0"/>
                </a:lnTo>
                <a:lnTo>
                  <a:pt x="3048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12"/>
          <p:cNvSpPr/>
          <p:nvPr/>
        </p:nvSpPr>
        <p:spPr>
          <a:xfrm>
            <a:off x="8583930" y="4046982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2192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2192"/>
                </a:lnTo>
                <a:lnTo>
                  <a:pt x="15240" y="7620"/>
                </a:lnTo>
                <a:lnTo>
                  <a:pt x="15240" y="3048"/>
                </a:lnTo>
                <a:lnTo>
                  <a:pt x="12192" y="0"/>
                </a:lnTo>
                <a:lnTo>
                  <a:pt x="3810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12"/>
          <p:cNvSpPr/>
          <p:nvPr/>
        </p:nvSpPr>
        <p:spPr>
          <a:xfrm>
            <a:off x="8580119" y="4142232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048" y="15240"/>
                </a:lnTo>
                <a:lnTo>
                  <a:pt x="11430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1430" y="0"/>
                </a:lnTo>
                <a:lnTo>
                  <a:pt x="3048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4" name="Google Shape;1674;p12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8538959" y="4248899"/>
            <a:ext cx="146329" cy="1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5" name="Google Shape;1675;p12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8639281" y="5388851"/>
            <a:ext cx="135923" cy="2210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6" name="Google Shape;1676;p12"/>
          <p:cNvGrpSpPr/>
          <p:nvPr/>
        </p:nvGrpSpPr>
        <p:grpSpPr>
          <a:xfrm>
            <a:off x="8839581" y="5337810"/>
            <a:ext cx="344817" cy="328295"/>
            <a:chOff x="8839581" y="5337810"/>
            <a:chExt cx="344817" cy="328295"/>
          </a:xfrm>
        </p:grpSpPr>
        <p:sp>
          <p:nvSpPr>
            <p:cNvPr id="1677" name="Google Shape;1677;p12"/>
            <p:cNvSpPr/>
            <p:nvPr/>
          </p:nvSpPr>
          <p:spPr>
            <a:xfrm>
              <a:off x="8839581" y="5337810"/>
              <a:ext cx="94615" cy="328295"/>
            </a:xfrm>
            <a:custGeom>
              <a:rect b="b" l="l" r="r" t="t"/>
              <a:pathLst>
                <a:path extrusionOk="0" h="328295" w="94615">
                  <a:moveTo>
                    <a:pt x="43052" y="0"/>
                  </a:moveTo>
                  <a:lnTo>
                    <a:pt x="32277" y="12692"/>
                  </a:lnTo>
                  <a:lnTo>
                    <a:pt x="26003" y="25527"/>
                  </a:lnTo>
                  <a:lnTo>
                    <a:pt x="22157" y="40076"/>
                  </a:lnTo>
                  <a:lnTo>
                    <a:pt x="18668" y="57912"/>
                  </a:lnTo>
                  <a:lnTo>
                    <a:pt x="13156" y="84903"/>
                  </a:lnTo>
                  <a:lnTo>
                    <a:pt x="4417" y="139457"/>
                  </a:lnTo>
                  <a:lnTo>
                    <a:pt x="380" y="191916"/>
                  </a:lnTo>
                  <a:lnTo>
                    <a:pt x="0" y="217455"/>
                  </a:lnTo>
                  <a:lnTo>
                    <a:pt x="1904" y="242851"/>
                  </a:lnTo>
                  <a:lnTo>
                    <a:pt x="13394" y="282523"/>
                  </a:lnTo>
                  <a:lnTo>
                    <a:pt x="44576" y="319278"/>
                  </a:lnTo>
                  <a:lnTo>
                    <a:pt x="75652" y="328279"/>
                  </a:lnTo>
                  <a:lnTo>
                    <a:pt x="85724" y="325374"/>
                  </a:lnTo>
                  <a:lnTo>
                    <a:pt x="88772" y="323088"/>
                  </a:lnTo>
                  <a:lnTo>
                    <a:pt x="91820" y="320802"/>
                  </a:lnTo>
                  <a:lnTo>
                    <a:pt x="94106" y="31851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78" name="Google Shape;1678;p12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8963643" y="5431678"/>
              <a:ext cx="117123" cy="1055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9" name="Google Shape;1679;p12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9102077" y="5423141"/>
              <a:ext cx="82321" cy="922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0" name="Google Shape;1680;p12"/>
          <p:cNvGrpSpPr/>
          <p:nvPr/>
        </p:nvGrpSpPr>
        <p:grpSpPr>
          <a:xfrm>
            <a:off x="9256000" y="5268455"/>
            <a:ext cx="407696" cy="213385"/>
            <a:chOff x="9256000" y="5268455"/>
            <a:chExt cx="407696" cy="213385"/>
          </a:xfrm>
        </p:grpSpPr>
        <p:pic>
          <p:nvPicPr>
            <p:cNvPr id="1681" name="Google Shape;1681;p12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9256000" y="5364467"/>
              <a:ext cx="69415" cy="1173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2" name="Google Shape;1682;p12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9359632" y="5374373"/>
              <a:ext cx="72415" cy="9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3" name="Google Shape;1683;p12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9467920" y="5268455"/>
              <a:ext cx="195776" cy="2126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4" name="Google Shape;1684;p12"/>
          <p:cNvGrpSpPr/>
          <p:nvPr/>
        </p:nvGrpSpPr>
        <p:grpSpPr>
          <a:xfrm>
            <a:off x="8750795" y="5731751"/>
            <a:ext cx="231672" cy="164617"/>
            <a:chOff x="8750795" y="5731751"/>
            <a:chExt cx="231672" cy="164617"/>
          </a:xfrm>
        </p:grpSpPr>
        <p:pic>
          <p:nvPicPr>
            <p:cNvPr id="1685" name="Google Shape;1685;p12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8750795" y="5731751"/>
              <a:ext cx="115087" cy="1646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6" name="Google Shape;1686;p12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8888252" y="5778995"/>
              <a:ext cx="94215" cy="911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7" name="Google Shape;1687;p12"/>
          <p:cNvGrpSpPr/>
          <p:nvPr/>
        </p:nvGrpSpPr>
        <p:grpSpPr>
          <a:xfrm>
            <a:off x="9043416" y="5602211"/>
            <a:ext cx="745998" cy="246392"/>
            <a:chOff x="9043416" y="5602211"/>
            <a:chExt cx="745998" cy="246392"/>
          </a:xfrm>
        </p:grpSpPr>
        <p:sp>
          <p:nvSpPr>
            <p:cNvPr id="1688" name="Google Shape;1688;p12"/>
            <p:cNvSpPr/>
            <p:nvPr/>
          </p:nvSpPr>
          <p:spPr>
            <a:xfrm>
              <a:off x="9043416" y="5802629"/>
              <a:ext cx="48260" cy="3175"/>
            </a:xfrm>
            <a:custGeom>
              <a:rect b="b" l="l" r="r" t="t"/>
              <a:pathLst>
                <a:path extrusionOk="0" h="3175" w="48259">
                  <a:moveTo>
                    <a:pt x="0" y="3047"/>
                  </a:moveTo>
                  <a:lnTo>
                    <a:pt x="10275" y="2595"/>
                  </a:lnTo>
                  <a:lnTo>
                    <a:pt x="20478" y="2285"/>
                  </a:lnTo>
                  <a:lnTo>
                    <a:pt x="30539" y="1976"/>
                  </a:lnTo>
                  <a:lnTo>
                    <a:pt x="40386" y="1523"/>
                  </a:lnTo>
                  <a:lnTo>
                    <a:pt x="44958" y="761"/>
                  </a:lnTo>
                  <a:lnTo>
                    <a:pt x="45720" y="1523"/>
                  </a:lnTo>
                  <a:lnTo>
                    <a:pt x="48006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2"/>
            <p:cNvSpPr/>
            <p:nvPr/>
          </p:nvSpPr>
          <p:spPr>
            <a:xfrm>
              <a:off x="9056274" y="5781293"/>
              <a:ext cx="23495" cy="67310"/>
            </a:xfrm>
            <a:custGeom>
              <a:rect b="b" l="l" r="r" t="t"/>
              <a:pathLst>
                <a:path extrusionOk="0" h="67310" w="23495">
                  <a:moveTo>
                    <a:pt x="7715" y="0"/>
                  </a:moveTo>
                  <a:lnTo>
                    <a:pt x="2107" y="9644"/>
                  </a:lnTo>
                  <a:lnTo>
                    <a:pt x="0" y="16573"/>
                  </a:lnTo>
                  <a:lnTo>
                    <a:pt x="1178" y="23788"/>
                  </a:lnTo>
                  <a:lnTo>
                    <a:pt x="5429" y="34290"/>
                  </a:lnTo>
                  <a:lnTo>
                    <a:pt x="9132" y="42731"/>
                  </a:lnTo>
                  <a:lnTo>
                    <a:pt x="13334" y="50958"/>
                  </a:lnTo>
                  <a:lnTo>
                    <a:pt x="17966" y="59043"/>
                  </a:lnTo>
                  <a:lnTo>
                    <a:pt x="22955" y="6705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0" name="Google Shape;1690;p12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9139415" y="5657837"/>
              <a:ext cx="106705" cy="1777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1" name="Google Shape;1691;p12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9268193" y="5715749"/>
              <a:ext cx="76987" cy="960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2" name="Google Shape;1692;p12"/>
            <p:cNvSpPr/>
            <p:nvPr/>
          </p:nvSpPr>
          <p:spPr>
            <a:xfrm>
              <a:off x="9395460" y="5743193"/>
              <a:ext cx="46990" cy="1905"/>
            </a:xfrm>
            <a:custGeom>
              <a:rect b="b" l="l" r="r" t="t"/>
              <a:pathLst>
                <a:path extrusionOk="0" h="1904" w="46990">
                  <a:moveTo>
                    <a:pt x="0" y="0"/>
                  </a:moveTo>
                  <a:lnTo>
                    <a:pt x="8001" y="559"/>
                  </a:lnTo>
                  <a:lnTo>
                    <a:pt x="16002" y="1047"/>
                  </a:lnTo>
                  <a:lnTo>
                    <a:pt x="24003" y="1393"/>
                  </a:lnTo>
                  <a:lnTo>
                    <a:pt x="32004" y="1523"/>
                  </a:lnTo>
                  <a:lnTo>
                    <a:pt x="36576" y="1523"/>
                  </a:lnTo>
                  <a:lnTo>
                    <a:pt x="41910" y="1523"/>
                  </a:lnTo>
                  <a:lnTo>
                    <a:pt x="46482" y="152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2"/>
            <p:cNvSpPr/>
            <p:nvPr/>
          </p:nvSpPr>
          <p:spPr>
            <a:xfrm>
              <a:off x="9418605" y="5725667"/>
              <a:ext cx="16510" cy="59055"/>
            </a:xfrm>
            <a:custGeom>
              <a:rect b="b" l="l" r="r" t="t"/>
              <a:pathLst>
                <a:path extrusionOk="0" h="59054" w="16509">
                  <a:moveTo>
                    <a:pt x="4286" y="0"/>
                  </a:moveTo>
                  <a:lnTo>
                    <a:pt x="2000" y="8453"/>
                  </a:lnTo>
                  <a:lnTo>
                    <a:pt x="285" y="16764"/>
                  </a:lnTo>
                  <a:lnTo>
                    <a:pt x="0" y="25074"/>
                  </a:lnTo>
                  <a:lnTo>
                    <a:pt x="2000" y="33528"/>
                  </a:lnTo>
                  <a:lnTo>
                    <a:pt x="4691" y="40243"/>
                  </a:lnTo>
                  <a:lnTo>
                    <a:pt x="8096" y="46672"/>
                  </a:lnTo>
                  <a:lnTo>
                    <a:pt x="12072" y="52816"/>
                  </a:lnTo>
                  <a:lnTo>
                    <a:pt x="16478" y="5867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4" name="Google Shape;1694;p12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9493650" y="5602211"/>
              <a:ext cx="134232" cy="1638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5" name="Google Shape;1695;p12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9661385" y="5649240"/>
              <a:ext cx="83083" cy="840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6" name="Google Shape;1696;p12"/>
            <p:cNvSpPr/>
            <p:nvPr/>
          </p:nvSpPr>
          <p:spPr>
            <a:xfrm>
              <a:off x="9774174" y="5700521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048" y="15239"/>
                  </a:lnTo>
                  <a:lnTo>
                    <a:pt x="11430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97" name="Google Shape;1697;p12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5771660" y="6083795"/>
            <a:ext cx="125469" cy="110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8" name="Google Shape;1698;p12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5830811" y="5961113"/>
            <a:ext cx="90703" cy="70129"/>
          </a:xfrm>
          <a:prstGeom prst="rect">
            <a:avLst/>
          </a:prstGeom>
          <a:noFill/>
          <a:ln>
            <a:noFill/>
          </a:ln>
        </p:spPr>
      </p:pic>
      <p:sp>
        <p:nvSpPr>
          <p:cNvPr id="1699" name="Google Shape;1699;p12"/>
          <p:cNvSpPr/>
          <p:nvPr/>
        </p:nvSpPr>
        <p:spPr>
          <a:xfrm>
            <a:off x="6004559" y="5933289"/>
            <a:ext cx="127000" cy="400685"/>
          </a:xfrm>
          <a:custGeom>
            <a:rect b="b" l="l" r="r" t="t"/>
            <a:pathLst>
              <a:path extrusionOk="0" h="400685" w="127000">
                <a:moveTo>
                  <a:pt x="115062" y="404"/>
                </a:moveTo>
                <a:lnTo>
                  <a:pt x="105025" y="0"/>
                </a:lnTo>
                <a:lnTo>
                  <a:pt x="95345" y="23"/>
                </a:lnTo>
                <a:lnTo>
                  <a:pt x="85808" y="619"/>
                </a:lnTo>
                <a:lnTo>
                  <a:pt x="38481" y="9108"/>
                </a:lnTo>
                <a:lnTo>
                  <a:pt x="25908" y="11834"/>
                </a:lnTo>
                <a:lnTo>
                  <a:pt x="20574" y="12596"/>
                </a:lnTo>
                <a:lnTo>
                  <a:pt x="5334" y="14120"/>
                </a:lnTo>
                <a:lnTo>
                  <a:pt x="1524" y="17168"/>
                </a:lnTo>
                <a:lnTo>
                  <a:pt x="0" y="18692"/>
                </a:lnTo>
                <a:lnTo>
                  <a:pt x="762" y="25550"/>
                </a:lnTo>
                <a:lnTo>
                  <a:pt x="762" y="27074"/>
                </a:lnTo>
                <a:lnTo>
                  <a:pt x="2690" y="82688"/>
                </a:lnTo>
                <a:lnTo>
                  <a:pt x="8858" y="133754"/>
                </a:lnTo>
                <a:lnTo>
                  <a:pt x="11322" y="150066"/>
                </a:lnTo>
                <a:lnTo>
                  <a:pt x="13716" y="166520"/>
                </a:lnTo>
                <a:lnTo>
                  <a:pt x="20681" y="217955"/>
                </a:lnTo>
                <a:lnTo>
                  <a:pt x="23431" y="266342"/>
                </a:lnTo>
                <a:lnTo>
                  <a:pt x="23622" y="297584"/>
                </a:lnTo>
                <a:lnTo>
                  <a:pt x="23764" y="310157"/>
                </a:lnTo>
                <a:lnTo>
                  <a:pt x="24193" y="322730"/>
                </a:lnTo>
                <a:lnTo>
                  <a:pt x="24907" y="335303"/>
                </a:lnTo>
                <a:lnTo>
                  <a:pt x="25908" y="347876"/>
                </a:lnTo>
                <a:lnTo>
                  <a:pt x="26360" y="355889"/>
                </a:lnTo>
                <a:lnTo>
                  <a:pt x="26670" y="363974"/>
                </a:lnTo>
                <a:lnTo>
                  <a:pt x="26979" y="372201"/>
                </a:lnTo>
                <a:lnTo>
                  <a:pt x="27432" y="380642"/>
                </a:lnTo>
                <a:lnTo>
                  <a:pt x="27432" y="385214"/>
                </a:lnTo>
                <a:lnTo>
                  <a:pt x="25908" y="395120"/>
                </a:lnTo>
                <a:lnTo>
                  <a:pt x="28194" y="399692"/>
                </a:lnTo>
                <a:lnTo>
                  <a:pt x="28956" y="400454"/>
                </a:lnTo>
                <a:lnTo>
                  <a:pt x="28956" y="399692"/>
                </a:lnTo>
                <a:lnTo>
                  <a:pt x="28956" y="400454"/>
                </a:lnTo>
                <a:lnTo>
                  <a:pt x="32004" y="399692"/>
                </a:lnTo>
                <a:lnTo>
                  <a:pt x="33528" y="398168"/>
                </a:lnTo>
                <a:lnTo>
                  <a:pt x="35814" y="397406"/>
                </a:lnTo>
                <a:lnTo>
                  <a:pt x="41910" y="394358"/>
                </a:lnTo>
                <a:lnTo>
                  <a:pt x="48768" y="393596"/>
                </a:lnTo>
                <a:lnTo>
                  <a:pt x="55626" y="392072"/>
                </a:lnTo>
                <a:lnTo>
                  <a:pt x="95250" y="384452"/>
                </a:lnTo>
                <a:lnTo>
                  <a:pt x="103882" y="383357"/>
                </a:lnTo>
                <a:lnTo>
                  <a:pt x="111728" y="381976"/>
                </a:lnTo>
                <a:lnTo>
                  <a:pt x="119145" y="379737"/>
                </a:lnTo>
                <a:lnTo>
                  <a:pt x="126492" y="37607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0" name="Google Shape;1700;p12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7316711" y="5870435"/>
            <a:ext cx="122612" cy="122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12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7743431" y="5881103"/>
            <a:ext cx="214909" cy="1326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2" name="Google Shape;1702;p12"/>
          <p:cNvGrpSpPr/>
          <p:nvPr/>
        </p:nvGrpSpPr>
        <p:grpSpPr>
          <a:xfrm>
            <a:off x="8529066" y="6128766"/>
            <a:ext cx="83832" cy="209562"/>
            <a:chOff x="8529066" y="6128766"/>
            <a:chExt cx="83832" cy="209562"/>
          </a:xfrm>
        </p:grpSpPr>
        <p:sp>
          <p:nvSpPr>
            <p:cNvPr id="1703" name="Google Shape;1703;p12"/>
            <p:cNvSpPr/>
            <p:nvPr/>
          </p:nvSpPr>
          <p:spPr>
            <a:xfrm>
              <a:off x="8570214" y="6128766"/>
              <a:ext cx="3175" cy="86360"/>
            </a:xfrm>
            <a:custGeom>
              <a:rect b="b" l="l" r="r" t="t"/>
              <a:pathLst>
                <a:path extrusionOk="0" h="86360" w="3175">
                  <a:moveTo>
                    <a:pt x="0" y="0"/>
                  </a:moveTo>
                  <a:lnTo>
                    <a:pt x="119" y="13596"/>
                  </a:lnTo>
                  <a:lnTo>
                    <a:pt x="381" y="27051"/>
                  </a:lnTo>
                  <a:lnTo>
                    <a:pt x="642" y="40505"/>
                  </a:lnTo>
                  <a:lnTo>
                    <a:pt x="3048" y="81534"/>
                  </a:lnTo>
                  <a:lnTo>
                    <a:pt x="3048" y="86106"/>
                  </a:lnTo>
                  <a:lnTo>
                    <a:pt x="2286" y="83058"/>
                  </a:lnTo>
                  <a:lnTo>
                    <a:pt x="1524" y="8534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2"/>
            <p:cNvSpPr/>
            <p:nvPr/>
          </p:nvSpPr>
          <p:spPr>
            <a:xfrm>
              <a:off x="8529066" y="6223254"/>
              <a:ext cx="81280" cy="9525"/>
            </a:xfrm>
            <a:custGeom>
              <a:rect b="b" l="l" r="r" t="t"/>
              <a:pathLst>
                <a:path extrusionOk="0" h="9525" w="81279">
                  <a:moveTo>
                    <a:pt x="0" y="9143"/>
                  </a:moveTo>
                  <a:lnTo>
                    <a:pt x="16668" y="8262"/>
                  </a:lnTo>
                  <a:lnTo>
                    <a:pt x="32766" y="6095"/>
                  </a:lnTo>
                  <a:lnTo>
                    <a:pt x="48863" y="3357"/>
                  </a:lnTo>
                  <a:lnTo>
                    <a:pt x="65532" y="761"/>
                  </a:lnTo>
                  <a:lnTo>
                    <a:pt x="70104" y="0"/>
                  </a:lnTo>
                  <a:lnTo>
                    <a:pt x="75438" y="761"/>
                  </a:lnTo>
                  <a:lnTo>
                    <a:pt x="80772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05" name="Google Shape;1705;p12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8542007" y="6266675"/>
              <a:ext cx="70891" cy="716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6" name="Google Shape;1706;p12"/>
          <p:cNvSpPr/>
          <p:nvPr/>
        </p:nvSpPr>
        <p:spPr>
          <a:xfrm>
            <a:off x="8734806" y="6079569"/>
            <a:ext cx="154940" cy="133350"/>
          </a:xfrm>
          <a:custGeom>
            <a:rect b="b" l="l" r="r" t="t"/>
            <a:pathLst>
              <a:path extrusionOk="0" h="133350" w="154940">
                <a:moveTo>
                  <a:pt x="129540" y="428"/>
                </a:moveTo>
                <a:lnTo>
                  <a:pt x="83820" y="7286"/>
                </a:lnTo>
                <a:lnTo>
                  <a:pt x="46482" y="24050"/>
                </a:lnTo>
                <a:lnTo>
                  <a:pt x="42672" y="26336"/>
                </a:lnTo>
                <a:lnTo>
                  <a:pt x="41148" y="27098"/>
                </a:lnTo>
                <a:lnTo>
                  <a:pt x="41910" y="30146"/>
                </a:lnTo>
                <a:lnTo>
                  <a:pt x="47244" y="33956"/>
                </a:lnTo>
                <a:lnTo>
                  <a:pt x="53340" y="36242"/>
                </a:lnTo>
                <a:lnTo>
                  <a:pt x="62484" y="37004"/>
                </a:lnTo>
                <a:lnTo>
                  <a:pt x="74044" y="38219"/>
                </a:lnTo>
                <a:lnTo>
                  <a:pt x="85820" y="38719"/>
                </a:lnTo>
                <a:lnTo>
                  <a:pt x="97738" y="38933"/>
                </a:lnTo>
                <a:lnTo>
                  <a:pt x="109728" y="39290"/>
                </a:lnTo>
                <a:lnTo>
                  <a:pt x="117598" y="39469"/>
                </a:lnTo>
                <a:lnTo>
                  <a:pt x="125253" y="40147"/>
                </a:lnTo>
                <a:lnTo>
                  <a:pt x="132766" y="41540"/>
                </a:lnTo>
                <a:lnTo>
                  <a:pt x="140208" y="43862"/>
                </a:lnTo>
                <a:lnTo>
                  <a:pt x="137171" y="50696"/>
                </a:lnTo>
                <a:lnTo>
                  <a:pt x="131349" y="55673"/>
                </a:lnTo>
                <a:lnTo>
                  <a:pt x="124241" y="59507"/>
                </a:lnTo>
                <a:lnTo>
                  <a:pt x="117348" y="62912"/>
                </a:lnTo>
                <a:lnTo>
                  <a:pt x="93916" y="76259"/>
                </a:lnTo>
                <a:lnTo>
                  <a:pt x="70485" y="89106"/>
                </a:lnTo>
                <a:lnTo>
                  <a:pt x="47053" y="101810"/>
                </a:lnTo>
                <a:lnTo>
                  <a:pt x="23622" y="114728"/>
                </a:lnTo>
                <a:lnTo>
                  <a:pt x="17359" y="118633"/>
                </a:lnTo>
                <a:lnTo>
                  <a:pt x="11239" y="122539"/>
                </a:lnTo>
                <a:lnTo>
                  <a:pt x="5405" y="126730"/>
                </a:lnTo>
                <a:lnTo>
                  <a:pt x="0" y="131492"/>
                </a:lnTo>
                <a:lnTo>
                  <a:pt x="8608" y="132468"/>
                </a:lnTo>
                <a:lnTo>
                  <a:pt x="18002" y="133016"/>
                </a:lnTo>
                <a:lnTo>
                  <a:pt x="27539" y="132992"/>
                </a:lnTo>
                <a:lnTo>
                  <a:pt x="36576" y="132254"/>
                </a:lnTo>
                <a:lnTo>
                  <a:pt x="56007" y="130171"/>
                </a:lnTo>
                <a:lnTo>
                  <a:pt x="75438" y="127587"/>
                </a:lnTo>
                <a:lnTo>
                  <a:pt x="94869" y="124860"/>
                </a:lnTo>
                <a:lnTo>
                  <a:pt x="114300" y="122348"/>
                </a:lnTo>
                <a:lnTo>
                  <a:pt x="121217" y="121681"/>
                </a:lnTo>
                <a:lnTo>
                  <a:pt x="133635" y="120443"/>
                </a:lnTo>
                <a:lnTo>
                  <a:pt x="145911" y="119776"/>
                </a:lnTo>
                <a:lnTo>
                  <a:pt x="152400" y="120824"/>
                </a:lnTo>
                <a:lnTo>
                  <a:pt x="154686" y="124634"/>
                </a:lnTo>
                <a:lnTo>
                  <a:pt x="147066" y="126920"/>
                </a:lnTo>
                <a:lnTo>
                  <a:pt x="146304" y="12692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7" name="Google Shape;1707;p12"/>
          <p:cNvGrpSpPr/>
          <p:nvPr/>
        </p:nvGrpSpPr>
        <p:grpSpPr>
          <a:xfrm>
            <a:off x="8767571" y="6243066"/>
            <a:ext cx="123444" cy="84328"/>
            <a:chOff x="8767571" y="6243066"/>
            <a:chExt cx="123444" cy="84328"/>
          </a:xfrm>
        </p:grpSpPr>
        <p:sp>
          <p:nvSpPr>
            <p:cNvPr id="1708" name="Google Shape;1708;p12"/>
            <p:cNvSpPr/>
            <p:nvPr/>
          </p:nvSpPr>
          <p:spPr>
            <a:xfrm>
              <a:off x="8767571" y="6295644"/>
              <a:ext cx="0" cy="31750"/>
            </a:xfrm>
            <a:custGeom>
              <a:rect b="b" l="l" r="r" t="t"/>
              <a:pathLst>
                <a:path extrusionOk="0" h="31750" w="120000">
                  <a:moveTo>
                    <a:pt x="0" y="0"/>
                  </a:moveTo>
                  <a:lnTo>
                    <a:pt x="0" y="6858"/>
                  </a:lnTo>
                  <a:lnTo>
                    <a:pt x="0" y="13716"/>
                  </a:lnTo>
                  <a:lnTo>
                    <a:pt x="0" y="20574"/>
                  </a:lnTo>
                  <a:lnTo>
                    <a:pt x="0" y="27432"/>
                  </a:lnTo>
                  <a:lnTo>
                    <a:pt x="0" y="29718"/>
                  </a:lnTo>
                  <a:lnTo>
                    <a:pt x="0" y="3124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2"/>
            <p:cNvSpPr/>
            <p:nvPr/>
          </p:nvSpPr>
          <p:spPr>
            <a:xfrm>
              <a:off x="8767571" y="6243066"/>
              <a:ext cx="17780" cy="1905"/>
            </a:xfrm>
            <a:custGeom>
              <a:rect b="b" l="l" r="r" t="t"/>
              <a:pathLst>
                <a:path extrusionOk="0" h="1904" w="17779">
                  <a:moveTo>
                    <a:pt x="0" y="1524"/>
                  </a:moveTo>
                  <a:lnTo>
                    <a:pt x="9906" y="0"/>
                  </a:lnTo>
                  <a:lnTo>
                    <a:pt x="11430" y="0"/>
                  </a:lnTo>
                  <a:lnTo>
                    <a:pt x="17526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2"/>
            <p:cNvSpPr/>
            <p:nvPr/>
          </p:nvSpPr>
          <p:spPr>
            <a:xfrm>
              <a:off x="8802623" y="6285738"/>
              <a:ext cx="40005" cy="1905"/>
            </a:xfrm>
            <a:custGeom>
              <a:rect b="b" l="l" r="r" t="t"/>
              <a:pathLst>
                <a:path extrusionOk="0" h="1904" w="40004">
                  <a:moveTo>
                    <a:pt x="0" y="1523"/>
                  </a:moveTo>
                  <a:lnTo>
                    <a:pt x="7989" y="1285"/>
                  </a:lnTo>
                  <a:lnTo>
                    <a:pt x="15906" y="761"/>
                  </a:lnTo>
                  <a:lnTo>
                    <a:pt x="23681" y="238"/>
                  </a:lnTo>
                  <a:lnTo>
                    <a:pt x="31242" y="0"/>
                  </a:lnTo>
                  <a:lnTo>
                    <a:pt x="35814" y="0"/>
                  </a:lnTo>
                  <a:lnTo>
                    <a:pt x="36576" y="0"/>
                  </a:lnTo>
                  <a:lnTo>
                    <a:pt x="39624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2"/>
            <p:cNvSpPr/>
            <p:nvPr/>
          </p:nvSpPr>
          <p:spPr>
            <a:xfrm>
              <a:off x="8826245" y="6301740"/>
              <a:ext cx="41275" cy="19050"/>
            </a:xfrm>
            <a:custGeom>
              <a:rect b="b" l="l" r="r" t="t"/>
              <a:pathLst>
                <a:path extrusionOk="0" h="19050" w="41275">
                  <a:moveTo>
                    <a:pt x="0" y="19050"/>
                  </a:moveTo>
                  <a:lnTo>
                    <a:pt x="37337" y="3047"/>
                  </a:lnTo>
                  <a:lnTo>
                    <a:pt x="38861" y="1523"/>
                  </a:lnTo>
                  <a:lnTo>
                    <a:pt x="4114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2"/>
            <p:cNvSpPr/>
            <p:nvPr/>
          </p:nvSpPr>
          <p:spPr>
            <a:xfrm>
              <a:off x="8887205" y="6272022"/>
              <a:ext cx="3810" cy="46990"/>
            </a:xfrm>
            <a:custGeom>
              <a:rect b="b" l="l" r="r" t="t"/>
              <a:pathLst>
                <a:path extrusionOk="0" h="46989" w="3809">
                  <a:moveTo>
                    <a:pt x="3809" y="0"/>
                  </a:moveTo>
                  <a:lnTo>
                    <a:pt x="1928" y="9691"/>
                  </a:lnTo>
                  <a:lnTo>
                    <a:pt x="761" y="18668"/>
                  </a:lnTo>
                  <a:lnTo>
                    <a:pt x="166" y="27646"/>
                  </a:lnTo>
                  <a:lnTo>
                    <a:pt x="0" y="37337"/>
                  </a:lnTo>
                  <a:lnTo>
                    <a:pt x="0" y="41909"/>
                  </a:lnTo>
                  <a:lnTo>
                    <a:pt x="761" y="42671"/>
                  </a:lnTo>
                  <a:lnTo>
                    <a:pt x="1523" y="4648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3" name="Google Shape;1713;p12"/>
          <p:cNvSpPr/>
          <p:nvPr/>
        </p:nvSpPr>
        <p:spPr>
          <a:xfrm>
            <a:off x="8737092" y="6034730"/>
            <a:ext cx="67310" cy="53975"/>
          </a:xfrm>
          <a:custGeom>
            <a:rect b="b" l="l" r="r" t="t"/>
            <a:pathLst>
              <a:path extrusionOk="0" h="53975" w="67309">
                <a:moveTo>
                  <a:pt x="6857" y="10977"/>
                </a:moveTo>
                <a:lnTo>
                  <a:pt x="5143" y="19990"/>
                </a:lnTo>
                <a:lnTo>
                  <a:pt x="3428" y="28789"/>
                </a:lnTo>
                <a:lnTo>
                  <a:pt x="1714" y="37445"/>
                </a:lnTo>
                <a:lnTo>
                  <a:pt x="0" y="46029"/>
                </a:lnTo>
                <a:lnTo>
                  <a:pt x="0" y="50601"/>
                </a:lnTo>
                <a:lnTo>
                  <a:pt x="0" y="51363"/>
                </a:lnTo>
                <a:lnTo>
                  <a:pt x="0" y="53649"/>
                </a:lnTo>
                <a:lnTo>
                  <a:pt x="23" y="47351"/>
                </a:lnTo>
                <a:lnTo>
                  <a:pt x="190" y="40981"/>
                </a:lnTo>
                <a:lnTo>
                  <a:pt x="642" y="34468"/>
                </a:lnTo>
                <a:lnTo>
                  <a:pt x="1523" y="27741"/>
                </a:lnTo>
                <a:lnTo>
                  <a:pt x="2202" y="21121"/>
                </a:lnTo>
                <a:lnTo>
                  <a:pt x="3524" y="13644"/>
                </a:lnTo>
                <a:lnTo>
                  <a:pt x="6131" y="6738"/>
                </a:lnTo>
                <a:lnTo>
                  <a:pt x="10667" y="1833"/>
                </a:lnTo>
                <a:lnTo>
                  <a:pt x="17395" y="0"/>
                </a:lnTo>
                <a:lnTo>
                  <a:pt x="24479" y="1452"/>
                </a:lnTo>
                <a:lnTo>
                  <a:pt x="59078" y="26146"/>
                </a:lnTo>
                <a:lnTo>
                  <a:pt x="64007" y="33837"/>
                </a:lnTo>
                <a:lnTo>
                  <a:pt x="67055" y="38409"/>
                </a:lnTo>
                <a:lnTo>
                  <a:pt x="65531" y="45267"/>
                </a:lnTo>
                <a:lnTo>
                  <a:pt x="64769" y="50601"/>
                </a:lnTo>
                <a:lnTo>
                  <a:pt x="64769" y="51363"/>
                </a:lnTo>
                <a:lnTo>
                  <a:pt x="64769" y="52125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4" name="Google Shape;1714;p12"/>
          <p:cNvGrpSpPr/>
          <p:nvPr/>
        </p:nvGrpSpPr>
        <p:grpSpPr>
          <a:xfrm>
            <a:off x="8936723" y="5999975"/>
            <a:ext cx="136423" cy="223024"/>
            <a:chOff x="8936723" y="5999975"/>
            <a:chExt cx="136423" cy="223024"/>
          </a:xfrm>
        </p:grpSpPr>
        <p:pic>
          <p:nvPicPr>
            <p:cNvPr id="1715" name="Google Shape;1715;p12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8936723" y="5999975"/>
              <a:ext cx="136423" cy="1760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6" name="Google Shape;1716;p12"/>
            <p:cNvSpPr/>
            <p:nvPr/>
          </p:nvSpPr>
          <p:spPr>
            <a:xfrm>
              <a:off x="8962644" y="6210299"/>
              <a:ext cx="98425" cy="12700"/>
            </a:xfrm>
            <a:custGeom>
              <a:rect b="b" l="l" r="r" t="t"/>
              <a:pathLst>
                <a:path extrusionOk="0" h="12700" w="98425">
                  <a:moveTo>
                    <a:pt x="32003" y="10667"/>
                  </a:moveTo>
                  <a:lnTo>
                    <a:pt x="73151" y="1523"/>
                  </a:lnTo>
                  <a:lnTo>
                    <a:pt x="76961" y="761"/>
                  </a:lnTo>
                  <a:lnTo>
                    <a:pt x="81533" y="0"/>
                  </a:lnTo>
                  <a:lnTo>
                    <a:pt x="74223" y="583"/>
                  </a:lnTo>
                  <a:lnTo>
                    <a:pt x="67055" y="1238"/>
                  </a:lnTo>
                  <a:lnTo>
                    <a:pt x="18930" y="9477"/>
                  </a:lnTo>
                  <a:lnTo>
                    <a:pt x="7619" y="11429"/>
                  </a:lnTo>
                  <a:lnTo>
                    <a:pt x="3809" y="11429"/>
                  </a:lnTo>
                  <a:lnTo>
                    <a:pt x="3047" y="12191"/>
                  </a:lnTo>
                  <a:lnTo>
                    <a:pt x="0" y="11429"/>
                  </a:lnTo>
                  <a:lnTo>
                    <a:pt x="11882" y="10918"/>
                  </a:lnTo>
                  <a:lnTo>
                    <a:pt x="23621" y="9620"/>
                  </a:lnTo>
                  <a:lnTo>
                    <a:pt x="35361" y="7893"/>
                  </a:lnTo>
                  <a:lnTo>
                    <a:pt x="47243" y="6095"/>
                  </a:lnTo>
                  <a:lnTo>
                    <a:pt x="54863" y="5333"/>
                  </a:lnTo>
                  <a:lnTo>
                    <a:pt x="62483" y="3809"/>
                  </a:lnTo>
                  <a:lnTo>
                    <a:pt x="70103" y="2285"/>
                  </a:lnTo>
                  <a:lnTo>
                    <a:pt x="62483" y="2285"/>
                  </a:lnTo>
                  <a:lnTo>
                    <a:pt x="57911" y="2285"/>
                  </a:lnTo>
                  <a:lnTo>
                    <a:pt x="50291" y="3047"/>
                  </a:lnTo>
                  <a:lnTo>
                    <a:pt x="42671" y="3809"/>
                  </a:lnTo>
                  <a:lnTo>
                    <a:pt x="34289" y="5333"/>
                  </a:lnTo>
                  <a:lnTo>
                    <a:pt x="26669" y="6857"/>
                  </a:lnTo>
                  <a:lnTo>
                    <a:pt x="44719" y="6322"/>
                  </a:lnTo>
                  <a:lnTo>
                    <a:pt x="62483" y="4857"/>
                  </a:lnTo>
                  <a:lnTo>
                    <a:pt x="80248" y="2678"/>
                  </a:lnTo>
                  <a:lnTo>
                    <a:pt x="98297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17" name="Google Shape;1717;p12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9166716" y="5985497"/>
            <a:ext cx="109884" cy="24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12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9348965" y="5986259"/>
            <a:ext cx="157759" cy="181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9" name="Google Shape;1719;p12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9559276" y="5936729"/>
            <a:ext cx="214147" cy="252247"/>
          </a:xfrm>
          <a:prstGeom prst="rect">
            <a:avLst/>
          </a:prstGeom>
          <a:noFill/>
          <a:ln>
            <a:noFill/>
          </a:ln>
        </p:spPr>
      </p:pic>
      <p:sp>
        <p:nvSpPr>
          <p:cNvPr id="1720" name="Google Shape;1720;p12"/>
          <p:cNvSpPr/>
          <p:nvPr/>
        </p:nvSpPr>
        <p:spPr>
          <a:xfrm>
            <a:off x="8744711" y="6363461"/>
            <a:ext cx="165100" cy="33655"/>
          </a:xfrm>
          <a:custGeom>
            <a:rect b="b" l="l" r="r" t="t"/>
            <a:pathLst>
              <a:path extrusionOk="0" h="33654" w="165100">
                <a:moveTo>
                  <a:pt x="57911" y="12192"/>
                </a:moveTo>
                <a:lnTo>
                  <a:pt x="78926" y="9477"/>
                </a:lnTo>
                <a:lnTo>
                  <a:pt x="99726" y="7048"/>
                </a:lnTo>
                <a:lnTo>
                  <a:pt x="120384" y="4905"/>
                </a:lnTo>
                <a:lnTo>
                  <a:pt x="140969" y="3048"/>
                </a:lnTo>
                <a:lnTo>
                  <a:pt x="147827" y="2286"/>
                </a:lnTo>
                <a:lnTo>
                  <a:pt x="154685" y="762"/>
                </a:lnTo>
                <a:lnTo>
                  <a:pt x="160781" y="0"/>
                </a:lnTo>
                <a:lnTo>
                  <a:pt x="144910" y="309"/>
                </a:lnTo>
                <a:lnTo>
                  <a:pt x="129254" y="1333"/>
                </a:lnTo>
                <a:lnTo>
                  <a:pt x="113740" y="3214"/>
                </a:lnTo>
                <a:lnTo>
                  <a:pt x="98297" y="6096"/>
                </a:lnTo>
                <a:lnTo>
                  <a:pt x="78747" y="9655"/>
                </a:lnTo>
                <a:lnTo>
                  <a:pt x="59054" y="13430"/>
                </a:lnTo>
                <a:lnTo>
                  <a:pt x="39362" y="17347"/>
                </a:lnTo>
                <a:lnTo>
                  <a:pt x="19811" y="21336"/>
                </a:lnTo>
                <a:lnTo>
                  <a:pt x="13715" y="22098"/>
                </a:lnTo>
                <a:lnTo>
                  <a:pt x="6095" y="23622"/>
                </a:lnTo>
                <a:lnTo>
                  <a:pt x="0" y="25146"/>
                </a:lnTo>
                <a:lnTo>
                  <a:pt x="12013" y="24765"/>
                </a:lnTo>
                <a:lnTo>
                  <a:pt x="24098" y="23812"/>
                </a:lnTo>
                <a:lnTo>
                  <a:pt x="36325" y="22574"/>
                </a:lnTo>
                <a:lnTo>
                  <a:pt x="48767" y="21336"/>
                </a:lnTo>
                <a:lnTo>
                  <a:pt x="71294" y="18954"/>
                </a:lnTo>
                <a:lnTo>
                  <a:pt x="94106" y="16573"/>
                </a:lnTo>
                <a:lnTo>
                  <a:pt x="116919" y="14478"/>
                </a:lnTo>
                <a:lnTo>
                  <a:pt x="139445" y="12954"/>
                </a:lnTo>
                <a:lnTo>
                  <a:pt x="148589" y="12192"/>
                </a:lnTo>
                <a:lnTo>
                  <a:pt x="156209" y="12192"/>
                </a:lnTo>
                <a:lnTo>
                  <a:pt x="164591" y="12192"/>
                </a:lnTo>
                <a:lnTo>
                  <a:pt x="152459" y="14918"/>
                </a:lnTo>
                <a:lnTo>
                  <a:pt x="96202" y="24824"/>
                </a:lnTo>
                <a:lnTo>
                  <a:pt x="39623" y="32004"/>
                </a:lnTo>
                <a:lnTo>
                  <a:pt x="32765" y="32766"/>
                </a:lnTo>
                <a:lnTo>
                  <a:pt x="28193" y="32766"/>
                </a:lnTo>
                <a:lnTo>
                  <a:pt x="21335" y="33528"/>
                </a:lnTo>
                <a:lnTo>
                  <a:pt x="31051" y="32254"/>
                </a:lnTo>
                <a:lnTo>
                  <a:pt x="40766" y="30765"/>
                </a:lnTo>
                <a:lnTo>
                  <a:pt x="50482" y="29134"/>
                </a:lnTo>
                <a:lnTo>
                  <a:pt x="60197" y="27432"/>
                </a:lnTo>
                <a:lnTo>
                  <a:pt x="78355" y="25038"/>
                </a:lnTo>
                <a:lnTo>
                  <a:pt x="96297" y="22574"/>
                </a:lnTo>
                <a:lnTo>
                  <a:pt x="114097" y="20252"/>
                </a:lnTo>
                <a:lnTo>
                  <a:pt x="131825" y="18288"/>
                </a:lnTo>
                <a:lnTo>
                  <a:pt x="138683" y="17526"/>
                </a:lnTo>
                <a:lnTo>
                  <a:pt x="144017" y="17526"/>
                </a:lnTo>
                <a:lnTo>
                  <a:pt x="150113" y="17526"/>
                </a:lnTo>
                <a:lnTo>
                  <a:pt x="138683" y="18597"/>
                </a:lnTo>
                <a:lnTo>
                  <a:pt x="127253" y="20383"/>
                </a:lnTo>
                <a:lnTo>
                  <a:pt x="115823" y="22455"/>
                </a:lnTo>
                <a:lnTo>
                  <a:pt x="104393" y="24384"/>
                </a:lnTo>
                <a:lnTo>
                  <a:pt x="88844" y="26646"/>
                </a:lnTo>
                <a:lnTo>
                  <a:pt x="73151" y="28765"/>
                </a:lnTo>
                <a:lnTo>
                  <a:pt x="57459" y="30599"/>
                </a:lnTo>
                <a:lnTo>
                  <a:pt x="41909" y="32004"/>
                </a:lnTo>
                <a:lnTo>
                  <a:pt x="36575" y="32766"/>
                </a:lnTo>
                <a:lnTo>
                  <a:pt x="33527" y="32766"/>
                </a:lnTo>
                <a:lnTo>
                  <a:pt x="42552" y="31051"/>
                </a:lnTo>
                <a:lnTo>
                  <a:pt x="51434" y="29337"/>
                </a:lnTo>
                <a:lnTo>
                  <a:pt x="60317" y="27622"/>
                </a:lnTo>
                <a:lnTo>
                  <a:pt x="69341" y="25908"/>
                </a:lnTo>
                <a:lnTo>
                  <a:pt x="86034" y="22181"/>
                </a:lnTo>
                <a:lnTo>
                  <a:pt x="102869" y="18954"/>
                </a:lnTo>
                <a:lnTo>
                  <a:pt x="119705" y="16156"/>
                </a:lnTo>
                <a:lnTo>
                  <a:pt x="136397" y="13716"/>
                </a:lnTo>
                <a:lnTo>
                  <a:pt x="144017" y="12192"/>
                </a:lnTo>
                <a:lnTo>
                  <a:pt x="151637" y="11430"/>
                </a:lnTo>
                <a:lnTo>
                  <a:pt x="159257" y="11430"/>
                </a:lnTo>
                <a:lnTo>
                  <a:pt x="151256" y="12263"/>
                </a:lnTo>
                <a:lnTo>
                  <a:pt x="143255" y="13525"/>
                </a:lnTo>
                <a:lnTo>
                  <a:pt x="135254" y="15073"/>
                </a:lnTo>
                <a:lnTo>
                  <a:pt x="127253" y="16764"/>
                </a:lnTo>
                <a:lnTo>
                  <a:pt x="120395" y="17907"/>
                </a:lnTo>
                <a:lnTo>
                  <a:pt x="113537" y="19050"/>
                </a:lnTo>
                <a:lnTo>
                  <a:pt x="106679" y="20193"/>
                </a:lnTo>
                <a:lnTo>
                  <a:pt x="99821" y="21336"/>
                </a:lnTo>
                <a:lnTo>
                  <a:pt x="99059" y="21336"/>
                </a:lnTo>
                <a:lnTo>
                  <a:pt x="98297" y="21336"/>
                </a:lnTo>
                <a:lnTo>
                  <a:pt x="103631" y="21336"/>
                </a:lnTo>
                <a:lnTo>
                  <a:pt x="108203" y="19812"/>
                </a:lnTo>
                <a:lnTo>
                  <a:pt x="113537" y="19050"/>
                </a:lnTo>
                <a:lnTo>
                  <a:pt x="119633" y="17526"/>
                </a:lnTo>
                <a:lnTo>
                  <a:pt x="125729" y="16764"/>
                </a:lnTo>
                <a:lnTo>
                  <a:pt x="131825" y="16764"/>
                </a:lnTo>
                <a:lnTo>
                  <a:pt x="132587" y="16764"/>
                </a:lnTo>
                <a:lnTo>
                  <a:pt x="130301" y="16764"/>
                </a:lnTo>
                <a:lnTo>
                  <a:pt x="128015" y="16764"/>
                </a:lnTo>
                <a:lnTo>
                  <a:pt x="125729" y="18288"/>
                </a:lnTo>
                <a:lnTo>
                  <a:pt x="122681" y="19050"/>
                </a:lnTo>
                <a:lnTo>
                  <a:pt x="120395" y="20574"/>
                </a:lnTo>
                <a:lnTo>
                  <a:pt x="118109" y="21336"/>
                </a:lnTo>
                <a:lnTo>
                  <a:pt x="116585" y="22098"/>
                </a:lnTo>
                <a:lnTo>
                  <a:pt x="115061" y="22098"/>
                </a:lnTo>
                <a:lnTo>
                  <a:pt x="108965" y="22860"/>
                </a:lnTo>
                <a:lnTo>
                  <a:pt x="107441" y="20574"/>
                </a:lnTo>
                <a:lnTo>
                  <a:pt x="102869" y="1676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2"/>
          <p:cNvSpPr/>
          <p:nvPr/>
        </p:nvSpPr>
        <p:spPr>
          <a:xfrm>
            <a:off x="6752843" y="5553455"/>
            <a:ext cx="12700" cy="0"/>
          </a:xfrm>
          <a:custGeom>
            <a:rect b="b" l="l" r="r" t="t"/>
            <a:pathLst>
              <a:path extrusionOk="0" h="120000" w="12700">
                <a:moveTo>
                  <a:pt x="12192" y="0"/>
                </a:moveTo>
                <a:lnTo>
                  <a:pt x="8382" y="0"/>
                </a:lnTo>
                <a:lnTo>
                  <a:pt x="4572" y="0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12"/>
          <p:cNvSpPr/>
          <p:nvPr/>
        </p:nvSpPr>
        <p:spPr>
          <a:xfrm>
            <a:off x="5138165" y="5205984"/>
            <a:ext cx="52705" cy="4445"/>
          </a:xfrm>
          <a:custGeom>
            <a:rect b="b" l="l" r="r" t="t"/>
            <a:pathLst>
              <a:path extrusionOk="0" h="4445" w="52704">
                <a:moveTo>
                  <a:pt x="0" y="3810"/>
                </a:moveTo>
                <a:lnTo>
                  <a:pt x="9798" y="4095"/>
                </a:lnTo>
                <a:lnTo>
                  <a:pt x="18954" y="3810"/>
                </a:lnTo>
                <a:lnTo>
                  <a:pt x="27967" y="2952"/>
                </a:lnTo>
                <a:lnTo>
                  <a:pt x="37338" y="1524"/>
                </a:lnTo>
                <a:lnTo>
                  <a:pt x="42672" y="762"/>
                </a:lnTo>
                <a:lnTo>
                  <a:pt x="47244" y="762"/>
                </a:lnTo>
                <a:lnTo>
                  <a:pt x="52577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12"/>
          <p:cNvSpPr/>
          <p:nvPr/>
        </p:nvSpPr>
        <p:spPr>
          <a:xfrm>
            <a:off x="5162550" y="5271515"/>
            <a:ext cx="53340" cy="7620"/>
          </a:xfrm>
          <a:custGeom>
            <a:rect b="b" l="l" r="r" t="t"/>
            <a:pathLst>
              <a:path extrusionOk="0" h="7620" w="53339">
                <a:moveTo>
                  <a:pt x="0" y="0"/>
                </a:moveTo>
                <a:lnTo>
                  <a:pt x="9584" y="4083"/>
                </a:lnTo>
                <a:lnTo>
                  <a:pt x="17811" y="6381"/>
                </a:lnTo>
                <a:lnTo>
                  <a:pt x="26467" y="7393"/>
                </a:lnTo>
                <a:lnTo>
                  <a:pt x="37338" y="7619"/>
                </a:lnTo>
                <a:lnTo>
                  <a:pt x="45720" y="6857"/>
                </a:lnTo>
                <a:lnTo>
                  <a:pt x="48006" y="6857"/>
                </a:lnTo>
                <a:lnTo>
                  <a:pt x="53340" y="3809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4" name="Google Shape;1724;p12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5426951" y="5241023"/>
            <a:ext cx="105943" cy="139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12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5436095" y="5442191"/>
            <a:ext cx="77749" cy="807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6" name="Google Shape;1726;p12"/>
          <p:cNvGrpSpPr/>
          <p:nvPr/>
        </p:nvGrpSpPr>
        <p:grpSpPr>
          <a:xfrm>
            <a:off x="5700521" y="5414009"/>
            <a:ext cx="34417" cy="95250"/>
            <a:chOff x="5700521" y="5414009"/>
            <a:chExt cx="34417" cy="95250"/>
          </a:xfrm>
        </p:grpSpPr>
        <p:sp>
          <p:nvSpPr>
            <p:cNvPr id="1727" name="Google Shape;1727;p12"/>
            <p:cNvSpPr/>
            <p:nvPr/>
          </p:nvSpPr>
          <p:spPr>
            <a:xfrm>
              <a:off x="5700521" y="5414009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7"/>
                  </a:moveTo>
                  <a:lnTo>
                    <a:pt x="0" y="11429"/>
                  </a:lnTo>
                  <a:lnTo>
                    <a:pt x="3047" y="15239"/>
                  </a:lnTo>
                  <a:lnTo>
                    <a:pt x="11429" y="15239"/>
                  </a:lnTo>
                  <a:lnTo>
                    <a:pt x="15239" y="11429"/>
                  </a:lnTo>
                  <a:lnTo>
                    <a:pt x="15239" y="7619"/>
                  </a:lnTo>
                  <a:lnTo>
                    <a:pt x="15239" y="3047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2"/>
            <p:cNvSpPr/>
            <p:nvPr/>
          </p:nvSpPr>
          <p:spPr>
            <a:xfrm>
              <a:off x="5731763" y="5467349"/>
              <a:ext cx="3175" cy="41910"/>
            </a:xfrm>
            <a:custGeom>
              <a:rect b="b" l="l" r="r" t="t"/>
              <a:pathLst>
                <a:path extrusionOk="0" h="41910" w="3175">
                  <a:moveTo>
                    <a:pt x="0" y="0"/>
                  </a:moveTo>
                  <a:lnTo>
                    <a:pt x="1524" y="32004"/>
                  </a:lnTo>
                  <a:lnTo>
                    <a:pt x="2286" y="36576"/>
                  </a:lnTo>
                  <a:lnTo>
                    <a:pt x="3048" y="41148"/>
                  </a:lnTo>
                  <a:lnTo>
                    <a:pt x="3048" y="4191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9" name="Google Shape;1729;p12"/>
          <p:cNvSpPr/>
          <p:nvPr/>
        </p:nvSpPr>
        <p:spPr>
          <a:xfrm>
            <a:off x="5699759" y="5198757"/>
            <a:ext cx="219075" cy="149860"/>
          </a:xfrm>
          <a:custGeom>
            <a:rect b="b" l="l" r="r" t="t"/>
            <a:pathLst>
              <a:path extrusionOk="0" h="149860" w="219075">
                <a:moveTo>
                  <a:pt x="166115" y="1131"/>
                </a:moveTo>
                <a:lnTo>
                  <a:pt x="154019" y="0"/>
                </a:lnTo>
                <a:lnTo>
                  <a:pt x="142493" y="83"/>
                </a:lnTo>
                <a:lnTo>
                  <a:pt x="130968" y="1452"/>
                </a:lnTo>
                <a:lnTo>
                  <a:pt x="84772" y="14847"/>
                </a:lnTo>
                <a:lnTo>
                  <a:pt x="44957" y="30849"/>
                </a:lnTo>
                <a:lnTo>
                  <a:pt x="46481" y="30849"/>
                </a:lnTo>
                <a:lnTo>
                  <a:pt x="42671" y="34659"/>
                </a:lnTo>
                <a:lnTo>
                  <a:pt x="94999" y="40135"/>
                </a:lnTo>
                <a:lnTo>
                  <a:pt x="130123" y="41374"/>
                </a:lnTo>
                <a:lnTo>
                  <a:pt x="147827" y="42279"/>
                </a:lnTo>
                <a:lnTo>
                  <a:pt x="160389" y="42802"/>
                </a:lnTo>
                <a:lnTo>
                  <a:pt x="172878" y="43612"/>
                </a:lnTo>
                <a:lnTo>
                  <a:pt x="185225" y="45279"/>
                </a:lnTo>
                <a:lnTo>
                  <a:pt x="197357" y="48375"/>
                </a:lnTo>
                <a:lnTo>
                  <a:pt x="204215" y="49899"/>
                </a:lnTo>
                <a:lnTo>
                  <a:pt x="174116" y="78569"/>
                </a:lnTo>
                <a:lnTo>
                  <a:pt x="121789" y="100179"/>
                </a:lnTo>
                <a:lnTo>
                  <a:pt x="75235" y="118157"/>
                </a:lnTo>
                <a:lnTo>
                  <a:pt x="39242" y="131123"/>
                </a:lnTo>
                <a:lnTo>
                  <a:pt x="26098" y="135243"/>
                </a:lnTo>
                <a:lnTo>
                  <a:pt x="13239" y="139934"/>
                </a:lnTo>
                <a:lnTo>
                  <a:pt x="1523" y="145911"/>
                </a:lnTo>
                <a:lnTo>
                  <a:pt x="761" y="147435"/>
                </a:lnTo>
                <a:lnTo>
                  <a:pt x="0" y="147435"/>
                </a:lnTo>
                <a:lnTo>
                  <a:pt x="0" y="148197"/>
                </a:lnTo>
                <a:lnTo>
                  <a:pt x="12703" y="148744"/>
                </a:lnTo>
                <a:lnTo>
                  <a:pt x="25622" y="149149"/>
                </a:lnTo>
                <a:lnTo>
                  <a:pt x="38683" y="149268"/>
                </a:lnTo>
                <a:lnTo>
                  <a:pt x="51815" y="148959"/>
                </a:lnTo>
                <a:lnTo>
                  <a:pt x="73413" y="147316"/>
                </a:lnTo>
                <a:lnTo>
                  <a:pt x="94868" y="144958"/>
                </a:lnTo>
                <a:lnTo>
                  <a:pt x="116324" y="142315"/>
                </a:lnTo>
                <a:lnTo>
                  <a:pt x="137921" y="139815"/>
                </a:lnTo>
                <a:lnTo>
                  <a:pt x="157352" y="138695"/>
                </a:lnTo>
                <a:lnTo>
                  <a:pt x="176783" y="137719"/>
                </a:lnTo>
                <a:lnTo>
                  <a:pt x="196214" y="137029"/>
                </a:lnTo>
                <a:lnTo>
                  <a:pt x="215645" y="136767"/>
                </a:lnTo>
                <a:lnTo>
                  <a:pt x="217169" y="136767"/>
                </a:lnTo>
                <a:lnTo>
                  <a:pt x="217931" y="136767"/>
                </a:lnTo>
                <a:lnTo>
                  <a:pt x="218693" y="136767"/>
                </a:lnTo>
                <a:lnTo>
                  <a:pt x="217169" y="142101"/>
                </a:lnTo>
                <a:lnTo>
                  <a:pt x="215645" y="142101"/>
                </a:lnTo>
                <a:lnTo>
                  <a:pt x="209549" y="144387"/>
                </a:lnTo>
                <a:lnTo>
                  <a:pt x="201929" y="146673"/>
                </a:lnTo>
                <a:lnTo>
                  <a:pt x="198881" y="147435"/>
                </a:lnTo>
                <a:lnTo>
                  <a:pt x="193547" y="147435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0" name="Google Shape;1730;p12"/>
          <p:cNvGrpSpPr/>
          <p:nvPr/>
        </p:nvGrpSpPr>
        <p:grpSpPr>
          <a:xfrm>
            <a:off x="5777484" y="5438393"/>
            <a:ext cx="107255" cy="56007"/>
            <a:chOff x="5777484" y="5438393"/>
            <a:chExt cx="107255" cy="56007"/>
          </a:xfrm>
        </p:grpSpPr>
        <p:sp>
          <p:nvSpPr>
            <p:cNvPr id="1731" name="Google Shape;1731;p12"/>
            <p:cNvSpPr/>
            <p:nvPr/>
          </p:nvSpPr>
          <p:spPr>
            <a:xfrm>
              <a:off x="5777484" y="5446013"/>
              <a:ext cx="37465" cy="3810"/>
            </a:xfrm>
            <a:custGeom>
              <a:rect b="b" l="l" r="r" t="t"/>
              <a:pathLst>
                <a:path extrusionOk="0" h="3810" w="37464">
                  <a:moveTo>
                    <a:pt x="0" y="3809"/>
                  </a:moveTo>
                  <a:lnTo>
                    <a:pt x="7191" y="3428"/>
                  </a:lnTo>
                  <a:lnTo>
                    <a:pt x="14097" y="2476"/>
                  </a:lnTo>
                  <a:lnTo>
                    <a:pt x="21002" y="1238"/>
                  </a:lnTo>
                  <a:lnTo>
                    <a:pt x="28194" y="0"/>
                  </a:lnTo>
                  <a:lnTo>
                    <a:pt x="31242" y="0"/>
                  </a:lnTo>
                  <a:lnTo>
                    <a:pt x="34290" y="0"/>
                  </a:lnTo>
                  <a:lnTo>
                    <a:pt x="3733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2"/>
            <p:cNvSpPr/>
            <p:nvPr/>
          </p:nvSpPr>
          <p:spPr>
            <a:xfrm>
              <a:off x="5785104" y="5481065"/>
              <a:ext cx="44450" cy="13335"/>
            </a:xfrm>
            <a:custGeom>
              <a:rect b="b" l="l" r="r" t="t"/>
              <a:pathLst>
                <a:path extrusionOk="0" h="13335" w="44450">
                  <a:moveTo>
                    <a:pt x="0" y="12953"/>
                  </a:moveTo>
                  <a:lnTo>
                    <a:pt x="37338" y="3047"/>
                  </a:lnTo>
                  <a:lnTo>
                    <a:pt x="39624" y="1523"/>
                  </a:lnTo>
                  <a:lnTo>
                    <a:pt x="41910" y="761"/>
                  </a:lnTo>
                  <a:lnTo>
                    <a:pt x="44196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2"/>
            <p:cNvSpPr/>
            <p:nvPr/>
          </p:nvSpPr>
          <p:spPr>
            <a:xfrm>
              <a:off x="5880294" y="5438393"/>
              <a:ext cx="4445" cy="46990"/>
            </a:xfrm>
            <a:custGeom>
              <a:rect b="b" l="l" r="r" t="t"/>
              <a:pathLst>
                <a:path extrusionOk="0" h="46989" w="4445">
                  <a:moveTo>
                    <a:pt x="59" y="0"/>
                  </a:moveTo>
                  <a:lnTo>
                    <a:pt x="3107" y="41148"/>
                  </a:lnTo>
                  <a:lnTo>
                    <a:pt x="3869" y="44196"/>
                  </a:lnTo>
                  <a:lnTo>
                    <a:pt x="3869" y="44958"/>
                  </a:lnTo>
                  <a:lnTo>
                    <a:pt x="3869" y="4648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4" name="Google Shape;1734;p12"/>
          <p:cNvSpPr/>
          <p:nvPr/>
        </p:nvSpPr>
        <p:spPr>
          <a:xfrm>
            <a:off x="5752778" y="5121402"/>
            <a:ext cx="48895" cy="66040"/>
          </a:xfrm>
          <a:custGeom>
            <a:rect b="b" l="l" r="r" t="t"/>
            <a:pathLst>
              <a:path extrusionOk="0" h="66039" w="48895">
                <a:moveTo>
                  <a:pt x="321" y="42672"/>
                </a:moveTo>
                <a:lnTo>
                  <a:pt x="321" y="48768"/>
                </a:lnTo>
                <a:lnTo>
                  <a:pt x="321" y="54864"/>
                </a:lnTo>
                <a:lnTo>
                  <a:pt x="321" y="60960"/>
                </a:lnTo>
                <a:lnTo>
                  <a:pt x="321" y="64770"/>
                </a:lnTo>
                <a:lnTo>
                  <a:pt x="321" y="65532"/>
                </a:lnTo>
                <a:lnTo>
                  <a:pt x="321" y="59436"/>
                </a:lnTo>
                <a:lnTo>
                  <a:pt x="214" y="48577"/>
                </a:lnTo>
                <a:lnTo>
                  <a:pt x="35" y="37719"/>
                </a:lnTo>
                <a:lnTo>
                  <a:pt x="0" y="26860"/>
                </a:lnTo>
                <a:lnTo>
                  <a:pt x="321" y="16002"/>
                </a:lnTo>
                <a:lnTo>
                  <a:pt x="1702" y="8143"/>
                </a:lnTo>
                <a:lnTo>
                  <a:pt x="5655" y="2857"/>
                </a:lnTo>
                <a:lnTo>
                  <a:pt x="11894" y="142"/>
                </a:lnTo>
                <a:lnTo>
                  <a:pt x="20133" y="0"/>
                </a:lnTo>
                <a:lnTo>
                  <a:pt x="27324" y="2238"/>
                </a:lnTo>
                <a:lnTo>
                  <a:pt x="47577" y="40064"/>
                </a:lnTo>
                <a:lnTo>
                  <a:pt x="48327" y="47244"/>
                </a:lnTo>
                <a:lnTo>
                  <a:pt x="48327" y="48768"/>
                </a:lnTo>
                <a:lnTo>
                  <a:pt x="48327" y="49530"/>
                </a:lnTo>
                <a:lnTo>
                  <a:pt x="48327" y="5105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5" name="Google Shape;1735;p12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5995403" y="4988039"/>
            <a:ext cx="1312951" cy="138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" name="Google Shape;1736;p12"/>
          <p:cNvPicPr preferRelativeResize="0"/>
          <p:nvPr/>
        </p:nvPicPr>
        <p:blipFill rotWithShape="1">
          <a:blip r:embed="rId63">
            <a:alphaModFix/>
          </a:blip>
          <a:srcRect b="0" l="0" r="0" t="0"/>
          <a:stretch/>
        </p:blipFill>
        <p:spPr>
          <a:xfrm>
            <a:off x="7458443" y="5462003"/>
            <a:ext cx="152425" cy="153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" name="Google Shape;17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0223" y="2334055"/>
            <a:ext cx="2651023" cy="17554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2" name="Google Shape;1742;p13"/>
          <p:cNvGrpSpPr/>
          <p:nvPr/>
        </p:nvGrpSpPr>
        <p:grpSpPr>
          <a:xfrm>
            <a:off x="5982099" y="2478177"/>
            <a:ext cx="2831748" cy="1577326"/>
            <a:chOff x="6761022" y="2047100"/>
            <a:chExt cx="2415755" cy="1090066"/>
          </a:xfrm>
        </p:grpSpPr>
        <p:pic>
          <p:nvPicPr>
            <p:cNvPr id="1743" name="Google Shape;1743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61022" y="2047100"/>
              <a:ext cx="2164295" cy="10900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4" name="Google Shape;1744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87311" y="2824733"/>
              <a:ext cx="389466" cy="15622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45" name="Google Shape;174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30649" y="5061969"/>
            <a:ext cx="75952" cy="9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46" name="Google Shape;1746;p13"/>
          <p:cNvSpPr/>
          <p:nvPr/>
        </p:nvSpPr>
        <p:spPr>
          <a:xfrm>
            <a:off x="4994360" y="3227299"/>
            <a:ext cx="144439" cy="19302"/>
          </a:xfrm>
          <a:custGeom>
            <a:rect b="b" l="l" r="r" t="t"/>
            <a:pathLst>
              <a:path extrusionOk="0" h="13335" w="123189">
                <a:moveTo>
                  <a:pt x="0" y="0"/>
                </a:moveTo>
                <a:lnTo>
                  <a:pt x="13632" y="7905"/>
                </a:lnTo>
                <a:lnTo>
                  <a:pt x="26193" y="11810"/>
                </a:lnTo>
                <a:lnTo>
                  <a:pt x="39754" y="12858"/>
                </a:lnTo>
                <a:lnTo>
                  <a:pt x="56388" y="12191"/>
                </a:lnTo>
                <a:lnTo>
                  <a:pt x="70104" y="11549"/>
                </a:lnTo>
                <a:lnTo>
                  <a:pt x="83820" y="9905"/>
                </a:lnTo>
                <a:lnTo>
                  <a:pt x="97536" y="7691"/>
                </a:lnTo>
                <a:lnTo>
                  <a:pt x="111252" y="5333"/>
                </a:lnTo>
                <a:lnTo>
                  <a:pt x="118110" y="4571"/>
                </a:lnTo>
                <a:lnTo>
                  <a:pt x="118110" y="3047"/>
                </a:lnTo>
                <a:lnTo>
                  <a:pt x="122682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7" name="Google Shape;1747;p13"/>
          <p:cNvGrpSpPr/>
          <p:nvPr/>
        </p:nvGrpSpPr>
        <p:grpSpPr>
          <a:xfrm>
            <a:off x="5191088" y="3025816"/>
            <a:ext cx="285084" cy="343648"/>
            <a:chOff x="6086213" y="2425565"/>
            <a:chExt cx="243204" cy="237490"/>
          </a:xfrm>
        </p:grpSpPr>
        <p:pic>
          <p:nvPicPr>
            <p:cNvPr id="1748" name="Google Shape;1748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34087" y="2497823"/>
              <a:ext cx="117373" cy="1074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9" name="Google Shape;1749;p13"/>
            <p:cNvSpPr/>
            <p:nvPr/>
          </p:nvSpPr>
          <p:spPr>
            <a:xfrm>
              <a:off x="6086213" y="2425565"/>
              <a:ext cx="243204" cy="237490"/>
            </a:xfrm>
            <a:custGeom>
              <a:rect b="b" l="l" r="r" t="t"/>
              <a:pathLst>
                <a:path extrusionOk="0" h="237489" w="243204">
                  <a:moveTo>
                    <a:pt x="143898" y="7500"/>
                  </a:moveTo>
                  <a:lnTo>
                    <a:pt x="129397" y="3857"/>
                  </a:lnTo>
                  <a:lnTo>
                    <a:pt x="115323" y="1214"/>
                  </a:lnTo>
                  <a:lnTo>
                    <a:pt x="101250" y="0"/>
                  </a:lnTo>
                  <a:lnTo>
                    <a:pt x="86748" y="642"/>
                  </a:lnTo>
                  <a:lnTo>
                    <a:pt x="42922" y="18645"/>
                  </a:lnTo>
                  <a:lnTo>
                    <a:pt x="10548" y="59316"/>
                  </a:lnTo>
                  <a:lnTo>
                    <a:pt x="0" y="114871"/>
                  </a:lnTo>
                  <a:lnTo>
                    <a:pt x="1595" y="134373"/>
                  </a:lnTo>
                  <a:lnTo>
                    <a:pt x="14358" y="172092"/>
                  </a:lnTo>
                  <a:lnTo>
                    <a:pt x="49887" y="214002"/>
                  </a:lnTo>
                  <a:lnTo>
                    <a:pt x="99702" y="235338"/>
                  </a:lnTo>
                  <a:lnTo>
                    <a:pt x="118491" y="236862"/>
                  </a:lnTo>
                  <a:lnTo>
                    <a:pt x="136278" y="235529"/>
                  </a:lnTo>
                  <a:lnTo>
                    <a:pt x="186535" y="212788"/>
                  </a:lnTo>
                  <a:lnTo>
                    <a:pt x="214181" y="186070"/>
                  </a:lnTo>
                  <a:lnTo>
                    <a:pt x="238767" y="135897"/>
                  </a:lnTo>
                  <a:lnTo>
                    <a:pt x="242958" y="98940"/>
                  </a:lnTo>
                  <a:lnTo>
                    <a:pt x="241244" y="80795"/>
                  </a:lnTo>
                  <a:lnTo>
                    <a:pt x="215526" y="34932"/>
                  </a:lnTo>
                  <a:lnTo>
                    <a:pt x="171700" y="9536"/>
                  </a:lnTo>
                  <a:lnTo>
                    <a:pt x="127253" y="4369"/>
                  </a:lnTo>
                  <a:lnTo>
                    <a:pt x="117990" y="445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0" name="Google Shape;1750;p13"/>
          <p:cNvGrpSpPr/>
          <p:nvPr/>
        </p:nvGrpSpPr>
        <p:grpSpPr>
          <a:xfrm>
            <a:off x="2837308" y="4970636"/>
            <a:ext cx="471646" cy="222764"/>
            <a:chOff x="4078211" y="3769601"/>
            <a:chExt cx="402360" cy="153949"/>
          </a:xfrm>
        </p:grpSpPr>
        <p:pic>
          <p:nvPicPr>
            <p:cNvPr id="1751" name="Google Shape;1751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078211" y="3781031"/>
              <a:ext cx="208813" cy="142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2" name="Google Shape;1752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321479" y="3769601"/>
              <a:ext cx="159092" cy="14874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53" name="Google Shape;175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64298" y="4961652"/>
            <a:ext cx="133995" cy="189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934110" y="4918634"/>
            <a:ext cx="253700" cy="1808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5" name="Google Shape;1755;p13"/>
          <p:cNvGrpSpPr/>
          <p:nvPr/>
        </p:nvGrpSpPr>
        <p:grpSpPr>
          <a:xfrm>
            <a:off x="4487972" y="4875811"/>
            <a:ext cx="629747" cy="207328"/>
            <a:chOff x="5486387" y="3704069"/>
            <a:chExt cx="537235" cy="143281"/>
          </a:xfrm>
        </p:grpSpPr>
        <p:pic>
          <p:nvPicPr>
            <p:cNvPr id="1756" name="Google Shape;1756;p1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486387" y="3704069"/>
              <a:ext cx="368833" cy="1432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7" name="Google Shape;1757;p13"/>
            <p:cNvSpPr/>
            <p:nvPr/>
          </p:nvSpPr>
          <p:spPr>
            <a:xfrm>
              <a:off x="5885497" y="3758183"/>
              <a:ext cx="26670" cy="56515"/>
            </a:xfrm>
            <a:custGeom>
              <a:rect b="b" l="l" r="r" t="t"/>
              <a:pathLst>
                <a:path extrusionOk="0" h="56514" w="26670">
                  <a:moveTo>
                    <a:pt x="1714" y="24384"/>
                  </a:moveTo>
                  <a:lnTo>
                    <a:pt x="857" y="29610"/>
                  </a:lnTo>
                  <a:lnTo>
                    <a:pt x="0" y="37052"/>
                  </a:lnTo>
                  <a:lnTo>
                    <a:pt x="0" y="44636"/>
                  </a:lnTo>
                  <a:lnTo>
                    <a:pt x="1714" y="50292"/>
                  </a:lnTo>
                  <a:lnTo>
                    <a:pt x="4000" y="53340"/>
                  </a:lnTo>
                  <a:lnTo>
                    <a:pt x="11620" y="56388"/>
                  </a:lnTo>
                  <a:lnTo>
                    <a:pt x="14668" y="54102"/>
                  </a:lnTo>
                  <a:lnTo>
                    <a:pt x="22288" y="50292"/>
                  </a:lnTo>
                  <a:lnTo>
                    <a:pt x="24574" y="39624"/>
                  </a:lnTo>
                  <a:lnTo>
                    <a:pt x="25336" y="32004"/>
                  </a:lnTo>
                  <a:lnTo>
                    <a:pt x="26253" y="25491"/>
                  </a:lnTo>
                  <a:lnTo>
                    <a:pt x="14668" y="0"/>
                  </a:lnTo>
                  <a:lnTo>
                    <a:pt x="8572" y="0"/>
                  </a:lnTo>
                  <a:lnTo>
                    <a:pt x="7810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58" name="Google Shape;1758;p1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948159" y="3728453"/>
              <a:ext cx="75463" cy="7393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59" name="Google Shape;1759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278386" y="4811684"/>
            <a:ext cx="135797" cy="161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0" name="Google Shape;1760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661794" y="4650707"/>
            <a:ext cx="247209" cy="324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1" name="Google Shape;1761;p13"/>
          <p:cNvGrpSpPr/>
          <p:nvPr/>
        </p:nvGrpSpPr>
        <p:grpSpPr>
          <a:xfrm>
            <a:off x="6043746" y="4679563"/>
            <a:ext cx="47861" cy="234857"/>
            <a:chOff x="6813613" y="3568445"/>
            <a:chExt cx="40830" cy="162306"/>
          </a:xfrm>
        </p:grpSpPr>
        <p:sp>
          <p:nvSpPr>
            <p:cNvPr id="1762" name="Google Shape;1762;p13"/>
            <p:cNvSpPr/>
            <p:nvPr/>
          </p:nvSpPr>
          <p:spPr>
            <a:xfrm>
              <a:off x="6813613" y="3568445"/>
              <a:ext cx="34925" cy="104139"/>
            </a:xfrm>
            <a:custGeom>
              <a:rect b="b" l="l" r="r" t="t"/>
              <a:pathLst>
                <a:path extrusionOk="0" h="104139" w="34925">
                  <a:moveTo>
                    <a:pt x="3238" y="29717"/>
                  </a:moveTo>
                  <a:lnTo>
                    <a:pt x="1476" y="22002"/>
                  </a:lnTo>
                  <a:lnTo>
                    <a:pt x="0" y="14287"/>
                  </a:lnTo>
                  <a:lnTo>
                    <a:pt x="1095" y="7429"/>
                  </a:lnTo>
                  <a:lnTo>
                    <a:pt x="7048" y="2285"/>
                  </a:lnTo>
                  <a:lnTo>
                    <a:pt x="12382" y="0"/>
                  </a:lnTo>
                  <a:lnTo>
                    <a:pt x="21526" y="761"/>
                  </a:lnTo>
                  <a:lnTo>
                    <a:pt x="34480" y="32765"/>
                  </a:lnTo>
                  <a:lnTo>
                    <a:pt x="33992" y="42433"/>
                  </a:lnTo>
                  <a:lnTo>
                    <a:pt x="31718" y="51244"/>
                  </a:lnTo>
                  <a:lnTo>
                    <a:pt x="28158" y="59769"/>
                  </a:lnTo>
                  <a:lnTo>
                    <a:pt x="23812" y="68579"/>
                  </a:lnTo>
                  <a:lnTo>
                    <a:pt x="20252" y="77378"/>
                  </a:lnTo>
                  <a:lnTo>
                    <a:pt x="17621" y="85820"/>
                  </a:lnTo>
                  <a:lnTo>
                    <a:pt x="15990" y="94404"/>
                  </a:lnTo>
                  <a:lnTo>
                    <a:pt x="15430" y="103631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3"/>
            <p:cNvSpPr/>
            <p:nvPr/>
          </p:nvSpPr>
          <p:spPr>
            <a:xfrm>
              <a:off x="6840473" y="3730751"/>
              <a:ext cx="13970" cy="0"/>
            </a:xfrm>
            <a:custGeom>
              <a:rect b="b" l="l" r="r" t="t"/>
              <a:pathLst>
                <a:path extrusionOk="0" h="120000" w="13970">
                  <a:moveTo>
                    <a:pt x="13716" y="0"/>
                  </a:moveTo>
                  <a:lnTo>
                    <a:pt x="9144" y="0"/>
                  </a:lnTo>
                  <a:lnTo>
                    <a:pt x="4572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4" name="Google Shape;1764;p13"/>
          <p:cNvSpPr/>
          <p:nvPr/>
        </p:nvSpPr>
        <p:spPr>
          <a:xfrm>
            <a:off x="2035168" y="5718021"/>
            <a:ext cx="51372" cy="69856"/>
          </a:xfrm>
          <a:custGeom>
            <a:rect b="b" l="l" r="r" t="t"/>
            <a:pathLst>
              <a:path extrusionOk="0" h="48260" w="43814">
                <a:moveTo>
                  <a:pt x="5334" y="16763"/>
                </a:moveTo>
                <a:lnTo>
                  <a:pt x="13013" y="15180"/>
                </a:lnTo>
                <a:lnTo>
                  <a:pt x="18192" y="14954"/>
                </a:lnTo>
                <a:lnTo>
                  <a:pt x="21514" y="17728"/>
                </a:lnTo>
                <a:lnTo>
                  <a:pt x="23622" y="25145"/>
                </a:lnTo>
                <a:lnTo>
                  <a:pt x="24384" y="29717"/>
                </a:lnTo>
                <a:lnTo>
                  <a:pt x="25908" y="39623"/>
                </a:lnTo>
                <a:lnTo>
                  <a:pt x="23622" y="43433"/>
                </a:lnTo>
                <a:lnTo>
                  <a:pt x="22098" y="46481"/>
                </a:lnTo>
                <a:lnTo>
                  <a:pt x="16002" y="48005"/>
                </a:lnTo>
                <a:lnTo>
                  <a:pt x="13716" y="46481"/>
                </a:lnTo>
                <a:lnTo>
                  <a:pt x="8620" y="41040"/>
                </a:lnTo>
                <a:lnTo>
                  <a:pt x="5524" y="34385"/>
                </a:lnTo>
                <a:lnTo>
                  <a:pt x="3857" y="27301"/>
                </a:lnTo>
                <a:lnTo>
                  <a:pt x="3048" y="20573"/>
                </a:lnTo>
                <a:lnTo>
                  <a:pt x="3048" y="12191"/>
                </a:lnTo>
                <a:lnTo>
                  <a:pt x="3810" y="6095"/>
                </a:lnTo>
                <a:lnTo>
                  <a:pt x="12192" y="2285"/>
                </a:lnTo>
                <a:lnTo>
                  <a:pt x="18288" y="0"/>
                </a:lnTo>
                <a:lnTo>
                  <a:pt x="28956" y="761"/>
                </a:lnTo>
                <a:lnTo>
                  <a:pt x="34290" y="3809"/>
                </a:lnTo>
                <a:lnTo>
                  <a:pt x="41148" y="8381"/>
                </a:lnTo>
                <a:lnTo>
                  <a:pt x="42672" y="16001"/>
                </a:lnTo>
                <a:lnTo>
                  <a:pt x="42672" y="23621"/>
                </a:lnTo>
                <a:lnTo>
                  <a:pt x="43434" y="32765"/>
                </a:lnTo>
                <a:lnTo>
                  <a:pt x="36576" y="38099"/>
                </a:lnTo>
                <a:lnTo>
                  <a:pt x="28956" y="41909"/>
                </a:lnTo>
                <a:lnTo>
                  <a:pt x="23622" y="44195"/>
                </a:lnTo>
                <a:lnTo>
                  <a:pt x="11430" y="47243"/>
                </a:lnTo>
                <a:lnTo>
                  <a:pt x="5334" y="43433"/>
                </a:lnTo>
                <a:lnTo>
                  <a:pt x="762" y="40385"/>
                </a:lnTo>
                <a:lnTo>
                  <a:pt x="0" y="26669"/>
                </a:lnTo>
                <a:lnTo>
                  <a:pt x="1524" y="22097"/>
                </a:lnTo>
                <a:lnTo>
                  <a:pt x="36576" y="3047"/>
                </a:lnTo>
                <a:lnTo>
                  <a:pt x="39624" y="9143"/>
                </a:lnTo>
                <a:lnTo>
                  <a:pt x="42672" y="14477"/>
                </a:lnTo>
                <a:lnTo>
                  <a:pt x="19812" y="42671"/>
                </a:lnTo>
                <a:lnTo>
                  <a:pt x="12192" y="44195"/>
                </a:lnTo>
                <a:lnTo>
                  <a:pt x="10668" y="40385"/>
                </a:lnTo>
                <a:lnTo>
                  <a:pt x="9906" y="32765"/>
                </a:lnTo>
                <a:lnTo>
                  <a:pt x="9906" y="24383"/>
                </a:lnTo>
                <a:lnTo>
                  <a:pt x="10668" y="17525"/>
                </a:lnTo>
                <a:lnTo>
                  <a:pt x="18288" y="12191"/>
                </a:lnTo>
                <a:lnTo>
                  <a:pt x="21336" y="9905"/>
                </a:lnTo>
                <a:lnTo>
                  <a:pt x="32004" y="6095"/>
                </a:lnTo>
                <a:lnTo>
                  <a:pt x="35052" y="8381"/>
                </a:lnTo>
                <a:lnTo>
                  <a:pt x="37338" y="10667"/>
                </a:lnTo>
                <a:lnTo>
                  <a:pt x="38100" y="19811"/>
                </a:lnTo>
                <a:lnTo>
                  <a:pt x="36576" y="22097"/>
                </a:lnTo>
                <a:lnTo>
                  <a:pt x="34290" y="28193"/>
                </a:lnTo>
                <a:lnTo>
                  <a:pt x="26670" y="28193"/>
                </a:lnTo>
                <a:lnTo>
                  <a:pt x="21336" y="28193"/>
                </a:lnTo>
                <a:lnTo>
                  <a:pt x="14478" y="28193"/>
                </a:lnTo>
                <a:lnTo>
                  <a:pt x="12192" y="25145"/>
                </a:lnTo>
                <a:lnTo>
                  <a:pt x="9906" y="19049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5" name="Google Shape;1765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086458" y="5686027"/>
            <a:ext cx="261739" cy="205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600051" y="5716900"/>
            <a:ext cx="266205" cy="1819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7" name="Google Shape;1767;p13"/>
          <p:cNvGrpSpPr/>
          <p:nvPr/>
        </p:nvGrpSpPr>
        <p:grpSpPr>
          <a:xfrm>
            <a:off x="4098529" y="5592510"/>
            <a:ext cx="689592" cy="275690"/>
            <a:chOff x="5154155" y="4199369"/>
            <a:chExt cx="588289" cy="190525"/>
          </a:xfrm>
        </p:grpSpPr>
        <p:pic>
          <p:nvPicPr>
            <p:cNvPr id="1768" name="Google Shape;1768;p1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154155" y="4287761"/>
              <a:ext cx="200740" cy="10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9" name="Google Shape;1769;p1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374373" y="4199369"/>
              <a:ext cx="368071" cy="171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0" name="Google Shape;1770;p13"/>
          <p:cNvSpPr/>
          <p:nvPr/>
        </p:nvSpPr>
        <p:spPr>
          <a:xfrm>
            <a:off x="4886283" y="5759918"/>
            <a:ext cx="17123" cy="102946"/>
          </a:xfrm>
          <a:custGeom>
            <a:rect b="b" l="l" r="r" t="t"/>
            <a:pathLst>
              <a:path extrusionOk="0" h="71120" w="14604">
                <a:moveTo>
                  <a:pt x="14477" y="0"/>
                </a:moveTo>
                <a:lnTo>
                  <a:pt x="12537" y="12120"/>
                </a:lnTo>
                <a:lnTo>
                  <a:pt x="10953" y="24384"/>
                </a:lnTo>
                <a:lnTo>
                  <a:pt x="9227" y="36647"/>
                </a:lnTo>
                <a:lnTo>
                  <a:pt x="6857" y="48768"/>
                </a:lnTo>
                <a:lnTo>
                  <a:pt x="5333" y="56388"/>
                </a:lnTo>
                <a:lnTo>
                  <a:pt x="3047" y="64008"/>
                </a:lnTo>
                <a:lnTo>
                  <a:pt x="0" y="70866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1" name="Google Shape;1771;p13"/>
          <p:cNvGrpSpPr/>
          <p:nvPr/>
        </p:nvGrpSpPr>
        <p:grpSpPr>
          <a:xfrm>
            <a:off x="5047125" y="5580382"/>
            <a:ext cx="283178" cy="202917"/>
            <a:chOff x="5963399" y="4190987"/>
            <a:chExt cx="241578" cy="140233"/>
          </a:xfrm>
        </p:grpSpPr>
        <p:pic>
          <p:nvPicPr>
            <p:cNvPr id="1772" name="Google Shape;1772;p1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963399" y="4194797"/>
              <a:ext cx="118897" cy="1364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3" name="Google Shape;1773;p1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108345" y="4190987"/>
              <a:ext cx="96632" cy="1128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74" name="Google Shape;1774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504283" y="5573427"/>
            <a:ext cx="265940" cy="262363"/>
          </a:xfrm>
          <a:prstGeom prst="rect">
            <a:avLst/>
          </a:prstGeom>
          <a:noFill/>
          <a:ln>
            <a:noFill/>
          </a:ln>
        </p:spPr>
      </p:pic>
      <p:sp>
        <p:nvSpPr>
          <p:cNvPr id="1775" name="Google Shape;1775;p13"/>
          <p:cNvSpPr/>
          <p:nvPr/>
        </p:nvSpPr>
        <p:spPr>
          <a:xfrm>
            <a:off x="6018869" y="5528376"/>
            <a:ext cx="2978" cy="101108"/>
          </a:xfrm>
          <a:custGeom>
            <a:rect b="b" l="l" r="r" t="t"/>
            <a:pathLst>
              <a:path extrusionOk="0" h="69850" w="2540">
                <a:moveTo>
                  <a:pt x="0" y="0"/>
                </a:moveTo>
                <a:lnTo>
                  <a:pt x="2286" y="45720"/>
                </a:lnTo>
                <a:lnTo>
                  <a:pt x="2286" y="51661"/>
                </a:lnTo>
                <a:lnTo>
                  <a:pt x="2286" y="60674"/>
                </a:lnTo>
                <a:lnTo>
                  <a:pt x="2286" y="68115"/>
                </a:lnTo>
                <a:lnTo>
                  <a:pt x="2286" y="69342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6" name="Google Shape;1776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076912" y="5390537"/>
            <a:ext cx="119719" cy="2348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7" name="Google Shape;1777;p13"/>
          <p:cNvGrpSpPr/>
          <p:nvPr/>
        </p:nvGrpSpPr>
        <p:grpSpPr>
          <a:xfrm>
            <a:off x="6450367" y="5335601"/>
            <a:ext cx="545786" cy="288921"/>
            <a:chOff x="7160500" y="4021823"/>
            <a:chExt cx="465608" cy="199669"/>
          </a:xfrm>
        </p:grpSpPr>
        <p:pic>
          <p:nvPicPr>
            <p:cNvPr id="1778" name="Google Shape;1778;p13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160500" y="4063745"/>
              <a:ext cx="120421" cy="1364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9" name="Google Shape;1779;p13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320235" y="4021823"/>
              <a:ext cx="305873" cy="1996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80" name="Google Shape;1780;p1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196993" y="5269253"/>
            <a:ext cx="127534" cy="2172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1" name="Google Shape;1781;p13"/>
          <p:cNvGrpSpPr/>
          <p:nvPr/>
        </p:nvGrpSpPr>
        <p:grpSpPr>
          <a:xfrm>
            <a:off x="7543664" y="5180133"/>
            <a:ext cx="418948" cy="250330"/>
            <a:chOff x="8093188" y="3914381"/>
            <a:chExt cx="357403" cy="172999"/>
          </a:xfrm>
        </p:grpSpPr>
        <p:pic>
          <p:nvPicPr>
            <p:cNvPr id="1782" name="Google Shape;1782;p13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8093188" y="3914381"/>
              <a:ext cx="182143" cy="172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3" name="Google Shape;1783;p1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8306548" y="3952481"/>
              <a:ext cx="144043" cy="945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84" name="Google Shape;1784;p1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192918" y="5076302"/>
            <a:ext cx="294787" cy="306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5" name="Google Shape;1785;p1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3525063" y="6347574"/>
            <a:ext cx="165230" cy="211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6" name="Google Shape;1786;p13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4084280" y="6332068"/>
            <a:ext cx="252695" cy="1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7" name="Google Shape;1787;p13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4537918" y="6292238"/>
            <a:ext cx="219758" cy="1645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8" name="Google Shape;1788;p13"/>
          <p:cNvGrpSpPr/>
          <p:nvPr/>
        </p:nvGrpSpPr>
        <p:grpSpPr>
          <a:xfrm>
            <a:off x="5001906" y="6170280"/>
            <a:ext cx="370379" cy="263561"/>
            <a:chOff x="5924823" y="4598657"/>
            <a:chExt cx="315969" cy="182143"/>
          </a:xfrm>
        </p:grpSpPr>
        <p:pic>
          <p:nvPicPr>
            <p:cNvPr id="1789" name="Google Shape;1789;p13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5924823" y="4598657"/>
              <a:ext cx="130803" cy="1775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0" name="Google Shape;1790;p13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6079664" y="4668761"/>
              <a:ext cx="161128" cy="1120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1" name="Google Shape;1791;p13"/>
          <p:cNvSpPr/>
          <p:nvPr/>
        </p:nvSpPr>
        <p:spPr>
          <a:xfrm>
            <a:off x="5442751" y="6239953"/>
            <a:ext cx="52118" cy="121329"/>
          </a:xfrm>
          <a:custGeom>
            <a:rect b="b" l="l" r="r" t="t"/>
            <a:pathLst>
              <a:path extrusionOk="0" h="83820" w="44450">
                <a:moveTo>
                  <a:pt x="0" y="8096"/>
                </a:moveTo>
                <a:lnTo>
                  <a:pt x="8560" y="2797"/>
                </a:lnTo>
                <a:lnTo>
                  <a:pt x="15906" y="0"/>
                </a:lnTo>
                <a:lnTo>
                  <a:pt x="23681" y="488"/>
                </a:lnTo>
                <a:lnTo>
                  <a:pt x="33528" y="5048"/>
                </a:lnTo>
                <a:lnTo>
                  <a:pt x="42672" y="9620"/>
                </a:lnTo>
                <a:lnTo>
                  <a:pt x="44196" y="14954"/>
                </a:lnTo>
                <a:lnTo>
                  <a:pt x="44196" y="24860"/>
                </a:lnTo>
                <a:lnTo>
                  <a:pt x="43231" y="33611"/>
                </a:lnTo>
                <a:lnTo>
                  <a:pt x="39909" y="41719"/>
                </a:lnTo>
                <a:lnTo>
                  <a:pt x="35302" y="49399"/>
                </a:lnTo>
                <a:lnTo>
                  <a:pt x="30480" y="56864"/>
                </a:lnTo>
                <a:lnTo>
                  <a:pt x="26658" y="63388"/>
                </a:lnTo>
                <a:lnTo>
                  <a:pt x="23336" y="69627"/>
                </a:lnTo>
                <a:lnTo>
                  <a:pt x="20728" y="76152"/>
                </a:lnTo>
                <a:lnTo>
                  <a:pt x="19050" y="83534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13"/>
          <p:cNvSpPr/>
          <p:nvPr/>
        </p:nvSpPr>
        <p:spPr>
          <a:xfrm>
            <a:off x="5474905" y="6453439"/>
            <a:ext cx="4467" cy="4596"/>
          </a:xfrm>
          <a:custGeom>
            <a:rect b="b" l="l" r="r" t="t"/>
            <a:pathLst>
              <a:path extrusionOk="0" h="3175" w="3810">
                <a:moveTo>
                  <a:pt x="3810" y="3048"/>
                </a:moveTo>
                <a:lnTo>
                  <a:pt x="2286" y="2286"/>
                </a:lnTo>
                <a:lnTo>
                  <a:pt x="1524" y="1524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14"/>
          <p:cNvSpPr/>
          <p:nvPr/>
        </p:nvSpPr>
        <p:spPr>
          <a:xfrm>
            <a:off x="6720268" y="1987295"/>
            <a:ext cx="118745" cy="3141980"/>
          </a:xfrm>
          <a:custGeom>
            <a:rect b="b" l="l" r="r" t="t"/>
            <a:pathLst>
              <a:path extrusionOk="0" h="3141979" w="118745">
                <a:moveTo>
                  <a:pt x="8191" y="0"/>
                </a:moveTo>
                <a:lnTo>
                  <a:pt x="15811" y="44196"/>
                </a:lnTo>
                <a:lnTo>
                  <a:pt x="17430" y="80010"/>
                </a:lnTo>
                <a:lnTo>
                  <a:pt x="17418" y="97988"/>
                </a:lnTo>
                <a:lnTo>
                  <a:pt x="17335" y="115823"/>
                </a:lnTo>
                <a:lnTo>
                  <a:pt x="16132" y="140970"/>
                </a:lnTo>
                <a:lnTo>
                  <a:pt x="14001" y="166116"/>
                </a:lnTo>
                <a:lnTo>
                  <a:pt x="11441" y="191262"/>
                </a:lnTo>
                <a:lnTo>
                  <a:pt x="8953" y="216408"/>
                </a:lnTo>
                <a:lnTo>
                  <a:pt x="3905" y="276606"/>
                </a:lnTo>
                <a:lnTo>
                  <a:pt x="571" y="336804"/>
                </a:lnTo>
                <a:lnTo>
                  <a:pt x="0" y="401478"/>
                </a:lnTo>
                <a:lnTo>
                  <a:pt x="142" y="433566"/>
                </a:lnTo>
                <a:lnTo>
                  <a:pt x="1666" y="502027"/>
                </a:lnTo>
                <a:lnTo>
                  <a:pt x="6143" y="574345"/>
                </a:lnTo>
                <a:lnTo>
                  <a:pt x="8953" y="610362"/>
                </a:lnTo>
                <a:lnTo>
                  <a:pt x="12409" y="661117"/>
                </a:lnTo>
                <a:lnTo>
                  <a:pt x="15390" y="711909"/>
                </a:lnTo>
                <a:lnTo>
                  <a:pt x="17786" y="762774"/>
                </a:lnTo>
                <a:lnTo>
                  <a:pt x="19487" y="813748"/>
                </a:lnTo>
                <a:lnTo>
                  <a:pt x="20383" y="864869"/>
                </a:lnTo>
                <a:lnTo>
                  <a:pt x="20371" y="910018"/>
                </a:lnTo>
                <a:lnTo>
                  <a:pt x="20288" y="955167"/>
                </a:lnTo>
                <a:lnTo>
                  <a:pt x="20062" y="1000315"/>
                </a:lnTo>
                <a:lnTo>
                  <a:pt x="19621" y="1045463"/>
                </a:lnTo>
                <a:lnTo>
                  <a:pt x="18704" y="1090160"/>
                </a:lnTo>
                <a:lnTo>
                  <a:pt x="17430" y="1134998"/>
                </a:lnTo>
                <a:lnTo>
                  <a:pt x="16299" y="1179837"/>
                </a:lnTo>
                <a:lnTo>
                  <a:pt x="15811" y="1224534"/>
                </a:lnTo>
                <a:lnTo>
                  <a:pt x="15299" y="1268539"/>
                </a:lnTo>
                <a:lnTo>
                  <a:pt x="15144" y="1312545"/>
                </a:lnTo>
                <a:lnTo>
                  <a:pt x="15704" y="1356550"/>
                </a:lnTo>
                <a:lnTo>
                  <a:pt x="17335" y="1400556"/>
                </a:lnTo>
                <a:lnTo>
                  <a:pt x="20264" y="1443990"/>
                </a:lnTo>
                <a:lnTo>
                  <a:pt x="24193" y="1487424"/>
                </a:lnTo>
                <a:lnTo>
                  <a:pt x="28694" y="1530858"/>
                </a:lnTo>
                <a:lnTo>
                  <a:pt x="33337" y="1574292"/>
                </a:lnTo>
                <a:lnTo>
                  <a:pt x="37742" y="1619321"/>
                </a:lnTo>
                <a:lnTo>
                  <a:pt x="41719" y="1664208"/>
                </a:lnTo>
                <a:lnTo>
                  <a:pt x="45124" y="1709094"/>
                </a:lnTo>
                <a:lnTo>
                  <a:pt x="47815" y="1754124"/>
                </a:lnTo>
                <a:lnTo>
                  <a:pt x="50589" y="1807964"/>
                </a:lnTo>
                <a:lnTo>
                  <a:pt x="52292" y="1861947"/>
                </a:lnTo>
                <a:lnTo>
                  <a:pt x="53280" y="1915929"/>
                </a:lnTo>
                <a:lnTo>
                  <a:pt x="53911" y="1969770"/>
                </a:lnTo>
                <a:lnTo>
                  <a:pt x="54173" y="2010334"/>
                </a:lnTo>
                <a:lnTo>
                  <a:pt x="54864" y="2050827"/>
                </a:lnTo>
                <a:lnTo>
                  <a:pt x="55840" y="2091178"/>
                </a:lnTo>
                <a:lnTo>
                  <a:pt x="56959" y="2131314"/>
                </a:lnTo>
                <a:lnTo>
                  <a:pt x="58804" y="2169604"/>
                </a:lnTo>
                <a:lnTo>
                  <a:pt x="60864" y="2207895"/>
                </a:lnTo>
                <a:lnTo>
                  <a:pt x="63067" y="2246185"/>
                </a:lnTo>
                <a:lnTo>
                  <a:pt x="65341" y="2284476"/>
                </a:lnTo>
                <a:lnTo>
                  <a:pt x="70199" y="2358771"/>
                </a:lnTo>
                <a:lnTo>
                  <a:pt x="72520" y="2395918"/>
                </a:lnTo>
                <a:lnTo>
                  <a:pt x="74485" y="2433066"/>
                </a:lnTo>
                <a:lnTo>
                  <a:pt x="76211" y="2467808"/>
                </a:lnTo>
                <a:lnTo>
                  <a:pt x="78009" y="2502408"/>
                </a:lnTo>
                <a:lnTo>
                  <a:pt x="79950" y="2537007"/>
                </a:lnTo>
                <a:lnTo>
                  <a:pt x="82105" y="2571750"/>
                </a:lnTo>
                <a:lnTo>
                  <a:pt x="83974" y="2603634"/>
                </a:lnTo>
                <a:lnTo>
                  <a:pt x="88856" y="2667119"/>
                </a:lnTo>
                <a:lnTo>
                  <a:pt x="94976" y="2726888"/>
                </a:lnTo>
                <a:lnTo>
                  <a:pt x="98012" y="2754630"/>
                </a:lnTo>
                <a:lnTo>
                  <a:pt x="100905" y="2782371"/>
                </a:lnTo>
                <a:lnTo>
                  <a:pt x="104453" y="2833687"/>
                </a:lnTo>
                <a:lnTo>
                  <a:pt x="105906" y="2880550"/>
                </a:lnTo>
                <a:lnTo>
                  <a:pt x="106489" y="2928556"/>
                </a:lnTo>
                <a:lnTo>
                  <a:pt x="106489" y="2953131"/>
                </a:lnTo>
                <a:lnTo>
                  <a:pt x="106489" y="2977705"/>
                </a:lnTo>
                <a:lnTo>
                  <a:pt x="107096" y="3018615"/>
                </a:lnTo>
                <a:lnTo>
                  <a:pt x="111061" y="3067050"/>
                </a:lnTo>
                <a:lnTo>
                  <a:pt x="112871" y="3077908"/>
                </a:lnTo>
                <a:lnTo>
                  <a:pt x="114681" y="3088766"/>
                </a:lnTo>
                <a:lnTo>
                  <a:pt x="118550" y="3130415"/>
                </a:lnTo>
                <a:lnTo>
                  <a:pt x="118681" y="3137154"/>
                </a:lnTo>
                <a:lnTo>
                  <a:pt x="118681" y="3138678"/>
                </a:lnTo>
                <a:lnTo>
                  <a:pt x="118681" y="3140202"/>
                </a:lnTo>
                <a:lnTo>
                  <a:pt x="118681" y="3141726"/>
                </a:lnTo>
                <a:lnTo>
                  <a:pt x="111061" y="3137916"/>
                </a:lnTo>
                <a:lnTo>
                  <a:pt x="108013" y="3135630"/>
                </a:lnTo>
                <a:lnTo>
                  <a:pt x="103441" y="3130296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8" name="Google Shape;17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5488" y="2198928"/>
            <a:ext cx="102895" cy="10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9" name="Google Shape;17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5012" y="2189118"/>
            <a:ext cx="85678" cy="115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3817" y="2033003"/>
            <a:ext cx="177571" cy="256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1783" y="2481059"/>
            <a:ext cx="97561" cy="19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2" name="Google Shape;18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71041" y="2423147"/>
            <a:ext cx="242341" cy="147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3" name="Google Shape;18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86509" y="2405621"/>
            <a:ext cx="95846" cy="1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4" name="Google Shape;18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13079" y="2879585"/>
            <a:ext cx="121183" cy="108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5" name="Google Shape;180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70063" y="2851391"/>
            <a:ext cx="136994" cy="112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6" name="Google Shape;1806;p14"/>
          <p:cNvGrpSpPr/>
          <p:nvPr/>
        </p:nvGrpSpPr>
        <p:grpSpPr>
          <a:xfrm>
            <a:off x="7669803" y="2814053"/>
            <a:ext cx="390645" cy="126517"/>
            <a:chOff x="7669803" y="2814053"/>
            <a:chExt cx="390645" cy="126517"/>
          </a:xfrm>
        </p:grpSpPr>
        <p:pic>
          <p:nvPicPr>
            <p:cNvPr id="1807" name="Google Shape;1807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669803" y="2836758"/>
              <a:ext cx="280917" cy="1038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8" name="Google Shape;1808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973555" y="2814053"/>
              <a:ext cx="86893" cy="985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9" name="Google Shape;1809;p14"/>
          <p:cNvGrpSpPr/>
          <p:nvPr/>
        </p:nvGrpSpPr>
        <p:grpSpPr>
          <a:xfrm>
            <a:off x="7287755" y="3954767"/>
            <a:ext cx="205117" cy="102895"/>
            <a:chOff x="7287755" y="3954767"/>
            <a:chExt cx="205117" cy="102895"/>
          </a:xfrm>
        </p:grpSpPr>
        <p:pic>
          <p:nvPicPr>
            <p:cNvPr id="1810" name="Google Shape;1810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287755" y="3954767"/>
              <a:ext cx="118897" cy="1028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1" name="Google Shape;1811;p14"/>
            <p:cNvSpPr/>
            <p:nvPr/>
          </p:nvSpPr>
          <p:spPr>
            <a:xfrm>
              <a:off x="7447787" y="3990593"/>
              <a:ext cx="45085" cy="6350"/>
            </a:xfrm>
            <a:custGeom>
              <a:rect b="b" l="l" r="r" t="t"/>
              <a:pathLst>
                <a:path extrusionOk="0" h="6350" w="45084">
                  <a:moveTo>
                    <a:pt x="0" y="5334"/>
                  </a:moveTo>
                  <a:lnTo>
                    <a:pt x="7881" y="5762"/>
                  </a:lnTo>
                  <a:lnTo>
                    <a:pt x="15621" y="5905"/>
                  </a:lnTo>
                  <a:lnTo>
                    <a:pt x="23360" y="5762"/>
                  </a:lnTo>
                  <a:lnTo>
                    <a:pt x="31242" y="5334"/>
                  </a:lnTo>
                  <a:lnTo>
                    <a:pt x="38100" y="5334"/>
                  </a:lnTo>
                  <a:lnTo>
                    <a:pt x="41148" y="5334"/>
                  </a:lnTo>
                  <a:lnTo>
                    <a:pt x="44958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2" name="Google Shape;1812;p14"/>
          <p:cNvGrpSpPr/>
          <p:nvPr/>
        </p:nvGrpSpPr>
        <p:grpSpPr>
          <a:xfrm>
            <a:off x="7579518" y="3837419"/>
            <a:ext cx="328009" cy="214007"/>
            <a:chOff x="7579518" y="3837419"/>
            <a:chExt cx="328009" cy="214007"/>
          </a:xfrm>
        </p:grpSpPr>
        <p:sp>
          <p:nvSpPr>
            <p:cNvPr id="1813" name="Google Shape;1813;p14"/>
            <p:cNvSpPr/>
            <p:nvPr/>
          </p:nvSpPr>
          <p:spPr>
            <a:xfrm>
              <a:off x="7605521" y="3944219"/>
              <a:ext cx="43180" cy="64769"/>
            </a:xfrm>
            <a:custGeom>
              <a:rect b="b" l="l" r="r" t="t"/>
              <a:pathLst>
                <a:path extrusionOk="0" h="64770" w="43179">
                  <a:moveTo>
                    <a:pt x="0" y="6750"/>
                  </a:moveTo>
                  <a:lnTo>
                    <a:pt x="7334" y="3357"/>
                  </a:lnTo>
                  <a:lnTo>
                    <a:pt x="14668" y="750"/>
                  </a:lnTo>
                  <a:lnTo>
                    <a:pt x="22288" y="0"/>
                  </a:lnTo>
                  <a:lnTo>
                    <a:pt x="30480" y="2178"/>
                  </a:lnTo>
                  <a:lnTo>
                    <a:pt x="38100" y="5988"/>
                  </a:lnTo>
                  <a:lnTo>
                    <a:pt x="41910" y="15894"/>
                  </a:lnTo>
                  <a:lnTo>
                    <a:pt x="42672" y="23514"/>
                  </a:lnTo>
                  <a:lnTo>
                    <a:pt x="42279" y="31646"/>
                  </a:lnTo>
                  <a:lnTo>
                    <a:pt x="18288" y="62376"/>
                  </a:lnTo>
                  <a:lnTo>
                    <a:pt x="9906" y="63900"/>
                  </a:lnTo>
                  <a:lnTo>
                    <a:pt x="7620" y="63900"/>
                  </a:lnTo>
                  <a:lnTo>
                    <a:pt x="6858" y="64662"/>
                  </a:lnTo>
                  <a:lnTo>
                    <a:pt x="6858" y="6313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4"/>
            <p:cNvSpPr/>
            <p:nvPr/>
          </p:nvSpPr>
          <p:spPr>
            <a:xfrm>
              <a:off x="7647622" y="3929633"/>
              <a:ext cx="48895" cy="69850"/>
            </a:xfrm>
            <a:custGeom>
              <a:rect b="b" l="l" r="r" t="t"/>
              <a:pathLst>
                <a:path extrusionOk="0" h="69850" w="48895">
                  <a:moveTo>
                    <a:pt x="17335" y="0"/>
                  </a:moveTo>
                  <a:lnTo>
                    <a:pt x="571" y="40386"/>
                  </a:lnTo>
                  <a:lnTo>
                    <a:pt x="0" y="46874"/>
                  </a:lnTo>
                  <a:lnTo>
                    <a:pt x="0" y="53435"/>
                  </a:lnTo>
                  <a:lnTo>
                    <a:pt x="1428" y="59566"/>
                  </a:lnTo>
                  <a:lnTo>
                    <a:pt x="5143" y="64769"/>
                  </a:lnTo>
                  <a:lnTo>
                    <a:pt x="11168" y="67925"/>
                  </a:lnTo>
                  <a:lnTo>
                    <a:pt x="19050" y="69437"/>
                  </a:lnTo>
                  <a:lnTo>
                    <a:pt x="27217" y="69377"/>
                  </a:lnTo>
                  <a:lnTo>
                    <a:pt x="34099" y="67818"/>
                  </a:lnTo>
                  <a:lnTo>
                    <a:pt x="41719" y="62484"/>
                  </a:lnTo>
                  <a:lnTo>
                    <a:pt x="44767" y="60198"/>
                  </a:lnTo>
                  <a:lnTo>
                    <a:pt x="48577" y="55625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4"/>
            <p:cNvSpPr/>
            <p:nvPr/>
          </p:nvSpPr>
          <p:spPr>
            <a:xfrm>
              <a:off x="7653527" y="3857243"/>
              <a:ext cx="39370" cy="53340"/>
            </a:xfrm>
            <a:custGeom>
              <a:rect b="b" l="l" r="r" t="t"/>
              <a:pathLst>
                <a:path extrusionOk="0" h="53339" w="39370">
                  <a:moveTo>
                    <a:pt x="0" y="9144"/>
                  </a:moveTo>
                  <a:lnTo>
                    <a:pt x="7881" y="7322"/>
                  </a:lnTo>
                  <a:lnTo>
                    <a:pt x="15621" y="5429"/>
                  </a:lnTo>
                  <a:lnTo>
                    <a:pt x="23360" y="3679"/>
                  </a:lnTo>
                  <a:lnTo>
                    <a:pt x="31242" y="2286"/>
                  </a:lnTo>
                  <a:lnTo>
                    <a:pt x="34290" y="1524"/>
                  </a:lnTo>
                  <a:lnTo>
                    <a:pt x="35814" y="762"/>
                  </a:lnTo>
                  <a:lnTo>
                    <a:pt x="38862" y="762"/>
                  </a:lnTo>
                  <a:lnTo>
                    <a:pt x="35814" y="762"/>
                  </a:lnTo>
                  <a:lnTo>
                    <a:pt x="32766" y="0"/>
                  </a:lnTo>
                  <a:lnTo>
                    <a:pt x="30480" y="2286"/>
                  </a:lnTo>
                  <a:lnTo>
                    <a:pt x="25908" y="5334"/>
                  </a:lnTo>
                  <a:lnTo>
                    <a:pt x="26670" y="12192"/>
                  </a:lnTo>
                  <a:lnTo>
                    <a:pt x="26670" y="17526"/>
                  </a:lnTo>
                  <a:lnTo>
                    <a:pt x="26670" y="24384"/>
                  </a:lnTo>
                  <a:lnTo>
                    <a:pt x="25908" y="32766"/>
                  </a:lnTo>
                  <a:lnTo>
                    <a:pt x="27432" y="40386"/>
                  </a:lnTo>
                  <a:lnTo>
                    <a:pt x="28956" y="46482"/>
                  </a:lnTo>
                  <a:lnTo>
                    <a:pt x="32004" y="50292"/>
                  </a:lnTo>
                  <a:lnTo>
                    <a:pt x="38100" y="5334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16" name="Google Shape;1816;p1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739621" y="3837419"/>
              <a:ext cx="135661" cy="1676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7" name="Google Shape;1817;p14"/>
            <p:cNvSpPr/>
            <p:nvPr/>
          </p:nvSpPr>
          <p:spPr>
            <a:xfrm>
              <a:off x="7579518" y="3879341"/>
              <a:ext cx="109220" cy="172085"/>
            </a:xfrm>
            <a:custGeom>
              <a:rect b="b" l="l" r="r" t="t"/>
              <a:pathLst>
                <a:path extrusionOk="0" h="172085" w="109220">
                  <a:moveTo>
                    <a:pt x="9239" y="0"/>
                  </a:moveTo>
                  <a:lnTo>
                    <a:pt x="1845" y="42969"/>
                  </a:lnTo>
                  <a:lnTo>
                    <a:pt x="0" y="89916"/>
                  </a:lnTo>
                  <a:lnTo>
                    <a:pt x="750" y="106132"/>
                  </a:lnTo>
                  <a:lnTo>
                    <a:pt x="13239" y="145351"/>
                  </a:lnTo>
                  <a:lnTo>
                    <a:pt x="44791" y="168532"/>
                  </a:lnTo>
                  <a:lnTo>
                    <a:pt x="75699" y="171747"/>
                  </a:lnTo>
                  <a:lnTo>
                    <a:pt x="90011" y="169926"/>
                  </a:lnTo>
                  <a:lnTo>
                    <a:pt x="96107" y="167639"/>
                  </a:lnTo>
                  <a:lnTo>
                    <a:pt x="102203" y="165353"/>
                  </a:lnTo>
                  <a:lnTo>
                    <a:pt x="109061" y="163067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14"/>
            <p:cNvSpPr/>
            <p:nvPr/>
          </p:nvSpPr>
          <p:spPr>
            <a:xfrm>
              <a:off x="7904987" y="3916679"/>
              <a:ext cx="2540" cy="0"/>
            </a:xfrm>
            <a:custGeom>
              <a:rect b="b" l="l" r="r" t="t"/>
              <a:pathLst>
                <a:path extrusionOk="0" h="120000" w="2540">
                  <a:moveTo>
                    <a:pt x="2285" y="0"/>
                  </a:moveTo>
                  <a:lnTo>
                    <a:pt x="1523" y="0"/>
                  </a:lnTo>
                  <a:lnTo>
                    <a:pt x="761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19" name="Google Shape;1819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959838" y="3846563"/>
            <a:ext cx="104419" cy="104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0" name="Google Shape;1820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566647" y="4299953"/>
            <a:ext cx="349783" cy="167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1" name="Google Shape;1821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563599" y="4548365"/>
            <a:ext cx="280441" cy="123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2" name="Google Shape;1822;p14"/>
          <p:cNvGrpSpPr/>
          <p:nvPr/>
        </p:nvGrpSpPr>
        <p:grpSpPr>
          <a:xfrm>
            <a:off x="7591806" y="4679441"/>
            <a:ext cx="714006" cy="177292"/>
            <a:chOff x="7591806" y="4679441"/>
            <a:chExt cx="714006" cy="177292"/>
          </a:xfrm>
        </p:grpSpPr>
        <p:sp>
          <p:nvSpPr>
            <p:cNvPr id="1823" name="Google Shape;1823;p14"/>
            <p:cNvSpPr/>
            <p:nvPr/>
          </p:nvSpPr>
          <p:spPr>
            <a:xfrm>
              <a:off x="7602474" y="4809743"/>
              <a:ext cx="14604" cy="46990"/>
            </a:xfrm>
            <a:custGeom>
              <a:rect b="b" l="l" r="r" t="t"/>
              <a:pathLst>
                <a:path extrusionOk="0" h="46989" w="14604">
                  <a:moveTo>
                    <a:pt x="0" y="0"/>
                  </a:moveTo>
                  <a:lnTo>
                    <a:pt x="2178" y="8810"/>
                  </a:lnTo>
                  <a:lnTo>
                    <a:pt x="4286" y="17906"/>
                  </a:lnTo>
                  <a:lnTo>
                    <a:pt x="6536" y="27003"/>
                  </a:lnTo>
                  <a:lnTo>
                    <a:pt x="9144" y="35813"/>
                  </a:lnTo>
                  <a:lnTo>
                    <a:pt x="9906" y="39623"/>
                  </a:lnTo>
                  <a:lnTo>
                    <a:pt x="12954" y="43433"/>
                  </a:lnTo>
                  <a:lnTo>
                    <a:pt x="14478" y="46481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14"/>
            <p:cNvSpPr/>
            <p:nvPr/>
          </p:nvSpPr>
          <p:spPr>
            <a:xfrm>
              <a:off x="7591806" y="4759451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4"/>
            <p:cNvSpPr/>
            <p:nvPr/>
          </p:nvSpPr>
          <p:spPr>
            <a:xfrm>
              <a:off x="7650480" y="4789931"/>
              <a:ext cx="60325" cy="40640"/>
            </a:xfrm>
            <a:custGeom>
              <a:rect b="b" l="l" r="r" t="t"/>
              <a:pathLst>
                <a:path extrusionOk="0" h="40639" w="60325">
                  <a:moveTo>
                    <a:pt x="0" y="18288"/>
                  </a:moveTo>
                  <a:lnTo>
                    <a:pt x="1524" y="25908"/>
                  </a:lnTo>
                  <a:lnTo>
                    <a:pt x="3048" y="32766"/>
                  </a:lnTo>
                  <a:lnTo>
                    <a:pt x="5334" y="39624"/>
                  </a:lnTo>
                  <a:lnTo>
                    <a:pt x="6096" y="39624"/>
                  </a:lnTo>
                  <a:lnTo>
                    <a:pt x="6096" y="40386"/>
                  </a:lnTo>
                  <a:lnTo>
                    <a:pt x="6858" y="37338"/>
                  </a:lnTo>
                  <a:lnTo>
                    <a:pt x="6858" y="32004"/>
                  </a:lnTo>
                  <a:lnTo>
                    <a:pt x="6858" y="27432"/>
                  </a:lnTo>
                  <a:lnTo>
                    <a:pt x="6858" y="22098"/>
                  </a:lnTo>
                  <a:lnTo>
                    <a:pt x="4571" y="11430"/>
                  </a:lnTo>
                  <a:lnTo>
                    <a:pt x="8381" y="6096"/>
                  </a:lnTo>
                  <a:lnTo>
                    <a:pt x="12191" y="762"/>
                  </a:lnTo>
                  <a:lnTo>
                    <a:pt x="19811" y="0"/>
                  </a:lnTo>
                  <a:lnTo>
                    <a:pt x="54006" y="21812"/>
                  </a:lnTo>
                  <a:lnTo>
                    <a:pt x="56995" y="27705"/>
                  </a:lnTo>
                  <a:lnTo>
                    <a:pt x="60198" y="33528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4"/>
            <p:cNvSpPr/>
            <p:nvPr/>
          </p:nvSpPr>
          <p:spPr>
            <a:xfrm>
              <a:off x="7741920" y="4726685"/>
              <a:ext cx="21590" cy="101600"/>
            </a:xfrm>
            <a:custGeom>
              <a:rect b="b" l="l" r="r" t="t"/>
              <a:pathLst>
                <a:path extrusionOk="0" h="101600" w="21590">
                  <a:moveTo>
                    <a:pt x="6096" y="101345"/>
                  </a:moveTo>
                  <a:lnTo>
                    <a:pt x="4631" y="55625"/>
                  </a:lnTo>
                  <a:lnTo>
                    <a:pt x="1524" y="28193"/>
                  </a:lnTo>
                  <a:lnTo>
                    <a:pt x="762" y="19811"/>
                  </a:lnTo>
                  <a:lnTo>
                    <a:pt x="0" y="11429"/>
                  </a:lnTo>
                  <a:lnTo>
                    <a:pt x="0" y="3047"/>
                  </a:lnTo>
                  <a:lnTo>
                    <a:pt x="0" y="0"/>
                  </a:lnTo>
                  <a:lnTo>
                    <a:pt x="762" y="761"/>
                  </a:lnTo>
                  <a:lnTo>
                    <a:pt x="762" y="0"/>
                  </a:lnTo>
                  <a:lnTo>
                    <a:pt x="6096" y="761"/>
                  </a:lnTo>
                  <a:lnTo>
                    <a:pt x="9144" y="2285"/>
                  </a:lnTo>
                  <a:lnTo>
                    <a:pt x="13716" y="5333"/>
                  </a:lnTo>
                  <a:lnTo>
                    <a:pt x="17526" y="9143"/>
                  </a:lnTo>
                  <a:lnTo>
                    <a:pt x="19050" y="9905"/>
                  </a:lnTo>
                  <a:lnTo>
                    <a:pt x="21336" y="12953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14"/>
            <p:cNvSpPr/>
            <p:nvPr/>
          </p:nvSpPr>
          <p:spPr>
            <a:xfrm>
              <a:off x="7747254" y="4733543"/>
              <a:ext cx="85090" cy="71120"/>
            </a:xfrm>
            <a:custGeom>
              <a:rect b="b" l="l" r="r" t="t"/>
              <a:pathLst>
                <a:path extrusionOk="0" h="71120" w="85090">
                  <a:moveTo>
                    <a:pt x="0" y="35051"/>
                  </a:moveTo>
                  <a:lnTo>
                    <a:pt x="37337" y="16001"/>
                  </a:lnTo>
                  <a:lnTo>
                    <a:pt x="45719" y="13715"/>
                  </a:lnTo>
                  <a:lnTo>
                    <a:pt x="50291" y="13715"/>
                  </a:lnTo>
                  <a:lnTo>
                    <a:pt x="49791" y="25169"/>
                  </a:lnTo>
                  <a:lnTo>
                    <a:pt x="49148" y="37909"/>
                  </a:lnTo>
                  <a:lnTo>
                    <a:pt x="49649" y="50363"/>
                  </a:lnTo>
                  <a:lnTo>
                    <a:pt x="52577" y="60959"/>
                  </a:lnTo>
                  <a:lnTo>
                    <a:pt x="55626" y="67817"/>
                  </a:lnTo>
                  <a:lnTo>
                    <a:pt x="64008" y="70865"/>
                  </a:lnTo>
                  <a:lnTo>
                    <a:pt x="70866" y="67055"/>
                  </a:lnTo>
                  <a:lnTo>
                    <a:pt x="78474" y="59150"/>
                  </a:lnTo>
                  <a:lnTo>
                    <a:pt x="82581" y="48958"/>
                  </a:lnTo>
                  <a:lnTo>
                    <a:pt x="84260" y="37909"/>
                  </a:lnTo>
                  <a:lnTo>
                    <a:pt x="84582" y="27431"/>
                  </a:lnTo>
                  <a:lnTo>
                    <a:pt x="83593" y="20002"/>
                  </a:lnTo>
                  <a:lnTo>
                    <a:pt x="58673" y="761"/>
                  </a:lnTo>
                  <a:lnTo>
                    <a:pt x="54101" y="0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28" name="Google Shape;1828;p1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859255" y="4679441"/>
              <a:ext cx="278917" cy="1226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9" name="Google Shape;1829;p1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163603" y="4702289"/>
              <a:ext cx="142209" cy="800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0" name="Google Shape;1830;p14"/>
          <p:cNvGrpSpPr/>
          <p:nvPr/>
        </p:nvGrpSpPr>
        <p:grpSpPr>
          <a:xfrm>
            <a:off x="8890241" y="2026907"/>
            <a:ext cx="351307" cy="144043"/>
            <a:chOff x="8890241" y="2026907"/>
            <a:chExt cx="351307" cy="144043"/>
          </a:xfrm>
        </p:grpSpPr>
        <p:pic>
          <p:nvPicPr>
            <p:cNvPr id="1831" name="Google Shape;1831;p1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890241" y="2034527"/>
              <a:ext cx="78844" cy="1364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2" name="Google Shape;1832;p1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991587" y="2026907"/>
              <a:ext cx="249961" cy="12617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33" name="Google Shape;1833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275813" y="1975853"/>
            <a:ext cx="194335" cy="1608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4" name="Google Shape;1834;p14"/>
          <p:cNvGrpSpPr/>
          <p:nvPr/>
        </p:nvGrpSpPr>
        <p:grpSpPr>
          <a:xfrm>
            <a:off x="8953499" y="2194560"/>
            <a:ext cx="855344" cy="293878"/>
            <a:chOff x="8953499" y="2194560"/>
            <a:chExt cx="855344" cy="293878"/>
          </a:xfrm>
        </p:grpSpPr>
        <p:sp>
          <p:nvSpPr>
            <p:cNvPr id="1835" name="Google Shape;1835;p14"/>
            <p:cNvSpPr/>
            <p:nvPr/>
          </p:nvSpPr>
          <p:spPr>
            <a:xfrm>
              <a:off x="8953499" y="2403348"/>
              <a:ext cx="855344" cy="85090"/>
            </a:xfrm>
            <a:custGeom>
              <a:rect b="b" l="l" r="r" t="t"/>
              <a:pathLst>
                <a:path extrusionOk="0" h="85089" w="855345">
                  <a:moveTo>
                    <a:pt x="12192" y="82296"/>
                  </a:moveTo>
                  <a:lnTo>
                    <a:pt x="3810" y="82296"/>
                  </a:lnTo>
                  <a:lnTo>
                    <a:pt x="1524" y="79248"/>
                  </a:lnTo>
                  <a:lnTo>
                    <a:pt x="0" y="83820"/>
                  </a:lnTo>
                  <a:lnTo>
                    <a:pt x="10417" y="84260"/>
                  </a:lnTo>
                  <a:lnTo>
                    <a:pt x="21050" y="84486"/>
                  </a:lnTo>
                  <a:lnTo>
                    <a:pt x="31825" y="84570"/>
                  </a:lnTo>
                  <a:lnTo>
                    <a:pt x="42672" y="84582"/>
                  </a:lnTo>
                  <a:lnTo>
                    <a:pt x="76950" y="82034"/>
                  </a:lnTo>
                  <a:lnTo>
                    <a:pt x="111156" y="77343"/>
                  </a:lnTo>
                  <a:lnTo>
                    <a:pt x="145220" y="71508"/>
                  </a:lnTo>
                  <a:lnTo>
                    <a:pt x="179070" y="65532"/>
                  </a:lnTo>
                  <a:lnTo>
                    <a:pt x="233374" y="55542"/>
                  </a:lnTo>
                  <a:lnTo>
                    <a:pt x="287750" y="46196"/>
                  </a:lnTo>
                  <a:lnTo>
                    <a:pt x="342268" y="37564"/>
                  </a:lnTo>
                  <a:lnTo>
                    <a:pt x="397002" y="29718"/>
                  </a:lnTo>
                  <a:lnTo>
                    <a:pt x="443721" y="24146"/>
                  </a:lnTo>
                  <a:lnTo>
                    <a:pt x="490587" y="19342"/>
                  </a:lnTo>
                  <a:lnTo>
                    <a:pt x="537563" y="15343"/>
                  </a:lnTo>
                  <a:lnTo>
                    <a:pt x="584612" y="12185"/>
                  </a:lnTo>
                  <a:lnTo>
                    <a:pt x="631698" y="9906"/>
                  </a:lnTo>
                  <a:lnTo>
                    <a:pt x="671250" y="8548"/>
                  </a:lnTo>
                  <a:lnTo>
                    <a:pt x="710946" y="7620"/>
                  </a:lnTo>
                  <a:lnTo>
                    <a:pt x="750641" y="6691"/>
                  </a:lnTo>
                  <a:lnTo>
                    <a:pt x="790194" y="5334"/>
                  </a:lnTo>
                  <a:lnTo>
                    <a:pt x="805350" y="5584"/>
                  </a:lnTo>
                  <a:lnTo>
                    <a:pt x="822864" y="5619"/>
                  </a:lnTo>
                  <a:lnTo>
                    <a:pt x="840235" y="4369"/>
                  </a:lnTo>
                  <a:lnTo>
                    <a:pt x="854964" y="762"/>
                  </a:lnTo>
                  <a:lnTo>
                    <a:pt x="854964" y="0"/>
                  </a:lnTo>
                  <a:lnTo>
                    <a:pt x="845808" y="142"/>
                  </a:lnTo>
                  <a:lnTo>
                    <a:pt x="836580" y="571"/>
                  </a:lnTo>
                  <a:lnTo>
                    <a:pt x="827210" y="1285"/>
                  </a:lnTo>
                  <a:lnTo>
                    <a:pt x="817626" y="2286"/>
                  </a:lnTo>
                  <a:lnTo>
                    <a:pt x="805434" y="3048"/>
                  </a:lnTo>
                  <a:lnTo>
                    <a:pt x="801624" y="3048"/>
                  </a:lnTo>
                  <a:lnTo>
                    <a:pt x="794004" y="3048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36" name="Google Shape;1836;p1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155417" y="2241791"/>
              <a:ext cx="369595" cy="1731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7" name="Google Shape;1837;p14"/>
            <p:cNvSpPr/>
            <p:nvPr/>
          </p:nvSpPr>
          <p:spPr>
            <a:xfrm>
              <a:off x="9498329" y="219456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38" name="Google Shape;1838;p1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9555467" y="2215883"/>
              <a:ext cx="218719" cy="1028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9" name="Google Shape;1839;p14"/>
          <p:cNvSpPr/>
          <p:nvPr/>
        </p:nvSpPr>
        <p:spPr>
          <a:xfrm>
            <a:off x="9256776" y="2941320"/>
            <a:ext cx="10795" cy="1270"/>
          </a:xfrm>
          <a:custGeom>
            <a:rect b="b" l="l" r="r" t="t"/>
            <a:pathLst>
              <a:path extrusionOk="0" h="1269" w="10795">
                <a:moveTo>
                  <a:pt x="0" y="762"/>
                </a:moveTo>
                <a:lnTo>
                  <a:pt x="3810" y="762"/>
                </a:lnTo>
                <a:lnTo>
                  <a:pt x="6858" y="762"/>
                </a:lnTo>
                <a:lnTo>
                  <a:pt x="10668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0" name="Google Shape;1840;p14"/>
          <p:cNvGrpSpPr/>
          <p:nvPr/>
        </p:nvGrpSpPr>
        <p:grpSpPr>
          <a:xfrm>
            <a:off x="9342120" y="2920745"/>
            <a:ext cx="70104" cy="15240"/>
            <a:chOff x="9342120" y="2920745"/>
            <a:chExt cx="70104" cy="15240"/>
          </a:xfrm>
        </p:grpSpPr>
        <p:sp>
          <p:nvSpPr>
            <p:cNvPr id="1841" name="Google Shape;1841;p14"/>
            <p:cNvSpPr/>
            <p:nvPr/>
          </p:nvSpPr>
          <p:spPr>
            <a:xfrm>
              <a:off x="9342120" y="2934461"/>
              <a:ext cx="19050" cy="1270"/>
            </a:xfrm>
            <a:custGeom>
              <a:rect b="b" l="l" r="r" t="t"/>
              <a:pathLst>
                <a:path extrusionOk="0" h="1269" w="19050">
                  <a:moveTo>
                    <a:pt x="0" y="762"/>
                  </a:moveTo>
                  <a:lnTo>
                    <a:pt x="10668" y="762"/>
                  </a:lnTo>
                  <a:lnTo>
                    <a:pt x="12192" y="762"/>
                  </a:lnTo>
                  <a:lnTo>
                    <a:pt x="19050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14"/>
            <p:cNvSpPr/>
            <p:nvPr/>
          </p:nvSpPr>
          <p:spPr>
            <a:xfrm>
              <a:off x="9396984" y="2920745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43" name="Google Shape;1843;p1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505175" y="2759570"/>
            <a:ext cx="291871" cy="2168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4" name="Google Shape;1844;p14"/>
          <p:cNvGrpSpPr/>
          <p:nvPr/>
        </p:nvGrpSpPr>
        <p:grpSpPr>
          <a:xfrm>
            <a:off x="9401556" y="3073145"/>
            <a:ext cx="89916" cy="102616"/>
            <a:chOff x="9401556" y="3073145"/>
            <a:chExt cx="89916" cy="102616"/>
          </a:xfrm>
        </p:grpSpPr>
        <p:sp>
          <p:nvSpPr>
            <p:cNvPr id="1845" name="Google Shape;1845;p14"/>
            <p:cNvSpPr/>
            <p:nvPr/>
          </p:nvSpPr>
          <p:spPr>
            <a:xfrm>
              <a:off x="9402318" y="3100577"/>
              <a:ext cx="38100" cy="57150"/>
            </a:xfrm>
            <a:custGeom>
              <a:rect b="b" l="l" r="r" t="t"/>
              <a:pathLst>
                <a:path extrusionOk="0" h="57150" w="38100">
                  <a:moveTo>
                    <a:pt x="0" y="0"/>
                  </a:moveTo>
                  <a:lnTo>
                    <a:pt x="5512" y="9989"/>
                  </a:lnTo>
                  <a:lnTo>
                    <a:pt x="10953" y="18764"/>
                  </a:lnTo>
                  <a:lnTo>
                    <a:pt x="16823" y="27110"/>
                  </a:lnTo>
                  <a:lnTo>
                    <a:pt x="23622" y="35813"/>
                  </a:lnTo>
                  <a:lnTo>
                    <a:pt x="27491" y="40969"/>
                  </a:lnTo>
                  <a:lnTo>
                    <a:pt x="31146" y="46196"/>
                  </a:lnTo>
                  <a:lnTo>
                    <a:pt x="34659" y="51565"/>
                  </a:lnTo>
                  <a:lnTo>
                    <a:pt x="38100" y="5714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4"/>
            <p:cNvSpPr/>
            <p:nvPr/>
          </p:nvSpPr>
          <p:spPr>
            <a:xfrm>
              <a:off x="9401556" y="3104995"/>
              <a:ext cx="37465" cy="66675"/>
            </a:xfrm>
            <a:custGeom>
              <a:rect b="b" l="l" r="r" t="t"/>
              <a:pathLst>
                <a:path extrusionOk="0" h="66675" w="37465">
                  <a:moveTo>
                    <a:pt x="37338" y="154"/>
                  </a:moveTo>
                  <a:lnTo>
                    <a:pt x="7810" y="34825"/>
                  </a:lnTo>
                  <a:lnTo>
                    <a:pt x="762" y="58066"/>
                  </a:lnTo>
                  <a:lnTo>
                    <a:pt x="0" y="61114"/>
                  </a:lnTo>
                  <a:lnTo>
                    <a:pt x="1524" y="6644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4"/>
            <p:cNvSpPr/>
            <p:nvPr/>
          </p:nvSpPr>
          <p:spPr>
            <a:xfrm>
              <a:off x="9480042" y="3136391"/>
              <a:ext cx="8890" cy="39370"/>
            </a:xfrm>
            <a:custGeom>
              <a:rect b="b" l="l" r="r" t="t"/>
              <a:pathLst>
                <a:path extrusionOk="0" h="39369" w="8890">
                  <a:moveTo>
                    <a:pt x="2285" y="0"/>
                  </a:moveTo>
                  <a:lnTo>
                    <a:pt x="1285" y="7191"/>
                  </a:lnTo>
                  <a:lnTo>
                    <a:pt x="571" y="14097"/>
                  </a:lnTo>
                  <a:lnTo>
                    <a:pt x="142" y="21002"/>
                  </a:lnTo>
                  <a:lnTo>
                    <a:pt x="0" y="28194"/>
                  </a:lnTo>
                  <a:lnTo>
                    <a:pt x="0" y="32766"/>
                  </a:lnTo>
                  <a:lnTo>
                    <a:pt x="761" y="38100"/>
                  </a:lnTo>
                  <a:lnTo>
                    <a:pt x="6095" y="38862"/>
                  </a:lnTo>
                  <a:lnTo>
                    <a:pt x="6857" y="38862"/>
                  </a:lnTo>
                  <a:lnTo>
                    <a:pt x="7619" y="38862"/>
                  </a:lnTo>
                  <a:lnTo>
                    <a:pt x="8381" y="3886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4"/>
            <p:cNvSpPr/>
            <p:nvPr/>
          </p:nvSpPr>
          <p:spPr>
            <a:xfrm>
              <a:off x="9476232" y="3073145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9" name="Google Shape;1849;p14"/>
          <p:cNvGrpSpPr/>
          <p:nvPr/>
        </p:nvGrpSpPr>
        <p:grpSpPr>
          <a:xfrm>
            <a:off x="9540988" y="3004553"/>
            <a:ext cx="278155" cy="152425"/>
            <a:chOff x="9540988" y="3004553"/>
            <a:chExt cx="278155" cy="152425"/>
          </a:xfrm>
        </p:grpSpPr>
        <p:pic>
          <p:nvPicPr>
            <p:cNvPr id="1850" name="Google Shape;1850;p14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9540988" y="3070847"/>
              <a:ext cx="82321" cy="86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1" name="Google Shape;1851;p14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9656979" y="3004553"/>
              <a:ext cx="162164" cy="14328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2" name="Google Shape;1852;p14"/>
          <p:cNvGrpSpPr/>
          <p:nvPr/>
        </p:nvGrpSpPr>
        <p:grpSpPr>
          <a:xfrm>
            <a:off x="8859761" y="3338322"/>
            <a:ext cx="735724" cy="272807"/>
            <a:chOff x="8859761" y="3338322"/>
            <a:chExt cx="735724" cy="272807"/>
          </a:xfrm>
        </p:grpSpPr>
        <p:pic>
          <p:nvPicPr>
            <p:cNvPr id="1853" name="Google Shape;1853;p14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8859761" y="3477564"/>
              <a:ext cx="102895" cy="1335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4" name="Google Shape;1854;p14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8988920" y="3443465"/>
              <a:ext cx="142900" cy="133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5" name="Google Shape;1855;p14"/>
            <p:cNvSpPr/>
            <p:nvPr/>
          </p:nvSpPr>
          <p:spPr>
            <a:xfrm>
              <a:off x="9169146" y="3391662"/>
              <a:ext cx="10795" cy="20955"/>
            </a:xfrm>
            <a:custGeom>
              <a:rect b="b" l="l" r="r" t="t"/>
              <a:pathLst>
                <a:path extrusionOk="0" h="20954" w="10795">
                  <a:moveTo>
                    <a:pt x="0" y="0"/>
                  </a:moveTo>
                  <a:lnTo>
                    <a:pt x="488" y="8572"/>
                  </a:lnTo>
                  <a:lnTo>
                    <a:pt x="1047" y="14287"/>
                  </a:lnTo>
                  <a:lnTo>
                    <a:pt x="3750" y="18002"/>
                  </a:lnTo>
                  <a:lnTo>
                    <a:pt x="10668" y="2057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14"/>
            <p:cNvSpPr/>
            <p:nvPr/>
          </p:nvSpPr>
          <p:spPr>
            <a:xfrm>
              <a:off x="9190482" y="3382518"/>
              <a:ext cx="37465" cy="32384"/>
            </a:xfrm>
            <a:custGeom>
              <a:rect b="b" l="l" r="r" t="t"/>
              <a:pathLst>
                <a:path extrusionOk="0" h="32385" w="37465">
                  <a:moveTo>
                    <a:pt x="0" y="0"/>
                  </a:moveTo>
                  <a:lnTo>
                    <a:pt x="8191" y="10144"/>
                  </a:lnTo>
                  <a:lnTo>
                    <a:pt x="16383" y="18287"/>
                  </a:lnTo>
                  <a:lnTo>
                    <a:pt x="25717" y="25288"/>
                  </a:lnTo>
                  <a:lnTo>
                    <a:pt x="37338" y="32003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57" name="Google Shape;1857;p14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9278099" y="3400031"/>
              <a:ext cx="265201" cy="136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8" name="Google Shape;1858;p14"/>
            <p:cNvSpPr/>
            <p:nvPr/>
          </p:nvSpPr>
          <p:spPr>
            <a:xfrm>
              <a:off x="9558718" y="3339846"/>
              <a:ext cx="3175" cy="26034"/>
            </a:xfrm>
            <a:custGeom>
              <a:rect b="b" l="l" r="r" t="t"/>
              <a:pathLst>
                <a:path extrusionOk="0" h="26035" w="3175">
                  <a:moveTo>
                    <a:pt x="571" y="0"/>
                  </a:moveTo>
                  <a:lnTo>
                    <a:pt x="285" y="5762"/>
                  </a:lnTo>
                  <a:lnTo>
                    <a:pt x="0" y="12954"/>
                  </a:lnTo>
                  <a:lnTo>
                    <a:pt x="571" y="20145"/>
                  </a:lnTo>
                  <a:lnTo>
                    <a:pt x="2857" y="2590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4"/>
            <p:cNvSpPr/>
            <p:nvPr/>
          </p:nvSpPr>
          <p:spPr>
            <a:xfrm>
              <a:off x="9593580" y="3338322"/>
              <a:ext cx="1905" cy="26034"/>
            </a:xfrm>
            <a:custGeom>
              <a:rect b="b" l="l" r="r" t="t"/>
              <a:pathLst>
                <a:path extrusionOk="0" h="26035" w="1904">
                  <a:moveTo>
                    <a:pt x="1524" y="0"/>
                  </a:moveTo>
                  <a:lnTo>
                    <a:pt x="964" y="6727"/>
                  </a:lnTo>
                  <a:lnTo>
                    <a:pt x="476" y="13239"/>
                  </a:lnTo>
                  <a:lnTo>
                    <a:pt x="130" y="19609"/>
                  </a:lnTo>
                  <a:lnTo>
                    <a:pt x="0" y="2590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0" name="Google Shape;1860;p14"/>
          <p:cNvGrpSpPr/>
          <p:nvPr/>
        </p:nvGrpSpPr>
        <p:grpSpPr>
          <a:xfrm>
            <a:off x="9710153" y="3346691"/>
            <a:ext cx="238531" cy="137185"/>
            <a:chOff x="9710153" y="3346691"/>
            <a:chExt cx="238531" cy="137185"/>
          </a:xfrm>
        </p:grpSpPr>
        <p:pic>
          <p:nvPicPr>
            <p:cNvPr id="1861" name="Google Shape;1861;p14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9710153" y="3346691"/>
              <a:ext cx="75463" cy="1371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2" name="Google Shape;1862;p14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9806165" y="3374897"/>
              <a:ext cx="142519" cy="983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63" name="Google Shape;1863;p14"/>
          <p:cNvGrpSpPr/>
          <p:nvPr/>
        </p:nvGrpSpPr>
        <p:grpSpPr>
          <a:xfrm>
            <a:off x="9305186" y="3678923"/>
            <a:ext cx="132565" cy="122440"/>
            <a:chOff x="9305186" y="3678923"/>
            <a:chExt cx="132565" cy="122440"/>
          </a:xfrm>
        </p:grpSpPr>
        <p:pic>
          <p:nvPicPr>
            <p:cNvPr id="1864" name="Google Shape;1864;p14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9305186" y="3678923"/>
              <a:ext cx="91810" cy="1028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5" name="Google Shape;1865;p14"/>
            <p:cNvSpPr/>
            <p:nvPr/>
          </p:nvSpPr>
          <p:spPr>
            <a:xfrm>
              <a:off x="9424416" y="3750563"/>
              <a:ext cx="13335" cy="50800"/>
            </a:xfrm>
            <a:custGeom>
              <a:rect b="b" l="l" r="r" t="t"/>
              <a:pathLst>
                <a:path extrusionOk="0" h="50800" w="13334">
                  <a:moveTo>
                    <a:pt x="0" y="0"/>
                  </a:moveTo>
                  <a:lnTo>
                    <a:pt x="2702" y="8012"/>
                  </a:lnTo>
                  <a:lnTo>
                    <a:pt x="5048" y="16097"/>
                  </a:lnTo>
                  <a:lnTo>
                    <a:pt x="6965" y="24324"/>
                  </a:lnTo>
                  <a:lnTo>
                    <a:pt x="8382" y="32766"/>
                  </a:lnTo>
                  <a:lnTo>
                    <a:pt x="9906" y="38100"/>
                  </a:lnTo>
                  <a:lnTo>
                    <a:pt x="9144" y="46482"/>
                  </a:lnTo>
                  <a:lnTo>
                    <a:pt x="12192" y="50292"/>
                  </a:lnTo>
                  <a:lnTo>
                    <a:pt x="12954" y="5029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6" name="Google Shape;1866;p14"/>
          <p:cNvGrpSpPr/>
          <p:nvPr/>
        </p:nvGrpSpPr>
        <p:grpSpPr>
          <a:xfrm>
            <a:off x="8368271" y="1972043"/>
            <a:ext cx="1603559" cy="2914675"/>
            <a:chOff x="8368271" y="1972043"/>
            <a:chExt cx="1603559" cy="2914675"/>
          </a:xfrm>
        </p:grpSpPr>
        <p:sp>
          <p:nvSpPr>
            <p:cNvPr id="1867" name="Google Shape;1867;p14"/>
            <p:cNvSpPr/>
            <p:nvPr/>
          </p:nvSpPr>
          <p:spPr>
            <a:xfrm>
              <a:off x="9522630" y="3655980"/>
              <a:ext cx="69215" cy="88265"/>
            </a:xfrm>
            <a:custGeom>
              <a:rect b="b" l="l" r="r" t="t"/>
              <a:pathLst>
                <a:path extrusionOk="0" h="88264" w="69215">
                  <a:moveTo>
                    <a:pt x="32849" y="2381"/>
                  </a:moveTo>
                  <a:lnTo>
                    <a:pt x="23788" y="369"/>
                  </a:lnTo>
                  <a:lnTo>
                    <a:pt x="17514" y="0"/>
                  </a:lnTo>
                  <a:lnTo>
                    <a:pt x="12811" y="2917"/>
                  </a:lnTo>
                  <a:lnTo>
                    <a:pt x="8465" y="10763"/>
                  </a:lnTo>
                  <a:lnTo>
                    <a:pt x="3738" y="23288"/>
                  </a:lnTo>
                  <a:lnTo>
                    <a:pt x="940" y="37242"/>
                  </a:lnTo>
                  <a:lnTo>
                    <a:pt x="0" y="51482"/>
                  </a:lnTo>
                  <a:lnTo>
                    <a:pt x="845" y="64865"/>
                  </a:lnTo>
                  <a:lnTo>
                    <a:pt x="33135" y="87701"/>
                  </a:lnTo>
                  <a:lnTo>
                    <a:pt x="41993" y="86582"/>
                  </a:lnTo>
                  <a:lnTo>
                    <a:pt x="50280" y="83748"/>
                  </a:lnTo>
                  <a:lnTo>
                    <a:pt x="57995" y="79343"/>
                  </a:lnTo>
                  <a:lnTo>
                    <a:pt x="64091" y="73247"/>
                  </a:lnTo>
                  <a:lnTo>
                    <a:pt x="65615" y="71723"/>
                  </a:lnTo>
                  <a:lnTo>
                    <a:pt x="68663" y="6715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14"/>
            <p:cNvSpPr/>
            <p:nvPr/>
          </p:nvSpPr>
          <p:spPr>
            <a:xfrm>
              <a:off x="9527286" y="3707130"/>
              <a:ext cx="43180" cy="5080"/>
            </a:xfrm>
            <a:custGeom>
              <a:rect b="b" l="l" r="r" t="t"/>
              <a:pathLst>
                <a:path extrusionOk="0" h="5079" w="43179">
                  <a:moveTo>
                    <a:pt x="0" y="3048"/>
                  </a:moveTo>
                  <a:lnTo>
                    <a:pt x="12453" y="4393"/>
                  </a:lnTo>
                  <a:lnTo>
                    <a:pt x="21907" y="4667"/>
                  </a:lnTo>
                  <a:lnTo>
                    <a:pt x="31075" y="3369"/>
                  </a:lnTo>
                  <a:lnTo>
                    <a:pt x="42672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69" name="Google Shape;1869;p14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9640049" y="3557003"/>
              <a:ext cx="155473" cy="1813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0" name="Google Shape;1870;p14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8368271" y="1972043"/>
              <a:ext cx="1603559" cy="29146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71" name="Google Shape;1871;p14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8901671" y="4986515"/>
            <a:ext cx="370214" cy="148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2" name="Google Shape;1872;p14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9391637" y="4988039"/>
            <a:ext cx="226339" cy="142519"/>
          </a:xfrm>
          <a:prstGeom prst="rect">
            <a:avLst/>
          </a:prstGeom>
          <a:noFill/>
          <a:ln>
            <a:noFill/>
          </a:ln>
        </p:spPr>
      </p:pic>
      <p:sp>
        <p:nvSpPr>
          <p:cNvPr id="1873" name="Google Shape;1873;p14"/>
          <p:cNvSpPr/>
          <p:nvPr/>
        </p:nvSpPr>
        <p:spPr>
          <a:xfrm>
            <a:off x="9745218" y="5021579"/>
            <a:ext cx="67310" cy="17780"/>
          </a:xfrm>
          <a:custGeom>
            <a:rect b="b" l="l" r="r" t="t"/>
            <a:pathLst>
              <a:path extrusionOk="0" h="17779" w="67309">
                <a:moveTo>
                  <a:pt x="15240" y="5334"/>
                </a:moveTo>
                <a:lnTo>
                  <a:pt x="11430" y="2286"/>
                </a:lnTo>
                <a:lnTo>
                  <a:pt x="3048" y="2286"/>
                </a:lnTo>
                <a:lnTo>
                  <a:pt x="0" y="5334"/>
                </a:lnTo>
                <a:lnTo>
                  <a:pt x="0" y="14478"/>
                </a:lnTo>
                <a:lnTo>
                  <a:pt x="3048" y="17526"/>
                </a:lnTo>
                <a:lnTo>
                  <a:pt x="11430" y="17526"/>
                </a:lnTo>
                <a:lnTo>
                  <a:pt x="15240" y="14478"/>
                </a:lnTo>
                <a:lnTo>
                  <a:pt x="15240" y="9906"/>
                </a:lnTo>
                <a:lnTo>
                  <a:pt x="15240" y="5334"/>
                </a:lnTo>
                <a:close/>
              </a:path>
              <a:path extrusionOk="0" h="17779" w="67309">
                <a:moveTo>
                  <a:pt x="67056" y="3810"/>
                </a:moveTo>
                <a:lnTo>
                  <a:pt x="63246" y="0"/>
                </a:lnTo>
                <a:lnTo>
                  <a:pt x="54864" y="0"/>
                </a:lnTo>
                <a:lnTo>
                  <a:pt x="51816" y="3810"/>
                </a:lnTo>
                <a:lnTo>
                  <a:pt x="51816" y="12192"/>
                </a:lnTo>
                <a:lnTo>
                  <a:pt x="54864" y="15240"/>
                </a:lnTo>
                <a:lnTo>
                  <a:pt x="63246" y="15240"/>
                </a:lnTo>
                <a:lnTo>
                  <a:pt x="67056" y="12192"/>
                </a:lnTo>
                <a:lnTo>
                  <a:pt x="67056" y="7620"/>
                </a:lnTo>
                <a:lnTo>
                  <a:pt x="67056" y="3810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4" name="Google Shape;1874;p14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7297661" y="3150833"/>
            <a:ext cx="307873" cy="21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5" name="Google Shape;1875;p14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7669517" y="3134093"/>
            <a:ext cx="98323" cy="121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6" name="Google Shape;1876;p14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7600937" y="3434321"/>
            <a:ext cx="86893" cy="225577"/>
          </a:xfrm>
          <a:prstGeom prst="rect">
            <a:avLst/>
          </a:prstGeom>
          <a:noFill/>
          <a:ln>
            <a:noFill/>
          </a:ln>
        </p:spPr>
      </p:pic>
      <p:sp>
        <p:nvSpPr>
          <p:cNvPr id="1877" name="Google Shape;1877;p14"/>
          <p:cNvSpPr/>
          <p:nvPr/>
        </p:nvSpPr>
        <p:spPr>
          <a:xfrm>
            <a:off x="7357109" y="4059935"/>
            <a:ext cx="638175" cy="161925"/>
          </a:xfrm>
          <a:custGeom>
            <a:rect b="b" l="l" r="r" t="t"/>
            <a:pathLst>
              <a:path extrusionOk="0" h="161925" w="638175">
                <a:moveTo>
                  <a:pt x="0" y="126492"/>
                </a:moveTo>
                <a:lnTo>
                  <a:pt x="28956" y="154686"/>
                </a:lnTo>
                <a:lnTo>
                  <a:pt x="67210" y="161329"/>
                </a:lnTo>
                <a:lnTo>
                  <a:pt x="80010" y="160020"/>
                </a:lnTo>
                <a:lnTo>
                  <a:pt x="99548" y="155197"/>
                </a:lnTo>
                <a:lnTo>
                  <a:pt x="119157" y="148304"/>
                </a:lnTo>
                <a:lnTo>
                  <a:pt x="138624" y="140410"/>
                </a:lnTo>
                <a:lnTo>
                  <a:pt x="157734" y="132588"/>
                </a:lnTo>
                <a:lnTo>
                  <a:pt x="181629" y="123610"/>
                </a:lnTo>
                <a:lnTo>
                  <a:pt x="229421" y="107084"/>
                </a:lnTo>
                <a:lnTo>
                  <a:pt x="277582" y="93856"/>
                </a:lnTo>
                <a:lnTo>
                  <a:pt x="328112" y="87070"/>
                </a:lnTo>
                <a:lnTo>
                  <a:pt x="352806" y="88392"/>
                </a:lnTo>
                <a:lnTo>
                  <a:pt x="362926" y="90916"/>
                </a:lnTo>
                <a:lnTo>
                  <a:pt x="372618" y="94869"/>
                </a:lnTo>
                <a:lnTo>
                  <a:pt x="381738" y="99964"/>
                </a:lnTo>
                <a:lnTo>
                  <a:pt x="390144" y="105918"/>
                </a:lnTo>
                <a:lnTo>
                  <a:pt x="394716" y="108966"/>
                </a:lnTo>
                <a:lnTo>
                  <a:pt x="397764" y="112776"/>
                </a:lnTo>
                <a:lnTo>
                  <a:pt x="401574" y="116586"/>
                </a:lnTo>
                <a:lnTo>
                  <a:pt x="401574" y="117348"/>
                </a:lnTo>
                <a:lnTo>
                  <a:pt x="402336" y="118110"/>
                </a:lnTo>
                <a:lnTo>
                  <a:pt x="405384" y="111252"/>
                </a:lnTo>
                <a:lnTo>
                  <a:pt x="408431" y="105156"/>
                </a:lnTo>
                <a:lnTo>
                  <a:pt x="437114" y="75164"/>
                </a:lnTo>
                <a:lnTo>
                  <a:pt x="479321" y="59269"/>
                </a:lnTo>
                <a:lnTo>
                  <a:pt x="501467" y="58531"/>
                </a:lnTo>
                <a:lnTo>
                  <a:pt x="512064" y="59245"/>
                </a:lnTo>
                <a:lnTo>
                  <a:pt x="522660" y="60817"/>
                </a:lnTo>
                <a:lnTo>
                  <a:pt x="533400" y="63246"/>
                </a:lnTo>
                <a:lnTo>
                  <a:pt x="542544" y="65055"/>
                </a:lnTo>
                <a:lnTo>
                  <a:pt x="551688" y="66865"/>
                </a:lnTo>
                <a:lnTo>
                  <a:pt x="560832" y="68389"/>
                </a:lnTo>
                <a:lnTo>
                  <a:pt x="569976" y="69342"/>
                </a:lnTo>
                <a:lnTo>
                  <a:pt x="578096" y="69413"/>
                </a:lnTo>
                <a:lnTo>
                  <a:pt x="586359" y="69342"/>
                </a:lnTo>
                <a:lnTo>
                  <a:pt x="625602" y="53340"/>
                </a:lnTo>
                <a:lnTo>
                  <a:pt x="637972" y="18323"/>
                </a:lnTo>
                <a:lnTo>
                  <a:pt x="637127" y="11906"/>
                </a:lnTo>
                <a:lnTo>
                  <a:pt x="634138" y="6203"/>
                </a:lnTo>
                <a:lnTo>
                  <a:pt x="628650" y="0"/>
                </a:lnTo>
              </a:path>
            </a:pathLst>
          </a:custGeom>
          <a:noFill/>
          <a:ln cap="flat" cmpd="sng" w="152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8" name="Google Shape;1878;p14"/>
          <p:cNvGrpSpPr/>
          <p:nvPr/>
        </p:nvGrpSpPr>
        <p:grpSpPr>
          <a:xfrm>
            <a:off x="7270146" y="3052572"/>
            <a:ext cx="568560" cy="360680"/>
            <a:chOff x="7270146" y="3052572"/>
            <a:chExt cx="568560" cy="360680"/>
          </a:xfrm>
        </p:grpSpPr>
        <p:sp>
          <p:nvSpPr>
            <p:cNvPr id="1879" name="Google Shape;1879;p14"/>
            <p:cNvSpPr/>
            <p:nvPr/>
          </p:nvSpPr>
          <p:spPr>
            <a:xfrm>
              <a:off x="7270146" y="3052572"/>
              <a:ext cx="353695" cy="360680"/>
            </a:xfrm>
            <a:custGeom>
              <a:rect b="b" l="l" r="r" t="t"/>
              <a:pathLst>
                <a:path extrusionOk="0" h="360679" w="353695">
                  <a:moveTo>
                    <a:pt x="294989" y="30479"/>
                  </a:moveTo>
                  <a:lnTo>
                    <a:pt x="290655" y="23240"/>
                  </a:lnTo>
                  <a:lnTo>
                    <a:pt x="288321" y="20573"/>
                  </a:lnTo>
                  <a:lnTo>
                    <a:pt x="285130" y="20192"/>
                  </a:lnTo>
                  <a:lnTo>
                    <a:pt x="278225" y="19811"/>
                  </a:lnTo>
                  <a:lnTo>
                    <a:pt x="269843" y="18287"/>
                  </a:lnTo>
                  <a:lnTo>
                    <a:pt x="226718" y="15370"/>
                  </a:lnTo>
                  <a:lnTo>
                    <a:pt x="218027" y="15239"/>
                  </a:lnTo>
                  <a:lnTo>
                    <a:pt x="207263" y="14608"/>
                  </a:lnTo>
                  <a:lnTo>
                    <a:pt x="195929" y="14192"/>
                  </a:lnTo>
                  <a:lnTo>
                    <a:pt x="184594" y="14489"/>
                  </a:lnTo>
                  <a:lnTo>
                    <a:pt x="173831" y="16001"/>
                  </a:lnTo>
                  <a:lnTo>
                    <a:pt x="135731" y="31241"/>
                  </a:lnTo>
                  <a:lnTo>
                    <a:pt x="93821" y="53339"/>
                  </a:lnTo>
                  <a:lnTo>
                    <a:pt x="60495" y="75842"/>
                  </a:lnTo>
                  <a:lnTo>
                    <a:pt x="27991" y="108156"/>
                  </a:lnTo>
                  <a:lnTo>
                    <a:pt x="5036" y="148625"/>
                  </a:lnTo>
                  <a:lnTo>
                    <a:pt x="0" y="177260"/>
                  </a:lnTo>
                  <a:lnTo>
                    <a:pt x="11" y="186058"/>
                  </a:lnTo>
                  <a:lnTo>
                    <a:pt x="4857" y="224980"/>
                  </a:lnTo>
                  <a:lnTo>
                    <a:pt x="20169" y="263890"/>
                  </a:lnTo>
                  <a:lnTo>
                    <a:pt x="41064" y="299323"/>
                  </a:lnTo>
                  <a:lnTo>
                    <a:pt x="68008" y="327945"/>
                  </a:lnTo>
                  <a:lnTo>
                    <a:pt x="99167" y="350424"/>
                  </a:lnTo>
                  <a:lnTo>
                    <a:pt x="143720" y="360104"/>
                  </a:lnTo>
                  <a:lnTo>
                    <a:pt x="166973" y="360425"/>
                  </a:lnTo>
                  <a:lnTo>
                    <a:pt x="174736" y="360378"/>
                  </a:lnTo>
                  <a:lnTo>
                    <a:pt x="211835" y="350805"/>
                  </a:lnTo>
                  <a:lnTo>
                    <a:pt x="218777" y="347198"/>
                  </a:lnTo>
                  <a:lnTo>
                    <a:pt x="225647" y="343661"/>
                  </a:lnTo>
                  <a:lnTo>
                    <a:pt x="258008" y="322230"/>
                  </a:lnTo>
                  <a:lnTo>
                    <a:pt x="289321" y="297239"/>
                  </a:lnTo>
                  <a:lnTo>
                    <a:pt x="318611" y="261365"/>
                  </a:lnTo>
                  <a:lnTo>
                    <a:pt x="340304" y="221730"/>
                  </a:lnTo>
                  <a:lnTo>
                    <a:pt x="351853" y="185165"/>
                  </a:lnTo>
                  <a:lnTo>
                    <a:pt x="353651" y="141422"/>
                  </a:lnTo>
                  <a:lnTo>
                    <a:pt x="353663" y="131825"/>
                  </a:lnTo>
                  <a:lnTo>
                    <a:pt x="353401" y="122110"/>
                  </a:lnTo>
                  <a:lnTo>
                    <a:pt x="352710" y="112394"/>
                  </a:lnTo>
                  <a:lnTo>
                    <a:pt x="351734" y="102679"/>
                  </a:lnTo>
                  <a:lnTo>
                    <a:pt x="350615" y="92963"/>
                  </a:lnTo>
                  <a:lnTo>
                    <a:pt x="349436" y="81998"/>
                  </a:lnTo>
                  <a:lnTo>
                    <a:pt x="341411" y="42017"/>
                  </a:lnTo>
                  <a:lnTo>
                    <a:pt x="318611" y="11429"/>
                  </a:lnTo>
                  <a:lnTo>
                    <a:pt x="310991" y="8381"/>
                  </a:lnTo>
                  <a:lnTo>
                    <a:pt x="304133" y="5333"/>
                  </a:lnTo>
                  <a:lnTo>
                    <a:pt x="296513" y="5333"/>
                  </a:lnTo>
                  <a:lnTo>
                    <a:pt x="289655" y="3047"/>
                  </a:lnTo>
                  <a:lnTo>
                    <a:pt x="285083" y="2285"/>
                  </a:lnTo>
                  <a:lnTo>
                    <a:pt x="280511" y="761"/>
                  </a:lnTo>
                  <a:lnTo>
                    <a:pt x="275939" y="0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80" name="Google Shape;1880;p14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7635989" y="3077419"/>
              <a:ext cx="202717" cy="24148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81" name="Google Shape;1881;p14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3640823" y="2243315"/>
            <a:ext cx="2293645" cy="16756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2" name="Google Shape;1882;p14"/>
          <p:cNvGrpSpPr/>
          <p:nvPr/>
        </p:nvGrpSpPr>
        <p:grpSpPr>
          <a:xfrm>
            <a:off x="1649717" y="3307067"/>
            <a:ext cx="140633" cy="126517"/>
            <a:chOff x="1649717" y="3307067"/>
            <a:chExt cx="140633" cy="126517"/>
          </a:xfrm>
        </p:grpSpPr>
        <p:pic>
          <p:nvPicPr>
            <p:cNvPr id="1883" name="Google Shape;1883;p14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1649717" y="3307067"/>
              <a:ext cx="105181" cy="1265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4" name="Google Shape;1884;p14"/>
            <p:cNvSpPr/>
            <p:nvPr/>
          </p:nvSpPr>
          <p:spPr>
            <a:xfrm>
              <a:off x="1785270" y="3345941"/>
              <a:ext cx="5080" cy="78105"/>
            </a:xfrm>
            <a:custGeom>
              <a:rect b="b" l="l" r="r" t="t"/>
              <a:pathLst>
                <a:path extrusionOk="0" h="78104" w="5080">
                  <a:moveTo>
                    <a:pt x="95" y="0"/>
                  </a:moveTo>
                  <a:lnTo>
                    <a:pt x="11" y="7548"/>
                  </a:lnTo>
                  <a:lnTo>
                    <a:pt x="0" y="15240"/>
                  </a:lnTo>
                  <a:lnTo>
                    <a:pt x="416" y="22931"/>
                  </a:lnTo>
                  <a:lnTo>
                    <a:pt x="1619" y="30480"/>
                  </a:lnTo>
                  <a:lnTo>
                    <a:pt x="2952" y="38361"/>
                  </a:lnTo>
                  <a:lnTo>
                    <a:pt x="3714" y="46101"/>
                  </a:lnTo>
                  <a:lnTo>
                    <a:pt x="4190" y="53840"/>
                  </a:lnTo>
                  <a:lnTo>
                    <a:pt x="4667" y="61722"/>
                  </a:lnTo>
                  <a:lnTo>
                    <a:pt x="4667" y="69342"/>
                  </a:lnTo>
                  <a:lnTo>
                    <a:pt x="4667" y="72390"/>
                  </a:lnTo>
                  <a:lnTo>
                    <a:pt x="1619" y="77724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85" name="Google Shape;1885;p14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1685531" y="3584435"/>
            <a:ext cx="201955" cy="130327"/>
          </a:xfrm>
          <a:prstGeom prst="rect">
            <a:avLst/>
          </a:prstGeom>
          <a:noFill/>
          <a:ln>
            <a:noFill/>
          </a:ln>
        </p:spPr>
      </p:pic>
      <p:sp>
        <p:nvSpPr>
          <p:cNvPr id="1886" name="Google Shape;1886;p14"/>
          <p:cNvSpPr/>
          <p:nvPr/>
        </p:nvSpPr>
        <p:spPr>
          <a:xfrm>
            <a:off x="1892045" y="3332988"/>
            <a:ext cx="53340" cy="1905"/>
          </a:xfrm>
          <a:custGeom>
            <a:rect b="b" l="l" r="r" t="t"/>
            <a:pathLst>
              <a:path extrusionOk="0" h="1904" w="53339">
                <a:moveTo>
                  <a:pt x="0" y="1524"/>
                </a:moveTo>
                <a:lnTo>
                  <a:pt x="41910" y="0"/>
                </a:lnTo>
                <a:lnTo>
                  <a:pt x="47244" y="0"/>
                </a:lnTo>
                <a:lnTo>
                  <a:pt x="53340" y="0"/>
                </a:lnTo>
              </a:path>
            </a:pathLst>
          </a:custGeom>
          <a:noFill/>
          <a:ln cap="flat" cmpd="sng" w="152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14"/>
          <p:cNvSpPr/>
          <p:nvPr/>
        </p:nvSpPr>
        <p:spPr>
          <a:xfrm>
            <a:off x="1940051" y="3561588"/>
            <a:ext cx="55244" cy="10160"/>
          </a:xfrm>
          <a:custGeom>
            <a:rect b="b" l="l" r="r" t="t"/>
            <a:pathLst>
              <a:path extrusionOk="0" h="10160" w="55244">
                <a:moveTo>
                  <a:pt x="0" y="0"/>
                </a:moveTo>
                <a:lnTo>
                  <a:pt x="10370" y="4333"/>
                </a:lnTo>
                <a:lnTo>
                  <a:pt x="19526" y="7238"/>
                </a:lnTo>
                <a:lnTo>
                  <a:pt x="28825" y="9001"/>
                </a:lnTo>
                <a:lnTo>
                  <a:pt x="39624" y="9905"/>
                </a:lnTo>
                <a:lnTo>
                  <a:pt x="48006" y="9905"/>
                </a:lnTo>
                <a:lnTo>
                  <a:pt x="50292" y="9905"/>
                </a:lnTo>
                <a:lnTo>
                  <a:pt x="54864" y="9905"/>
                </a:lnTo>
              </a:path>
            </a:pathLst>
          </a:custGeom>
          <a:noFill/>
          <a:ln cap="flat" cmpd="sng" w="152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8" name="Google Shape;1888;p14"/>
          <p:cNvGrpSpPr/>
          <p:nvPr/>
        </p:nvGrpSpPr>
        <p:grpSpPr>
          <a:xfrm>
            <a:off x="2168651" y="3224022"/>
            <a:ext cx="102362" cy="109855"/>
            <a:chOff x="2168651" y="3224022"/>
            <a:chExt cx="102362" cy="109855"/>
          </a:xfrm>
        </p:grpSpPr>
        <p:sp>
          <p:nvSpPr>
            <p:cNvPr id="1889" name="Google Shape;1889;p14"/>
            <p:cNvSpPr/>
            <p:nvPr/>
          </p:nvSpPr>
          <p:spPr>
            <a:xfrm>
              <a:off x="2168651" y="3239262"/>
              <a:ext cx="49530" cy="94615"/>
            </a:xfrm>
            <a:custGeom>
              <a:rect b="b" l="l" r="r" t="t"/>
              <a:pathLst>
                <a:path extrusionOk="0" h="94614" w="49530">
                  <a:moveTo>
                    <a:pt x="4572" y="17525"/>
                  </a:moveTo>
                  <a:lnTo>
                    <a:pt x="3048" y="12953"/>
                  </a:lnTo>
                  <a:lnTo>
                    <a:pt x="1524" y="8381"/>
                  </a:lnTo>
                  <a:lnTo>
                    <a:pt x="0" y="4571"/>
                  </a:lnTo>
                  <a:lnTo>
                    <a:pt x="6096" y="2285"/>
                  </a:lnTo>
                  <a:lnTo>
                    <a:pt x="13716" y="0"/>
                  </a:lnTo>
                  <a:lnTo>
                    <a:pt x="19812" y="2285"/>
                  </a:lnTo>
                  <a:lnTo>
                    <a:pt x="47053" y="32658"/>
                  </a:lnTo>
                  <a:lnTo>
                    <a:pt x="49339" y="51494"/>
                  </a:lnTo>
                  <a:lnTo>
                    <a:pt x="48768" y="60197"/>
                  </a:lnTo>
                  <a:lnTo>
                    <a:pt x="23622" y="94487"/>
                  </a:lnTo>
                  <a:lnTo>
                    <a:pt x="22098" y="90677"/>
                  </a:lnTo>
                  <a:lnTo>
                    <a:pt x="22098" y="89153"/>
                  </a:lnTo>
                  <a:lnTo>
                    <a:pt x="22098" y="86867"/>
                  </a:lnTo>
                  <a:lnTo>
                    <a:pt x="22098" y="85343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14"/>
            <p:cNvSpPr/>
            <p:nvPr/>
          </p:nvSpPr>
          <p:spPr>
            <a:xfrm>
              <a:off x="2211323" y="3224022"/>
              <a:ext cx="59690" cy="90170"/>
            </a:xfrm>
            <a:custGeom>
              <a:rect b="b" l="l" r="r" t="t"/>
              <a:pathLst>
                <a:path extrusionOk="0" h="90170" w="59689">
                  <a:moveTo>
                    <a:pt x="15239" y="0"/>
                  </a:moveTo>
                  <a:lnTo>
                    <a:pt x="7500" y="8334"/>
                  </a:lnTo>
                  <a:lnTo>
                    <a:pt x="3047" y="14668"/>
                  </a:lnTo>
                  <a:lnTo>
                    <a:pt x="881" y="21859"/>
                  </a:lnTo>
                  <a:lnTo>
                    <a:pt x="0" y="32766"/>
                  </a:lnTo>
                  <a:lnTo>
                    <a:pt x="333" y="41969"/>
                  </a:lnTo>
                  <a:lnTo>
                    <a:pt x="15430" y="77914"/>
                  </a:lnTo>
                  <a:lnTo>
                    <a:pt x="44195" y="89916"/>
                  </a:lnTo>
                  <a:lnTo>
                    <a:pt x="50291" y="86867"/>
                  </a:lnTo>
                  <a:lnTo>
                    <a:pt x="55625" y="82296"/>
                  </a:lnTo>
                  <a:lnTo>
                    <a:pt x="57911" y="80772"/>
                  </a:lnTo>
                  <a:lnTo>
                    <a:pt x="59435" y="75437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1" name="Google Shape;1891;p14"/>
          <p:cNvSpPr/>
          <p:nvPr/>
        </p:nvSpPr>
        <p:spPr>
          <a:xfrm>
            <a:off x="2405443" y="3267455"/>
            <a:ext cx="10160" cy="72390"/>
          </a:xfrm>
          <a:custGeom>
            <a:rect b="b" l="l" r="r" t="t"/>
            <a:pathLst>
              <a:path extrusionOk="0" h="72389" w="10160">
                <a:moveTo>
                  <a:pt x="10096" y="0"/>
                </a:moveTo>
                <a:lnTo>
                  <a:pt x="190" y="42017"/>
                </a:lnTo>
                <a:lnTo>
                  <a:pt x="0" y="49053"/>
                </a:lnTo>
                <a:lnTo>
                  <a:pt x="95" y="55947"/>
                </a:lnTo>
                <a:lnTo>
                  <a:pt x="190" y="62484"/>
                </a:lnTo>
                <a:lnTo>
                  <a:pt x="190" y="67818"/>
                </a:lnTo>
                <a:lnTo>
                  <a:pt x="190" y="69342"/>
                </a:lnTo>
                <a:lnTo>
                  <a:pt x="952" y="72390"/>
                </a:lnTo>
              </a:path>
            </a:pathLst>
          </a:custGeom>
          <a:noFill/>
          <a:ln cap="flat" cmpd="sng" w="152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2" name="Google Shape;1892;p14"/>
          <p:cNvGrpSpPr/>
          <p:nvPr/>
        </p:nvGrpSpPr>
        <p:grpSpPr>
          <a:xfrm>
            <a:off x="2126551" y="3115056"/>
            <a:ext cx="145351" cy="245364"/>
            <a:chOff x="2126551" y="3115056"/>
            <a:chExt cx="145351" cy="245364"/>
          </a:xfrm>
        </p:grpSpPr>
        <p:sp>
          <p:nvSpPr>
            <p:cNvPr id="1893" name="Google Shape;1893;p14"/>
            <p:cNvSpPr/>
            <p:nvPr/>
          </p:nvSpPr>
          <p:spPr>
            <a:xfrm>
              <a:off x="2209037" y="3115056"/>
              <a:ext cx="62865" cy="14604"/>
            </a:xfrm>
            <a:custGeom>
              <a:rect b="b" l="l" r="r" t="t"/>
              <a:pathLst>
                <a:path extrusionOk="0" h="14605" w="62864">
                  <a:moveTo>
                    <a:pt x="0" y="14477"/>
                  </a:moveTo>
                  <a:lnTo>
                    <a:pt x="3047" y="12191"/>
                  </a:lnTo>
                  <a:lnTo>
                    <a:pt x="3809" y="11429"/>
                  </a:lnTo>
                  <a:lnTo>
                    <a:pt x="6857" y="9905"/>
                  </a:lnTo>
                  <a:lnTo>
                    <a:pt x="47244" y="2000"/>
                  </a:lnTo>
                  <a:lnTo>
                    <a:pt x="60198" y="761"/>
                  </a:lnTo>
                  <a:lnTo>
                    <a:pt x="61722" y="0"/>
                  </a:lnTo>
                  <a:lnTo>
                    <a:pt x="62484" y="0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14"/>
            <p:cNvSpPr/>
            <p:nvPr/>
          </p:nvSpPr>
          <p:spPr>
            <a:xfrm>
              <a:off x="2232374" y="3118866"/>
              <a:ext cx="15875" cy="64135"/>
            </a:xfrm>
            <a:custGeom>
              <a:rect b="b" l="l" r="r" t="t"/>
              <a:pathLst>
                <a:path extrusionOk="0" h="64135" w="15875">
                  <a:moveTo>
                    <a:pt x="3333" y="0"/>
                  </a:moveTo>
                  <a:lnTo>
                    <a:pt x="1059" y="7631"/>
                  </a:lnTo>
                  <a:lnTo>
                    <a:pt x="0" y="14192"/>
                  </a:lnTo>
                  <a:lnTo>
                    <a:pt x="226" y="20895"/>
                  </a:lnTo>
                  <a:lnTo>
                    <a:pt x="14001" y="60960"/>
                  </a:lnTo>
                  <a:lnTo>
                    <a:pt x="14763" y="61722"/>
                  </a:lnTo>
                  <a:lnTo>
                    <a:pt x="15525" y="64008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14"/>
            <p:cNvSpPr/>
            <p:nvPr/>
          </p:nvSpPr>
          <p:spPr>
            <a:xfrm>
              <a:off x="2126551" y="3173730"/>
              <a:ext cx="107314" cy="186690"/>
            </a:xfrm>
            <a:custGeom>
              <a:rect b="b" l="l" r="r" t="t"/>
              <a:pathLst>
                <a:path extrusionOk="0" h="186689" w="107314">
                  <a:moveTo>
                    <a:pt x="12382" y="0"/>
                  </a:moveTo>
                  <a:lnTo>
                    <a:pt x="916" y="37076"/>
                  </a:lnTo>
                  <a:lnTo>
                    <a:pt x="0" y="87630"/>
                  </a:lnTo>
                  <a:lnTo>
                    <a:pt x="833" y="105608"/>
                  </a:lnTo>
                  <a:lnTo>
                    <a:pt x="12096" y="150971"/>
                  </a:lnTo>
                  <a:lnTo>
                    <a:pt x="38992" y="181213"/>
                  </a:lnTo>
                  <a:lnTo>
                    <a:pt x="63638" y="186070"/>
                  </a:lnTo>
                  <a:lnTo>
                    <a:pt x="76390" y="185927"/>
                  </a:lnTo>
                  <a:lnTo>
                    <a:pt x="86617" y="183963"/>
                  </a:lnTo>
                  <a:lnTo>
                    <a:pt x="94202" y="182213"/>
                  </a:lnTo>
                  <a:lnTo>
                    <a:pt x="100500" y="180034"/>
                  </a:lnTo>
                  <a:lnTo>
                    <a:pt x="106870" y="176783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6" name="Google Shape;1896;p14"/>
          <p:cNvGrpSpPr/>
          <p:nvPr/>
        </p:nvGrpSpPr>
        <p:grpSpPr>
          <a:xfrm>
            <a:off x="2178081" y="3454145"/>
            <a:ext cx="155575" cy="246253"/>
            <a:chOff x="2178081" y="3454145"/>
            <a:chExt cx="155575" cy="246253"/>
          </a:xfrm>
        </p:grpSpPr>
        <p:sp>
          <p:nvSpPr>
            <p:cNvPr id="1897" name="Google Shape;1897;p14"/>
            <p:cNvSpPr/>
            <p:nvPr/>
          </p:nvSpPr>
          <p:spPr>
            <a:xfrm>
              <a:off x="2226564" y="3545204"/>
              <a:ext cx="33655" cy="60960"/>
            </a:xfrm>
            <a:custGeom>
              <a:rect b="b" l="l" r="r" t="t"/>
              <a:pathLst>
                <a:path extrusionOk="0" h="60960" w="33655">
                  <a:moveTo>
                    <a:pt x="0" y="3428"/>
                  </a:moveTo>
                  <a:lnTo>
                    <a:pt x="9013" y="1142"/>
                  </a:lnTo>
                  <a:lnTo>
                    <a:pt x="16097" y="0"/>
                  </a:lnTo>
                  <a:lnTo>
                    <a:pt x="22181" y="1714"/>
                  </a:lnTo>
                  <a:lnTo>
                    <a:pt x="28194" y="8000"/>
                  </a:lnTo>
                  <a:lnTo>
                    <a:pt x="31265" y="13644"/>
                  </a:lnTo>
                  <a:lnTo>
                    <a:pt x="32766" y="20002"/>
                  </a:lnTo>
                  <a:lnTo>
                    <a:pt x="33123" y="26646"/>
                  </a:lnTo>
                  <a:lnTo>
                    <a:pt x="32766" y="33146"/>
                  </a:lnTo>
                  <a:lnTo>
                    <a:pt x="15240" y="60578"/>
                  </a:lnTo>
                  <a:lnTo>
                    <a:pt x="15240" y="56006"/>
                  </a:lnTo>
                  <a:lnTo>
                    <a:pt x="13716" y="51434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14"/>
            <p:cNvSpPr/>
            <p:nvPr/>
          </p:nvSpPr>
          <p:spPr>
            <a:xfrm>
              <a:off x="2264664" y="3528821"/>
              <a:ext cx="40640" cy="72390"/>
            </a:xfrm>
            <a:custGeom>
              <a:rect b="b" l="l" r="r" t="t"/>
              <a:pathLst>
                <a:path extrusionOk="0" h="72389" w="40639">
                  <a:moveTo>
                    <a:pt x="3048" y="0"/>
                  </a:moveTo>
                  <a:lnTo>
                    <a:pt x="1607" y="8798"/>
                  </a:lnTo>
                  <a:lnTo>
                    <a:pt x="666" y="17240"/>
                  </a:lnTo>
                  <a:lnTo>
                    <a:pt x="154" y="25824"/>
                  </a:lnTo>
                  <a:lnTo>
                    <a:pt x="0" y="35052"/>
                  </a:lnTo>
                  <a:lnTo>
                    <a:pt x="488" y="44005"/>
                  </a:lnTo>
                  <a:lnTo>
                    <a:pt x="21336" y="72390"/>
                  </a:lnTo>
                  <a:lnTo>
                    <a:pt x="26670" y="70104"/>
                  </a:lnTo>
                  <a:lnTo>
                    <a:pt x="32027" y="65746"/>
                  </a:lnTo>
                  <a:lnTo>
                    <a:pt x="35814" y="59245"/>
                  </a:lnTo>
                  <a:lnTo>
                    <a:pt x="38457" y="51887"/>
                  </a:lnTo>
                  <a:lnTo>
                    <a:pt x="40386" y="44957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14"/>
            <p:cNvSpPr/>
            <p:nvPr/>
          </p:nvSpPr>
          <p:spPr>
            <a:xfrm>
              <a:off x="2250948" y="3454145"/>
              <a:ext cx="52705" cy="66675"/>
            </a:xfrm>
            <a:custGeom>
              <a:rect b="b" l="l" r="r" t="t"/>
              <a:pathLst>
                <a:path extrusionOk="0" h="66675" w="52705">
                  <a:moveTo>
                    <a:pt x="0" y="0"/>
                  </a:moveTo>
                  <a:lnTo>
                    <a:pt x="9001" y="4857"/>
                  </a:lnTo>
                  <a:lnTo>
                    <a:pt x="16573" y="8000"/>
                  </a:lnTo>
                  <a:lnTo>
                    <a:pt x="24431" y="9429"/>
                  </a:lnTo>
                  <a:lnTo>
                    <a:pt x="34290" y="9143"/>
                  </a:lnTo>
                  <a:lnTo>
                    <a:pt x="41148" y="9143"/>
                  </a:lnTo>
                  <a:lnTo>
                    <a:pt x="46482" y="6857"/>
                  </a:lnTo>
                  <a:lnTo>
                    <a:pt x="52577" y="3047"/>
                  </a:lnTo>
                  <a:lnTo>
                    <a:pt x="48006" y="8381"/>
                  </a:lnTo>
                  <a:lnTo>
                    <a:pt x="44958" y="12191"/>
                  </a:lnTo>
                  <a:lnTo>
                    <a:pt x="42672" y="19049"/>
                  </a:lnTo>
                  <a:lnTo>
                    <a:pt x="39671" y="26288"/>
                  </a:lnTo>
                  <a:lnTo>
                    <a:pt x="37528" y="34099"/>
                  </a:lnTo>
                  <a:lnTo>
                    <a:pt x="36242" y="42195"/>
                  </a:lnTo>
                  <a:lnTo>
                    <a:pt x="35814" y="50291"/>
                  </a:lnTo>
                  <a:lnTo>
                    <a:pt x="35814" y="51053"/>
                  </a:lnTo>
                  <a:lnTo>
                    <a:pt x="35814" y="66293"/>
                  </a:lnTo>
                  <a:lnTo>
                    <a:pt x="41910" y="61721"/>
                  </a:lnTo>
                  <a:lnTo>
                    <a:pt x="42672" y="60197"/>
                  </a:lnTo>
                  <a:lnTo>
                    <a:pt x="44196" y="57911"/>
                  </a:lnTo>
                  <a:lnTo>
                    <a:pt x="45720" y="55625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14"/>
            <p:cNvSpPr/>
            <p:nvPr/>
          </p:nvSpPr>
          <p:spPr>
            <a:xfrm>
              <a:off x="2178081" y="3499103"/>
              <a:ext cx="155575" cy="201295"/>
            </a:xfrm>
            <a:custGeom>
              <a:rect b="b" l="l" r="r" t="t"/>
              <a:pathLst>
                <a:path extrusionOk="0" h="201295" w="155575">
                  <a:moveTo>
                    <a:pt x="24860" y="0"/>
                  </a:moveTo>
                  <a:lnTo>
                    <a:pt x="2762" y="38100"/>
                  </a:lnTo>
                  <a:lnTo>
                    <a:pt x="0" y="77247"/>
                  </a:lnTo>
                  <a:lnTo>
                    <a:pt x="940" y="96928"/>
                  </a:lnTo>
                  <a:lnTo>
                    <a:pt x="8024" y="134790"/>
                  </a:lnTo>
                  <a:lnTo>
                    <a:pt x="24741" y="170152"/>
                  </a:lnTo>
                  <a:lnTo>
                    <a:pt x="68199" y="198977"/>
                  </a:lnTo>
                  <a:lnTo>
                    <a:pt x="85498" y="201227"/>
                  </a:lnTo>
                  <a:lnTo>
                    <a:pt x="102584" y="200405"/>
                  </a:lnTo>
                  <a:lnTo>
                    <a:pt x="117121" y="196572"/>
                  </a:lnTo>
                  <a:lnTo>
                    <a:pt x="130302" y="190309"/>
                  </a:lnTo>
                  <a:lnTo>
                    <a:pt x="142767" y="182618"/>
                  </a:lnTo>
                  <a:lnTo>
                    <a:pt x="155162" y="174497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1" name="Google Shape;1901;p14"/>
          <p:cNvGrpSpPr/>
          <p:nvPr/>
        </p:nvGrpSpPr>
        <p:grpSpPr>
          <a:xfrm>
            <a:off x="2310431" y="3123438"/>
            <a:ext cx="136986" cy="151257"/>
            <a:chOff x="2310431" y="3123438"/>
            <a:chExt cx="136986" cy="151257"/>
          </a:xfrm>
        </p:grpSpPr>
        <p:sp>
          <p:nvSpPr>
            <p:cNvPr id="1902" name="Google Shape;1902;p14"/>
            <p:cNvSpPr/>
            <p:nvPr/>
          </p:nvSpPr>
          <p:spPr>
            <a:xfrm>
              <a:off x="2408682" y="3123438"/>
              <a:ext cx="38735" cy="139700"/>
            </a:xfrm>
            <a:custGeom>
              <a:rect b="b" l="l" r="r" t="t"/>
              <a:pathLst>
                <a:path extrusionOk="0" h="139700" w="38735">
                  <a:moveTo>
                    <a:pt x="0" y="0"/>
                  </a:moveTo>
                  <a:lnTo>
                    <a:pt x="29718" y="38099"/>
                  </a:lnTo>
                  <a:lnTo>
                    <a:pt x="38290" y="79569"/>
                  </a:lnTo>
                  <a:lnTo>
                    <a:pt x="38100" y="93725"/>
                  </a:lnTo>
                  <a:lnTo>
                    <a:pt x="36933" y="104763"/>
                  </a:lnTo>
                  <a:lnTo>
                    <a:pt x="34480" y="115157"/>
                  </a:lnTo>
                  <a:lnTo>
                    <a:pt x="30599" y="125122"/>
                  </a:lnTo>
                  <a:lnTo>
                    <a:pt x="25146" y="134874"/>
                  </a:lnTo>
                  <a:lnTo>
                    <a:pt x="24384" y="136398"/>
                  </a:lnTo>
                  <a:lnTo>
                    <a:pt x="22860" y="137922"/>
                  </a:lnTo>
                  <a:lnTo>
                    <a:pt x="22098" y="139446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14"/>
            <p:cNvSpPr/>
            <p:nvPr/>
          </p:nvSpPr>
          <p:spPr>
            <a:xfrm>
              <a:off x="2310431" y="3181350"/>
              <a:ext cx="86995" cy="93345"/>
            </a:xfrm>
            <a:custGeom>
              <a:rect b="b" l="l" r="r" t="t"/>
              <a:pathLst>
                <a:path extrusionOk="0" h="93345" w="86994">
                  <a:moveTo>
                    <a:pt x="714" y="30479"/>
                  </a:moveTo>
                  <a:lnTo>
                    <a:pt x="0" y="39350"/>
                  </a:lnTo>
                  <a:lnTo>
                    <a:pt x="142" y="47148"/>
                  </a:lnTo>
                  <a:lnTo>
                    <a:pt x="1143" y="54804"/>
                  </a:lnTo>
                  <a:lnTo>
                    <a:pt x="21288" y="92963"/>
                  </a:lnTo>
                  <a:lnTo>
                    <a:pt x="23574" y="90677"/>
                  </a:lnTo>
                  <a:lnTo>
                    <a:pt x="29670" y="86867"/>
                  </a:lnTo>
                  <a:lnTo>
                    <a:pt x="31194" y="76199"/>
                  </a:lnTo>
                  <a:lnTo>
                    <a:pt x="32718" y="69341"/>
                  </a:lnTo>
                  <a:lnTo>
                    <a:pt x="33480" y="63245"/>
                  </a:lnTo>
                  <a:lnTo>
                    <a:pt x="34242" y="56387"/>
                  </a:lnTo>
                  <a:lnTo>
                    <a:pt x="35004" y="49529"/>
                  </a:lnTo>
                  <a:lnTo>
                    <a:pt x="35766" y="44957"/>
                  </a:lnTo>
                  <a:lnTo>
                    <a:pt x="35766" y="49529"/>
                  </a:lnTo>
                  <a:lnTo>
                    <a:pt x="36528" y="47243"/>
                  </a:lnTo>
                  <a:lnTo>
                    <a:pt x="39576" y="50291"/>
                  </a:lnTo>
                  <a:lnTo>
                    <a:pt x="42624" y="53339"/>
                  </a:lnTo>
                  <a:lnTo>
                    <a:pt x="44910" y="58673"/>
                  </a:lnTo>
                  <a:lnTo>
                    <a:pt x="47958" y="63245"/>
                  </a:lnTo>
                  <a:lnTo>
                    <a:pt x="52530" y="70865"/>
                  </a:lnTo>
                  <a:lnTo>
                    <a:pt x="58626" y="73913"/>
                  </a:lnTo>
                  <a:lnTo>
                    <a:pt x="63198" y="75437"/>
                  </a:lnTo>
                  <a:lnTo>
                    <a:pt x="71580" y="75437"/>
                  </a:lnTo>
                  <a:lnTo>
                    <a:pt x="75390" y="72389"/>
                  </a:lnTo>
                  <a:lnTo>
                    <a:pt x="81486" y="67817"/>
                  </a:lnTo>
                  <a:lnTo>
                    <a:pt x="83772" y="60197"/>
                  </a:lnTo>
                  <a:lnTo>
                    <a:pt x="85296" y="52577"/>
                  </a:lnTo>
                  <a:lnTo>
                    <a:pt x="86260" y="46827"/>
                  </a:lnTo>
                  <a:lnTo>
                    <a:pt x="86725" y="40290"/>
                  </a:lnTo>
                  <a:lnTo>
                    <a:pt x="86475" y="33611"/>
                  </a:lnTo>
                  <a:lnTo>
                    <a:pt x="85296" y="27431"/>
                  </a:lnTo>
                  <a:lnTo>
                    <a:pt x="83772" y="21335"/>
                  </a:lnTo>
                  <a:lnTo>
                    <a:pt x="79200" y="16763"/>
                  </a:lnTo>
                  <a:lnTo>
                    <a:pt x="74628" y="12191"/>
                  </a:lnTo>
                  <a:lnTo>
                    <a:pt x="71580" y="8381"/>
                  </a:lnTo>
                  <a:lnTo>
                    <a:pt x="70056" y="8381"/>
                  </a:lnTo>
                  <a:lnTo>
                    <a:pt x="69294" y="3047"/>
                  </a:lnTo>
                  <a:lnTo>
                    <a:pt x="69294" y="2285"/>
                  </a:lnTo>
                  <a:lnTo>
                    <a:pt x="69294" y="761"/>
                  </a:lnTo>
                  <a:lnTo>
                    <a:pt x="69294" y="0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4" name="Google Shape;1904;p14"/>
          <p:cNvSpPr/>
          <p:nvPr/>
        </p:nvSpPr>
        <p:spPr>
          <a:xfrm>
            <a:off x="2487929" y="3454146"/>
            <a:ext cx="40640" cy="133350"/>
          </a:xfrm>
          <a:custGeom>
            <a:rect b="b" l="l" r="r" t="t"/>
            <a:pathLst>
              <a:path extrusionOk="0" h="133350" w="40639">
                <a:moveTo>
                  <a:pt x="0" y="0"/>
                </a:moveTo>
                <a:lnTo>
                  <a:pt x="7512" y="8358"/>
                </a:lnTo>
                <a:lnTo>
                  <a:pt x="14954" y="16573"/>
                </a:lnTo>
                <a:lnTo>
                  <a:pt x="21967" y="25074"/>
                </a:lnTo>
                <a:lnTo>
                  <a:pt x="39338" y="70187"/>
                </a:lnTo>
                <a:lnTo>
                  <a:pt x="40386" y="83057"/>
                </a:lnTo>
                <a:lnTo>
                  <a:pt x="40255" y="96273"/>
                </a:lnTo>
                <a:lnTo>
                  <a:pt x="38766" y="108775"/>
                </a:lnTo>
                <a:lnTo>
                  <a:pt x="35992" y="120991"/>
                </a:lnTo>
                <a:lnTo>
                  <a:pt x="32004" y="133350"/>
                </a:lnTo>
              </a:path>
            </a:pathLst>
          </a:custGeom>
          <a:noFill/>
          <a:ln cap="flat" cmpd="sng" w="152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05" name="Google Shape;1905;p14"/>
          <p:cNvGrpSpPr/>
          <p:nvPr/>
        </p:nvGrpSpPr>
        <p:grpSpPr>
          <a:xfrm>
            <a:off x="2362200" y="3528060"/>
            <a:ext cx="138684" cy="79798"/>
            <a:chOff x="2362200" y="3528060"/>
            <a:chExt cx="138684" cy="79798"/>
          </a:xfrm>
        </p:grpSpPr>
        <p:sp>
          <p:nvSpPr>
            <p:cNvPr id="1906" name="Google Shape;1906;p14"/>
            <p:cNvSpPr/>
            <p:nvPr/>
          </p:nvSpPr>
          <p:spPr>
            <a:xfrm>
              <a:off x="2362200" y="3528060"/>
              <a:ext cx="60325" cy="66040"/>
            </a:xfrm>
            <a:custGeom>
              <a:rect b="b" l="l" r="r" t="t"/>
              <a:pathLst>
                <a:path extrusionOk="0" h="66039" w="60325">
                  <a:moveTo>
                    <a:pt x="5333" y="9144"/>
                  </a:moveTo>
                  <a:lnTo>
                    <a:pt x="2571" y="18478"/>
                  </a:lnTo>
                  <a:lnTo>
                    <a:pt x="952" y="26670"/>
                  </a:lnTo>
                  <a:lnTo>
                    <a:pt x="190" y="34861"/>
                  </a:lnTo>
                  <a:lnTo>
                    <a:pt x="0" y="44196"/>
                  </a:lnTo>
                  <a:lnTo>
                    <a:pt x="0" y="50292"/>
                  </a:lnTo>
                  <a:lnTo>
                    <a:pt x="0" y="60198"/>
                  </a:lnTo>
                  <a:lnTo>
                    <a:pt x="6857" y="62484"/>
                  </a:lnTo>
                  <a:lnTo>
                    <a:pt x="14477" y="65532"/>
                  </a:lnTo>
                  <a:lnTo>
                    <a:pt x="19049" y="59436"/>
                  </a:lnTo>
                  <a:lnTo>
                    <a:pt x="34289" y="27432"/>
                  </a:lnTo>
                  <a:lnTo>
                    <a:pt x="35051" y="26670"/>
                  </a:lnTo>
                  <a:lnTo>
                    <a:pt x="35051" y="25908"/>
                  </a:lnTo>
                  <a:lnTo>
                    <a:pt x="37337" y="27432"/>
                  </a:lnTo>
                  <a:lnTo>
                    <a:pt x="37337" y="26670"/>
                  </a:lnTo>
                  <a:lnTo>
                    <a:pt x="39623" y="31242"/>
                  </a:lnTo>
                  <a:lnTo>
                    <a:pt x="41147" y="35814"/>
                  </a:lnTo>
                  <a:lnTo>
                    <a:pt x="41909" y="39624"/>
                  </a:lnTo>
                  <a:lnTo>
                    <a:pt x="46481" y="42672"/>
                  </a:lnTo>
                  <a:lnTo>
                    <a:pt x="52577" y="46482"/>
                  </a:lnTo>
                  <a:lnTo>
                    <a:pt x="55625" y="38862"/>
                  </a:lnTo>
                  <a:lnTo>
                    <a:pt x="57149" y="34290"/>
                  </a:lnTo>
                  <a:lnTo>
                    <a:pt x="59435" y="27432"/>
                  </a:lnTo>
                  <a:lnTo>
                    <a:pt x="60197" y="21336"/>
                  </a:lnTo>
                  <a:lnTo>
                    <a:pt x="60197" y="13716"/>
                  </a:lnTo>
                  <a:lnTo>
                    <a:pt x="60197" y="9144"/>
                  </a:lnTo>
                  <a:lnTo>
                    <a:pt x="60197" y="4572"/>
                  </a:lnTo>
                  <a:lnTo>
                    <a:pt x="60197" y="0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14"/>
            <p:cNvSpPr/>
            <p:nvPr/>
          </p:nvSpPr>
          <p:spPr>
            <a:xfrm>
              <a:off x="2447544" y="3546264"/>
              <a:ext cx="53340" cy="61594"/>
            </a:xfrm>
            <a:custGeom>
              <a:rect b="b" l="l" r="r" t="t"/>
              <a:pathLst>
                <a:path extrusionOk="0" h="61595" w="53339">
                  <a:moveTo>
                    <a:pt x="0" y="1607"/>
                  </a:moveTo>
                  <a:lnTo>
                    <a:pt x="4024" y="1071"/>
                  </a:lnTo>
                  <a:lnTo>
                    <a:pt x="11620" y="178"/>
                  </a:lnTo>
                  <a:lnTo>
                    <a:pt x="19502" y="0"/>
                  </a:lnTo>
                  <a:lnTo>
                    <a:pt x="24384" y="1607"/>
                  </a:lnTo>
                  <a:lnTo>
                    <a:pt x="26670" y="5417"/>
                  </a:lnTo>
                  <a:lnTo>
                    <a:pt x="25146" y="16847"/>
                  </a:lnTo>
                  <a:lnTo>
                    <a:pt x="23622" y="20657"/>
                  </a:lnTo>
                  <a:lnTo>
                    <a:pt x="21097" y="26943"/>
                  </a:lnTo>
                  <a:lnTo>
                    <a:pt x="18288" y="33230"/>
                  </a:lnTo>
                  <a:lnTo>
                    <a:pt x="15478" y="39516"/>
                  </a:lnTo>
                  <a:lnTo>
                    <a:pt x="12954" y="45803"/>
                  </a:lnTo>
                  <a:lnTo>
                    <a:pt x="12192" y="48089"/>
                  </a:lnTo>
                  <a:lnTo>
                    <a:pt x="9906" y="55709"/>
                  </a:lnTo>
                  <a:lnTo>
                    <a:pt x="11430" y="58757"/>
                  </a:lnTo>
                  <a:lnTo>
                    <a:pt x="12954" y="61043"/>
                  </a:lnTo>
                  <a:lnTo>
                    <a:pt x="25908" y="60281"/>
                  </a:lnTo>
                  <a:lnTo>
                    <a:pt x="28194" y="60281"/>
                  </a:lnTo>
                  <a:lnTo>
                    <a:pt x="35980" y="56959"/>
                  </a:lnTo>
                  <a:lnTo>
                    <a:pt x="42481" y="51994"/>
                  </a:lnTo>
                  <a:lnTo>
                    <a:pt x="48125" y="46029"/>
                  </a:lnTo>
                  <a:lnTo>
                    <a:pt x="53340" y="39707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2" name="Google Shape;1912;p15"/>
          <p:cNvGrpSpPr/>
          <p:nvPr/>
        </p:nvGrpSpPr>
        <p:grpSpPr>
          <a:xfrm>
            <a:off x="4638293" y="2065019"/>
            <a:ext cx="358153" cy="269367"/>
            <a:chOff x="4638293" y="2065019"/>
            <a:chExt cx="358153" cy="269367"/>
          </a:xfrm>
        </p:grpSpPr>
        <p:sp>
          <p:nvSpPr>
            <p:cNvPr id="1913" name="Google Shape;1913;p15"/>
            <p:cNvSpPr/>
            <p:nvPr/>
          </p:nvSpPr>
          <p:spPr>
            <a:xfrm>
              <a:off x="4647723" y="2088641"/>
              <a:ext cx="24130" cy="245745"/>
            </a:xfrm>
            <a:custGeom>
              <a:rect b="b" l="l" r="r" t="t"/>
              <a:pathLst>
                <a:path extrusionOk="0" h="245744" w="24129">
                  <a:moveTo>
                    <a:pt x="2000" y="0"/>
                  </a:moveTo>
                  <a:lnTo>
                    <a:pt x="392" y="13358"/>
                  </a:lnTo>
                  <a:lnTo>
                    <a:pt x="0" y="26289"/>
                  </a:lnTo>
                  <a:lnTo>
                    <a:pt x="607" y="39219"/>
                  </a:lnTo>
                  <a:lnTo>
                    <a:pt x="2000" y="52577"/>
                  </a:lnTo>
                  <a:lnTo>
                    <a:pt x="5095" y="78736"/>
                  </a:lnTo>
                  <a:lnTo>
                    <a:pt x="8477" y="104679"/>
                  </a:lnTo>
                  <a:lnTo>
                    <a:pt x="11858" y="130480"/>
                  </a:lnTo>
                  <a:lnTo>
                    <a:pt x="14954" y="156210"/>
                  </a:lnTo>
                  <a:lnTo>
                    <a:pt x="16549" y="172092"/>
                  </a:lnTo>
                  <a:lnTo>
                    <a:pt x="18002" y="187833"/>
                  </a:lnTo>
                  <a:lnTo>
                    <a:pt x="19454" y="203573"/>
                  </a:lnTo>
                  <a:lnTo>
                    <a:pt x="21050" y="219456"/>
                  </a:lnTo>
                  <a:lnTo>
                    <a:pt x="21812" y="226314"/>
                  </a:lnTo>
                  <a:lnTo>
                    <a:pt x="22574" y="233172"/>
                  </a:lnTo>
                  <a:lnTo>
                    <a:pt x="23336" y="240029"/>
                  </a:lnTo>
                  <a:lnTo>
                    <a:pt x="23336" y="241554"/>
                  </a:lnTo>
                  <a:lnTo>
                    <a:pt x="24098" y="245364"/>
                  </a:lnTo>
                  <a:lnTo>
                    <a:pt x="23336" y="23850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15"/>
            <p:cNvSpPr/>
            <p:nvPr/>
          </p:nvSpPr>
          <p:spPr>
            <a:xfrm>
              <a:off x="4638293" y="2065019"/>
              <a:ext cx="177800" cy="253365"/>
            </a:xfrm>
            <a:custGeom>
              <a:rect b="b" l="l" r="r" t="t"/>
              <a:pathLst>
                <a:path extrusionOk="0" h="253364" w="177800">
                  <a:moveTo>
                    <a:pt x="0" y="17525"/>
                  </a:moveTo>
                  <a:lnTo>
                    <a:pt x="7096" y="7822"/>
                  </a:lnTo>
                  <a:lnTo>
                    <a:pt x="13906" y="2762"/>
                  </a:lnTo>
                  <a:lnTo>
                    <a:pt x="22717" y="702"/>
                  </a:lnTo>
                  <a:lnTo>
                    <a:pt x="35813" y="0"/>
                  </a:lnTo>
                  <a:lnTo>
                    <a:pt x="51196" y="654"/>
                  </a:lnTo>
                  <a:lnTo>
                    <a:pt x="94488" y="14477"/>
                  </a:lnTo>
                  <a:lnTo>
                    <a:pt x="128885" y="37087"/>
                  </a:lnTo>
                  <a:lnTo>
                    <a:pt x="140779" y="72389"/>
                  </a:lnTo>
                  <a:lnTo>
                    <a:pt x="138969" y="84558"/>
                  </a:lnTo>
                  <a:lnTo>
                    <a:pt x="118776" y="121348"/>
                  </a:lnTo>
                  <a:lnTo>
                    <a:pt x="86975" y="151995"/>
                  </a:lnTo>
                  <a:lnTo>
                    <a:pt x="52578" y="174497"/>
                  </a:lnTo>
                  <a:lnTo>
                    <a:pt x="45720" y="177545"/>
                  </a:lnTo>
                  <a:lnTo>
                    <a:pt x="39624" y="180593"/>
                  </a:lnTo>
                  <a:lnTo>
                    <a:pt x="32766" y="182879"/>
                  </a:lnTo>
                  <a:lnTo>
                    <a:pt x="45100" y="183201"/>
                  </a:lnTo>
                  <a:lnTo>
                    <a:pt x="57150" y="184308"/>
                  </a:lnTo>
                  <a:lnTo>
                    <a:pt x="93845" y="194833"/>
                  </a:lnTo>
                  <a:lnTo>
                    <a:pt x="128778" y="214121"/>
                  </a:lnTo>
                  <a:lnTo>
                    <a:pt x="137779" y="219420"/>
                  </a:lnTo>
                  <a:lnTo>
                    <a:pt x="146494" y="225075"/>
                  </a:lnTo>
                  <a:lnTo>
                    <a:pt x="154924" y="231159"/>
                  </a:lnTo>
                  <a:lnTo>
                    <a:pt x="163068" y="237743"/>
                  </a:lnTo>
                  <a:lnTo>
                    <a:pt x="167640" y="241553"/>
                  </a:lnTo>
                  <a:lnTo>
                    <a:pt x="172212" y="244601"/>
                  </a:lnTo>
                  <a:lnTo>
                    <a:pt x="175260" y="249173"/>
                  </a:lnTo>
                  <a:lnTo>
                    <a:pt x="177546" y="252983"/>
                  </a:lnTo>
                  <a:lnTo>
                    <a:pt x="174498" y="245363"/>
                  </a:lnTo>
                  <a:lnTo>
                    <a:pt x="172212" y="241553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15" name="Google Shape;191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64595" y="2068602"/>
              <a:ext cx="131851" cy="2494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16" name="Google Shape;19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2333" y="2107226"/>
            <a:ext cx="129279" cy="207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7" name="Google Shape;19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6545" y="2034658"/>
            <a:ext cx="276631" cy="2559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8" name="Google Shape;1918;p15"/>
          <p:cNvSpPr/>
          <p:nvPr/>
        </p:nvSpPr>
        <p:spPr>
          <a:xfrm>
            <a:off x="4834890" y="2382011"/>
            <a:ext cx="593090" cy="50800"/>
          </a:xfrm>
          <a:custGeom>
            <a:rect b="b" l="l" r="r" t="t"/>
            <a:pathLst>
              <a:path extrusionOk="0" h="50800" w="593089">
                <a:moveTo>
                  <a:pt x="0" y="50292"/>
                </a:moveTo>
                <a:lnTo>
                  <a:pt x="13716" y="50613"/>
                </a:lnTo>
                <a:lnTo>
                  <a:pt x="27432" y="50577"/>
                </a:lnTo>
                <a:lnTo>
                  <a:pt x="41148" y="50399"/>
                </a:lnTo>
                <a:lnTo>
                  <a:pt x="54864" y="50292"/>
                </a:lnTo>
                <a:lnTo>
                  <a:pt x="104013" y="49911"/>
                </a:lnTo>
                <a:lnTo>
                  <a:pt x="153162" y="47244"/>
                </a:lnTo>
                <a:lnTo>
                  <a:pt x="220979" y="40005"/>
                </a:lnTo>
                <a:lnTo>
                  <a:pt x="288798" y="30480"/>
                </a:lnTo>
                <a:lnTo>
                  <a:pt x="324814" y="24800"/>
                </a:lnTo>
                <a:lnTo>
                  <a:pt x="360902" y="19335"/>
                </a:lnTo>
                <a:lnTo>
                  <a:pt x="433578" y="9906"/>
                </a:lnTo>
                <a:lnTo>
                  <a:pt x="484727" y="5334"/>
                </a:lnTo>
                <a:lnTo>
                  <a:pt x="536448" y="3048"/>
                </a:lnTo>
                <a:lnTo>
                  <a:pt x="547878" y="2476"/>
                </a:lnTo>
                <a:lnTo>
                  <a:pt x="559308" y="1905"/>
                </a:lnTo>
                <a:lnTo>
                  <a:pt x="570738" y="1333"/>
                </a:lnTo>
                <a:lnTo>
                  <a:pt x="582168" y="762"/>
                </a:lnTo>
                <a:lnTo>
                  <a:pt x="585978" y="762"/>
                </a:lnTo>
                <a:lnTo>
                  <a:pt x="589026" y="762"/>
                </a:lnTo>
                <a:lnTo>
                  <a:pt x="592836" y="762"/>
                </a:lnTo>
                <a:lnTo>
                  <a:pt x="591312" y="762"/>
                </a:lnTo>
                <a:lnTo>
                  <a:pt x="592074" y="0"/>
                </a:lnTo>
                <a:lnTo>
                  <a:pt x="590550" y="0"/>
                </a:lnTo>
                <a:lnTo>
                  <a:pt x="585216" y="0"/>
                </a:lnTo>
                <a:lnTo>
                  <a:pt x="582930" y="0"/>
                </a:lnTo>
                <a:lnTo>
                  <a:pt x="579120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9" name="Google Shape;19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3448" y="2740901"/>
            <a:ext cx="174463" cy="163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0" name="Google Shape;19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07907" y="2747592"/>
            <a:ext cx="113563" cy="147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1" name="Google Shape;19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73261" y="3188480"/>
            <a:ext cx="103657" cy="1628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2" name="Google Shape;1922;p15"/>
          <p:cNvGrpSpPr/>
          <p:nvPr/>
        </p:nvGrpSpPr>
        <p:grpSpPr>
          <a:xfrm>
            <a:off x="2730245" y="3166180"/>
            <a:ext cx="277404" cy="166058"/>
            <a:chOff x="2730245" y="3166180"/>
            <a:chExt cx="277404" cy="166058"/>
          </a:xfrm>
        </p:grpSpPr>
        <p:sp>
          <p:nvSpPr>
            <p:cNvPr id="1923" name="Google Shape;1923;p15"/>
            <p:cNvSpPr/>
            <p:nvPr/>
          </p:nvSpPr>
          <p:spPr>
            <a:xfrm>
              <a:off x="2730245" y="3211067"/>
              <a:ext cx="8890" cy="112395"/>
            </a:xfrm>
            <a:custGeom>
              <a:rect b="b" l="l" r="r" t="t"/>
              <a:pathLst>
                <a:path extrusionOk="0" h="112395" w="8889">
                  <a:moveTo>
                    <a:pt x="0" y="0"/>
                  </a:moveTo>
                  <a:lnTo>
                    <a:pt x="1059" y="11191"/>
                  </a:lnTo>
                  <a:lnTo>
                    <a:pt x="2762" y="22098"/>
                  </a:lnTo>
                  <a:lnTo>
                    <a:pt x="4607" y="33004"/>
                  </a:lnTo>
                  <a:lnTo>
                    <a:pt x="6096" y="44196"/>
                  </a:lnTo>
                  <a:lnTo>
                    <a:pt x="8382" y="92202"/>
                  </a:lnTo>
                  <a:lnTo>
                    <a:pt x="8382" y="105918"/>
                  </a:lnTo>
                  <a:lnTo>
                    <a:pt x="8382" y="112014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24" name="Google Shape;1924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89478" y="3166180"/>
              <a:ext cx="218171" cy="16605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25" name="Google Shape;192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69812" y="3121139"/>
            <a:ext cx="122040" cy="148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6" name="Google Shape;192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79357" y="2534399"/>
            <a:ext cx="211099" cy="3353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7" name="Google Shape;1927;p15"/>
          <p:cNvGrpSpPr/>
          <p:nvPr/>
        </p:nvGrpSpPr>
        <p:grpSpPr>
          <a:xfrm>
            <a:off x="2312657" y="3107435"/>
            <a:ext cx="172999" cy="525793"/>
            <a:chOff x="2312657" y="3107435"/>
            <a:chExt cx="172999" cy="525793"/>
          </a:xfrm>
        </p:grpSpPr>
        <p:sp>
          <p:nvSpPr>
            <p:cNvPr id="1928" name="Google Shape;1928;p15"/>
            <p:cNvSpPr/>
            <p:nvPr/>
          </p:nvSpPr>
          <p:spPr>
            <a:xfrm>
              <a:off x="2377142" y="3107435"/>
              <a:ext cx="22860" cy="471805"/>
            </a:xfrm>
            <a:custGeom>
              <a:rect b="b" l="l" r="r" t="t"/>
              <a:pathLst>
                <a:path extrusionOk="0" h="471804" w="22860">
                  <a:moveTo>
                    <a:pt x="1821" y="0"/>
                  </a:moveTo>
                  <a:lnTo>
                    <a:pt x="833" y="15311"/>
                  </a:lnTo>
                  <a:lnTo>
                    <a:pt x="202" y="30480"/>
                  </a:lnTo>
                  <a:lnTo>
                    <a:pt x="0" y="45648"/>
                  </a:lnTo>
                  <a:lnTo>
                    <a:pt x="297" y="60960"/>
                  </a:lnTo>
                  <a:lnTo>
                    <a:pt x="1428" y="85534"/>
                  </a:lnTo>
                  <a:lnTo>
                    <a:pt x="2488" y="110108"/>
                  </a:lnTo>
                  <a:lnTo>
                    <a:pt x="3405" y="134683"/>
                  </a:lnTo>
                  <a:lnTo>
                    <a:pt x="4107" y="159258"/>
                  </a:lnTo>
                  <a:lnTo>
                    <a:pt x="4798" y="184284"/>
                  </a:lnTo>
                  <a:lnTo>
                    <a:pt x="5631" y="209169"/>
                  </a:lnTo>
                  <a:lnTo>
                    <a:pt x="6465" y="234053"/>
                  </a:lnTo>
                  <a:lnTo>
                    <a:pt x="7155" y="259079"/>
                  </a:lnTo>
                  <a:lnTo>
                    <a:pt x="8298" y="281249"/>
                  </a:lnTo>
                  <a:lnTo>
                    <a:pt x="9441" y="303276"/>
                  </a:lnTo>
                  <a:lnTo>
                    <a:pt x="10584" y="325302"/>
                  </a:lnTo>
                  <a:lnTo>
                    <a:pt x="11727" y="347472"/>
                  </a:lnTo>
                  <a:lnTo>
                    <a:pt x="12549" y="365188"/>
                  </a:lnTo>
                  <a:lnTo>
                    <a:pt x="13727" y="382905"/>
                  </a:lnTo>
                  <a:lnTo>
                    <a:pt x="15049" y="400621"/>
                  </a:lnTo>
                  <a:lnTo>
                    <a:pt x="16299" y="418338"/>
                  </a:lnTo>
                  <a:lnTo>
                    <a:pt x="16990" y="428744"/>
                  </a:lnTo>
                  <a:lnTo>
                    <a:pt x="17823" y="439292"/>
                  </a:lnTo>
                  <a:lnTo>
                    <a:pt x="18657" y="449841"/>
                  </a:lnTo>
                  <a:lnTo>
                    <a:pt x="19347" y="460248"/>
                  </a:lnTo>
                  <a:lnTo>
                    <a:pt x="20109" y="463295"/>
                  </a:lnTo>
                  <a:lnTo>
                    <a:pt x="19347" y="468630"/>
                  </a:lnTo>
                  <a:lnTo>
                    <a:pt x="20871" y="471678"/>
                  </a:lnTo>
                  <a:lnTo>
                    <a:pt x="21633" y="471678"/>
                  </a:lnTo>
                  <a:lnTo>
                    <a:pt x="22395" y="471678"/>
                  </a:lnTo>
                  <a:lnTo>
                    <a:pt x="22371" y="463796"/>
                  </a:lnTo>
                  <a:lnTo>
                    <a:pt x="22205" y="456056"/>
                  </a:lnTo>
                  <a:lnTo>
                    <a:pt x="21752" y="448317"/>
                  </a:lnTo>
                  <a:lnTo>
                    <a:pt x="20871" y="44043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29" name="Google Shape;1929;p1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312657" y="3496805"/>
              <a:ext cx="172999" cy="13642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30" name="Google Shape;1930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965947" y="3884532"/>
            <a:ext cx="208051" cy="163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1" name="Google Shape;1931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15705" y="3865613"/>
            <a:ext cx="241579" cy="115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2" name="Google Shape;1932;p15"/>
          <p:cNvGrpSpPr/>
          <p:nvPr/>
        </p:nvGrpSpPr>
        <p:grpSpPr>
          <a:xfrm>
            <a:off x="2754058" y="3728453"/>
            <a:ext cx="200990" cy="352184"/>
            <a:chOff x="2754058" y="3728453"/>
            <a:chExt cx="200990" cy="352184"/>
          </a:xfrm>
        </p:grpSpPr>
        <p:sp>
          <p:nvSpPr>
            <p:cNvPr id="1933" name="Google Shape;1933;p15"/>
            <p:cNvSpPr/>
            <p:nvPr/>
          </p:nvSpPr>
          <p:spPr>
            <a:xfrm>
              <a:off x="2754058" y="3810762"/>
              <a:ext cx="170815" cy="269875"/>
            </a:xfrm>
            <a:custGeom>
              <a:rect b="b" l="l" r="r" t="t"/>
              <a:pathLst>
                <a:path extrusionOk="0" h="269875" w="170814">
                  <a:moveTo>
                    <a:pt x="17335" y="0"/>
                  </a:moveTo>
                  <a:lnTo>
                    <a:pt x="4905" y="44255"/>
                  </a:lnTo>
                  <a:lnTo>
                    <a:pt x="928" y="84224"/>
                  </a:lnTo>
                  <a:lnTo>
                    <a:pt x="0" y="108966"/>
                  </a:lnTo>
                  <a:lnTo>
                    <a:pt x="500" y="133707"/>
                  </a:lnTo>
                  <a:lnTo>
                    <a:pt x="7453" y="179022"/>
                  </a:lnTo>
                  <a:lnTo>
                    <a:pt x="24074" y="219884"/>
                  </a:lnTo>
                  <a:lnTo>
                    <a:pt x="49018" y="249900"/>
                  </a:lnTo>
                  <a:lnTo>
                    <a:pt x="97345" y="268224"/>
                  </a:lnTo>
                  <a:lnTo>
                    <a:pt x="116812" y="269438"/>
                  </a:lnTo>
                  <a:lnTo>
                    <a:pt x="134778" y="267652"/>
                  </a:lnTo>
                  <a:lnTo>
                    <a:pt x="152316" y="263294"/>
                  </a:lnTo>
                  <a:lnTo>
                    <a:pt x="170497" y="256793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15"/>
            <p:cNvSpPr/>
            <p:nvPr/>
          </p:nvSpPr>
          <p:spPr>
            <a:xfrm>
              <a:off x="2826257" y="3868388"/>
              <a:ext cx="61594" cy="110489"/>
            </a:xfrm>
            <a:custGeom>
              <a:rect b="b" l="l" r="r" t="t"/>
              <a:pathLst>
                <a:path extrusionOk="0" h="110489" w="61594">
                  <a:moveTo>
                    <a:pt x="0" y="6381"/>
                  </a:moveTo>
                  <a:lnTo>
                    <a:pt x="10108" y="2083"/>
                  </a:lnTo>
                  <a:lnTo>
                    <a:pt x="18573" y="0"/>
                  </a:lnTo>
                  <a:lnTo>
                    <a:pt x="26896" y="916"/>
                  </a:lnTo>
                  <a:lnTo>
                    <a:pt x="59436" y="33051"/>
                  </a:lnTo>
                  <a:lnTo>
                    <a:pt x="61341" y="51339"/>
                  </a:lnTo>
                  <a:lnTo>
                    <a:pt x="59864" y="60698"/>
                  </a:lnTo>
                  <a:lnTo>
                    <a:pt x="37849" y="94487"/>
                  </a:lnTo>
                  <a:lnTo>
                    <a:pt x="12954" y="110013"/>
                  </a:lnTo>
                  <a:lnTo>
                    <a:pt x="13370" y="102619"/>
                  </a:lnTo>
                  <a:lnTo>
                    <a:pt x="14573" y="96011"/>
                  </a:lnTo>
                  <a:lnTo>
                    <a:pt x="16490" y="89546"/>
                  </a:lnTo>
                  <a:lnTo>
                    <a:pt x="19050" y="82581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35" name="Google Shape;1935;p1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872727" y="3728453"/>
              <a:ext cx="82321" cy="93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6" name="Google Shape;1936;p15"/>
            <p:cNvSpPr/>
            <p:nvPr/>
          </p:nvSpPr>
          <p:spPr>
            <a:xfrm>
              <a:off x="2887027" y="3867150"/>
              <a:ext cx="66675" cy="97790"/>
            </a:xfrm>
            <a:custGeom>
              <a:rect b="b" l="l" r="r" t="t"/>
              <a:pathLst>
                <a:path extrusionOk="0" h="97789" w="66675">
                  <a:moveTo>
                    <a:pt x="17716" y="0"/>
                  </a:moveTo>
                  <a:lnTo>
                    <a:pt x="4000" y="3810"/>
                  </a:lnTo>
                  <a:lnTo>
                    <a:pt x="2476" y="3810"/>
                  </a:lnTo>
                  <a:lnTo>
                    <a:pt x="952" y="19050"/>
                  </a:lnTo>
                  <a:lnTo>
                    <a:pt x="190" y="27872"/>
                  </a:lnTo>
                  <a:lnTo>
                    <a:pt x="0" y="37052"/>
                  </a:lnTo>
                  <a:lnTo>
                    <a:pt x="95" y="46374"/>
                  </a:lnTo>
                  <a:lnTo>
                    <a:pt x="8334" y="85629"/>
                  </a:lnTo>
                  <a:lnTo>
                    <a:pt x="35040" y="97571"/>
                  </a:lnTo>
                  <a:lnTo>
                    <a:pt x="41338" y="96774"/>
                  </a:lnTo>
                  <a:lnTo>
                    <a:pt x="48803" y="94583"/>
                  </a:lnTo>
                  <a:lnTo>
                    <a:pt x="55340" y="90677"/>
                  </a:lnTo>
                  <a:lnTo>
                    <a:pt x="61162" y="85629"/>
                  </a:lnTo>
                  <a:lnTo>
                    <a:pt x="66484" y="80009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37" name="Google Shape;1937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009887" y="3728453"/>
            <a:ext cx="198145" cy="23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8" name="Google Shape;1938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278873" y="3731501"/>
            <a:ext cx="132911" cy="15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9" name="Google Shape;1939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815238" y="4178795"/>
            <a:ext cx="89774" cy="14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0" name="Google Shape;1940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963661" y="4082021"/>
            <a:ext cx="174523" cy="2240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1" name="Google Shape;1941;p15"/>
          <p:cNvGrpSpPr/>
          <p:nvPr/>
        </p:nvGrpSpPr>
        <p:grpSpPr>
          <a:xfrm>
            <a:off x="3078979" y="3964673"/>
            <a:ext cx="305075" cy="276630"/>
            <a:chOff x="3078979" y="3964673"/>
            <a:chExt cx="305075" cy="276630"/>
          </a:xfrm>
        </p:grpSpPr>
        <p:pic>
          <p:nvPicPr>
            <p:cNvPr id="1942" name="Google Shape;1942;p1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078979" y="4107845"/>
              <a:ext cx="83333" cy="133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3" name="Google Shape;1943;p1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3204197" y="3964673"/>
              <a:ext cx="179857" cy="24538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4" name="Google Shape;1944;p15"/>
          <p:cNvGrpSpPr/>
          <p:nvPr/>
        </p:nvGrpSpPr>
        <p:grpSpPr>
          <a:xfrm>
            <a:off x="2417051" y="4445507"/>
            <a:ext cx="192811" cy="378727"/>
            <a:chOff x="2417051" y="4445507"/>
            <a:chExt cx="192811" cy="378727"/>
          </a:xfrm>
        </p:grpSpPr>
        <p:sp>
          <p:nvSpPr>
            <p:cNvPr id="1945" name="Google Shape;1945;p15"/>
            <p:cNvSpPr/>
            <p:nvPr/>
          </p:nvSpPr>
          <p:spPr>
            <a:xfrm>
              <a:off x="2479548" y="4445507"/>
              <a:ext cx="25400" cy="333375"/>
            </a:xfrm>
            <a:custGeom>
              <a:rect b="b" l="l" r="r" t="t"/>
              <a:pathLst>
                <a:path extrusionOk="0" h="333375" w="25400">
                  <a:moveTo>
                    <a:pt x="0" y="0"/>
                  </a:moveTo>
                  <a:lnTo>
                    <a:pt x="2476" y="18859"/>
                  </a:lnTo>
                  <a:lnTo>
                    <a:pt x="4381" y="37719"/>
                  </a:lnTo>
                  <a:lnTo>
                    <a:pt x="6000" y="56578"/>
                  </a:lnTo>
                  <a:lnTo>
                    <a:pt x="7620" y="75438"/>
                  </a:lnTo>
                  <a:lnTo>
                    <a:pt x="12763" y="131064"/>
                  </a:lnTo>
                  <a:lnTo>
                    <a:pt x="16764" y="186690"/>
                  </a:lnTo>
                  <a:lnTo>
                    <a:pt x="17907" y="210121"/>
                  </a:lnTo>
                  <a:lnTo>
                    <a:pt x="19050" y="233553"/>
                  </a:lnTo>
                  <a:lnTo>
                    <a:pt x="20193" y="256984"/>
                  </a:lnTo>
                  <a:lnTo>
                    <a:pt x="21336" y="280416"/>
                  </a:lnTo>
                  <a:lnTo>
                    <a:pt x="21907" y="292286"/>
                  </a:lnTo>
                  <a:lnTo>
                    <a:pt x="22479" y="303942"/>
                  </a:lnTo>
                  <a:lnTo>
                    <a:pt x="23050" y="315456"/>
                  </a:lnTo>
                  <a:lnTo>
                    <a:pt x="23622" y="326898"/>
                  </a:lnTo>
                  <a:lnTo>
                    <a:pt x="23622" y="330708"/>
                  </a:lnTo>
                  <a:lnTo>
                    <a:pt x="23622" y="332994"/>
                  </a:lnTo>
                  <a:lnTo>
                    <a:pt x="24384" y="329184"/>
                  </a:lnTo>
                  <a:lnTo>
                    <a:pt x="25146" y="323850"/>
                  </a:lnTo>
                  <a:lnTo>
                    <a:pt x="25146" y="320040"/>
                  </a:lnTo>
                  <a:lnTo>
                    <a:pt x="25146" y="313182"/>
                  </a:lnTo>
                  <a:lnTo>
                    <a:pt x="24384" y="307086"/>
                  </a:lnTo>
                  <a:lnTo>
                    <a:pt x="22860" y="30099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46" name="Google Shape;1946;p1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417051" y="4677905"/>
              <a:ext cx="192811" cy="14632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7" name="Google Shape;1947;p15"/>
          <p:cNvGrpSpPr/>
          <p:nvPr/>
        </p:nvGrpSpPr>
        <p:grpSpPr>
          <a:xfrm>
            <a:off x="2745473" y="4428731"/>
            <a:ext cx="601243" cy="201955"/>
            <a:chOff x="2745473" y="4428731"/>
            <a:chExt cx="601243" cy="201955"/>
          </a:xfrm>
        </p:grpSpPr>
        <p:pic>
          <p:nvPicPr>
            <p:cNvPr id="1948" name="Google Shape;1948;p1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45473" y="4477499"/>
              <a:ext cx="301015" cy="153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9" name="Google Shape;1949;p1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068561" y="4428731"/>
              <a:ext cx="278155" cy="1516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0" name="Google Shape;1950;p15"/>
          <p:cNvGrpSpPr/>
          <p:nvPr/>
        </p:nvGrpSpPr>
        <p:grpSpPr>
          <a:xfrm>
            <a:off x="3400805" y="4374343"/>
            <a:ext cx="525793" cy="250488"/>
            <a:chOff x="3400805" y="4374343"/>
            <a:chExt cx="525793" cy="250488"/>
          </a:xfrm>
        </p:grpSpPr>
        <p:sp>
          <p:nvSpPr>
            <p:cNvPr id="1951" name="Google Shape;1951;p15"/>
            <p:cNvSpPr/>
            <p:nvPr/>
          </p:nvSpPr>
          <p:spPr>
            <a:xfrm>
              <a:off x="3400805" y="4393691"/>
              <a:ext cx="43815" cy="231140"/>
            </a:xfrm>
            <a:custGeom>
              <a:rect b="b" l="l" r="r" t="t"/>
              <a:pathLst>
                <a:path extrusionOk="0" h="231139" w="43814">
                  <a:moveTo>
                    <a:pt x="43434" y="0"/>
                  </a:moveTo>
                  <a:lnTo>
                    <a:pt x="31861" y="53470"/>
                  </a:lnTo>
                  <a:lnTo>
                    <a:pt x="25634" y="93797"/>
                  </a:lnTo>
                  <a:lnTo>
                    <a:pt x="22383" y="115824"/>
                  </a:lnTo>
                  <a:lnTo>
                    <a:pt x="18990" y="137850"/>
                  </a:lnTo>
                  <a:lnTo>
                    <a:pt x="15240" y="160020"/>
                  </a:lnTo>
                  <a:lnTo>
                    <a:pt x="12263" y="174998"/>
                  </a:lnTo>
                  <a:lnTo>
                    <a:pt x="9144" y="190119"/>
                  </a:lnTo>
                  <a:lnTo>
                    <a:pt x="6024" y="205239"/>
                  </a:lnTo>
                  <a:lnTo>
                    <a:pt x="3048" y="220218"/>
                  </a:lnTo>
                  <a:lnTo>
                    <a:pt x="2286" y="224028"/>
                  </a:lnTo>
                  <a:lnTo>
                    <a:pt x="762" y="227076"/>
                  </a:lnTo>
                  <a:lnTo>
                    <a:pt x="0" y="230886"/>
                  </a:lnTo>
                  <a:lnTo>
                    <a:pt x="1524" y="224028"/>
                  </a:lnTo>
                  <a:lnTo>
                    <a:pt x="3810" y="217932"/>
                  </a:lnTo>
                  <a:lnTo>
                    <a:pt x="6096" y="21183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52" name="Google Shape;1952;p15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494519" y="4374343"/>
              <a:ext cx="432079" cy="17709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53" name="Google Shape;1953;p1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196071" y="5157203"/>
            <a:ext cx="157759" cy="137947"/>
          </a:xfrm>
          <a:prstGeom prst="rect">
            <a:avLst/>
          </a:prstGeom>
          <a:noFill/>
          <a:ln>
            <a:noFill/>
          </a:ln>
        </p:spPr>
      </p:pic>
      <p:sp>
        <p:nvSpPr>
          <p:cNvPr id="1954" name="Google Shape;1954;p15"/>
          <p:cNvSpPr/>
          <p:nvPr/>
        </p:nvSpPr>
        <p:spPr>
          <a:xfrm>
            <a:off x="2440685" y="5212079"/>
            <a:ext cx="71755" cy="15240"/>
          </a:xfrm>
          <a:custGeom>
            <a:rect b="b" l="l" r="r" t="t"/>
            <a:pathLst>
              <a:path extrusionOk="0" h="15239" w="71755">
                <a:moveTo>
                  <a:pt x="0" y="15239"/>
                </a:moveTo>
                <a:lnTo>
                  <a:pt x="11310" y="13835"/>
                </a:lnTo>
                <a:lnTo>
                  <a:pt x="22478" y="12001"/>
                </a:lnTo>
                <a:lnTo>
                  <a:pt x="33647" y="9882"/>
                </a:lnTo>
                <a:lnTo>
                  <a:pt x="44958" y="7619"/>
                </a:lnTo>
                <a:lnTo>
                  <a:pt x="52577" y="6857"/>
                </a:lnTo>
                <a:lnTo>
                  <a:pt x="59436" y="5333"/>
                </a:lnTo>
                <a:lnTo>
                  <a:pt x="66294" y="4571"/>
                </a:lnTo>
                <a:lnTo>
                  <a:pt x="71628" y="4571"/>
                </a:lnTo>
                <a:lnTo>
                  <a:pt x="67818" y="3809"/>
                </a:lnTo>
                <a:lnTo>
                  <a:pt x="66294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5" name="Google Shape;1955;p15"/>
          <p:cNvGrpSpPr/>
          <p:nvPr/>
        </p:nvGrpSpPr>
        <p:grpSpPr>
          <a:xfrm>
            <a:off x="2641854" y="5018447"/>
            <a:ext cx="469773" cy="324189"/>
            <a:chOff x="2641854" y="5018447"/>
            <a:chExt cx="469773" cy="324189"/>
          </a:xfrm>
        </p:grpSpPr>
        <p:pic>
          <p:nvPicPr>
            <p:cNvPr id="1956" name="Google Shape;1956;p15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2680703" y="5022329"/>
              <a:ext cx="156235" cy="2423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7" name="Google Shape;1957;p15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2881109" y="5018447"/>
              <a:ext cx="193382" cy="2142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8" name="Google Shape;1958;p15"/>
            <p:cNvSpPr/>
            <p:nvPr/>
          </p:nvSpPr>
          <p:spPr>
            <a:xfrm>
              <a:off x="2641854" y="5077206"/>
              <a:ext cx="182245" cy="265430"/>
            </a:xfrm>
            <a:custGeom>
              <a:rect b="b" l="l" r="r" t="t"/>
              <a:pathLst>
                <a:path extrusionOk="0" h="265429" w="182244">
                  <a:moveTo>
                    <a:pt x="48006" y="0"/>
                  </a:moveTo>
                  <a:lnTo>
                    <a:pt x="11465" y="44517"/>
                  </a:lnTo>
                  <a:lnTo>
                    <a:pt x="1916" y="85260"/>
                  </a:lnTo>
                  <a:lnTo>
                    <a:pt x="0" y="105917"/>
                  </a:lnTo>
                  <a:lnTo>
                    <a:pt x="214" y="128027"/>
                  </a:lnTo>
                  <a:lnTo>
                    <a:pt x="6643" y="169675"/>
                  </a:lnTo>
                  <a:lnTo>
                    <a:pt x="22764" y="209145"/>
                  </a:lnTo>
                  <a:lnTo>
                    <a:pt x="48006" y="240434"/>
                  </a:lnTo>
                  <a:lnTo>
                    <a:pt x="82819" y="260008"/>
                  </a:lnTo>
                  <a:lnTo>
                    <a:pt x="123491" y="265295"/>
                  </a:lnTo>
                  <a:lnTo>
                    <a:pt x="143256" y="263651"/>
                  </a:lnTo>
                  <a:lnTo>
                    <a:pt x="155971" y="260222"/>
                  </a:lnTo>
                  <a:lnTo>
                    <a:pt x="165544" y="257365"/>
                  </a:lnTo>
                  <a:lnTo>
                    <a:pt x="173688" y="254222"/>
                  </a:lnTo>
                  <a:lnTo>
                    <a:pt x="182118" y="249935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15"/>
            <p:cNvSpPr/>
            <p:nvPr/>
          </p:nvSpPr>
          <p:spPr>
            <a:xfrm>
              <a:off x="3098292" y="5147310"/>
              <a:ext cx="13335" cy="11430"/>
            </a:xfrm>
            <a:custGeom>
              <a:rect b="b" l="l" r="r" t="t"/>
              <a:pathLst>
                <a:path extrusionOk="0" h="11429" w="13335">
                  <a:moveTo>
                    <a:pt x="3810" y="2285"/>
                  </a:moveTo>
                  <a:lnTo>
                    <a:pt x="6096" y="1523"/>
                  </a:lnTo>
                  <a:lnTo>
                    <a:pt x="9144" y="761"/>
                  </a:lnTo>
                  <a:lnTo>
                    <a:pt x="11430" y="0"/>
                  </a:lnTo>
                  <a:lnTo>
                    <a:pt x="11430" y="3809"/>
                  </a:lnTo>
                  <a:lnTo>
                    <a:pt x="12954" y="6857"/>
                  </a:lnTo>
                  <a:lnTo>
                    <a:pt x="8382" y="9143"/>
                  </a:lnTo>
                  <a:lnTo>
                    <a:pt x="7620" y="9905"/>
                  </a:lnTo>
                  <a:lnTo>
                    <a:pt x="3048" y="11429"/>
                  </a:lnTo>
                  <a:lnTo>
                    <a:pt x="1524" y="9905"/>
                  </a:lnTo>
                  <a:lnTo>
                    <a:pt x="762" y="9143"/>
                  </a:lnTo>
                  <a:lnTo>
                    <a:pt x="0" y="7619"/>
                  </a:lnTo>
                  <a:lnTo>
                    <a:pt x="762" y="6095"/>
                  </a:lnTo>
                  <a:lnTo>
                    <a:pt x="762" y="3047"/>
                  </a:lnTo>
                  <a:lnTo>
                    <a:pt x="762" y="2285"/>
                  </a:lnTo>
                  <a:lnTo>
                    <a:pt x="3810" y="761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60" name="Google Shape;1960;p15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3196577" y="5046713"/>
            <a:ext cx="115849" cy="137185"/>
          </a:xfrm>
          <a:prstGeom prst="rect">
            <a:avLst/>
          </a:prstGeom>
          <a:noFill/>
          <a:ln>
            <a:noFill/>
          </a:ln>
        </p:spPr>
      </p:pic>
      <p:sp>
        <p:nvSpPr>
          <p:cNvPr id="1961" name="Google Shape;1961;p15"/>
          <p:cNvSpPr/>
          <p:nvPr/>
        </p:nvSpPr>
        <p:spPr>
          <a:xfrm>
            <a:off x="2168651" y="5378196"/>
            <a:ext cx="1179195" cy="73660"/>
          </a:xfrm>
          <a:custGeom>
            <a:rect b="b" l="l" r="r" t="t"/>
            <a:pathLst>
              <a:path extrusionOk="0" h="73660" w="1179195">
                <a:moveTo>
                  <a:pt x="0" y="60960"/>
                </a:moveTo>
                <a:lnTo>
                  <a:pt x="42433" y="71461"/>
                </a:lnTo>
                <a:lnTo>
                  <a:pt x="87510" y="73152"/>
                </a:lnTo>
                <a:lnTo>
                  <a:pt x="116967" y="73342"/>
                </a:lnTo>
                <a:lnTo>
                  <a:pt x="146423" y="73247"/>
                </a:lnTo>
                <a:lnTo>
                  <a:pt x="176022" y="73152"/>
                </a:lnTo>
                <a:lnTo>
                  <a:pt x="238887" y="72961"/>
                </a:lnTo>
                <a:lnTo>
                  <a:pt x="301752" y="69342"/>
                </a:lnTo>
                <a:lnTo>
                  <a:pt x="341506" y="65555"/>
                </a:lnTo>
                <a:lnTo>
                  <a:pt x="380904" y="61341"/>
                </a:lnTo>
                <a:lnTo>
                  <a:pt x="420159" y="57126"/>
                </a:lnTo>
                <a:lnTo>
                  <a:pt x="459486" y="53340"/>
                </a:lnTo>
                <a:lnTo>
                  <a:pt x="511492" y="48887"/>
                </a:lnTo>
                <a:lnTo>
                  <a:pt x="563499" y="45720"/>
                </a:lnTo>
                <a:lnTo>
                  <a:pt x="615505" y="43695"/>
                </a:lnTo>
                <a:lnTo>
                  <a:pt x="667512" y="42672"/>
                </a:lnTo>
                <a:lnTo>
                  <a:pt x="705790" y="41874"/>
                </a:lnTo>
                <a:lnTo>
                  <a:pt x="743997" y="41433"/>
                </a:lnTo>
                <a:lnTo>
                  <a:pt x="819912" y="39624"/>
                </a:lnTo>
                <a:lnTo>
                  <a:pt x="891444" y="34004"/>
                </a:lnTo>
                <a:lnTo>
                  <a:pt x="962406" y="26670"/>
                </a:lnTo>
                <a:lnTo>
                  <a:pt x="1016508" y="20574"/>
                </a:lnTo>
                <a:lnTo>
                  <a:pt x="1043630" y="17454"/>
                </a:lnTo>
                <a:lnTo>
                  <a:pt x="1070610" y="14478"/>
                </a:lnTo>
                <a:lnTo>
                  <a:pt x="1088338" y="12537"/>
                </a:lnTo>
                <a:lnTo>
                  <a:pt x="1106138" y="10382"/>
                </a:lnTo>
                <a:lnTo>
                  <a:pt x="1150691" y="6310"/>
                </a:lnTo>
                <a:lnTo>
                  <a:pt x="1167312" y="5786"/>
                </a:lnTo>
                <a:lnTo>
                  <a:pt x="1175766" y="6096"/>
                </a:lnTo>
                <a:lnTo>
                  <a:pt x="1176528" y="6096"/>
                </a:lnTo>
                <a:lnTo>
                  <a:pt x="1178052" y="6096"/>
                </a:lnTo>
                <a:lnTo>
                  <a:pt x="1178814" y="6096"/>
                </a:lnTo>
                <a:lnTo>
                  <a:pt x="1170503" y="6429"/>
                </a:lnTo>
                <a:lnTo>
                  <a:pt x="1163764" y="5334"/>
                </a:lnTo>
                <a:lnTo>
                  <a:pt x="1156739" y="3095"/>
                </a:lnTo>
                <a:lnTo>
                  <a:pt x="1147572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2" name="Google Shape;1962;p15"/>
          <p:cNvGrpSpPr/>
          <p:nvPr/>
        </p:nvGrpSpPr>
        <p:grpSpPr>
          <a:xfrm>
            <a:off x="2164829" y="5562587"/>
            <a:ext cx="495325" cy="170713"/>
            <a:chOff x="2164829" y="5562587"/>
            <a:chExt cx="495325" cy="170713"/>
          </a:xfrm>
        </p:grpSpPr>
        <p:pic>
          <p:nvPicPr>
            <p:cNvPr id="1963" name="Google Shape;1963;p15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2164829" y="5577827"/>
              <a:ext cx="184429" cy="1554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4" name="Google Shape;1964;p15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2373367" y="5567159"/>
              <a:ext cx="106193" cy="1356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5" name="Google Shape;1965;p15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2500871" y="5562587"/>
              <a:ext cx="159283" cy="1196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66" name="Google Shape;1966;p15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2847581" y="5523725"/>
            <a:ext cx="263677" cy="1486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7" name="Google Shape;1967;p15"/>
          <p:cNvGrpSpPr/>
          <p:nvPr/>
        </p:nvGrpSpPr>
        <p:grpSpPr>
          <a:xfrm>
            <a:off x="3213341" y="5481053"/>
            <a:ext cx="180619" cy="147091"/>
            <a:chOff x="3213341" y="5481053"/>
            <a:chExt cx="180619" cy="147091"/>
          </a:xfrm>
        </p:grpSpPr>
        <p:pic>
          <p:nvPicPr>
            <p:cNvPr id="1968" name="Google Shape;1968;p15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3213341" y="5500103"/>
              <a:ext cx="86893" cy="128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9" name="Google Shape;1969;p15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3322307" y="5481053"/>
              <a:ext cx="71653" cy="1280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70" name="Google Shape;1970;p15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2234171" y="5838050"/>
            <a:ext cx="491515" cy="155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1" name="Google Shape;1971;p15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2876727" y="5804903"/>
            <a:ext cx="238340" cy="128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2" name="Google Shape;1972;p15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3240011" y="5741752"/>
            <a:ext cx="317779" cy="163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3" name="Google Shape;1973;p15"/>
          <p:cNvGrpSpPr/>
          <p:nvPr/>
        </p:nvGrpSpPr>
        <p:grpSpPr>
          <a:xfrm>
            <a:off x="2452116" y="6017501"/>
            <a:ext cx="989850" cy="204240"/>
            <a:chOff x="2452116" y="6017501"/>
            <a:chExt cx="989850" cy="204240"/>
          </a:xfrm>
        </p:grpSpPr>
        <p:sp>
          <p:nvSpPr>
            <p:cNvPr id="1974" name="Google Shape;1974;p15"/>
            <p:cNvSpPr/>
            <p:nvPr/>
          </p:nvSpPr>
          <p:spPr>
            <a:xfrm>
              <a:off x="2452116" y="6096000"/>
              <a:ext cx="12700" cy="116205"/>
            </a:xfrm>
            <a:custGeom>
              <a:rect b="b" l="l" r="r" t="t"/>
              <a:pathLst>
                <a:path extrusionOk="0" h="116204" w="12700">
                  <a:moveTo>
                    <a:pt x="0" y="0"/>
                  </a:moveTo>
                  <a:lnTo>
                    <a:pt x="381" y="11429"/>
                  </a:lnTo>
                  <a:lnTo>
                    <a:pt x="1333" y="22859"/>
                  </a:lnTo>
                  <a:lnTo>
                    <a:pt x="2571" y="34290"/>
                  </a:lnTo>
                  <a:lnTo>
                    <a:pt x="3810" y="45720"/>
                  </a:lnTo>
                  <a:lnTo>
                    <a:pt x="4857" y="62519"/>
                  </a:lnTo>
                  <a:lnTo>
                    <a:pt x="5334" y="79533"/>
                  </a:lnTo>
                  <a:lnTo>
                    <a:pt x="6381" y="96404"/>
                  </a:lnTo>
                  <a:lnTo>
                    <a:pt x="9144" y="112776"/>
                  </a:lnTo>
                  <a:lnTo>
                    <a:pt x="9906" y="115062"/>
                  </a:lnTo>
                  <a:lnTo>
                    <a:pt x="9906" y="115823"/>
                  </a:lnTo>
                  <a:lnTo>
                    <a:pt x="12192" y="11506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75" name="Google Shape;1975;p15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2512301" y="6096689"/>
              <a:ext cx="282251" cy="1250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6" name="Google Shape;1976;p15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2817768" y="6075413"/>
              <a:ext cx="211194" cy="1265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7" name="Google Shape;1977;p15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3057619" y="6064745"/>
              <a:ext cx="142793" cy="119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8" name="Google Shape;1978;p15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3224866" y="6017501"/>
              <a:ext cx="217100" cy="14632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9" name="Google Shape;1979;p15"/>
          <p:cNvGrpSpPr/>
          <p:nvPr/>
        </p:nvGrpSpPr>
        <p:grpSpPr>
          <a:xfrm>
            <a:off x="6930376" y="2368283"/>
            <a:ext cx="534401" cy="192049"/>
            <a:chOff x="6930376" y="2368283"/>
            <a:chExt cx="534401" cy="192049"/>
          </a:xfrm>
        </p:grpSpPr>
        <p:pic>
          <p:nvPicPr>
            <p:cNvPr id="1980" name="Google Shape;1980;p15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6930376" y="2370474"/>
              <a:ext cx="122731" cy="1898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1" name="Google Shape;1981;p15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7081252" y="2403335"/>
              <a:ext cx="98323" cy="132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2" name="Google Shape;1982;p15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7206982" y="2368283"/>
              <a:ext cx="257795" cy="156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3" name="Google Shape;1983;p15"/>
          <p:cNvSpPr/>
          <p:nvPr/>
        </p:nvSpPr>
        <p:spPr>
          <a:xfrm>
            <a:off x="7521702" y="2406395"/>
            <a:ext cx="9525" cy="85090"/>
          </a:xfrm>
          <a:custGeom>
            <a:rect b="b" l="l" r="r" t="t"/>
            <a:pathLst>
              <a:path extrusionOk="0" h="85089" w="9525">
                <a:moveTo>
                  <a:pt x="0" y="0"/>
                </a:moveTo>
                <a:lnTo>
                  <a:pt x="2595" y="9608"/>
                </a:lnTo>
                <a:lnTo>
                  <a:pt x="5334" y="19145"/>
                </a:lnTo>
                <a:lnTo>
                  <a:pt x="7500" y="28825"/>
                </a:lnTo>
                <a:lnTo>
                  <a:pt x="8382" y="38862"/>
                </a:lnTo>
                <a:lnTo>
                  <a:pt x="8917" y="46982"/>
                </a:lnTo>
                <a:lnTo>
                  <a:pt x="9239" y="55244"/>
                </a:lnTo>
                <a:lnTo>
                  <a:pt x="9132" y="63507"/>
                </a:lnTo>
                <a:lnTo>
                  <a:pt x="8382" y="71628"/>
                </a:lnTo>
                <a:lnTo>
                  <a:pt x="8382" y="75438"/>
                </a:lnTo>
                <a:lnTo>
                  <a:pt x="6858" y="80010"/>
                </a:lnTo>
                <a:lnTo>
                  <a:pt x="5334" y="84582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4" name="Google Shape;1984;p15"/>
          <p:cNvGrpSpPr/>
          <p:nvPr/>
        </p:nvGrpSpPr>
        <p:grpSpPr>
          <a:xfrm>
            <a:off x="7601711" y="2330183"/>
            <a:ext cx="358153" cy="165128"/>
            <a:chOff x="7601711" y="2330183"/>
            <a:chExt cx="358153" cy="165128"/>
          </a:xfrm>
        </p:grpSpPr>
        <p:sp>
          <p:nvSpPr>
            <p:cNvPr id="1985" name="Google Shape;1985;p15"/>
            <p:cNvSpPr/>
            <p:nvPr/>
          </p:nvSpPr>
          <p:spPr>
            <a:xfrm>
              <a:off x="7602473" y="2383536"/>
              <a:ext cx="4445" cy="93345"/>
            </a:xfrm>
            <a:custGeom>
              <a:rect b="b" l="l" r="r" t="t"/>
              <a:pathLst>
                <a:path extrusionOk="0" h="93344" w="4445">
                  <a:moveTo>
                    <a:pt x="0" y="0"/>
                  </a:moveTo>
                  <a:lnTo>
                    <a:pt x="690" y="9834"/>
                  </a:lnTo>
                  <a:lnTo>
                    <a:pt x="1524" y="19812"/>
                  </a:lnTo>
                  <a:lnTo>
                    <a:pt x="2357" y="29789"/>
                  </a:lnTo>
                  <a:lnTo>
                    <a:pt x="3048" y="39624"/>
                  </a:lnTo>
                  <a:lnTo>
                    <a:pt x="3917" y="50482"/>
                  </a:lnTo>
                  <a:lnTo>
                    <a:pt x="4286" y="61341"/>
                  </a:lnTo>
                  <a:lnTo>
                    <a:pt x="4226" y="72199"/>
                  </a:lnTo>
                  <a:lnTo>
                    <a:pt x="3810" y="83058"/>
                  </a:lnTo>
                  <a:lnTo>
                    <a:pt x="3810" y="89154"/>
                  </a:lnTo>
                  <a:lnTo>
                    <a:pt x="2286" y="89154"/>
                  </a:lnTo>
                  <a:lnTo>
                    <a:pt x="762" y="92964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15"/>
            <p:cNvSpPr/>
            <p:nvPr/>
          </p:nvSpPr>
          <p:spPr>
            <a:xfrm>
              <a:off x="7601711" y="2363866"/>
              <a:ext cx="98425" cy="131445"/>
            </a:xfrm>
            <a:custGeom>
              <a:rect b="b" l="l" r="r" t="t"/>
              <a:pathLst>
                <a:path extrusionOk="0" h="131444" w="98425">
                  <a:moveTo>
                    <a:pt x="0" y="9001"/>
                  </a:moveTo>
                  <a:lnTo>
                    <a:pt x="11179" y="4381"/>
                  </a:lnTo>
                  <a:lnTo>
                    <a:pt x="21431" y="1190"/>
                  </a:lnTo>
                  <a:lnTo>
                    <a:pt x="31825" y="0"/>
                  </a:lnTo>
                  <a:lnTo>
                    <a:pt x="43434" y="1381"/>
                  </a:lnTo>
                  <a:lnTo>
                    <a:pt x="72663" y="28705"/>
                  </a:lnTo>
                  <a:lnTo>
                    <a:pt x="69437" y="39195"/>
                  </a:lnTo>
                  <a:lnTo>
                    <a:pt x="40195" y="69675"/>
                  </a:lnTo>
                  <a:lnTo>
                    <a:pt x="23622" y="81391"/>
                  </a:lnTo>
                  <a:lnTo>
                    <a:pt x="20574" y="83677"/>
                  </a:lnTo>
                  <a:lnTo>
                    <a:pt x="19050" y="82915"/>
                  </a:lnTo>
                  <a:lnTo>
                    <a:pt x="19050" y="85201"/>
                  </a:lnTo>
                  <a:lnTo>
                    <a:pt x="25908" y="84439"/>
                  </a:lnTo>
                  <a:lnTo>
                    <a:pt x="31242" y="83677"/>
                  </a:lnTo>
                  <a:lnTo>
                    <a:pt x="37338" y="82153"/>
                  </a:lnTo>
                  <a:lnTo>
                    <a:pt x="44767" y="81141"/>
                  </a:lnTo>
                  <a:lnTo>
                    <a:pt x="52197" y="80343"/>
                  </a:lnTo>
                  <a:lnTo>
                    <a:pt x="59626" y="79688"/>
                  </a:lnTo>
                  <a:lnTo>
                    <a:pt x="67056" y="79105"/>
                  </a:lnTo>
                  <a:lnTo>
                    <a:pt x="75438" y="79105"/>
                  </a:lnTo>
                  <a:lnTo>
                    <a:pt x="83820" y="79867"/>
                  </a:lnTo>
                  <a:lnTo>
                    <a:pt x="90678" y="85963"/>
                  </a:lnTo>
                  <a:lnTo>
                    <a:pt x="94488" y="89773"/>
                  </a:lnTo>
                  <a:lnTo>
                    <a:pt x="98298" y="96631"/>
                  </a:lnTo>
                  <a:lnTo>
                    <a:pt x="96012" y="102727"/>
                  </a:lnTo>
                  <a:lnTo>
                    <a:pt x="57519" y="125337"/>
                  </a:lnTo>
                  <a:lnTo>
                    <a:pt x="25908" y="130159"/>
                  </a:lnTo>
                  <a:lnTo>
                    <a:pt x="15240" y="130921"/>
                  </a:lnTo>
                  <a:lnTo>
                    <a:pt x="15240" y="129397"/>
                  </a:lnTo>
                  <a:lnTo>
                    <a:pt x="10668" y="121015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87" name="Google Shape;1987;p15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7750289" y="2341613"/>
              <a:ext cx="85369" cy="148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8" name="Google Shape;1988;p15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7864589" y="2330183"/>
              <a:ext cx="95275" cy="14251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89" name="Google Shape;1989;p15"/>
          <p:cNvGrpSpPr/>
          <p:nvPr/>
        </p:nvGrpSpPr>
        <p:grpSpPr>
          <a:xfrm>
            <a:off x="8244826" y="2239505"/>
            <a:ext cx="1050823" cy="210337"/>
            <a:chOff x="8244826" y="2239505"/>
            <a:chExt cx="1050823" cy="210337"/>
          </a:xfrm>
        </p:grpSpPr>
        <p:pic>
          <p:nvPicPr>
            <p:cNvPr id="1990" name="Google Shape;1990;p15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8244826" y="2308847"/>
              <a:ext cx="118897" cy="140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1" name="Google Shape;1991;p15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8401001" y="2285225"/>
              <a:ext cx="93787" cy="132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2" name="Google Shape;1992;p15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8526004" y="2263889"/>
              <a:ext cx="123469" cy="1265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3" name="Google Shape;1993;p15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8670784" y="2290928"/>
              <a:ext cx="79011" cy="103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4" name="Google Shape;1994;p15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8778226" y="2264627"/>
              <a:ext cx="89179" cy="1189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5" name="Google Shape;1995;p15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8893288" y="2251697"/>
              <a:ext cx="128803" cy="1211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6" name="Google Shape;1996;p15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9050260" y="2239505"/>
              <a:ext cx="245389" cy="1303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7" name="Google Shape;1997;p15"/>
          <p:cNvSpPr/>
          <p:nvPr/>
        </p:nvSpPr>
        <p:spPr>
          <a:xfrm>
            <a:off x="7094981" y="2590800"/>
            <a:ext cx="786765" cy="70485"/>
          </a:xfrm>
          <a:custGeom>
            <a:rect b="b" l="l" r="r" t="t"/>
            <a:pathLst>
              <a:path extrusionOk="0" h="70485" w="786765">
                <a:moveTo>
                  <a:pt x="3048" y="70104"/>
                </a:moveTo>
                <a:lnTo>
                  <a:pt x="2286" y="67818"/>
                </a:lnTo>
                <a:lnTo>
                  <a:pt x="1524" y="65532"/>
                </a:lnTo>
                <a:lnTo>
                  <a:pt x="0" y="63246"/>
                </a:lnTo>
                <a:lnTo>
                  <a:pt x="8691" y="61424"/>
                </a:lnTo>
                <a:lnTo>
                  <a:pt x="17526" y="59531"/>
                </a:lnTo>
                <a:lnTo>
                  <a:pt x="26360" y="57781"/>
                </a:lnTo>
                <a:lnTo>
                  <a:pt x="35052" y="56388"/>
                </a:lnTo>
                <a:lnTo>
                  <a:pt x="50613" y="54792"/>
                </a:lnTo>
                <a:lnTo>
                  <a:pt x="66389" y="53340"/>
                </a:lnTo>
                <a:lnTo>
                  <a:pt x="82307" y="51887"/>
                </a:lnTo>
                <a:lnTo>
                  <a:pt x="98298" y="50292"/>
                </a:lnTo>
                <a:lnTo>
                  <a:pt x="142875" y="46196"/>
                </a:lnTo>
                <a:lnTo>
                  <a:pt x="187452" y="42672"/>
                </a:lnTo>
                <a:lnTo>
                  <a:pt x="236220" y="39719"/>
                </a:lnTo>
                <a:lnTo>
                  <a:pt x="284988" y="37338"/>
                </a:lnTo>
                <a:lnTo>
                  <a:pt x="307967" y="36075"/>
                </a:lnTo>
                <a:lnTo>
                  <a:pt x="331089" y="34671"/>
                </a:lnTo>
                <a:lnTo>
                  <a:pt x="354210" y="33266"/>
                </a:lnTo>
                <a:lnTo>
                  <a:pt x="377190" y="32004"/>
                </a:lnTo>
                <a:lnTo>
                  <a:pt x="402907" y="30741"/>
                </a:lnTo>
                <a:lnTo>
                  <a:pt x="428625" y="29337"/>
                </a:lnTo>
                <a:lnTo>
                  <a:pt x="480060" y="26670"/>
                </a:lnTo>
                <a:lnTo>
                  <a:pt x="522351" y="24860"/>
                </a:lnTo>
                <a:lnTo>
                  <a:pt x="564642" y="23622"/>
                </a:lnTo>
                <a:lnTo>
                  <a:pt x="606552" y="22574"/>
                </a:lnTo>
                <a:lnTo>
                  <a:pt x="648462" y="22098"/>
                </a:lnTo>
                <a:lnTo>
                  <a:pt x="663451" y="21847"/>
                </a:lnTo>
                <a:lnTo>
                  <a:pt x="678656" y="21240"/>
                </a:lnTo>
                <a:lnTo>
                  <a:pt x="694003" y="20490"/>
                </a:lnTo>
                <a:lnTo>
                  <a:pt x="709422" y="19812"/>
                </a:lnTo>
                <a:lnTo>
                  <a:pt x="720149" y="18990"/>
                </a:lnTo>
                <a:lnTo>
                  <a:pt x="730662" y="17811"/>
                </a:lnTo>
                <a:lnTo>
                  <a:pt x="741033" y="16490"/>
                </a:lnTo>
                <a:lnTo>
                  <a:pt x="751332" y="15240"/>
                </a:lnTo>
                <a:lnTo>
                  <a:pt x="757737" y="14787"/>
                </a:lnTo>
                <a:lnTo>
                  <a:pt x="764286" y="14478"/>
                </a:lnTo>
                <a:lnTo>
                  <a:pt x="770834" y="14168"/>
                </a:lnTo>
                <a:lnTo>
                  <a:pt x="777240" y="13716"/>
                </a:lnTo>
                <a:lnTo>
                  <a:pt x="780288" y="12954"/>
                </a:lnTo>
                <a:lnTo>
                  <a:pt x="783336" y="12192"/>
                </a:lnTo>
                <a:lnTo>
                  <a:pt x="786384" y="12192"/>
                </a:lnTo>
                <a:lnTo>
                  <a:pt x="784098" y="9906"/>
                </a:lnTo>
                <a:lnTo>
                  <a:pt x="779526" y="6858"/>
                </a:lnTo>
                <a:lnTo>
                  <a:pt x="777240" y="5334"/>
                </a:lnTo>
                <a:lnTo>
                  <a:pt x="774954" y="3810"/>
                </a:lnTo>
                <a:lnTo>
                  <a:pt x="772668" y="1524"/>
                </a:lnTo>
                <a:lnTo>
                  <a:pt x="770382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15"/>
          <p:cNvSpPr/>
          <p:nvPr/>
        </p:nvSpPr>
        <p:spPr>
          <a:xfrm>
            <a:off x="8301228" y="2489454"/>
            <a:ext cx="1010919" cy="71120"/>
          </a:xfrm>
          <a:custGeom>
            <a:rect b="b" l="l" r="r" t="t"/>
            <a:pathLst>
              <a:path extrusionOk="0" h="71119" w="1010920">
                <a:moveTo>
                  <a:pt x="0" y="70866"/>
                </a:moveTo>
                <a:lnTo>
                  <a:pt x="12584" y="69592"/>
                </a:lnTo>
                <a:lnTo>
                  <a:pt x="25241" y="68103"/>
                </a:lnTo>
                <a:lnTo>
                  <a:pt x="38040" y="66472"/>
                </a:lnTo>
                <a:lnTo>
                  <a:pt x="51053" y="64770"/>
                </a:lnTo>
                <a:lnTo>
                  <a:pt x="71758" y="62888"/>
                </a:lnTo>
                <a:lnTo>
                  <a:pt x="92678" y="61722"/>
                </a:lnTo>
                <a:lnTo>
                  <a:pt x="113740" y="61126"/>
                </a:lnTo>
                <a:lnTo>
                  <a:pt x="134874" y="60960"/>
                </a:lnTo>
                <a:lnTo>
                  <a:pt x="159329" y="60829"/>
                </a:lnTo>
                <a:lnTo>
                  <a:pt x="183642" y="60483"/>
                </a:lnTo>
                <a:lnTo>
                  <a:pt x="207954" y="59995"/>
                </a:lnTo>
                <a:lnTo>
                  <a:pt x="232410" y="59436"/>
                </a:lnTo>
                <a:lnTo>
                  <a:pt x="256996" y="59174"/>
                </a:lnTo>
                <a:lnTo>
                  <a:pt x="281654" y="58483"/>
                </a:lnTo>
                <a:lnTo>
                  <a:pt x="306454" y="57507"/>
                </a:lnTo>
                <a:lnTo>
                  <a:pt x="331470" y="56388"/>
                </a:lnTo>
                <a:lnTo>
                  <a:pt x="353877" y="55566"/>
                </a:lnTo>
                <a:lnTo>
                  <a:pt x="376428" y="54387"/>
                </a:lnTo>
                <a:lnTo>
                  <a:pt x="398978" y="53066"/>
                </a:lnTo>
                <a:lnTo>
                  <a:pt x="421386" y="51816"/>
                </a:lnTo>
                <a:lnTo>
                  <a:pt x="445400" y="49851"/>
                </a:lnTo>
                <a:lnTo>
                  <a:pt x="469487" y="47529"/>
                </a:lnTo>
                <a:lnTo>
                  <a:pt x="493716" y="45065"/>
                </a:lnTo>
                <a:lnTo>
                  <a:pt x="518159" y="42672"/>
                </a:lnTo>
                <a:lnTo>
                  <a:pt x="535185" y="41421"/>
                </a:lnTo>
                <a:lnTo>
                  <a:pt x="552069" y="40100"/>
                </a:lnTo>
                <a:lnTo>
                  <a:pt x="568952" y="38921"/>
                </a:lnTo>
                <a:lnTo>
                  <a:pt x="585978" y="38100"/>
                </a:lnTo>
                <a:lnTo>
                  <a:pt x="606563" y="37980"/>
                </a:lnTo>
                <a:lnTo>
                  <a:pt x="627221" y="37719"/>
                </a:lnTo>
                <a:lnTo>
                  <a:pt x="648021" y="37457"/>
                </a:lnTo>
                <a:lnTo>
                  <a:pt x="669036" y="37338"/>
                </a:lnTo>
                <a:lnTo>
                  <a:pt x="684478" y="37218"/>
                </a:lnTo>
                <a:lnTo>
                  <a:pt x="699992" y="36957"/>
                </a:lnTo>
                <a:lnTo>
                  <a:pt x="715648" y="36695"/>
                </a:lnTo>
                <a:lnTo>
                  <a:pt x="731520" y="36576"/>
                </a:lnTo>
                <a:lnTo>
                  <a:pt x="744783" y="36111"/>
                </a:lnTo>
                <a:lnTo>
                  <a:pt x="784860" y="34290"/>
                </a:lnTo>
                <a:lnTo>
                  <a:pt x="816863" y="31623"/>
                </a:lnTo>
                <a:lnTo>
                  <a:pt x="832866" y="30218"/>
                </a:lnTo>
                <a:lnTo>
                  <a:pt x="848868" y="28956"/>
                </a:lnTo>
                <a:lnTo>
                  <a:pt x="865000" y="27277"/>
                </a:lnTo>
                <a:lnTo>
                  <a:pt x="881348" y="25812"/>
                </a:lnTo>
                <a:lnTo>
                  <a:pt x="897838" y="24776"/>
                </a:lnTo>
                <a:lnTo>
                  <a:pt x="914400" y="24384"/>
                </a:lnTo>
                <a:lnTo>
                  <a:pt x="921841" y="23812"/>
                </a:lnTo>
                <a:lnTo>
                  <a:pt x="929354" y="23241"/>
                </a:lnTo>
                <a:lnTo>
                  <a:pt x="937009" y="22669"/>
                </a:lnTo>
                <a:lnTo>
                  <a:pt x="944880" y="22098"/>
                </a:lnTo>
                <a:lnTo>
                  <a:pt x="952881" y="20847"/>
                </a:lnTo>
                <a:lnTo>
                  <a:pt x="960882" y="19526"/>
                </a:lnTo>
                <a:lnTo>
                  <a:pt x="968882" y="18347"/>
                </a:lnTo>
                <a:lnTo>
                  <a:pt x="976884" y="17526"/>
                </a:lnTo>
                <a:lnTo>
                  <a:pt x="983741" y="16764"/>
                </a:lnTo>
                <a:lnTo>
                  <a:pt x="990600" y="16002"/>
                </a:lnTo>
                <a:lnTo>
                  <a:pt x="997458" y="16002"/>
                </a:lnTo>
                <a:lnTo>
                  <a:pt x="1001268" y="16002"/>
                </a:lnTo>
                <a:lnTo>
                  <a:pt x="1005078" y="15240"/>
                </a:lnTo>
                <a:lnTo>
                  <a:pt x="1008888" y="15240"/>
                </a:lnTo>
                <a:lnTo>
                  <a:pt x="1008888" y="14478"/>
                </a:lnTo>
                <a:lnTo>
                  <a:pt x="1010412" y="13716"/>
                </a:lnTo>
                <a:lnTo>
                  <a:pt x="1008126" y="12192"/>
                </a:lnTo>
                <a:lnTo>
                  <a:pt x="1001470" y="9108"/>
                </a:lnTo>
                <a:lnTo>
                  <a:pt x="994314" y="6381"/>
                </a:lnTo>
                <a:lnTo>
                  <a:pt x="987016" y="3512"/>
                </a:lnTo>
                <a:lnTo>
                  <a:pt x="979932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9" name="Google Shape;1999;p15"/>
          <p:cNvGrpSpPr/>
          <p:nvPr/>
        </p:nvGrpSpPr>
        <p:grpSpPr>
          <a:xfrm>
            <a:off x="5477243" y="2915399"/>
            <a:ext cx="551713" cy="196299"/>
            <a:chOff x="5477243" y="2915399"/>
            <a:chExt cx="551713" cy="196299"/>
          </a:xfrm>
        </p:grpSpPr>
        <p:pic>
          <p:nvPicPr>
            <p:cNvPr id="2000" name="Google Shape;2000;p15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5477243" y="2958071"/>
              <a:ext cx="120421" cy="1536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1" name="Google Shape;2001;p15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5624309" y="2943593"/>
              <a:ext cx="101371" cy="152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2" name="Google Shape;2002;p15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5759183" y="2915399"/>
              <a:ext cx="269773" cy="16918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3" name="Google Shape;2003;p15"/>
          <p:cNvGrpSpPr/>
          <p:nvPr/>
        </p:nvGrpSpPr>
        <p:grpSpPr>
          <a:xfrm>
            <a:off x="6492227" y="2867393"/>
            <a:ext cx="701065" cy="195859"/>
            <a:chOff x="6492227" y="2867393"/>
            <a:chExt cx="701065" cy="195859"/>
          </a:xfrm>
        </p:grpSpPr>
        <p:pic>
          <p:nvPicPr>
            <p:cNvPr id="2004" name="Google Shape;2004;p15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6492227" y="2892539"/>
              <a:ext cx="171475" cy="170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5" name="Google Shape;2005;p15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6694919" y="2889491"/>
              <a:ext cx="272821" cy="128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6" name="Google Shape;2006;p15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6996671" y="2874251"/>
              <a:ext cx="100930" cy="123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7" name="Google Shape;2007;p15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7119353" y="2867393"/>
              <a:ext cx="73939" cy="12651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08" name="Google Shape;2008;p15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7238225" y="2854439"/>
            <a:ext cx="87655" cy="108991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15"/>
          <p:cNvSpPr/>
          <p:nvPr/>
        </p:nvSpPr>
        <p:spPr>
          <a:xfrm>
            <a:off x="7717535" y="2762547"/>
            <a:ext cx="112395" cy="351790"/>
          </a:xfrm>
          <a:custGeom>
            <a:rect b="b" l="l" r="r" t="t"/>
            <a:pathLst>
              <a:path extrusionOk="0" h="351789" w="112395">
                <a:moveTo>
                  <a:pt x="112014" y="27134"/>
                </a:moveTo>
                <a:lnTo>
                  <a:pt x="81879" y="2500"/>
                </a:lnTo>
                <a:lnTo>
                  <a:pt x="68663" y="0"/>
                </a:lnTo>
                <a:lnTo>
                  <a:pt x="62484" y="464"/>
                </a:lnTo>
                <a:lnTo>
                  <a:pt x="32920" y="33563"/>
                </a:lnTo>
                <a:lnTo>
                  <a:pt x="28956" y="61424"/>
                </a:lnTo>
                <a:lnTo>
                  <a:pt x="29670" y="68544"/>
                </a:lnTo>
                <a:lnTo>
                  <a:pt x="50196" y="94285"/>
                </a:lnTo>
                <a:lnTo>
                  <a:pt x="55066" y="99083"/>
                </a:lnTo>
                <a:lnTo>
                  <a:pt x="59436" y="104096"/>
                </a:lnTo>
                <a:lnTo>
                  <a:pt x="64008" y="110192"/>
                </a:lnTo>
                <a:lnTo>
                  <a:pt x="64770" y="116288"/>
                </a:lnTo>
                <a:lnTo>
                  <a:pt x="64008" y="123908"/>
                </a:lnTo>
                <a:lnTo>
                  <a:pt x="39933" y="157591"/>
                </a:lnTo>
                <a:lnTo>
                  <a:pt x="18288" y="174200"/>
                </a:lnTo>
                <a:lnTo>
                  <a:pt x="16002" y="176486"/>
                </a:lnTo>
                <a:lnTo>
                  <a:pt x="10668" y="177248"/>
                </a:lnTo>
                <a:lnTo>
                  <a:pt x="9144" y="180296"/>
                </a:lnTo>
                <a:lnTo>
                  <a:pt x="9144" y="181058"/>
                </a:lnTo>
                <a:lnTo>
                  <a:pt x="13716" y="182582"/>
                </a:lnTo>
                <a:lnTo>
                  <a:pt x="18288" y="184106"/>
                </a:lnTo>
                <a:lnTo>
                  <a:pt x="22860" y="184868"/>
                </a:lnTo>
                <a:lnTo>
                  <a:pt x="31242" y="187154"/>
                </a:lnTo>
                <a:lnTo>
                  <a:pt x="59864" y="220825"/>
                </a:lnTo>
                <a:lnTo>
                  <a:pt x="60198" y="231350"/>
                </a:lnTo>
                <a:lnTo>
                  <a:pt x="58209" y="240089"/>
                </a:lnTo>
                <a:lnTo>
                  <a:pt x="54006" y="248114"/>
                </a:lnTo>
                <a:lnTo>
                  <a:pt x="48517" y="255567"/>
                </a:lnTo>
                <a:lnTo>
                  <a:pt x="42672" y="262592"/>
                </a:lnTo>
                <a:lnTo>
                  <a:pt x="36266" y="270355"/>
                </a:lnTo>
                <a:lnTo>
                  <a:pt x="29718" y="277832"/>
                </a:lnTo>
                <a:lnTo>
                  <a:pt x="23169" y="285309"/>
                </a:lnTo>
                <a:lnTo>
                  <a:pt x="16764" y="293072"/>
                </a:lnTo>
                <a:lnTo>
                  <a:pt x="0" y="327362"/>
                </a:lnTo>
                <a:lnTo>
                  <a:pt x="3048" y="334220"/>
                </a:lnTo>
                <a:lnTo>
                  <a:pt x="9144" y="340316"/>
                </a:lnTo>
                <a:lnTo>
                  <a:pt x="23491" y="348424"/>
                </a:lnTo>
                <a:lnTo>
                  <a:pt x="39338" y="351460"/>
                </a:lnTo>
                <a:lnTo>
                  <a:pt x="55328" y="350067"/>
                </a:lnTo>
                <a:lnTo>
                  <a:pt x="70104" y="344888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0" name="Google Shape;2010;p15"/>
          <p:cNvGrpSpPr/>
          <p:nvPr/>
        </p:nvGrpSpPr>
        <p:grpSpPr>
          <a:xfrm>
            <a:off x="7909547" y="2857487"/>
            <a:ext cx="224053" cy="145567"/>
            <a:chOff x="7909547" y="2857487"/>
            <a:chExt cx="224053" cy="145567"/>
          </a:xfrm>
        </p:grpSpPr>
        <p:pic>
          <p:nvPicPr>
            <p:cNvPr id="2011" name="Google Shape;2011;p15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7909547" y="2857487"/>
              <a:ext cx="82321" cy="1021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2" name="Google Shape;2012;p15"/>
            <p:cNvSpPr/>
            <p:nvPr/>
          </p:nvSpPr>
          <p:spPr>
            <a:xfrm>
              <a:off x="8023860" y="2910839"/>
              <a:ext cx="11430" cy="47625"/>
            </a:xfrm>
            <a:custGeom>
              <a:rect b="b" l="l" r="r" t="t"/>
              <a:pathLst>
                <a:path extrusionOk="0" h="47625" w="11429">
                  <a:moveTo>
                    <a:pt x="0" y="0"/>
                  </a:moveTo>
                  <a:lnTo>
                    <a:pt x="2619" y="6536"/>
                  </a:lnTo>
                  <a:lnTo>
                    <a:pt x="5524" y="13430"/>
                  </a:lnTo>
                  <a:lnTo>
                    <a:pt x="8143" y="20466"/>
                  </a:lnTo>
                  <a:lnTo>
                    <a:pt x="9906" y="27432"/>
                  </a:lnTo>
                  <a:lnTo>
                    <a:pt x="11430" y="34290"/>
                  </a:lnTo>
                  <a:lnTo>
                    <a:pt x="10668" y="40386"/>
                  </a:lnTo>
                  <a:lnTo>
                    <a:pt x="10668" y="47244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13" name="Google Shape;2013;p15"/>
            <p:cNvPicPr preferRelativeResize="0"/>
            <p:nvPr/>
          </p:nvPicPr>
          <p:blipFill rotWithShape="1">
            <a:blip r:embed="rId64">
              <a:alphaModFix/>
            </a:blip>
            <a:srcRect b="0" l="0" r="0" t="0"/>
            <a:stretch/>
          </p:blipFill>
          <p:spPr>
            <a:xfrm>
              <a:off x="8064233" y="2926067"/>
              <a:ext cx="69367" cy="769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4" name="Google Shape;2014;p15"/>
          <p:cNvSpPr/>
          <p:nvPr/>
        </p:nvSpPr>
        <p:spPr>
          <a:xfrm>
            <a:off x="8358378" y="2876550"/>
            <a:ext cx="26034" cy="1270"/>
          </a:xfrm>
          <a:custGeom>
            <a:rect b="b" l="l" r="r" t="t"/>
            <a:pathLst>
              <a:path extrusionOk="0" h="1269" w="26034">
                <a:moveTo>
                  <a:pt x="0" y="0"/>
                </a:moveTo>
                <a:lnTo>
                  <a:pt x="6727" y="11"/>
                </a:lnTo>
                <a:lnTo>
                  <a:pt x="13239" y="95"/>
                </a:lnTo>
                <a:lnTo>
                  <a:pt x="19609" y="321"/>
                </a:lnTo>
                <a:lnTo>
                  <a:pt x="25908" y="761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5" name="Google Shape;2015;p15"/>
          <p:cNvGrpSpPr/>
          <p:nvPr/>
        </p:nvGrpSpPr>
        <p:grpSpPr>
          <a:xfrm>
            <a:off x="8676894" y="2657570"/>
            <a:ext cx="393192" cy="316865"/>
            <a:chOff x="8676894" y="2657570"/>
            <a:chExt cx="393192" cy="316865"/>
          </a:xfrm>
        </p:grpSpPr>
        <p:sp>
          <p:nvSpPr>
            <p:cNvPr id="2016" name="Google Shape;2016;p15"/>
            <p:cNvSpPr/>
            <p:nvPr/>
          </p:nvSpPr>
          <p:spPr>
            <a:xfrm>
              <a:off x="8676894" y="2883407"/>
              <a:ext cx="13335" cy="25400"/>
            </a:xfrm>
            <a:custGeom>
              <a:rect b="b" l="l" r="r" t="t"/>
              <a:pathLst>
                <a:path extrusionOk="0" h="25400" w="13334">
                  <a:moveTo>
                    <a:pt x="12953" y="0"/>
                  </a:moveTo>
                  <a:lnTo>
                    <a:pt x="13287" y="9822"/>
                  </a:lnTo>
                  <a:lnTo>
                    <a:pt x="12191" y="15716"/>
                  </a:lnTo>
                  <a:lnTo>
                    <a:pt x="8239" y="20038"/>
                  </a:lnTo>
                  <a:lnTo>
                    <a:pt x="0" y="2514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17" name="Google Shape;2017;p15"/>
            <p:cNvPicPr preferRelativeResize="0"/>
            <p:nvPr/>
          </p:nvPicPr>
          <p:blipFill rotWithShape="1">
            <a:blip r:embed="rId65">
              <a:alphaModFix/>
            </a:blip>
            <a:srcRect b="0" l="0" r="0" t="0"/>
            <a:stretch/>
          </p:blipFill>
          <p:spPr>
            <a:xfrm>
              <a:off x="8739365" y="2742425"/>
              <a:ext cx="189763" cy="1417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8" name="Google Shape;2018;p15"/>
            <p:cNvSpPr/>
            <p:nvPr/>
          </p:nvSpPr>
          <p:spPr>
            <a:xfrm>
              <a:off x="8929116" y="2657570"/>
              <a:ext cx="140970" cy="316865"/>
            </a:xfrm>
            <a:custGeom>
              <a:rect b="b" l="l" r="r" t="t"/>
              <a:pathLst>
                <a:path extrusionOk="0" h="316864" w="140970">
                  <a:moveTo>
                    <a:pt x="24383" y="6381"/>
                  </a:moveTo>
                  <a:lnTo>
                    <a:pt x="35873" y="1869"/>
                  </a:lnTo>
                  <a:lnTo>
                    <a:pt x="45434" y="0"/>
                  </a:lnTo>
                  <a:lnTo>
                    <a:pt x="55137" y="1131"/>
                  </a:lnTo>
                  <a:lnTo>
                    <a:pt x="94595" y="23193"/>
                  </a:lnTo>
                  <a:lnTo>
                    <a:pt x="111752" y="64639"/>
                  </a:lnTo>
                  <a:lnTo>
                    <a:pt x="112013" y="76485"/>
                  </a:lnTo>
                  <a:lnTo>
                    <a:pt x="111109" y="90404"/>
                  </a:lnTo>
                  <a:lnTo>
                    <a:pt x="108775" y="103822"/>
                  </a:lnTo>
                  <a:lnTo>
                    <a:pt x="105584" y="117097"/>
                  </a:lnTo>
                  <a:lnTo>
                    <a:pt x="102107" y="130587"/>
                  </a:lnTo>
                  <a:lnTo>
                    <a:pt x="99881" y="139172"/>
                  </a:lnTo>
                  <a:lnTo>
                    <a:pt x="98012" y="147827"/>
                  </a:lnTo>
                  <a:lnTo>
                    <a:pt x="96857" y="156626"/>
                  </a:lnTo>
                  <a:lnTo>
                    <a:pt x="96773" y="165639"/>
                  </a:lnTo>
                  <a:lnTo>
                    <a:pt x="97535" y="174021"/>
                  </a:lnTo>
                  <a:lnTo>
                    <a:pt x="103631" y="176307"/>
                  </a:lnTo>
                  <a:lnTo>
                    <a:pt x="111251" y="177069"/>
                  </a:lnTo>
                  <a:lnTo>
                    <a:pt x="119633" y="178593"/>
                  </a:lnTo>
                  <a:lnTo>
                    <a:pt x="126491" y="177831"/>
                  </a:lnTo>
                  <a:lnTo>
                    <a:pt x="134111" y="174783"/>
                  </a:lnTo>
                  <a:lnTo>
                    <a:pt x="136397" y="174021"/>
                  </a:lnTo>
                  <a:lnTo>
                    <a:pt x="140969" y="171735"/>
                  </a:lnTo>
                  <a:lnTo>
                    <a:pt x="140969" y="170973"/>
                  </a:lnTo>
                  <a:lnTo>
                    <a:pt x="132587" y="175545"/>
                  </a:lnTo>
                  <a:lnTo>
                    <a:pt x="129539" y="181641"/>
                  </a:lnTo>
                  <a:lnTo>
                    <a:pt x="124967" y="190023"/>
                  </a:lnTo>
                  <a:lnTo>
                    <a:pt x="120765" y="199203"/>
                  </a:lnTo>
                  <a:lnTo>
                    <a:pt x="118205" y="208597"/>
                  </a:lnTo>
                  <a:lnTo>
                    <a:pt x="116931" y="218420"/>
                  </a:lnTo>
                  <a:lnTo>
                    <a:pt x="116585" y="228885"/>
                  </a:lnTo>
                  <a:lnTo>
                    <a:pt x="116645" y="236648"/>
                  </a:lnTo>
                  <a:lnTo>
                    <a:pt x="117062" y="244125"/>
                  </a:lnTo>
                  <a:lnTo>
                    <a:pt x="118193" y="251602"/>
                  </a:lnTo>
                  <a:lnTo>
                    <a:pt x="120395" y="259365"/>
                  </a:lnTo>
                  <a:lnTo>
                    <a:pt x="123443" y="266223"/>
                  </a:lnTo>
                  <a:lnTo>
                    <a:pt x="125729" y="271557"/>
                  </a:lnTo>
                  <a:lnTo>
                    <a:pt x="125729" y="279177"/>
                  </a:lnTo>
                  <a:lnTo>
                    <a:pt x="125729" y="286797"/>
                  </a:lnTo>
                  <a:lnTo>
                    <a:pt x="123443" y="291369"/>
                  </a:lnTo>
                  <a:lnTo>
                    <a:pt x="83046" y="315015"/>
                  </a:lnTo>
                  <a:lnTo>
                    <a:pt x="64448" y="316777"/>
                  </a:lnTo>
                  <a:lnTo>
                    <a:pt x="54863" y="316515"/>
                  </a:lnTo>
                  <a:lnTo>
                    <a:pt x="16763" y="303561"/>
                  </a:lnTo>
                  <a:lnTo>
                    <a:pt x="8381" y="298227"/>
                  </a:lnTo>
                  <a:lnTo>
                    <a:pt x="5333" y="296703"/>
                  </a:lnTo>
                  <a:lnTo>
                    <a:pt x="0" y="292131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9" name="Google Shape;2019;p15"/>
          <p:cNvGrpSpPr/>
          <p:nvPr/>
        </p:nvGrpSpPr>
        <p:grpSpPr>
          <a:xfrm>
            <a:off x="9418307" y="2703576"/>
            <a:ext cx="163842" cy="131838"/>
            <a:chOff x="9418307" y="2703576"/>
            <a:chExt cx="163842" cy="131838"/>
          </a:xfrm>
        </p:grpSpPr>
        <p:pic>
          <p:nvPicPr>
            <p:cNvPr id="2020" name="Google Shape;2020;p15"/>
            <p:cNvPicPr preferRelativeResize="0"/>
            <p:nvPr/>
          </p:nvPicPr>
          <p:blipFill rotWithShape="1">
            <a:blip r:embed="rId66">
              <a:alphaModFix/>
            </a:blip>
            <a:srcRect b="0" l="0" r="0" t="0"/>
            <a:stretch/>
          </p:blipFill>
          <p:spPr>
            <a:xfrm>
              <a:off x="9418307" y="2714993"/>
              <a:ext cx="85369" cy="1204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1" name="Google Shape;2021;p15"/>
            <p:cNvSpPr/>
            <p:nvPr/>
          </p:nvSpPr>
          <p:spPr>
            <a:xfrm>
              <a:off x="9552431" y="2785872"/>
              <a:ext cx="6985" cy="44450"/>
            </a:xfrm>
            <a:custGeom>
              <a:rect b="b" l="l" r="r" t="t"/>
              <a:pathLst>
                <a:path extrusionOk="0" h="44450" w="6984">
                  <a:moveTo>
                    <a:pt x="0" y="0"/>
                  </a:moveTo>
                  <a:lnTo>
                    <a:pt x="2250" y="8584"/>
                  </a:lnTo>
                  <a:lnTo>
                    <a:pt x="4286" y="17240"/>
                  </a:lnTo>
                  <a:lnTo>
                    <a:pt x="5893" y="26038"/>
                  </a:lnTo>
                  <a:lnTo>
                    <a:pt x="6858" y="35052"/>
                  </a:lnTo>
                  <a:lnTo>
                    <a:pt x="6858" y="38100"/>
                  </a:lnTo>
                  <a:lnTo>
                    <a:pt x="6858" y="41148"/>
                  </a:lnTo>
                  <a:lnTo>
                    <a:pt x="6858" y="4419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15"/>
            <p:cNvSpPr/>
            <p:nvPr/>
          </p:nvSpPr>
          <p:spPr>
            <a:xfrm>
              <a:off x="9566909" y="2703576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3" name="Google Shape;2023;p15"/>
          <p:cNvGrpSpPr/>
          <p:nvPr/>
        </p:nvGrpSpPr>
        <p:grpSpPr>
          <a:xfrm>
            <a:off x="9636238" y="2571737"/>
            <a:ext cx="255295" cy="213575"/>
            <a:chOff x="9636238" y="2571737"/>
            <a:chExt cx="255295" cy="213575"/>
          </a:xfrm>
        </p:grpSpPr>
        <p:pic>
          <p:nvPicPr>
            <p:cNvPr id="2024" name="Google Shape;2024;p15"/>
            <p:cNvPicPr preferRelativeResize="0"/>
            <p:nvPr/>
          </p:nvPicPr>
          <p:blipFill rotWithShape="1">
            <a:blip r:embed="rId67">
              <a:alphaModFix/>
            </a:blip>
            <a:srcRect b="0" l="0" r="0" t="0"/>
            <a:stretch/>
          </p:blipFill>
          <p:spPr>
            <a:xfrm>
              <a:off x="9636238" y="2685275"/>
              <a:ext cx="86893" cy="1000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5" name="Google Shape;2025;p15"/>
            <p:cNvPicPr preferRelativeResize="0"/>
            <p:nvPr/>
          </p:nvPicPr>
          <p:blipFill rotWithShape="1">
            <a:blip r:embed="rId68">
              <a:alphaModFix/>
            </a:blip>
            <a:srcRect b="0" l="0" r="0" t="0"/>
            <a:stretch/>
          </p:blipFill>
          <p:spPr>
            <a:xfrm>
              <a:off x="9762730" y="2571737"/>
              <a:ext cx="128803" cy="2034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6" name="Google Shape;2026;p15"/>
          <p:cNvSpPr/>
          <p:nvPr/>
        </p:nvSpPr>
        <p:spPr>
          <a:xfrm>
            <a:off x="5663946" y="3896867"/>
            <a:ext cx="56515" cy="36195"/>
          </a:xfrm>
          <a:custGeom>
            <a:rect b="b" l="l" r="r" t="t"/>
            <a:pathLst>
              <a:path extrusionOk="0" h="36195" w="56514">
                <a:moveTo>
                  <a:pt x="16763" y="15239"/>
                </a:moveTo>
                <a:lnTo>
                  <a:pt x="15239" y="16001"/>
                </a:lnTo>
                <a:lnTo>
                  <a:pt x="14477" y="16001"/>
                </a:lnTo>
                <a:lnTo>
                  <a:pt x="12953" y="16001"/>
                </a:lnTo>
                <a:lnTo>
                  <a:pt x="13715" y="13715"/>
                </a:lnTo>
                <a:lnTo>
                  <a:pt x="12953" y="12191"/>
                </a:lnTo>
                <a:lnTo>
                  <a:pt x="15239" y="10667"/>
                </a:lnTo>
                <a:lnTo>
                  <a:pt x="17525" y="8381"/>
                </a:lnTo>
                <a:lnTo>
                  <a:pt x="20573" y="8381"/>
                </a:lnTo>
                <a:lnTo>
                  <a:pt x="23621" y="8381"/>
                </a:lnTo>
                <a:lnTo>
                  <a:pt x="28193" y="8381"/>
                </a:lnTo>
                <a:lnTo>
                  <a:pt x="32003" y="10667"/>
                </a:lnTo>
                <a:lnTo>
                  <a:pt x="35051" y="14477"/>
                </a:lnTo>
                <a:lnTo>
                  <a:pt x="36575" y="16763"/>
                </a:lnTo>
                <a:lnTo>
                  <a:pt x="38099" y="22097"/>
                </a:lnTo>
                <a:lnTo>
                  <a:pt x="37337" y="25145"/>
                </a:lnTo>
                <a:lnTo>
                  <a:pt x="34289" y="31241"/>
                </a:lnTo>
                <a:lnTo>
                  <a:pt x="24383" y="32003"/>
                </a:lnTo>
                <a:lnTo>
                  <a:pt x="19049" y="32765"/>
                </a:lnTo>
                <a:lnTo>
                  <a:pt x="15239" y="33527"/>
                </a:lnTo>
                <a:lnTo>
                  <a:pt x="7619" y="35813"/>
                </a:lnTo>
                <a:lnTo>
                  <a:pt x="3809" y="32765"/>
                </a:lnTo>
                <a:lnTo>
                  <a:pt x="0" y="29717"/>
                </a:lnTo>
                <a:lnTo>
                  <a:pt x="3809" y="17525"/>
                </a:lnTo>
                <a:lnTo>
                  <a:pt x="6095" y="14477"/>
                </a:lnTo>
                <a:lnTo>
                  <a:pt x="46481" y="0"/>
                </a:lnTo>
                <a:lnTo>
                  <a:pt x="51053" y="4571"/>
                </a:lnTo>
                <a:lnTo>
                  <a:pt x="54101" y="7619"/>
                </a:lnTo>
                <a:lnTo>
                  <a:pt x="56387" y="14477"/>
                </a:lnTo>
                <a:lnTo>
                  <a:pt x="54101" y="18287"/>
                </a:lnTo>
                <a:lnTo>
                  <a:pt x="51053" y="23621"/>
                </a:lnTo>
                <a:lnTo>
                  <a:pt x="41147" y="28955"/>
                </a:lnTo>
                <a:lnTo>
                  <a:pt x="35813" y="30479"/>
                </a:lnTo>
                <a:lnTo>
                  <a:pt x="32765" y="32003"/>
                </a:lnTo>
                <a:lnTo>
                  <a:pt x="23621" y="33527"/>
                </a:lnTo>
                <a:lnTo>
                  <a:pt x="20573" y="30479"/>
                </a:lnTo>
                <a:lnTo>
                  <a:pt x="18287" y="28193"/>
                </a:lnTo>
                <a:lnTo>
                  <a:pt x="19049" y="15239"/>
                </a:lnTo>
                <a:lnTo>
                  <a:pt x="20573" y="12191"/>
                </a:lnTo>
                <a:lnTo>
                  <a:pt x="22097" y="6857"/>
                </a:lnTo>
                <a:lnTo>
                  <a:pt x="28193" y="3047"/>
                </a:lnTo>
                <a:lnTo>
                  <a:pt x="34289" y="3047"/>
                </a:lnTo>
                <a:lnTo>
                  <a:pt x="38861" y="2285"/>
                </a:lnTo>
                <a:lnTo>
                  <a:pt x="44957" y="2285"/>
                </a:lnTo>
                <a:lnTo>
                  <a:pt x="48005" y="7619"/>
                </a:lnTo>
                <a:lnTo>
                  <a:pt x="49529" y="10667"/>
                </a:lnTo>
                <a:lnTo>
                  <a:pt x="50291" y="16763"/>
                </a:lnTo>
                <a:lnTo>
                  <a:pt x="48005" y="19811"/>
                </a:lnTo>
                <a:lnTo>
                  <a:pt x="44195" y="24383"/>
                </a:lnTo>
                <a:lnTo>
                  <a:pt x="37337" y="28193"/>
                </a:lnTo>
                <a:lnTo>
                  <a:pt x="31241" y="29717"/>
                </a:lnTo>
                <a:lnTo>
                  <a:pt x="26669" y="31241"/>
                </a:lnTo>
                <a:lnTo>
                  <a:pt x="22859" y="30479"/>
                </a:lnTo>
                <a:lnTo>
                  <a:pt x="20573" y="26669"/>
                </a:lnTo>
                <a:lnTo>
                  <a:pt x="19811" y="25145"/>
                </a:lnTo>
                <a:lnTo>
                  <a:pt x="19049" y="18287"/>
                </a:lnTo>
                <a:lnTo>
                  <a:pt x="20573" y="16763"/>
                </a:lnTo>
                <a:lnTo>
                  <a:pt x="22859" y="14477"/>
                </a:lnTo>
                <a:lnTo>
                  <a:pt x="27431" y="15239"/>
                </a:lnTo>
                <a:lnTo>
                  <a:pt x="29717" y="15239"/>
                </a:lnTo>
                <a:lnTo>
                  <a:pt x="31241" y="15239"/>
                </a:lnTo>
                <a:lnTo>
                  <a:pt x="32003" y="15239"/>
                </a:lnTo>
                <a:lnTo>
                  <a:pt x="33527" y="15239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7" name="Google Shape;2027;p15"/>
          <p:cNvPicPr preferRelativeResize="0"/>
          <p:nvPr/>
        </p:nvPicPr>
        <p:blipFill rotWithShape="1">
          <a:blip r:embed="rId69">
            <a:alphaModFix/>
          </a:blip>
          <a:srcRect b="0" l="0" r="0" t="0"/>
          <a:stretch/>
        </p:blipFill>
        <p:spPr>
          <a:xfrm>
            <a:off x="5913869" y="3821774"/>
            <a:ext cx="131089" cy="2191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8" name="Google Shape;2028;p15"/>
          <p:cNvGrpSpPr/>
          <p:nvPr/>
        </p:nvGrpSpPr>
        <p:grpSpPr>
          <a:xfrm>
            <a:off x="6109716" y="3855230"/>
            <a:ext cx="278701" cy="143758"/>
            <a:chOff x="6109716" y="3855230"/>
            <a:chExt cx="278701" cy="143758"/>
          </a:xfrm>
        </p:grpSpPr>
        <p:sp>
          <p:nvSpPr>
            <p:cNvPr id="2029" name="Google Shape;2029;p15"/>
            <p:cNvSpPr/>
            <p:nvPr/>
          </p:nvSpPr>
          <p:spPr>
            <a:xfrm>
              <a:off x="6109716" y="3902201"/>
              <a:ext cx="5715" cy="95250"/>
            </a:xfrm>
            <a:custGeom>
              <a:rect b="b" l="l" r="r" t="t"/>
              <a:pathLst>
                <a:path extrusionOk="0" h="95250" w="5714">
                  <a:moveTo>
                    <a:pt x="0" y="0"/>
                  </a:moveTo>
                  <a:lnTo>
                    <a:pt x="678" y="12120"/>
                  </a:lnTo>
                  <a:lnTo>
                    <a:pt x="1428" y="24384"/>
                  </a:lnTo>
                  <a:lnTo>
                    <a:pt x="2035" y="36647"/>
                  </a:lnTo>
                  <a:lnTo>
                    <a:pt x="2286" y="48768"/>
                  </a:lnTo>
                  <a:lnTo>
                    <a:pt x="2071" y="59626"/>
                  </a:lnTo>
                  <a:lnTo>
                    <a:pt x="1714" y="70485"/>
                  </a:lnTo>
                  <a:lnTo>
                    <a:pt x="1643" y="81343"/>
                  </a:lnTo>
                  <a:lnTo>
                    <a:pt x="2286" y="92202"/>
                  </a:lnTo>
                  <a:lnTo>
                    <a:pt x="3048" y="94488"/>
                  </a:lnTo>
                  <a:lnTo>
                    <a:pt x="3048" y="95250"/>
                  </a:lnTo>
                  <a:lnTo>
                    <a:pt x="5334" y="9525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30" name="Google Shape;2030;p15"/>
            <p:cNvPicPr preferRelativeResize="0"/>
            <p:nvPr/>
          </p:nvPicPr>
          <p:blipFill rotWithShape="1">
            <a:blip r:embed="rId70">
              <a:alphaModFix/>
            </a:blip>
            <a:srcRect b="0" l="0" r="0" t="0"/>
            <a:stretch/>
          </p:blipFill>
          <p:spPr>
            <a:xfrm>
              <a:off x="6154661" y="3857993"/>
              <a:ext cx="105943" cy="140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1" name="Google Shape;2031;p15"/>
            <p:cNvPicPr preferRelativeResize="0"/>
            <p:nvPr/>
          </p:nvPicPr>
          <p:blipFill rotWithShape="1">
            <a:blip r:embed="rId71">
              <a:alphaModFix/>
            </a:blip>
            <a:srcRect b="0" l="0" r="0" t="0"/>
            <a:stretch/>
          </p:blipFill>
          <p:spPr>
            <a:xfrm>
              <a:off x="6285725" y="3855230"/>
              <a:ext cx="102692" cy="1384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2" name="Google Shape;2032;p15"/>
          <p:cNvGrpSpPr/>
          <p:nvPr/>
        </p:nvGrpSpPr>
        <p:grpSpPr>
          <a:xfrm>
            <a:off x="6701789" y="3775710"/>
            <a:ext cx="34417" cy="45720"/>
            <a:chOff x="6701789" y="3775710"/>
            <a:chExt cx="34417" cy="45720"/>
          </a:xfrm>
        </p:grpSpPr>
        <p:sp>
          <p:nvSpPr>
            <p:cNvPr id="2033" name="Google Shape;2033;p15"/>
            <p:cNvSpPr/>
            <p:nvPr/>
          </p:nvSpPr>
          <p:spPr>
            <a:xfrm>
              <a:off x="6701789" y="3775710"/>
              <a:ext cx="8890" cy="45720"/>
            </a:xfrm>
            <a:custGeom>
              <a:rect b="b" l="l" r="r" t="t"/>
              <a:pathLst>
                <a:path extrusionOk="0" h="45720" w="8890">
                  <a:moveTo>
                    <a:pt x="761" y="0"/>
                  </a:moveTo>
                  <a:lnTo>
                    <a:pt x="0" y="4572"/>
                  </a:lnTo>
                  <a:lnTo>
                    <a:pt x="0" y="9144"/>
                  </a:lnTo>
                  <a:lnTo>
                    <a:pt x="0" y="14478"/>
                  </a:lnTo>
                  <a:lnTo>
                    <a:pt x="0" y="22098"/>
                  </a:lnTo>
                  <a:lnTo>
                    <a:pt x="2285" y="30480"/>
                  </a:lnTo>
                  <a:lnTo>
                    <a:pt x="4571" y="38100"/>
                  </a:lnTo>
                  <a:lnTo>
                    <a:pt x="5333" y="41910"/>
                  </a:lnTo>
                  <a:lnTo>
                    <a:pt x="6857" y="43434"/>
                  </a:lnTo>
                  <a:lnTo>
                    <a:pt x="8381" y="4572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15"/>
            <p:cNvSpPr/>
            <p:nvPr/>
          </p:nvSpPr>
          <p:spPr>
            <a:xfrm>
              <a:off x="6725411" y="3777234"/>
              <a:ext cx="10795" cy="32384"/>
            </a:xfrm>
            <a:custGeom>
              <a:rect b="b" l="l" r="r" t="t"/>
              <a:pathLst>
                <a:path extrusionOk="0" h="32385" w="10795">
                  <a:moveTo>
                    <a:pt x="0" y="0"/>
                  </a:moveTo>
                  <a:lnTo>
                    <a:pt x="2845" y="8001"/>
                  </a:lnTo>
                  <a:lnTo>
                    <a:pt x="5619" y="16002"/>
                  </a:lnTo>
                  <a:lnTo>
                    <a:pt x="8251" y="24003"/>
                  </a:lnTo>
                  <a:lnTo>
                    <a:pt x="10668" y="3200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5" name="Google Shape;2035;p15"/>
          <p:cNvGrpSpPr/>
          <p:nvPr/>
        </p:nvGrpSpPr>
        <p:grpSpPr>
          <a:xfrm>
            <a:off x="6812851" y="3746754"/>
            <a:ext cx="496125" cy="208534"/>
            <a:chOff x="6812851" y="3746754"/>
            <a:chExt cx="496125" cy="208534"/>
          </a:xfrm>
        </p:grpSpPr>
        <p:sp>
          <p:nvSpPr>
            <p:cNvPr id="2036" name="Google Shape;2036;p15"/>
            <p:cNvSpPr/>
            <p:nvPr/>
          </p:nvSpPr>
          <p:spPr>
            <a:xfrm>
              <a:off x="6812851" y="3845814"/>
              <a:ext cx="2540" cy="107950"/>
            </a:xfrm>
            <a:custGeom>
              <a:rect b="b" l="l" r="r" t="t"/>
              <a:pathLst>
                <a:path extrusionOk="0" h="107950" w="2540">
                  <a:moveTo>
                    <a:pt x="190" y="0"/>
                  </a:moveTo>
                  <a:lnTo>
                    <a:pt x="0" y="11763"/>
                  </a:lnTo>
                  <a:lnTo>
                    <a:pt x="380" y="23241"/>
                  </a:lnTo>
                  <a:lnTo>
                    <a:pt x="1047" y="34718"/>
                  </a:lnTo>
                  <a:lnTo>
                    <a:pt x="1714" y="46482"/>
                  </a:lnTo>
                  <a:lnTo>
                    <a:pt x="2476" y="91440"/>
                  </a:lnTo>
                  <a:lnTo>
                    <a:pt x="2476" y="97536"/>
                  </a:lnTo>
                  <a:lnTo>
                    <a:pt x="1714" y="102107"/>
                  </a:lnTo>
                  <a:lnTo>
                    <a:pt x="952" y="10744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15"/>
            <p:cNvSpPr/>
            <p:nvPr/>
          </p:nvSpPr>
          <p:spPr>
            <a:xfrm>
              <a:off x="6813803" y="3824478"/>
              <a:ext cx="97790" cy="130810"/>
            </a:xfrm>
            <a:custGeom>
              <a:rect b="b" l="l" r="r" t="t"/>
              <a:pathLst>
                <a:path extrusionOk="0" h="130810" w="97790">
                  <a:moveTo>
                    <a:pt x="0" y="9905"/>
                  </a:moveTo>
                  <a:lnTo>
                    <a:pt x="10013" y="4500"/>
                  </a:lnTo>
                  <a:lnTo>
                    <a:pt x="17811" y="1523"/>
                  </a:lnTo>
                  <a:lnTo>
                    <a:pt x="26038" y="261"/>
                  </a:lnTo>
                  <a:lnTo>
                    <a:pt x="37338" y="0"/>
                  </a:lnTo>
                  <a:lnTo>
                    <a:pt x="46482" y="761"/>
                  </a:lnTo>
                  <a:lnTo>
                    <a:pt x="54864" y="3809"/>
                  </a:lnTo>
                  <a:lnTo>
                    <a:pt x="56388" y="13715"/>
                  </a:lnTo>
                  <a:lnTo>
                    <a:pt x="56399" y="22895"/>
                  </a:lnTo>
                  <a:lnTo>
                    <a:pt x="53625" y="31146"/>
                  </a:lnTo>
                  <a:lnTo>
                    <a:pt x="22645" y="65436"/>
                  </a:lnTo>
                  <a:lnTo>
                    <a:pt x="12192" y="73913"/>
                  </a:lnTo>
                  <a:lnTo>
                    <a:pt x="12192" y="74675"/>
                  </a:lnTo>
                  <a:lnTo>
                    <a:pt x="10668" y="76961"/>
                  </a:lnTo>
                  <a:lnTo>
                    <a:pt x="17526" y="76961"/>
                  </a:lnTo>
                  <a:lnTo>
                    <a:pt x="24384" y="76961"/>
                  </a:lnTo>
                  <a:lnTo>
                    <a:pt x="31242" y="75437"/>
                  </a:lnTo>
                  <a:lnTo>
                    <a:pt x="40278" y="73318"/>
                  </a:lnTo>
                  <a:lnTo>
                    <a:pt x="49244" y="71627"/>
                  </a:lnTo>
                  <a:lnTo>
                    <a:pt x="58352" y="70508"/>
                  </a:lnTo>
                  <a:lnTo>
                    <a:pt x="67818" y="70103"/>
                  </a:lnTo>
                  <a:lnTo>
                    <a:pt x="74521" y="69996"/>
                  </a:lnTo>
                  <a:lnTo>
                    <a:pt x="80867" y="70389"/>
                  </a:lnTo>
                  <a:lnTo>
                    <a:pt x="86784" y="72354"/>
                  </a:lnTo>
                  <a:lnTo>
                    <a:pt x="92202" y="76961"/>
                  </a:lnTo>
                  <a:lnTo>
                    <a:pt x="96012" y="81533"/>
                  </a:lnTo>
                  <a:lnTo>
                    <a:pt x="97536" y="92963"/>
                  </a:lnTo>
                  <a:lnTo>
                    <a:pt x="95250" y="98297"/>
                  </a:lnTo>
                  <a:lnTo>
                    <a:pt x="63115" y="124277"/>
                  </a:lnTo>
                  <a:lnTo>
                    <a:pt x="34290" y="128777"/>
                  </a:lnTo>
                  <a:lnTo>
                    <a:pt x="26670" y="129539"/>
                  </a:lnTo>
                  <a:lnTo>
                    <a:pt x="15240" y="130301"/>
                  </a:lnTo>
                  <a:lnTo>
                    <a:pt x="11430" y="121157"/>
                  </a:lnTo>
                  <a:lnTo>
                    <a:pt x="11430" y="115823"/>
                  </a:lnTo>
                  <a:lnTo>
                    <a:pt x="10668" y="113537"/>
                  </a:lnTo>
                  <a:lnTo>
                    <a:pt x="11430" y="11048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38" name="Google Shape;2038;p15"/>
            <p:cNvPicPr preferRelativeResize="0"/>
            <p:nvPr/>
          </p:nvPicPr>
          <p:blipFill rotWithShape="1">
            <a:blip r:embed="rId72">
              <a:alphaModFix/>
            </a:blip>
            <a:srcRect b="0" l="0" r="0" t="0"/>
            <a:stretch/>
          </p:blipFill>
          <p:spPr>
            <a:xfrm>
              <a:off x="6940283" y="3800081"/>
              <a:ext cx="296443" cy="150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9" name="Google Shape;2039;p15"/>
            <p:cNvSpPr/>
            <p:nvPr/>
          </p:nvSpPr>
          <p:spPr>
            <a:xfrm>
              <a:off x="7274813" y="3748278"/>
              <a:ext cx="4445" cy="29845"/>
            </a:xfrm>
            <a:custGeom>
              <a:rect b="b" l="l" r="r" t="t"/>
              <a:pathLst>
                <a:path extrusionOk="0" h="29845" w="4445">
                  <a:moveTo>
                    <a:pt x="3048" y="0"/>
                  </a:moveTo>
                  <a:lnTo>
                    <a:pt x="3976" y="7691"/>
                  </a:lnTo>
                  <a:lnTo>
                    <a:pt x="4191" y="13525"/>
                  </a:lnTo>
                  <a:lnTo>
                    <a:pt x="3262" y="19073"/>
                  </a:lnTo>
                  <a:lnTo>
                    <a:pt x="762" y="25908"/>
                  </a:lnTo>
                  <a:lnTo>
                    <a:pt x="0" y="27432"/>
                  </a:lnTo>
                  <a:lnTo>
                    <a:pt x="0" y="28194"/>
                  </a:lnTo>
                  <a:lnTo>
                    <a:pt x="0" y="2971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15"/>
            <p:cNvSpPr/>
            <p:nvPr/>
          </p:nvSpPr>
          <p:spPr>
            <a:xfrm>
              <a:off x="7293101" y="3746754"/>
              <a:ext cx="15875" cy="45720"/>
            </a:xfrm>
            <a:custGeom>
              <a:rect b="b" l="l" r="r" t="t"/>
              <a:pathLst>
                <a:path extrusionOk="0" h="45720" w="15875">
                  <a:moveTo>
                    <a:pt x="15240" y="0"/>
                  </a:moveTo>
                  <a:lnTo>
                    <a:pt x="15311" y="7429"/>
                  </a:lnTo>
                  <a:lnTo>
                    <a:pt x="15240" y="14859"/>
                  </a:lnTo>
                  <a:lnTo>
                    <a:pt x="14597" y="22288"/>
                  </a:lnTo>
                  <a:lnTo>
                    <a:pt x="12954" y="29718"/>
                  </a:lnTo>
                  <a:lnTo>
                    <a:pt x="9906" y="37338"/>
                  </a:lnTo>
                  <a:lnTo>
                    <a:pt x="6858" y="41910"/>
                  </a:lnTo>
                  <a:lnTo>
                    <a:pt x="0" y="4572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1" name="Google Shape;2041;p15"/>
          <p:cNvGrpSpPr/>
          <p:nvPr/>
        </p:nvGrpSpPr>
        <p:grpSpPr>
          <a:xfrm>
            <a:off x="7571219" y="3737597"/>
            <a:ext cx="366547" cy="171475"/>
            <a:chOff x="7571219" y="3737597"/>
            <a:chExt cx="366547" cy="171475"/>
          </a:xfrm>
        </p:grpSpPr>
        <p:pic>
          <p:nvPicPr>
            <p:cNvPr id="2042" name="Google Shape;2042;p15"/>
            <p:cNvPicPr preferRelativeResize="0"/>
            <p:nvPr/>
          </p:nvPicPr>
          <p:blipFill rotWithShape="1">
            <a:blip r:embed="rId73">
              <a:alphaModFix/>
            </a:blip>
            <a:srcRect b="0" l="0" r="0" t="0"/>
            <a:stretch/>
          </p:blipFill>
          <p:spPr>
            <a:xfrm>
              <a:off x="7571219" y="3777221"/>
              <a:ext cx="130327" cy="13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3" name="Google Shape;2043;p15"/>
            <p:cNvSpPr/>
            <p:nvPr/>
          </p:nvSpPr>
          <p:spPr>
            <a:xfrm>
              <a:off x="7738109" y="3800094"/>
              <a:ext cx="3175" cy="63500"/>
            </a:xfrm>
            <a:custGeom>
              <a:rect b="b" l="l" r="r" t="t"/>
              <a:pathLst>
                <a:path extrusionOk="0" h="63500" w="3175">
                  <a:moveTo>
                    <a:pt x="0" y="0"/>
                  </a:moveTo>
                  <a:lnTo>
                    <a:pt x="571" y="8441"/>
                  </a:lnTo>
                  <a:lnTo>
                    <a:pt x="1143" y="16668"/>
                  </a:lnTo>
                  <a:lnTo>
                    <a:pt x="1714" y="24753"/>
                  </a:lnTo>
                  <a:lnTo>
                    <a:pt x="2286" y="32766"/>
                  </a:lnTo>
                  <a:lnTo>
                    <a:pt x="2488" y="40314"/>
                  </a:lnTo>
                  <a:lnTo>
                    <a:pt x="2762" y="48006"/>
                  </a:lnTo>
                  <a:lnTo>
                    <a:pt x="2607" y="55697"/>
                  </a:lnTo>
                  <a:lnTo>
                    <a:pt x="1524" y="6324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15"/>
            <p:cNvSpPr/>
            <p:nvPr/>
          </p:nvSpPr>
          <p:spPr>
            <a:xfrm>
              <a:off x="7745729" y="3772662"/>
              <a:ext cx="74930" cy="76200"/>
            </a:xfrm>
            <a:custGeom>
              <a:rect b="b" l="l" r="r" t="t"/>
              <a:pathLst>
                <a:path extrusionOk="0" h="76200" w="74929">
                  <a:moveTo>
                    <a:pt x="0" y="35051"/>
                  </a:moveTo>
                  <a:lnTo>
                    <a:pt x="41148" y="50291"/>
                  </a:lnTo>
                  <a:lnTo>
                    <a:pt x="67056" y="68579"/>
                  </a:lnTo>
                  <a:lnTo>
                    <a:pt x="70104" y="70865"/>
                  </a:lnTo>
                  <a:lnTo>
                    <a:pt x="72390" y="73151"/>
                  </a:lnTo>
                  <a:lnTo>
                    <a:pt x="74676" y="76199"/>
                  </a:lnTo>
                  <a:lnTo>
                    <a:pt x="71628" y="70103"/>
                  </a:lnTo>
                  <a:lnTo>
                    <a:pt x="68580" y="64007"/>
                  </a:lnTo>
                  <a:lnTo>
                    <a:pt x="67818" y="57149"/>
                  </a:lnTo>
                  <a:lnTo>
                    <a:pt x="67056" y="48005"/>
                  </a:lnTo>
                  <a:lnTo>
                    <a:pt x="66865" y="38861"/>
                  </a:lnTo>
                  <a:lnTo>
                    <a:pt x="66960" y="29717"/>
                  </a:lnTo>
                  <a:lnTo>
                    <a:pt x="67056" y="20573"/>
                  </a:lnTo>
                  <a:lnTo>
                    <a:pt x="67056" y="13715"/>
                  </a:lnTo>
                  <a:lnTo>
                    <a:pt x="66294" y="6857"/>
                  </a:lnTo>
                  <a:lnTo>
                    <a:pt x="67817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45" name="Google Shape;2045;p15"/>
            <p:cNvPicPr preferRelativeResize="0"/>
            <p:nvPr/>
          </p:nvPicPr>
          <p:blipFill rotWithShape="1">
            <a:blip r:embed="rId74">
              <a:alphaModFix/>
            </a:blip>
            <a:srcRect b="0" l="0" r="0" t="0"/>
            <a:stretch/>
          </p:blipFill>
          <p:spPr>
            <a:xfrm>
              <a:off x="7856207" y="3737597"/>
              <a:ext cx="81559" cy="1303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6" name="Google Shape;2046;p15"/>
          <p:cNvGrpSpPr/>
          <p:nvPr/>
        </p:nvGrpSpPr>
        <p:grpSpPr>
          <a:xfrm>
            <a:off x="8405609" y="3659111"/>
            <a:ext cx="214135" cy="161936"/>
            <a:chOff x="8405609" y="3659111"/>
            <a:chExt cx="214135" cy="161936"/>
          </a:xfrm>
        </p:grpSpPr>
        <p:pic>
          <p:nvPicPr>
            <p:cNvPr id="2047" name="Google Shape;2047;p15"/>
            <p:cNvPicPr preferRelativeResize="0"/>
            <p:nvPr/>
          </p:nvPicPr>
          <p:blipFill rotWithShape="1">
            <a:blip r:embed="rId75">
              <a:alphaModFix/>
            </a:blip>
            <a:srcRect b="0" l="0" r="0" t="0"/>
            <a:stretch/>
          </p:blipFill>
          <p:spPr>
            <a:xfrm>
              <a:off x="8405609" y="3659111"/>
              <a:ext cx="154711" cy="1562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8" name="Google Shape;2048;p15"/>
            <p:cNvSpPr/>
            <p:nvPr/>
          </p:nvSpPr>
          <p:spPr>
            <a:xfrm>
              <a:off x="8608314" y="3765803"/>
              <a:ext cx="11430" cy="55244"/>
            </a:xfrm>
            <a:custGeom>
              <a:rect b="b" l="l" r="r" t="t"/>
              <a:pathLst>
                <a:path extrusionOk="0" h="55245" w="11429">
                  <a:moveTo>
                    <a:pt x="0" y="0"/>
                  </a:moveTo>
                  <a:lnTo>
                    <a:pt x="845" y="8786"/>
                  </a:lnTo>
                  <a:lnTo>
                    <a:pt x="2190" y="17145"/>
                  </a:lnTo>
                  <a:lnTo>
                    <a:pt x="3964" y="25503"/>
                  </a:lnTo>
                  <a:lnTo>
                    <a:pt x="6096" y="34290"/>
                  </a:lnTo>
                  <a:lnTo>
                    <a:pt x="7620" y="41148"/>
                  </a:lnTo>
                  <a:lnTo>
                    <a:pt x="9144" y="48006"/>
                  </a:lnTo>
                  <a:lnTo>
                    <a:pt x="11430" y="5486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9" name="Google Shape;2049;p15"/>
          <p:cNvGrpSpPr/>
          <p:nvPr/>
        </p:nvGrpSpPr>
        <p:grpSpPr>
          <a:xfrm>
            <a:off x="9055595" y="3396983"/>
            <a:ext cx="237007" cy="303300"/>
            <a:chOff x="9055595" y="3396983"/>
            <a:chExt cx="237007" cy="303300"/>
          </a:xfrm>
        </p:grpSpPr>
        <p:pic>
          <p:nvPicPr>
            <p:cNvPr id="2050" name="Google Shape;2050;p15"/>
            <p:cNvPicPr preferRelativeResize="0"/>
            <p:nvPr/>
          </p:nvPicPr>
          <p:blipFill rotWithShape="1">
            <a:blip r:embed="rId76">
              <a:alphaModFix/>
            </a:blip>
            <a:srcRect b="0" l="0" r="0" t="0"/>
            <a:stretch/>
          </p:blipFill>
          <p:spPr>
            <a:xfrm>
              <a:off x="9055595" y="3556431"/>
              <a:ext cx="178333" cy="143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1" name="Google Shape;2051;p15"/>
            <p:cNvPicPr preferRelativeResize="0"/>
            <p:nvPr/>
          </p:nvPicPr>
          <p:blipFill rotWithShape="1">
            <a:blip r:embed="rId77">
              <a:alphaModFix/>
            </a:blip>
            <a:srcRect b="0" l="0" r="0" t="0"/>
            <a:stretch/>
          </p:blipFill>
          <p:spPr>
            <a:xfrm>
              <a:off x="9208757" y="3396983"/>
              <a:ext cx="83845" cy="1341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2" name="Google Shape;2052;p15"/>
          <p:cNvSpPr/>
          <p:nvPr/>
        </p:nvSpPr>
        <p:spPr>
          <a:xfrm>
            <a:off x="5713476" y="5152644"/>
            <a:ext cx="31750" cy="34290"/>
          </a:xfrm>
          <a:custGeom>
            <a:rect b="b" l="l" r="r" t="t"/>
            <a:pathLst>
              <a:path extrusionOk="0" h="34289" w="31750">
                <a:moveTo>
                  <a:pt x="12191" y="18287"/>
                </a:moveTo>
                <a:lnTo>
                  <a:pt x="17525" y="16001"/>
                </a:lnTo>
                <a:lnTo>
                  <a:pt x="18287" y="15239"/>
                </a:lnTo>
                <a:lnTo>
                  <a:pt x="21335" y="15239"/>
                </a:lnTo>
                <a:lnTo>
                  <a:pt x="22097" y="19049"/>
                </a:lnTo>
                <a:lnTo>
                  <a:pt x="22859" y="24383"/>
                </a:lnTo>
                <a:lnTo>
                  <a:pt x="21335" y="27431"/>
                </a:lnTo>
                <a:lnTo>
                  <a:pt x="18287" y="32003"/>
                </a:lnTo>
                <a:lnTo>
                  <a:pt x="14477" y="34289"/>
                </a:lnTo>
                <a:lnTo>
                  <a:pt x="9905" y="34289"/>
                </a:lnTo>
                <a:lnTo>
                  <a:pt x="5333" y="34289"/>
                </a:lnTo>
                <a:lnTo>
                  <a:pt x="3047" y="33527"/>
                </a:lnTo>
                <a:lnTo>
                  <a:pt x="1523" y="28193"/>
                </a:lnTo>
                <a:lnTo>
                  <a:pt x="761" y="23621"/>
                </a:lnTo>
                <a:lnTo>
                  <a:pt x="0" y="16001"/>
                </a:lnTo>
                <a:lnTo>
                  <a:pt x="1523" y="11429"/>
                </a:lnTo>
                <a:lnTo>
                  <a:pt x="3047" y="4571"/>
                </a:lnTo>
                <a:lnTo>
                  <a:pt x="9143" y="6095"/>
                </a:lnTo>
                <a:lnTo>
                  <a:pt x="14477" y="6095"/>
                </a:lnTo>
                <a:lnTo>
                  <a:pt x="21335" y="6095"/>
                </a:lnTo>
                <a:lnTo>
                  <a:pt x="24383" y="5333"/>
                </a:lnTo>
                <a:lnTo>
                  <a:pt x="28193" y="11429"/>
                </a:lnTo>
                <a:lnTo>
                  <a:pt x="30479" y="16001"/>
                </a:lnTo>
                <a:lnTo>
                  <a:pt x="29717" y="19049"/>
                </a:lnTo>
                <a:lnTo>
                  <a:pt x="26669" y="22097"/>
                </a:lnTo>
                <a:lnTo>
                  <a:pt x="23621" y="25907"/>
                </a:lnTo>
                <a:lnTo>
                  <a:pt x="19811" y="25907"/>
                </a:lnTo>
                <a:lnTo>
                  <a:pt x="15239" y="25907"/>
                </a:lnTo>
                <a:lnTo>
                  <a:pt x="9905" y="26669"/>
                </a:lnTo>
                <a:lnTo>
                  <a:pt x="9905" y="20573"/>
                </a:lnTo>
                <a:lnTo>
                  <a:pt x="9905" y="16001"/>
                </a:lnTo>
                <a:lnTo>
                  <a:pt x="9905" y="10667"/>
                </a:lnTo>
                <a:lnTo>
                  <a:pt x="8381" y="4571"/>
                </a:lnTo>
                <a:lnTo>
                  <a:pt x="12953" y="1523"/>
                </a:lnTo>
                <a:lnTo>
                  <a:pt x="16001" y="0"/>
                </a:lnTo>
                <a:lnTo>
                  <a:pt x="22859" y="0"/>
                </a:lnTo>
                <a:lnTo>
                  <a:pt x="25907" y="2285"/>
                </a:lnTo>
                <a:lnTo>
                  <a:pt x="30479" y="6095"/>
                </a:lnTo>
                <a:lnTo>
                  <a:pt x="31241" y="11429"/>
                </a:lnTo>
                <a:lnTo>
                  <a:pt x="30479" y="16763"/>
                </a:lnTo>
                <a:lnTo>
                  <a:pt x="30479" y="22859"/>
                </a:lnTo>
                <a:lnTo>
                  <a:pt x="25145" y="27431"/>
                </a:lnTo>
                <a:lnTo>
                  <a:pt x="19811" y="30479"/>
                </a:lnTo>
                <a:lnTo>
                  <a:pt x="16763" y="32003"/>
                </a:lnTo>
                <a:lnTo>
                  <a:pt x="11429" y="32765"/>
                </a:lnTo>
                <a:lnTo>
                  <a:pt x="8381" y="30479"/>
                </a:lnTo>
                <a:lnTo>
                  <a:pt x="4571" y="27431"/>
                </a:lnTo>
                <a:lnTo>
                  <a:pt x="6095" y="19049"/>
                </a:lnTo>
                <a:lnTo>
                  <a:pt x="6095" y="15239"/>
                </a:lnTo>
                <a:lnTo>
                  <a:pt x="6095" y="10667"/>
                </a:lnTo>
                <a:lnTo>
                  <a:pt x="6857" y="11429"/>
                </a:lnTo>
                <a:lnTo>
                  <a:pt x="9905" y="9905"/>
                </a:lnTo>
                <a:lnTo>
                  <a:pt x="10667" y="9905"/>
                </a:lnTo>
                <a:lnTo>
                  <a:pt x="11429" y="9905"/>
                </a:lnTo>
                <a:lnTo>
                  <a:pt x="12191" y="12191"/>
                </a:lnTo>
                <a:lnTo>
                  <a:pt x="15239" y="14477"/>
                </a:lnTo>
                <a:lnTo>
                  <a:pt x="13715" y="18287"/>
                </a:lnTo>
                <a:lnTo>
                  <a:pt x="12953" y="18287"/>
                </a:lnTo>
                <a:lnTo>
                  <a:pt x="12191" y="18287"/>
                </a:lnTo>
                <a:lnTo>
                  <a:pt x="11429" y="18287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3" name="Google Shape;2053;p15"/>
          <p:cNvGrpSpPr/>
          <p:nvPr/>
        </p:nvGrpSpPr>
        <p:grpSpPr>
          <a:xfrm>
            <a:off x="6113513" y="5085718"/>
            <a:ext cx="253008" cy="187775"/>
            <a:chOff x="6113513" y="5085718"/>
            <a:chExt cx="253008" cy="187775"/>
          </a:xfrm>
        </p:grpSpPr>
        <p:pic>
          <p:nvPicPr>
            <p:cNvPr id="2054" name="Google Shape;2054;p15"/>
            <p:cNvPicPr preferRelativeResize="0"/>
            <p:nvPr/>
          </p:nvPicPr>
          <p:blipFill rotWithShape="1">
            <a:blip r:embed="rId78">
              <a:alphaModFix/>
            </a:blip>
            <a:srcRect b="0" l="0" r="0" t="0"/>
            <a:stretch/>
          </p:blipFill>
          <p:spPr>
            <a:xfrm>
              <a:off x="6113513" y="5085718"/>
              <a:ext cx="146329" cy="187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5" name="Google Shape;2055;p15"/>
            <p:cNvPicPr preferRelativeResize="0"/>
            <p:nvPr/>
          </p:nvPicPr>
          <p:blipFill rotWithShape="1">
            <a:blip r:embed="rId79">
              <a:alphaModFix/>
            </a:blip>
            <a:srcRect b="0" l="0" r="0" t="0"/>
            <a:stretch/>
          </p:blipFill>
          <p:spPr>
            <a:xfrm>
              <a:off x="6281093" y="5090147"/>
              <a:ext cx="85428" cy="1592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56" name="Google Shape;2056;p15"/>
          <p:cNvGrpSpPr/>
          <p:nvPr/>
        </p:nvGrpSpPr>
        <p:grpSpPr>
          <a:xfrm>
            <a:off x="6412979" y="5063477"/>
            <a:ext cx="409219" cy="179857"/>
            <a:chOff x="6412979" y="5063477"/>
            <a:chExt cx="409219" cy="179857"/>
          </a:xfrm>
        </p:grpSpPr>
        <p:pic>
          <p:nvPicPr>
            <p:cNvPr id="2057" name="Google Shape;2057;p15"/>
            <p:cNvPicPr preferRelativeResize="0"/>
            <p:nvPr/>
          </p:nvPicPr>
          <p:blipFill rotWithShape="1">
            <a:blip r:embed="rId80">
              <a:alphaModFix/>
            </a:blip>
            <a:srcRect b="0" l="0" r="0" t="0"/>
            <a:stretch/>
          </p:blipFill>
          <p:spPr>
            <a:xfrm>
              <a:off x="6412979" y="5100053"/>
              <a:ext cx="92477" cy="1432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8" name="Google Shape;2058;p15"/>
            <p:cNvPicPr preferRelativeResize="0"/>
            <p:nvPr/>
          </p:nvPicPr>
          <p:blipFill rotWithShape="1">
            <a:blip r:embed="rId81">
              <a:alphaModFix/>
            </a:blip>
            <a:srcRect b="0" l="0" r="0" t="0"/>
            <a:stretch/>
          </p:blipFill>
          <p:spPr>
            <a:xfrm>
              <a:off x="6528803" y="5094719"/>
              <a:ext cx="76987" cy="1402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9" name="Google Shape;2059;p15"/>
            <p:cNvPicPr preferRelativeResize="0"/>
            <p:nvPr/>
          </p:nvPicPr>
          <p:blipFill rotWithShape="1">
            <a:blip r:embed="rId82">
              <a:alphaModFix/>
            </a:blip>
            <a:srcRect b="0" l="0" r="0" t="0"/>
            <a:stretch/>
          </p:blipFill>
          <p:spPr>
            <a:xfrm>
              <a:off x="6630149" y="5063477"/>
              <a:ext cx="192049" cy="1562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0" name="Google Shape;2060;p15"/>
          <p:cNvGrpSpPr/>
          <p:nvPr/>
        </p:nvGrpSpPr>
        <p:grpSpPr>
          <a:xfrm>
            <a:off x="7331188" y="4965179"/>
            <a:ext cx="861848" cy="243865"/>
            <a:chOff x="7331188" y="4965179"/>
            <a:chExt cx="861848" cy="243865"/>
          </a:xfrm>
        </p:grpSpPr>
        <p:pic>
          <p:nvPicPr>
            <p:cNvPr id="2061" name="Google Shape;2061;p15"/>
            <p:cNvPicPr preferRelativeResize="0"/>
            <p:nvPr/>
          </p:nvPicPr>
          <p:blipFill rotWithShape="1">
            <a:blip r:embed="rId83">
              <a:alphaModFix/>
            </a:blip>
            <a:srcRect b="0" l="0" r="0" t="0"/>
            <a:stretch/>
          </p:blipFill>
          <p:spPr>
            <a:xfrm>
              <a:off x="7331188" y="5007851"/>
              <a:ext cx="84321" cy="2011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2" name="Google Shape;2062;p15"/>
            <p:cNvPicPr preferRelativeResize="0"/>
            <p:nvPr/>
          </p:nvPicPr>
          <p:blipFill rotWithShape="1">
            <a:blip r:embed="rId84">
              <a:alphaModFix/>
            </a:blip>
            <a:srcRect b="0" l="0" r="0" t="0"/>
            <a:stretch/>
          </p:blipFill>
          <p:spPr>
            <a:xfrm>
              <a:off x="7447774" y="5035283"/>
              <a:ext cx="150198" cy="1089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3" name="Google Shape;2063;p15"/>
            <p:cNvPicPr preferRelativeResize="0"/>
            <p:nvPr/>
          </p:nvPicPr>
          <p:blipFill rotWithShape="1">
            <a:blip r:embed="rId85">
              <a:alphaModFix/>
            </a:blip>
            <a:srcRect b="0" l="0" r="0" t="0"/>
            <a:stretch/>
          </p:blipFill>
          <p:spPr>
            <a:xfrm>
              <a:off x="7623892" y="5022329"/>
              <a:ext cx="191192" cy="1181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4" name="Google Shape;2064;p15"/>
            <p:cNvPicPr preferRelativeResize="0"/>
            <p:nvPr/>
          </p:nvPicPr>
          <p:blipFill rotWithShape="1">
            <a:blip r:embed="rId86">
              <a:alphaModFix/>
            </a:blip>
            <a:srcRect b="0" l="0" r="0" t="0"/>
            <a:stretch/>
          </p:blipFill>
          <p:spPr>
            <a:xfrm>
              <a:off x="7835216" y="4965179"/>
              <a:ext cx="357820" cy="160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5" name="Google Shape;2065;p15"/>
          <p:cNvGrpSpPr/>
          <p:nvPr/>
        </p:nvGrpSpPr>
        <p:grpSpPr>
          <a:xfrm>
            <a:off x="8446008" y="4961381"/>
            <a:ext cx="150495" cy="96520"/>
            <a:chOff x="8446008" y="4961381"/>
            <a:chExt cx="150495" cy="96520"/>
          </a:xfrm>
        </p:grpSpPr>
        <p:sp>
          <p:nvSpPr>
            <p:cNvPr id="2066" name="Google Shape;2066;p15"/>
            <p:cNvSpPr/>
            <p:nvPr/>
          </p:nvSpPr>
          <p:spPr>
            <a:xfrm>
              <a:off x="8470678" y="4961381"/>
              <a:ext cx="1270" cy="96520"/>
            </a:xfrm>
            <a:custGeom>
              <a:rect b="b" l="l" r="r" t="t"/>
              <a:pathLst>
                <a:path extrusionOk="0" h="96520" w="1270">
                  <a:moveTo>
                    <a:pt x="1238" y="0"/>
                  </a:moveTo>
                  <a:lnTo>
                    <a:pt x="154" y="18859"/>
                  </a:lnTo>
                  <a:lnTo>
                    <a:pt x="0" y="37719"/>
                  </a:lnTo>
                  <a:lnTo>
                    <a:pt x="273" y="56578"/>
                  </a:lnTo>
                  <a:lnTo>
                    <a:pt x="476" y="75438"/>
                  </a:lnTo>
                  <a:lnTo>
                    <a:pt x="476" y="82296"/>
                  </a:lnTo>
                  <a:lnTo>
                    <a:pt x="476" y="89154"/>
                  </a:lnTo>
                  <a:lnTo>
                    <a:pt x="476" y="9601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15"/>
            <p:cNvSpPr/>
            <p:nvPr/>
          </p:nvSpPr>
          <p:spPr>
            <a:xfrm>
              <a:off x="8446008" y="4978693"/>
              <a:ext cx="150495" cy="73025"/>
            </a:xfrm>
            <a:custGeom>
              <a:rect b="b" l="l" r="r" t="t"/>
              <a:pathLst>
                <a:path extrusionOk="0" h="73025" w="150495">
                  <a:moveTo>
                    <a:pt x="0" y="48982"/>
                  </a:moveTo>
                  <a:lnTo>
                    <a:pt x="44195" y="29170"/>
                  </a:lnTo>
                  <a:lnTo>
                    <a:pt x="52197" y="26777"/>
                  </a:lnTo>
                  <a:lnTo>
                    <a:pt x="60198" y="24312"/>
                  </a:lnTo>
                  <a:lnTo>
                    <a:pt x="68199" y="21990"/>
                  </a:lnTo>
                  <a:lnTo>
                    <a:pt x="76200" y="20026"/>
                  </a:lnTo>
                  <a:lnTo>
                    <a:pt x="77724" y="19264"/>
                  </a:lnTo>
                  <a:lnTo>
                    <a:pt x="79248" y="20026"/>
                  </a:lnTo>
                  <a:lnTo>
                    <a:pt x="80772" y="19264"/>
                  </a:lnTo>
                  <a:lnTo>
                    <a:pt x="80772" y="25360"/>
                  </a:lnTo>
                  <a:lnTo>
                    <a:pt x="80772" y="30694"/>
                  </a:lnTo>
                  <a:lnTo>
                    <a:pt x="80772" y="36790"/>
                  </a:lnTo>
                  <a:lnTo>
                    <a:pt x="80581" y="43303"/>
                  </a:lnTo>
                  <a:lnTo>
                    <a:pt x="90678" y="72604"/>
                  </a:lnTo>
                  <a:lnTo>
                    <a:pt x="99060" y="72604"/>
                  </a:lnTo>
                  <a:lnTo>
                    <a:pt x="138326" y="55066"/>
                  </a:lnTo>
                  <a:lnTo>
                    <a:pt x="150114" y="33742"/>
                  </a:lnTo>
                  <a:lnTo>
                    <a:pt x="149637" y="24967"/>
                  </a:lnTo>
                  <a:lnTo>
                    <a:pt x="112204" y="785"/>
                  </a:lnTo>
                  <a:lnTo>
                    <a:pt x="100988" y="0"/>
                  </a:lnTo>
                  <a:lnTo>
                    <a:pt x="89915" y="214"/>
                  </a:lnTo>
                  <a:lnTo>
                    <a:pt x="82296" y="214"/>
                  </a:lnTo>
                  <a:lnTo>
                    <a:pt x="73151" y="3262"/>
                  </a:lnTo>
                  <a:lnTo>
                    <a:pt x="68580" y="10882"/>
                  </a:lnTo>
                  <a:lnTo>
                    <a:pt x="68580" y="11644"/>
                  </a:lnTo>
                  <a:lnTo>
                    <a:pt x="68580" y="1240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8" name="Google Shape;2068;p15"/>
          <p:cNvGrpSpPr/>
          <p:nvPr/>
        </p:nvGrpSpPr>
        <p:grpSpPr>
          <a:xfrm>
            <a:off x="8864964" y="4849367"/>
            <a:ext cx="571942" cy="171237"/>
            <a:chOff x="8864964" y="4849367"/>
            <a:chExt cx="571942" cy="171237"/>
          </a:xfrm>
        </p:grpSpPr>
        <p:pic>
          <p:nvPicPr>
            <p:cNvPr id="2069" name="Google Shape;2069;p15"/>
            <p:cNvPicPr preferRelativeResize="0"/>
            <p:nvPr/>
          </p:nvPicPr>
          <p:blipFill rotWithShape="1">
            <a:blip r:embed="rId87">
              <a:alphaModFix/>
            </a:blip>
            <a:srcRect b="0" l="0" r="0" t="0"/>
            <a:stretch/>
          </p:blipFill>
          <p:spPr>
            <a:xfrm>
              <a:off x="8864964" y="4858499"/>
              <a:ext cx="207420" cy="1621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0" name="Google Shape;2070;p15"/>
            <p:cNvPicPr preferRelativeResize="0"/>
            <p:nvPr/>
          </p:nvPicPr>
          <p:blipFill rotWithShape="1">
            <a:blip r:embed="rId88">
              <a:alphaModFix/>
            </a:blip>
            <a:srcRect b="0" l="0" r="0" t="0"/>
            <a:stretch/>
          </p:blipFill>
          <p:spPr>
            <a:xfrm>
              <a:off x="9092171" y="4849367"/>
              <a:ext cx="344735" cy="1310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1" name="Google Shape;2071;p15"/>
          <p:cNvGrpSpPr/>
          <p:nvPr/>
        </p:nvGrpSpPr>
        <p:grpSpPr>
          <a:xfrm>
            <a:off x="7430249" y="5422379"/>
            <a:ext cx="224053" cy="192811"/>
            <a:chOff x="7430249" y="5422379"/>
            <a:chExt cx="224053" cy="192811"/>
          </a:xfrm>
        </p:grpSpPr>
        <p:pic>
          <p:nvPicPr>
            <p:cNvPr id="2072" name="Google Shape;2072;p15"/>
            <p:cNvPicPr preferRelativeResize="0"/>
            <p:nvPr/>
          </p:nvPicPr>
          <p:blipFill rotWithShape="1">
            <a:blip r:embed="rId89">
              <a:alphaModFix/>
            </a:blip>
            <a:srcRect b="0" l="0" r="0" t="0"/>
            <a:stretch/>
          </p:blipFill>
          <p:spPr>
            <a:xfrm>
              <a:off x="7430249" y="5422379"/>
              <a:ext cx="119659" cy="124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3" name="Google Shape;2073;p15"/>
            <p:cNvPicPr preferRelativeResize="0"/>
            <p:nvPr/>
          </p:nvPicPr>
          <p:blipFill rotWithShape="1">
            <a:blip r:embed="rId90">
              <a:alphaModFix/>
            </a:blip>
            <a:srcRect b="0" l="0" r="0" t="0"/>
            <a:stretch/>
          </p:blipFill>
          <p:spPr>
            <a:xfrm>
              <a:off x="7575791" y="5504675"/>
              <a:ext cx="78511" cy="11051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74" name="Google Shape;2074;p15"/>
          <p:cNvPicPr preferRelativeResize="0"/>
          <p:nvPr/>
        </p:nvPicPr>
        <p:blipFill rotWithShape="1">
          <a:blip r:embed="rId91">
            <a:alphaModFix/>
          </a:blip>
          <a:srcRect b="0" l="0" r="0" t="0"/>
          <a:stretch/>
        </p:blipFill>
        <p:spPr>
          <a:xfrm>
            <a:off x="7724381" y="5542775"/>
            <a:ext cx="64795" cy="70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5" name="Google Shape;2075;p15"/>
          <p:cNvPicPr preferRelativeResize="0"/>
          <p:nvPr/>
        </p:nvPicPr>
        <p:blipFill rotWithShape="1">
          <a:blip r:embed="rId92">
            <a:alphaModFix/>
          </a:blip>
          <a:srcRect b="0" l="0" r="0" t="0"/>
          <a:stretch/>
        </p:blipFill>
        <p:spPr>
          <a:xfrm>
            <a:off x="7856207" y="5405615"/>
            <a:ext cx="242341" cy="1987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6" name="Google Shape;2076;p15"/>
          <p:cNvSpPr/>
          <p:nvPr/>
        </p:nvSpPr>
        <p:spPr>
          <a:xfrm>
            <a:off x="8191500" y="5510784"/>
            <a:ext cx="36195" cy="67310"/>
          </a:xfrm>
          <a:custGeom>
            <a:rect b="b" l="l" r="r" t="t"/>
            <a:pathLst>
              <a:path extrusionOk="0" h="67310" w="36195">
                <a:moveTo>
                  <a:pt x="21335" y="0"/>
                </a:moveTo>
                <a:lnTo>
                  <a:pt x="29265" y="5464"/>
                </a:lnTo>
                <a:lnTo>
                  <a:pt x="33908" y="10572"/>
                </a:lnTo>
                <a:lnTo>
                  <a:pt x="35694" y="17252"/>
                </a:lnTo>
                <a:lnTo>
                  <a:pt x="35051" y="27432"/>
                </a:lnTo>
                <a:lnTo>
                  <a:pt x="15239" y="57912"/>
                </a:lnTo>
                <a:lnTo>
                  <a:pt x="3809" y="67056"/>
                </a:lnTo>
                <a:lnTo>
                  <a:pt x="0" y="63246"/>
                </a:lnTo>
                <a:lnTo>
                  <a:pt x="0" y="62484"/>
                </a:lnTo>
                <a:lnTo>
                  <a:pt x="0" y="60960"/>
                </a:lnTo>
                <a:lnTo>
                  <a:pt x="0" y="59436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15"/>
          <p:cNvSpPr/>
          <p:nvPr/>
        </p:nvSpPr>
        <p:spPr>
          <a:xfrm>
            <a:off x="8396478" y="5476494"/>
            <a:ext cx="5715" cy="1270"/>
          </a:xfrm>
          <a:custGeom>
            <a:rect b="b" l="l" r="r" t="t"/>
            <a:pathLst>
              <a:path extrusionOk="0" h="1270" w="5715">
                <a:moveTo>
                  <a:pt x="0" y="762"/>
                </a:moveTo>
                <a:lnTo>
                  <a:pt x="1524" y="762"/>
                </a:lnTo>
                <a:lnTo>
                  <a:pt x="3810" y="0"/>
                </a:lnTo>
                <a:lnTo>
                  <a:pt x="5334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15"/>
          <p:cNvSpPr/>
          <p:nvPr/>
        </p:nvSpPr>
        <p:spPr>
          <a:xfrm>
            <a:off x="8500871" y="5459729"/>
            <a:ext cx="15240" cy="1270"/>
          </a:xfrm>
          <a:custGeom>
            <a:rect b="b" l="l" r="r" t="t"/>
            <a:pathLst>
              <a:path extrusionOk="0" h="1270" w="15240">
                <a:moveTo>
                  <a:pt x="0" y="762"/>
                </a:moveTo>
                <a:lnTo>
                  <a:pt x="8382" y="0"/>
                </a:lnTo>
                <a:lnTo>
                  <a:pt x="9906" y="0"/>
                </a:lnTo>
                <a:lnTo>
                  <a:pt x="15240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9" name="Google Shape;2079;p15"/>
          <p:cNvGrpSpPr/>
          <p:nvPr/>
        </p:nvGrpSpPr>
        <p:grpSpPr>
          <a:xfrm>
            <a:off x="8590788" y="5445252"/>
            <a:ext cx="46736" cy="15240"/>
            <a:chOff x="8590788" y="5445252"/>
            <a:chExt cx="46736" cy="15240"/>
          </a:xfrm>
        </p:grpSpPr>
        <p:sp>
          <p:nvSpPr>
            <p:cNvPr id="2080" name="Google Shape;2080;p15"/>
            <p:cNvSpPr/>
            <p:nvPr/>
          </p:nvSpPr>
          <p:spPr>
            <a:xfrm>
              <a:off x="8590788" y="5445252"/>
              <a:ext cx="16510" cy="15240"/>
            </a:xfrm>
            <a:custGeom>
              <a:rect b="b" l="l" r="r" t="t"/>
              <a:pathLst>
                <a:path extrusionOk="0" h="15239" w="16509">
                  <a:moveTo>
                    <a:pt x="0" y="3810"/>
                  </a:moveTo>
                  <a:lnTo>
                    <a:pt x="0" y="12192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6001" y="12192"/>
                  </a:lnTo>
                  <a:lnTo>
                    <a:pt x="16001" y="7620"/>
                  </a:lnTo>
                  <a:lnTo>
                    <a:pt x="16001" y="3810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15"/>
            <p:cNvSpPr/>
            <p:nvPr/>
          </p:nvSpPr>
          <p:spPr>
            <a:xfrm>
              <a:off x="8623554" y="5449824"/>
              <a:ext cx="13970" cy="6350"/>
            </a:xfrm>
            <a:custGeom>
              <a:rect b="b" l="l" r="r" t="t"/>
              <a:pathLst>
                <a:path extrusionOk="0" h="6350" w="13970">
                  <a:moveTo>
                    <a:pt x="13716" y="6095"/>
                  </a:moveTo>
                  <a:lnTo>
                    <a:pt x="3810" y="3809"/>
                  </a:lnTo>
                  <a:lnTo>
                    <a:pt x="0" y="6095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2" name="Google Shape;2082;p15"/>
          <p:cNvSpPr/>
          <p:nvPr/>
        </p:nvSpPr>
        <p:spPr>
          <a:xfrm>
            <a:off x="5660897" y="4488941"/>
            <a:ext cx="36830" cy="47625"/>
          </a:xfrm>
          <a:custGeom>
            <a:rect b="b" l="l" r="r" t="t"/>
            <a:pathLst>
              <a:path extrusionOk="0" h="47625" w="36829">
                <a:moveTo>
                  <a:pt x="9905" y="19812"/>
                </a:moveTo>
                <a:lnTo>
                  <a:pt x="11429" y="9906"/>
                </a:lnTo>
                <a:lnTo>
                  <a:pt x="9905" y="4572"/>
                </a:lnTo>
                <a:lnTo>
                  <a:pt x="19811" y="1524"/>
                </a:lnTo>
                <a:lnTo>
                  <a:pt x="23621" y="762"/>
                </a:lnTo>
                <a:lnTo>
                  <a:pt x="27431" y="0"/>
                </a:lnTo>
                <a:lnTo>
                  <a:pt x="29717" y="3810"/>
                </a:lnTo>
                <a:lnTo>
                  <a:pt x="32765" y="8382"/>
                </a:lnTo>
                <a:lnTo>
                  <a:pt x="32003" y="18288"/>
                </a:lnTo>
                <a:lnTo>
                  <a:pt x="29717" y="22860"/>
                </a:lnTo>
                <a:lnTo>
                  <a:pt x="2285" y="41148"/>
                </a:lnTo>
                <a:lnTo>
                  <a:pt x="1523" y="39624"/>
                </a:lnTo>
                <a:lnTo>
                  <a:pt x="761" y="35052"/>
                </a:lnTo>
                <a:lnTo>
                  <a:pt x="0" y="27432"/>
                </a:lnTo>
                <a:lnTo>
                  <a:pt x="1523" y="22098"/>
                </a:lnTo>
                <a:lnTo>
                  <a:pt x="7619" y="18288"/>
                </a:lnTo>
                <a:lnTo>
                  <a:pt x="12191" y="14478"/>
                </a:lnTo>
                <a:lnTo>
                  <a:pt x="19811" y="14478"/>
                </a:lnTo>
                <a:lnTo>
                  <a:pt x="25145" y="15240"/>
                </a:lnTo>
                <a:lnTo>
                  <a:pt x="31241" y="16002"/>
                </a:lnTo>
                <a:lnTo>
                  <a:pt x="35051" y="21336"/>
                </a:lnTo>
                <a:lnTo>
                  <a:pt x="35813" y="27432"/>
                </a:lnTo>
                <a:lnTo>
                  <a:pt x="36575" y="33528"/>
                </a:lnTo>
                <a:lnTo>
                  <a:pt x="33527" y="38862"/>
                </a:lnTo>
                <a:lnTo>
                  <a:pt x="28193" y="42672"/>
                </a:lnTo>
                <a:lnTo>
                  <a:pt x="25145" y="44958"/>
                </a:lnTo>
                <a:lnTo>
                  <a:pt x="16763" y="47244"/>
                </a:lnTo>
                <a:lnTo>
                  <a:pt x="12953" y="45720"/>
                </a:lnTo>
                <a:lnTo>
                  <a:pt x="7619" y="42672"/>
                </a:lnTo>
                <a:lnTo>
                  <a:pt x="8381" y="33528"/>
                </a:lnTo>
                <a:lnTo>
                  <a:pt x="8381" y="28956"/>
                </a:lnTo>
                <a:lnTo>
                  <a:pt x="8381" y="22860"/>
                </a:lnTo>
                <a:lnTo>
                  <a:pt x="9143" y="18288"/>
                </a:lnTo>
                <a:lnTo>
                  <a:pt x="16001" y="16002"/>
                </a:lnTo>
                <a:lnTo>
                  <a:pt x="18287" y="15240"/>
                </a:lnTo>
                <a:lnTo>
                  <a:pt x="26669" y="14478"/>
                </a:lnTo>
                <a:lnTo>
                  <a:pt x="29717" y="16002"/>
                </a:lnTo>
                <a:lnTo>
                  <a:pt x="32765" y="17526"/>
                </a:lnTo>
                <a:lnTo>
                  <a:pt x="33527" y="22098"/>
                </a:lnTo>
                <a:lnTo>
                  <a:pt x="34289" y="25146"/>
                </a:lnTo>
                <a:lnTo>
                  <a:pt x="34289" y="29718"/>
                </a:lnTo>
                <a:lnTo>
                  <a:pt x="28193" y="32766"/>
                </a:lnTo>
                <a:lnTo>
                  <a:pt x="23621" y="33528"/>
                </a:lnTo>
                <a:lnTo>
                  <a:pt x="22097" y="33528"/>
                </a:lnTo>
                <a:lnTo>
                  <a:pt x="20573" y="33528"/>
                </a:lnTo>
                <a:lnTo>
                  <a:pt x="19049" y="33528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3" name="Google Shape;2083;p15"/>
          <p:cNvPicPr preferRelativeResize="0"/>
          <p:nvPr/>
        </p:nvPicPr>
        <p:blipFill rotWithShape="1">
          <a:blip r:embed="rId93">
            <a:alphaModFix/>
          </a:blip>
          <a:srcRect b="0" l="0" r="0" t="0"/>
          <a:stretch/>
        </p:blipFill>
        <p:spPr>
          <a:xfrm>
            <a:off x="6008357" y="4447019"/>
            <a:ext cx="323113" cy="179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4" name="Google Shape;2084;p15"/>
          <p:cNvPicPr preferRelativeResize="0"/>
          <p:nvPr/>
        </p:nvPicPr>
        <p:blipFill rotWithShape="1">
          <a:blip r:embed="rId94">
            <a:alphaModFix/>
          </a:blip>
          <a:srcRect b="0" l="0" r="0" t="0"/>
          <a:stretch/>
        </p:blipFill>
        <p:spPr>
          <a:xfrm>
            <a:off x="6378689" y="4419587"/>
            <a:ext cx="179857" cy="1463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5" name="Google Shape;2085;p15"/>
          <p:cNvGrpSpPr/>
          <p:nvPr/>
        </p:nvGrpSpPr>
        <p:grpSpPr>
          <a:xfrm>
            <a:off x="6603288" y="4401299"/>
            <a:ext cx="212813" cy="150198"/>
            <a:chOff x="6603288" y="4401299"/>
            <a:chExt cx="212813" cy="150198"/>
          </a:xfrm>
        </p:grpSpPr>
        <p:pic>
          <p:nvPicPr>
            <p:cNvPr id="2086" name="Google Shape;2086;p15"/>
            <p:cNvPicPr preferRelativeResize="0"/>
            <p:nvPr/>
          </p:nvPicPr>
          <p:blipFill rotWithShape="1">
            <a:blip r:embed="rId95">
              <a:alphaModFix/>
            </a:blip>
            <a:srcRect b="0" l="0" r="0" t="0"/>
            <a:stretch/>
          </p:blipFill>
          <p:spPr>
            <a:xfrm>
              <a:off x="6603288" y="4418825"/>
              <a:ext cx="99275" cy="1326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7" name="Google Shape;2087;p15"/>
            <p:cNvPicPr preferRelativeResize="0"/>
            <p:nvPr/>
          </p:nvPicPr>
          <p:blipFill rotWithShape="1">
            <a:blip r:embed="rId96">
              <a:alphaModFix/>
            </a:blip>
            <a:srcRect b="0" l="0" r="0" t="0"/>
            <a:stretch/>
          </p:blipFill>
          <p:spPr>
            <a:xfrm>
              <a:off x="6727684" y="4401299"/>
              <a:ext cx="88417" cy="13794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88" name="Google Shape;2088;p15"/>
          <p:cNvGrpSpPr/>
          <p:nvPr/>
        </p:nvGrpSpPr>
        <p:grpSpPr>
          <a:xfrm>
            <a:off x="7305281" y="4369295"/>
            <a:ext cx="250075" cy="151663"/>
            <a:chOff x="7305281" y="4369295"/>
            <a:chExt cx="250075" cy="151663"/>
          </a:xfrm>
        </p:grpSpPr>
        <p:pic>
          <p:nvPicPr>
            <p:cNvPr id="2089" name="Google Shape;2089;p15"/>
            <p:cNvPicPr preferRelativeResize="0"/>
            <p:nvPr/>
          </p:nvPicPr>
          <p:blipFill rotWithShape="1">
            <a:blip r:embed="rId97">
              <a:alphaModFix/>
            </a:blip>
            <a:srcRect b="0" l="0" r="0" t="0"/>
            <a:stretch/>
          </p:blipFill>
          <p:spPr>
            <a:xfrm>
              <a:off x="7305281" y="4369295"/>
              <a:ext cx="163093" cy="151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0" name="Google Shape;2090;p15"/>
            <p:cNvSpPr/>
            <p:nvPr/>
          </p:nvSpPr>
          <p:spPr>
            <a:xfrm>
              <a:off x="7514081" y="4457700"/>
              <a:ext cx="41275" cy="60960"/>
            </a:xfrm>
            <a:custGeom>
              <a:rect b="b" l="l" r="r" t="t"/>
              <a:pathLst>
                <a:path extrusionOk="0" h="60960" w="41275">
                  <a:moveTo>
                    <a:pt x="5333" y="0"/>
                  </a:moveTo>
                  <a:lnTo>
                    <a:pt x="3762" y="8453"/>
                  </a:lnTo>
                  <a:lnTo>
                    <a:pt x="2476" y="16764"/>
                  </a:lnTo>
                  <a:lnTo>
                    <a:pt x="1476" y="25074"/>
                  </a:lnTo>
                  <a:lnTo>
                    <a:pt x="761" y="33528"/>
                  </a:lnTo>
                  <a:lnTo>
                    <a:pt x="761" y="40386"/>
                  </a:lnTo>
                  <a:lnTo>
                    <a:pt x="0" y="48768"/>
                  </a:lnTo>
                  <a:lnTo>
                    <a:pt x="2285" y="55626"/>
                  </a:lnTo>
                  <a:lnTo>
                    <a:pt x="3809" y="60198"/>
                  </a:lnTo>
                  <a:lnTo>
                    <a:pt x="10667" y="60198"/>
                  </a:lnTo>
                  <a:lnTo>
                    <a:pt x="14477" y="60198"/>
                  </a:lnTo>
                  <a:lnTo>
                    <a:pt x="22097" y="60960"/>
                  </a:lnTo>
                  <a:lnTo>
                    <a:pt x="28955" y="58674"/>
                  </a:lnTo>
                  <a:lnTo>
                    <a:pt x="34289" y="53340"/>
                  </a:lnTo>
                  <a:lnTo>
                    <a:pt x="38099" y="48006"/>
                  </a:lnTo>
                  <a:lnTo>
                    <a:pt x="39623" y="46481"/>
                  </a:lnTo>
                  <a:lnTo>
                    <a:pt x="41147" y="4190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15"/>
            <p:cNvSpPr/>
            <p:nvPr/>
          </p:nvSpPr>
          <p:spPr>
            <a:xfrm>
              <a:off x="7527035" y="439293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92" name="Google Shape;2092;p15"/>
          <p:cNvPicPr preferRelativeResize="0"/>
          <p:nvPr/>
        </p:nvPicPr>
        <p:blipFill rotWithShape="1">
          <a:blip r:embed="rId98">
            <a:alphaModFix/>
          </a:blip>
          <a:srcRect b="0" l="0" r="0" t="0"/>
          <a:stretch/>
        </p:blipFill>
        <p:spPr>
          <a:xfrm>
            <a:off x="7720571" y="4328147"/>
            <a:ext cx="282727" cy="10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3" name="Google Shape;2093;p15"/>
          <p:cNvPicPr preferRelativeResize="0"/>
          <p:nvPr/>
        </p:nvPicPr>
        <p:blipFill rotWithShape="1">
          <a:blip r:embed="rId99">
            <a:alphaModFix/>
          </a:blip>
          <a:srcRect b="0" l="0" r="0" t="0"/>
          <a:stretch/>
        </p:blipFill>
        <p:spPr>
          <a:xfrm>
            <a:off x="8188438" y="4298429"/>
            <a:ext cx="161556" cy="155473"/>
          </a:xfrm>
          <a:prstGeom prst="rect">
            <a:avLst/>
          </a:prstGeom>
          <a:noFill/>
          <a:ln>
            <a:noFill/>
          </a:ln>
        </p:spPr>
      </p:pic>
      <p:sp>
        <p:nvSpPr>
          <p:cNvPr id="2094" name="Google Shape;2094;p15"/>
          <p:cNvSpPr/>
          <p:nvPr/>
        </p:nvSpPr>
        <p:spPr>
          <a:xfrm>
            <a:off x="8484107" y="4316729"/>
            <a:ext cx="74930" cy="15240"/>
          </a:xfrm>
          <a:custGeom>
            <a:rect b="b" l="l" r="r" t="t"/>
            <a:pathLst>
              <a:path extrusionOk="0" h="15239" w="74929">
                <a:moveTo>
                  <a:pt x="0" y="15239"/>
                </a:moveTo>
                <a:lnTo>
                  <a:pt x="10858" y="14406"/>
                </a:lnTo>
                <a:lnTo>
                  <a:pt x="21717" y="13144"/>
                </a:lnTo>
                <a:lnTo>
                  <a:pt x="32575" y="11596"/>
                </a:lnTo>
                <a:lnTo>
                  <a:pt x="43434" y="9905"/>
                </a:lnTo>
                <a:lnTo>
                  <a:pt x="50065" y="8989"/>
                </a:lnTo>
                <a:lnTo>
                  <a:pt x="57054" y="8286"/>
                </a:lnTo>
                <a:lnTo>
                  <a:pt x="63900" y="7441"/>
                </a:lnTo>
                <a:lnTo>
                  <a:pt x="70104" y="6095"/>
                </a:lnTo>
                <a:lnTo>
                  <a:pt x="74676" y="5333"/>
                </a:lnTo>
                <a:lnTo>
                  <a:pt x="70104" y="2285"/>
                </a:lnTo>
                <a:lnTo>
                  <a:pt x="67818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5" name="Google Shape;2095;p15"/>
          <p:cNvPicPr preferRelativeResize="0"/>
          <p:nvPr/>
        </p:nvPicPr>
        <p:blipFill rotWithShape="1">
          <a:blip r:embed="rId100">
            <a:alphaModFix/>
          </a:blip>
          <a:srcRect b="0" l="0" r="0" t="0"/>
          <a:stretch/>
        </p:blipFill>
        <p:spPr>
          <a:xfrm>
            <a:off x="8727935" y="4241291"/>
            <a:ext cx="168414" cy="1226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6" name="Google Shape;2096;p15"/>
          <p:cNvGrpSpPr/>
          <p:nvPr/>
        </p:nvGrpSpPr>
        <p:grpSpPr>
          <a:xfrm>
            <a:off x="8695610" y="4107180"/>
            <a:ext cx="719408" cy="311023"/>
            <a:chOff x="8695610" y="4107180"/>
            <a:chExt cx="719408" cy="311023"/>
          </a:xfrm>
        </p:grpSpPr>
        <p:pic>
          <p:nvPicPr>
            <p:cNvPr id="2097" name="Google Shape;2097;p15"/>
            <p:cNvPicPr preferRelativeResize="0"/>
            <p:nvPr/>
          </p:nvPicPr>
          <p:blipFill rotWithShape="1">
            <a:blip r:embed="rId101">
              <a:alphaModFix/>
            </a:blip>
            <a:srcRect b="0" l="0" r="0" t="0"/>
            <a:stretch/>
          </p:blipFill>
          <p:spPr>
            <a:xfrm>
              <a:off x="8848331" y="4110215"/>
              <a:ext cx="68605" cy="85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8" name="Google Shape;2098;p15"/>
            <p:cNvPicPr preferRelativeResize="0"/>
            <p:nvPr/>
          </p:nvPicPr>
          <p:blipFill rotWithShape="1">
            <a:blip r:embed="rId102">
              <a:alphaModFix/>
            </a:blip>
            <a:srcRect b="0" l="0" r="0" t="0"/>
            <a:stretch/>
          </p:blipFill>
          <p:spPr>
            <a:xfrm>
              <a:off x="8937390" y="4194035"/>
              <a:ext cx="115182" cy="1120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9" name="Google Shape;2099;p15"/>
            <p:cNvSpPr/>
            <p:nvPr/>
          </p:nvSpPr>
          <p:spPr>
            <a:xfrm>
              <a:off x="8695610" y="4163568"/>
              <a:ext cx="108585" cy="254635"/>
            </a:xfrm>
            <a:custGeom>
              <a:rect b="b" l="l" r="r" t="t"/>
              <a:pathLst>
                <a:path extrusionOk="0" h="254635" w="108584">
                  <a:moveTo>
                    <a:pt x="25479" y="0"/>
                  </a:moveTo>
                  <a:lnTo>
                    <a:pt x="9405" y="49506"/>
                  </a:lnTo>
                  <a:lnTo>
                    <a:pt x="3143" y="94047"/>
                  </a:lnTo>
                  <a:lnTo>
                    <a:pt x="0" y="149363"/>
                  </a:lnTo>
                  <a:lnTo>
                    <a:pt x="1857" y="176022"/>
                  </a:lnTo>
                  <a:lnTo>
                    <a:pt x="19966" y="225206"/>
                  </a:lnTo>
                  <a:lnTo>
                    <a:pt x="60340" y="252222"/>
                  </a:lnTo>
                  <a:lnTo>
                    <a:pt x="92535" y="254508"/>
                  </a:lnTo>
                  <a:lnTo>
                    <a:pt x="97869" y="253746"/>
                  </a:lnTo>
                  <a:lnTo>
                    <a:pt x="103203" y="252984"/>
                  </a:lnTo>
                  <a:lnTo>
                    <a:pt x="108537" y="25222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15"/>
            <p:cNvSpPr/>
            <p:nvPr/>
          </p:nvSpPr>
          <p:spPr>
            <a:xfrm>
              <a:off x="9070848" y="4306824"/>
              <a:ext cx="8890" cy="50800"/>
            </a:xfrm>
            <a:custGeom>
              <a:rect b="b" l="l" r="r" t="t"/>
              <a:pathLst>
                <a:path extrusionOk="0" h="50800" w="8890">
                  <a:moveTo>
                    <a:pt x="8381" y="0"/>
                  </a:moveTo>
                  <a:lnTo>
                    <a:pt x="7929" y="6858"/>
                  </a:lnTo>
                  <a:lnTo>
                    <a:pt x="7619" y="13716"/>
                  </a:lnTo>
                  <a:lnTo>
                    <a:pt x="7310" y="20574"/>
                  </a:lnTo>
                  <a:lnTo>
                    <a:pt x="6857" y="27432"/>
                  </a:lnTo>
                  <a:lnTo>
                    <a:pt x="6857" y="32766"/>
                  </a:lnTo>
                  <a:lnTo>
                    <a:pt x="6857" y="38100"/>
                  </a:lnTo>
                  <a:lnTo>
                    <a:pt x="6095" y="43434"/>
                  </a:lnTo>
                  <a:lnTo>
                    <a:pt x="5333" y="46482"/>
                  </a:lnTo>
                  <a:lnTo>
                    <a:pt x="5333" y="48768"/>
                  </a:lnTo>
                  <a:lnTo>
                    <a:pt x="3047" y="50292"/>
                  </a:lnTo>
                  <a:lnTo>
                    <a:pt x="2285" y="50292"/>
                  </a:lnTo>
                  <a:lnTo>
                    <a:pt x="761" y="50292"/>
                  </a:lnTo>
                  <a:lnTo>
                    <a:pt x="0" y="5029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15"/>
            <p:cNvSpPr/>
            <p:nvPr/>
          </p:nvSpPr>
          <p:spPr>
            <a:xfrm>
              <a:off x="9106662" y="4107180"/>
              <a:ext cx="62865" cy="241935"/>
            </a:xfrm>
            <a:custGeom>
              <a:rect b="b" l="l" r="r" t="t"/>
              <a:pathLst>
                <a:path extrusionOk="0" h="241935" w="62865">
                  <a:moveTo>
                    <a:pt x="0" y="0"/>
                  </a:moveTo>
                  <a:lnTo>
                    <a:pt x="29253" y="27431"/>
                  </a:lnTo>
                  <a:lnTo>
                    <a:pt x="50196" y="64388"/>
                  </a:lnTo>
                  <a:lnTo>
                    <a:pt x="60662" y="109216"/>
                  </a:lnTo>
                  <a:lnTo>
                    <a:pt x="62734" y="142577"/>
                  </a:lnTo>
                  <a:lnTo>
                    <a:pt x="62484" y="159257"/>
                  </a:lnTo>
                  <a:lnTo>
                    <a:pt x="61221" y="171938"/>
                  </a:lnTo>
                  <a:lnTo>
                    <a:pt x="58674" y="184689"/>
                  </a:lnTo>
                  <a:lnTo>
                    <a:pt x="54983" y="197298"/>
                  </a:lnTo>
                  <a:lnTo>
                    <a:pt x="50292" y="209550"/>
                  </a:lnTo>
                  <a:lnTo>
                    <a:pt x="47720" y="216408"/>
                  </a:lnTo>
                  <a:lnTo>
                    <a:pt x="44577" y="223837"/>
                  </a:lnTo>
                  <a:lnTo>
                    <a:pt x="40862" y="230981"/>
                  </a:lnTo>
                  <a:lnTo>
                    <a:pt x="36576" y="236982"/>
                  </a:lnTo>
                  <a:lnTo>
                    <a:pt x="32004" y="241554"/>
                  </a:lnTo>
                  <a:lnTo>
                    <a:pt x="28194" y="240792"/>
                  </a:lnTo>
                  <a:lnTo>
                    <a:pt x="22860" y="24155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02" name="Google Shape;2102;p15"/>
            <p:cNvPicPr preferRelativeResize="0"/>
            <p:nvPr/>
          </p:nvPicPr>
          <p:blipFill rotWithShape="1">
            <a:blip r:embed="rId103">
              <a:alphaModFix/>
            </a:blip>
            <a:srcRect b="0" l="0" r="0" t="0"/>
            <a:stretch/>
          </p:blipFill>
          <p:spPr>
            <a:xfrm>
              <a:off x="9217901" y="4133837"/>
              <a:ext cx="148615" cy="1044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3" name="Google Shape;2103;p15"/>
            <p:cNvSpPr/>
            <p:nvPr/>
          </p:nvSpPr>
          <p:spPr>
            <a:xfrm>
              <a:off x="9409938" y="4228338"/>
              <a:ext cx="5080" cy="47625"/>
            </a:xfrm>
            <a:custGeom>
              <a:rect b="b" l="l" r="r" t="t"/>
              <a:pathLst>
                <a:path extrusionOk="0" h="47625" w="5079">
                  <a:moveTo>
                    <a:pt x="4572" y="0"/>
                  </a:moveTo>
                  <a:lnTo>
                    <a:pt x="4572" y="3048"/>
                  </a:lnTo>
                  <a:lnTo>
                    <a:pt x="4572" y="4572"/>
                  </a:lnTo>
                  <a:lnTo>
                    <a:pt x="4572" y="7620"/>
                  </a:lnTo>
                  <a:lnTo>
                    <a:pt x="4774" y="16311"/>
                  </a:lnTo>
                  <a:lnTo>
                    <a:pt x="5048" y="25146"/>
                  </a:lnTo>
                  <a:lnTo>
                    <a:pt x="4893" y="33980"/>
                  </a:lnTo>
                  <a:lnTo>
                    <a:pt x="3810" y="42672"/>
                  </a:lnTo>
                  <a:lnTo>
                    <a:pt x="3048" y="45720"/>
                  </a:lnTo>
                  <a:lnTo>
                    <a:pt x="2286" y="46482"/>
                  </a:lnTo>
                  <a:lnTo>
                    <a:pt x="0" y="4724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04" name="Google Shape;2104;p15"/>
          <p:cNvPicPr preferRelativeResize="0"/>
          <p:nvPr/>
        </p:nvPicPr>
        <p:blipFill rotWithShape="1">
          <a:blip r:embed="rId104">
            <a:alphaModFix/>
          </a:blip>
          <a:srcRect b="0" l="0" r="0" t="0"/>
          <a:stretch/>
        </p:blipFill>
        <p:spPr>
          <a:xfrm>
            <a:off x="9647669" y="4074401"/>
            <a:ext cx="134625" cy="1227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5" name="Google Shape;2105;p15"/>
          <p:cNvGrpSpPr/>
          <p:nvPr/>
        </p:nvGrpSpPr>
        <p:grpSpPr>
          <a:xfrm>
            <a:off x="9870185" y="4034789"/>
            <a:ext cx="40640" cy="144526"/>
            <a:chOff x="9870185" y="4034789"/>
            <a:chExt cx="40640" cy="144526"/>
          </a:xfrm>
        </p:grpSpPr>
        <p:sp>
          <p:nvSpPr>
            <p:cNvPr id="2106" name="Google Shape;2106;p15"/>
            <p:cNvSpPr/>
            <p:nvPr/>
          </p:nvSpPr>
          <p:spPr>
            <a:xfrm>
              <a:off x="9870185" y="4113275"/>
              <a:ext cx="40640" cy="66040"/>
            </a:xfrm>
            <a:custGeom>
              <a:rect b="b" l="l" r="r" t="t"/>
              <a:pathLst>
                <a:path extrusionOk="0" h="66039" w="40640">
                  <a:moveTo>
                    <a:pt x="13716" y="0"/>
                  </a:moveTo>
                  <a:lnTo>
                    <a:pt x="11537" y="10287"/>
                  </a:lnTo>
                  <a:lnTo>
                    <a:pt x="9429" y="20574"/>
                  </a:lnTo>
                  <a:lnTo>
                    <a:pt x="7179" y="30861"/>
                  </a:lnTo>
                  <a:lnTo>
                    <a:pt x="4572" y="41148"/>
                  </a:lnTo>
                  <a:lnTo>
                    <a:pt x="3810" y="45720"/>
                  </a:lnTo>
                  <a:lnTo>
                    <a:pt x="0" y="58674"/>
                  </a:lnTo>
                  <a:lnTo>
                    <a:pt x="3048" y="62484"/>
                  </a:lnTo>
                  <a:lnTo>
                    <a:pt x="5334" y="65532"/>
                  </a:lnTo>
                  <a:lnTo>
                    <a:pt x="22860" y="64008"/>
                  </a:lnTo>
                  <a:lnTo>
                    <a:pt x="25146" y="64008"/>
                  </a:lnTo>
                  <a:lnTo>
                    <a:pt x="32766" y="62484"/>
                  </a:lnTo>
                  <a:lnTo>
                    <a:pt x="39624" y="57912"/>
                  </a:lnTo>
                  <a:lnTo>
                    <a:pt x="40386" y="49529"/>
                  </a:lnTo>
                  <a:lnTo>
                    <a:pt x="40386" y="47243"/>
                  </a:lnTo>
                  <a:lnTo>
                    <a:pt x="40386" y="45719"/>
                  </a:lnTo>
                  <a:lnTo>
                    <a:pt x="40386" y="4343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15"/>
            <p:cNvSpPr/>
            <p:nvPr/>
          </p:nvSpPr>
          <p:spPr>
            <a:xfrm>
              <a:off x="9881615" y="4034789"/>
              <a:ext cx="13970" cy="22225"/>
            </a:xfrm>
            <a:custGeom>
              <a:rect b="b" l="l" r="r" t="t"/>
              <a:pathLst>
                <a:path extrusionOk="0" h="22225" w="13970">
                  <a:moveTo>
                    <a:pt x="761" y="7620"/>
                  </a:moveTo>
                  <a:lnTo>
                    <a:pt x="4571" y="5334"/>
                  </a:lnTo>
                  <a:lnTo>
                    <a:pt x="8381" y="2286"/>
                  </a:lnTo>
                  <a:lnTo>
                    <a:pt x="12191" y="0"/>
                  </a:lnTo>
                  <a:lnTo>
                    <a:pt x="12191" y="3048"/>
                  </a:lnTo>
                  <a:lnTo>
                    <a:pt x="13715" y="9144"/>
                  </a:lnTo>
                  <a:lnTo>
                    <a:pt x="12191" y="11430"/>
                  </a:lnTo>
                  <a:lnTo>
                    <a:pt x="10667" y="13716"/>
                  </a:lnTo>
                  <a:lnTo>
                    <a:pt x="6095" y="15240"/>
                  </a:lnTo>
                  <a:lnTo>
                    <a:pt x="3809" y="15240"/>
                  </a:lnTo>
                  <a:lnTo>
                    <a:pt x="1523" y="14478"/>
                  </a:lnTo>
                  <a:lnTo>
                    <a:pt x="761" y="12192"/>
                  </a:lnTo>
                  <a:lnTo>
                    <a:pt x="1523" y="9906"/>
                  </a:lnTo>
                  <a:lnTo>
                    <a:pt x="2285" y="8382"/>
                  </a:lnTo>
                  <a:lnTo>
                    <a:pt x="2285" y="7620"/>
                  </a:lnTo>
                  <a:lnTo>
                    <a:pt x="3809" y="7620"/>
                  </a:lnTo>
                  <a:lnTo>
                    <a:pt x="4571" y="7620"/>
                  </a:lnTo>
                  <a:lnTo>
                    <a:pt x="5333" y="7620"/>
                  </a:lnTo>
                  <a:lnTo>
                    <a:pt x="6857" y="7620"/>
                  </a:lnTo>
                  <a:lnTo>
                    <a:pt x="6857" y="10668"/>
                  </a:lnTo>
                  <a:lnTo>
                    <a:pt x="7619" y="16002"/>
                  </a:lnTo>
                  <a:lnTo>
                    <a:pt x="5333" y="19050"/>
                  </a:lnTo>
                  <a:lnTo>
                    <a:pt x="3809" y="22098"/>
                  </a:lnTo>
                  <a:lnTo>
                    <a:pt x="2285" y="20574"/>
                  </a:lnTo>
                  <a:lnTo>
                    <a:pt x="0" y="2133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8" name="Google Shape;2108;p15"/>
          <p:cNvSpPr/>
          <p:nvPr/>
        </p:nvSpPr>
        <p:spPr>
          <a:xfrm>
            <a:off x="8209788" y="4523232"/>
            <a:ext cx="1015365" cy="63500"/>
          </a:xfrm>
          <a:custGeom>
            <a:rect b="b" l="l" r="r" t="t"/>
            <a:pathLst>
              <a:path extrusionOk="0" h="63500" w="1015365">
                <a:moveTo>
                  <a:pt x="0" y="63246"/>
                </a:moveTo>
                <a:lnTo>
                  <a:pt x="8096" y="62245"/>
                </a:lnTo>
                <a:lnTo>
                  <a:pt x="15621" y="61531"/>
                </a:lnTo>
                <a:lnTo>
                  <a:pt x="23145" y="61102"/>
                </a:lnTo>
                <a:lnTo>
                  <a:pt x="31242" y="60960"/>
                </a:lnTo>
                <a:lnTo>
                  <a:pt x="41529" y="61079"/>
                </a:lnTo>
                <a:lnTo>
                  <a:pt x="51816" y="61341"/>
                </a:lnTo>
                <a:lnTo>
                  <a:pt x="62103" y="61602"/>
                </a:lnTo>
                <a:lnTo>
                  <a:pt x="72390" y="61722"/>
                </a:lnTo>
                <a:lnTo>
                  <a:pt x="86106" y="61281"/>
                </a:lnTo>
                <a:lnTo>
                  <a:pt x="99822" y="61055"/>
                </a:lnTo>
                <a:lnTo>
                  <a:pt x="113538" y="60971"/>
                </a:lnTo>
                <a:lnTo>
                  <a:pt x="127254" y="60960"/>
                </a:lnTo>
                <a:lnTo>
                  <a:pt x="145411" y="61079"/>
                </a:lnTo>
                <a:lnTo>
                  <a:pt x="163353" y="61341"/>
                </a:lnTo>
                <a:lnTo>
                  <a:pt x="181153" y="61602"/>
                </a:lnTo>
                <a:lnTo>
                  <a:pt x="198882" y="61722"/>
                </a:lnTo>
                <a:lnTo>
                  <a:pt x="224349" y="60507"/>
                </a:lnTo>
                <a:lnTo>
                  <a:pt x="249459" y="58293"/>
                </a:lnTo>
                <a:lnTo>
                  <a:pt x="274427" y="55506"/>
                </a:lnTo>
                <a:lnTo>
                  <a:pt x="299466" y="52578"/>
                </a:lnTo>
                <a:lnTo>
                  <a:pt x="323349" y="50161"/>
                </a:lnTo>
                <a:lnTo>
                  <a:pt x="347091" y="47529"/>
                </a:lnTo>
                <a:lnTo>
                  <a:pt x="370832" y="44755"/>
                </a:lnTo>
                <a:lnTo>
                  <a:pt x="394716" y="41910"/>
                </a:lnTo>
                <a:lnTo>
                  <a:pt x="413456" y="40445"/>
                </a:lnTo>
                <a:lnTo>
                  <a:pt x="432053" y="39338"/>
                </a:lnTo>
                <a:lnTo>
                  <a:pt x="450651" y="38373"/>
                </a:lnTo>
                <a:lnTo>
                  <a:pt x="469392" y="37338"/>
                </a:lnTo>
                <a:lnTo>
                  <a:pt x="493395" y="35623"/>
                </a:lnTo>
                <a:lnTo>
                  <a:pt x="517398" y="33909"/>
                </a:lnTo>
                <a:lnTo>
                  <a:pt x="541401" y="32194"/>
                </a:lnTo>
                <a:lnTo>
                  <a:pt x="565404" y="30480"/>
                </a:lnTo>
                <a:lnTo>
                  <a:pt x="587121" y="29098"/>
                </a:lnTo>
                <a:lnTo>
                  <a:pt x="608838" y="27432"/>
                </a:lnTo>
                <a:lnTo>
                  <a:pt x="630555" y="25765"/>
                </a:lnTo>
                <a:lnTo>
                  <a:pt x="652272" y="24384"/>
                </a:lnTo>
                <a:lnTo>
                  <a:pt x="670679" y="23812"/>
                </a:lnTo>
                <a:lnTo>
                  <a:pt x="689229" y="23241"/>
                </a:lnTo>
                <a:lnTo>
                  <a:pt x="707778" y="22669"/>
                </a:lnTo>
                <a:lnTo>
                  <a:pt x="726186" y="22098"/>
                </a:lnTo>
                <a:lnTo>
                  <a:pt x="759213" y="21240"/>
                </a:lnTo>
                <a:lnTo>
                  <a:pt x="792099" y="19812"/>
                </a:lnTo>
                <a:lnTo>
                  <a:pt x="824984" y="17811"/>
                </a:lnTo>
                <a:lnTo>
                  <a:pt x="858012" y="15240"/>
                </a:lnTo>
                <a:lnTo>
                  <a:pt x="875728" y="13525"/>
                </a:lnTo>
                <a:lnTo>
                  <a:pt x="893444" y="11811"/>
                </a:lnTo>
                <a:lnTo>
                  <a:pt x="911161" y="10096"/>
                </a:lnTo>
                <a:lnTo>
                  <a:pt x="928878" y="8382"/>
                </a:lnTo>
                <a:lnTo>
                  <a:pt x="944868" y="7131"/>
                </a:lnTo>
                <a:lnTo>
                  <a:pt x="960786" y="5810"/>
                </a:lnTo>
                <a:lnTo>
                  <a:pt x="976562" y="4631"/>
                </a:lnTo>
                <a:lnTo>
                  <a:pt x="992124" y="3810"/>
                </a:lnTo>
                <a:lnTo>
                  <a:pt x="999744" y="3048"/>
                </a:lnTo>
                <a:lnTo>
                  <a:pt x="1006602" y="2286"/>
                </a:lnTo>
                <a:lnTo>
                  <a:pt x="1013460" y="2286"/>
                </a:lnTo>
                <a:lnTo>
                  <a:pt x="1014222" y="2286"/>
                </a:lnTo>
                <a:lnTo>
                  <a:pt x="1014984" y="2286"/>
                </a:lnTo>
                <a:lnTo>
                  <a:pt x="1009650" y="2286"/>
                </a:lnTo>
                <a:lnTo>
                  <a:pt x="1005840" y="2286"/>
                </a:lnTo>
                <a:lnTo>
                  <a:pt x="1000506" y="2286"/>
                </a:lnTo>
                <a:lnTo>
                  <a:pt x="995172" y="1524"/>
                </a:lnTo>
                <a:lnTo>
                  <a:pt x="989838" y="762"/>
                </a:lnTo>
                <a:lnTo>
                  <a:pt x="984504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9" name="Google Shape;2109;p15"/>
          <p:cNvSpPr/>
          <p:nvPr/>
        </p:nvSpPr>
        <p:spPr>
          <a:xfrm>
            <a:off x="5118353" y="2613660"/>
            <a:ext cx="207645" cy="3581400"/>
          </a:xfrm>
          <a:custGeom>
            <a:rect b="b" l="l" r="r" t="t"/>
            <a:pathLst>
              <a:path extrusionOk="0" h="3581400" w="207645">
                <a:moveTo>
                  <a:pt x="13715" y="0"/>
                </a:moveTo>
                <a:lnTo>
                  <a:pt x="12251" y="11299"/>
                </a:lnTo>
                <a:lnTo>
                  <a:pt x="11144" y="22383"/>
                </a:lnTo>
                <a:lnTo>
                  <a:pt x="10179" y="33325"/>
                </a:lnTo>
                <a:lnTo>
                  <a:pt x="9143" y="44196"/>
                </a:lnTo>
                <a:lnTo>
                  <a:pt x="8239" y="64769"/>
                </a:lnTo>
                <a:lnTo>
                  <a:pt x="7619" y="85344"/>
                </a:lnTo>
                <a:lnTo>
                  <a:pt x="7000" y="105918"/>
                </a:lnTo>
                <a:lnTo>
                  <a:pt x="6095" y="126492"/>
                </a:lnTo>
                <a:lnTo>
                  <a:pt x="5286" y="156210"/>
                </a:lnTo>
                <a:lnTo>
                  <a:pt x="4190" y="185928"/>
                </a:lnTo>
                <a:lnTo>
                  <a:pt x="3095" y="215646"/>
                </a:lnTo>
                <a:lnTo>
                  <a:pt x="2285" y="245364"/>
                </a:lnTo>
                <a:lnTo>
                  <a:pt x="1607" y="275212"/>
                </a:lnTo>
                <a:lnTo>
                  <a:pt x="857" y="305276"/>
                </a:lnTo>
                <a:lnTo>
                  <a:pt x="250" y="335482"/>
                </a:lnTo>
                <a:lnTo>
                  <a:pt x="0" y="365760"/>
                </a:lnTo>
                <a:lnTo>
                  <a:pt x="440" y="395478"/>
                </a:lnTo>
                <a:lnTo>
                  <a:pt x="666" y="425195"/>
                </a:lnTo>
                <a:lnTo>
                  <a:pt x="750" y="454913"/>
                </a:lnTo>
                <a:lnTo>
                  <a:pt x="761" y="484631"/>
                </a:lnTo>
                <a:lnTo>
                  <a:pt x="1559" y="517219"/>
                </a:lnTo>
                <a:lnTo>
                  <a:pt x="2571" y="549878"/>
                </a:lnTo>
                <a:lnTo>
                  <a:pt x="3440" y="582679"/>
                </a:lnTo>
                <a:lnTo>
                  <a:pt x="3809" y="615696"/>
                </a:lnTo>
                <a:lnTo>
                  <a:pt x="3821" y="655248"/>
                </a:lnTo>
                <a:lnTo>
                  <a:pt x="3905" y="694944"/>
                </a:lnTo>
                <a:lnTo>
                  <a:pt x="4131" y="734639"/>
                </a:lnTo>
                <a:lnTo>
                  <a:pt x="4571" y="774192"/>
                </a:lnTo>
                <a:lnTo>
                  <a:pt x="4571" y="814185"/>
                </a:lnTo>
                <a:lnTo>
                  <a:pt x="4571" y="854106"/>
                </a:lnTo>
                <a:lnTo>
                  <a:pt x="4571" y="893885"/>
                </a:lnTo>
                <a:lnTo>
                  <a:pt x="4571" y="933450"/>
                </a:lnTo>
                <a:lnTo>
                  <a:pt x="5203" y="974467"/>
                </a:lnTo>
                <a:lnTo>
                  <a:pt x="6762" y="1015269"/>
                </a:lnTo>
                <a:lnTo>
                  <a:pt x="8751" y="1055929"/>
                </a:lnTo>
                <a:lnTo>
                  <a:pt x="10668" y="1096518"/>
                </a:lnTo>
                <a:lnTo>
                  <a:pt x="12823" y="1139963"/>
                </a:lnTo>
                <a:lnTo>
                  <a:pt x="14763" y="1183481"/>
                </a:lnTo>
                <a:lnTo>
                  <a:pt x="16561" y="1227141"/>
                </a:lnTo>
                <a:lnTo>
                  <a:pt x="18288" y="1271016"/>
                </a:lnTo>
                <a:lnTo>
                  <a:pt x="20169" y="1313426"/>
                </a:lnTo>
                <a:lnTo>
                  <a:pt x="21336" y="1355979"/>
                </a:lnTo>
                <a:lnTo>
                  <a:pt x="21931" y="1398531"/>
                </a:lnTo>
                <a:lnTo>
                  <a:pt x="22098" y="1440942"/>
                </a:lnTo>
                <a:lnTo>
                  <a:pt x="22431" y="1481970"/>
                </a:lnTo>
                <a:lnTo>
                  <a:pt x="22479" y="1522857"/>
                </a:lnTo>
                <a:lnTo>
                  <a:pt x="22526" y="1563743"/>
                </a:lnTo>
                <a:lnTo>
                  <a:pt x="22860" y="1604772"/>
                </a:lnTo>
                <a:lnTo>
                  <a:pt x="24526" y="1643074"/>
                </a:lnTo>
                <a:lnTo>
                  <a:pt x="27051" y="1681448"/>
                </a:lnTo>
                <a:lnTo>
                  <a:pt x="30146" y="1719964"/>
                </a:lnTo>
                <a:lnTo>
                  <a:pt x="33528" y="1758695"/>
                </a:lnTo>
                <a:lnTo>
                  <a:pt x="38909" y="1806713"/>
                </a:lnTo>
                <a:lnTo>
                  <a:pt x="44577" y="1854803"/>
                </a:lnTo>
                <a:lnTo>
                  <a:pt x="50244" y="1903035"/>
                </a:lnTo>
                <a:lnTo>
                  <a:pt x="55626" y="1951482"/>
                </a:lnTo>
                <a:lnTo>
                  <a:pt x="60043" y="1999618"/>
                </a:lnTo>
                <a:lnTo>
                  <a:pt x="64103" y="2047970"/>
                </a:lnTo>
                <a:lnTo>
                  <a:pt x="67734" y="2096464"/>
                </a:lnTo>
                <a:lnTo>
                  <a:pt x="70866" y="2145030"/>
                </a:lnTo>
                <a:lnTo>
                  <a:pt x="72687" y="2180451"/>
                </a:lnTo>
                <a:lnTo>
                  <a:pt x="74580" y="2215800"/>
                </a:lnTo>
                <a:lnTo>
                  <a:pt x="76330" y="2251007"/>
                </a:lnTo>
                <a:lnTo>
                  <a:pt x="77724" y="2286000"/>
                </a:lnTo>
                <a:lnTo>
                  <a:pt x="79212" y="2328731"/>
                </a:lnTo>
                <a:lnTo>
                  <a:pt x="80486" y="2371248"/>
                </a:lnTo>
                <a:lnTo>
                  <a:pt x="81903" y="2413623"/>
                </a:lnTo>
                <a:lnTo>
                  <a:pt x="83820" y="2455926"/>
                </a:lnTo>
                <a:lnTo>
                  <a:pt x="87534" y="2519553"/>
                </a:lnTo>
                <a:lnTo>
                  <a:pt x="92964" y="2583180"/>
                </a:lnTo>
                <a:lnTo>
                  <a:pt x="100393" y="2640234"/>
                </a:lnTo>
                <a:lnTo>
                  <a:pt x="104751" y="2668583"/>
                </a:lnTo>
                <a:lnTo>
                  <a:pt x="108966" y="2696718"/>
                </a:lnTo>
                <a:lnTo>
                  <a:pt x="116871" y="2751963"/>
                </a:lnTo>
                <a:lnTo>
                  <a:pt x="121920" y="2807208"/>
                </a:lnTo>
                <a:lnTo>
                  <a:pt x="123920" y="2863215"/>
                </a:lnTo>
                <a:lnTo>
                  <a:pt x="124206" y="2919222"/>
                </a:lnTo>
                <a:lnTo>
                  <a:pt x="124765" y="2951345"/>
                </a:lnTo>
                <a:lnTo>
                  <a:pt x="125253" y="2983611"/>
                </a:lnTo>
                <a:lnTo>
                  <a:pt x="125599" y="3015876"/>
                </a:lnTo>
                <a:lnTo>
                  <a:pt x="125730" y="3048000"/>
                </a:lnTo>
                <a:lnTo>
                  <a:pt x="125765" y="3071883"/>
                </a:lnTo>
                <a:lnTo>
                  <a:pt x="126015" y="3095625"/>
                </a:lnTo>
                <a:lnTo>
                  <a:pt x="128016" y="3143250"/>
                </a:lnTo>
                <a:lnTo>
                  <a:pt x="133445" y="3197733"/>
                </a:lnTo>
                <a:lnTo>
                  <a:pt x="136481" y="3224903"/>
                </a:lnTo>
                <a:lnTo>
                  <a:pt x="139446" y="3252216"/>
                </a:lnTo>
                <a:lnTo>
                  <a:pt x="141922" y="3271777"/>
                </a:lnTo>
                <a:lnTo>
                  <a:pt x="143827" y="3291554"/>
                </a:lnTo>
                <a:lnTo>
                  <a:pt x="145446" y="3311473"/>
                </a:lnTo>
                <a:lnTo>
                  <a:pt x="147066" y="3331464"/>
                </a:lnTo>
                <a:lnTo>
                  <a:pt x="149625" y="3357312"/>
                </a:lnTo>
                <a:lnTo>
                  <a:pt x="156174" y="3409580"/>
                </a:lnTo>
                <a:lnTo>
                  <a:pt x="164568" y="3459158"/>
                </a:lnTo>
                <a:lnTo>
                  <a:pt x="176522" y="3505188"/>
                </a:lnTo>
                <a:lnTo>
                  <a:pt x="189452" y="3542156"/>
                </a:lnTo>
                <a:lnTo>
                  <a:pt x="192750" y="3549062"/>
                </a:lnTo>
                <a:lnTo>
                  <a:pt x="195834" y="3556254"/>
                </a:lnTo>
                <a:lnTo>
                  <a:pt x="198120" y="3562350"/>
                </a:lnTo>
                <a:lnTo>
                  <a:pt x="201168" y="3568446"/>
                </a:lnTo>
                <a:lnTo>
                  <a:pt x="203454" y="3574541"/>
                </a:lnTo>
                <a:lnTo>
                  <a:pt x="204216" y="3576828"/>
                </a:lnTo>
                <a:lnTo>
                  <a:pt x="205740" y="3579114"/>
                </a:lnTo>
                <a:lnTo>
                  <a:pt x="207264" y="3581400"/>
                </a:lnTo>
                <a:lnTo>
                  <a:pt x="198120" y="3547110"/>
                </a:lnTo>
                <a:lnTo>
                  <a:pt x="195072" y="3541776"/>
                </a:lnTo>
              </a:path>
            </a:pathLst>
          </a:custGeom>
          <a:noFill/>
          <a:ln cap="flat" cmpd="sng" w="152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4" name="Google Shape;2114;p16"/>
          <p:cNvGrpSpPr/>
          <p:nvPr/>
        </p:nvGrpSpPr>
        <p:grpSpPr>
          <a:xfrm>
            <a:off x="4514075" y="1930895"/>
            <a:ext cx="1051442" cy="393713"/>
            <a:chOff x="4514075" y="1930895"/>
            <a:chExt cx="1051442" cy="393713"/>
          </a:xfrm>
        </p:grpSpPr>
        <p:sp>
          <p:nvSpPr>
            <p:cNvPr id="2115" name="Google Shape;2115;p16"/>
            <p:cNvSpPr/>
            <p:nvPr/>
          </p:nvSpPr>
          <p:spPr>
            <a:xfrm>
              <a:off x="4538471" y="2174748"/>
              <a:ext cx="1009650" cy="149860"/>
            </a:xfrm>
            <a:custGeom>
              <a:rect b="b" l="l" r="r" t="t"/>
              <a:pathLst>
                <a:path extrusionOk="0" h="149860" w="1009650">
                  <a:moveTo>
                    <a:pt x="0" y="149351"/>
                  </a:moveTo>
                  <a:lnTo>
                    <a:pt x="39433" y="148173"/>
                  </a:lnTo>
                  <a:lnTo>
                    <a:pt x="79890" y="144065"/>
                  </a:lnTo>
                  <a:lnTo>
                    <a:pt x="134231" y="137207"/>
                  </a:lnTo>
                  <a:lnTo>
                    <a:pt x="198584" y="128111"/>
                  </a:lnTo>
                  <a:lnTo>
                    <a:pt x="235553" y="122872"/>
                  </a:lnTo>
                  <a:lnTo>
                    <a:pt x="272665" y="117919"/>
                  </a:lnTo>
                  <a:lnTo>
                    <a:pt x="310134" y="113537"/>
                  </a:lnTo>
                  <a:lnTo>
                    <a:pt x="338137" y="110668"/>
                  </a:lnTo>
                  <a:lnTo>
                    <a:pt x="366141" y="107727"/>
                  </a:lnTo>
                  <a:lnTo>
                    <a:pt x="394144" y="104644"/>
                  </a:lnTo>
                  <a:lnTo>
                    <a:pt x="422148" y="101345"/>
                  </a:lnTo>
                  <a:lnTo>
                    <a:pt x="446722" y="98905"/>
                  </a:lnTo>
                  <a:lnTo>
                    <a:pt x="471297" y="96107"/>
                  </a:lnTo>
                  <a:lnTo>
                    <a:pt x="495871" y="92880"/>
                  </a:lnTo>
                  <a:lnTo>
                    <a:pt x="520445" y="89153"/>
                  </a:lnTo>
                  <a:lnTo>
                    <a:pt x="541722" y="86153"/>
                  </a:lnTo>
                  <a:lnTo>
                    <a:pt x="563213" y="82867"/>
                  </a:lnTo>
                  <a:lnTo>
                    <a:pt x="584846" y="79295"/>
                  </a:lnTo>
                  <a:lnTo>
                    <a:pt x="606552" y="75437"/>
                  </a:lnTo>
                  <a:lnTo>
                    <a:pt x="626554" y="72032"/>
                  </a:lnTo>
                  <a:lnTo>
                    <a:pt x="646557" y="68770"/>
                  </a:lnTo>
                  <a:lnTo>
                    <a:pt x="666559" y="65793"/>
                  </a:lnTo>
                  <a:lnTo>
                    <a:pt x="686562" y="63245"/>
                  </a:lnTo>
                  <a:lnTo>
                    <a:pt x="708731" y="60936"/>
                  </a:lnTo>
                  <a:lnTo>
                    <a:pt x="730758" y="58483"/>
                  </a:lnTo>
                  <a:lnTo>
                    <a:pt x="774954" y="52577"/>
                  </a:lnTo>
                  <a:lnTo>
                    <a:pt x="824483" y="44672"/>
                  </a:lnTo>
                  <a:lnTo>
                    <a:pt x="874013" y="35051"/>
                  </a:lnTo>
                  <a:lnTo>
                    <a:pt x="888861" y="32063"/>
                  </a:lnTo>
                  <a:lnTo>
                    <a:pt x="903636" y="28860"/>
                  </a:lnTo>
                  <a:lnTo>
                    <a:pt x="918269" y="25515"/>
                  </a:lnTo>
                  <a:lnTo>
                    <a:pt x="932688" y="22097"/>
                  </a:lnTo>
                  <a:lnTo>
                    <a:pt x="943987" y="19931"/>
                  </a:lnTo>
                  <a:lnTo>
                    <a:pt x="955071" y="17906"/>
                  </a:lnTo>
                  <a:lnTo>
                    <a:pt x="966013" y="15882"/>
                  </a:lnTo>
                  <a:lnTo>
                    <a:pt x="976884" y="13715"/>
                  </a:lnTo>
                  <a:lnTo>
                    <a:pt x="983611" y="12013"/>
                  </a:lnTo>
                  <a:lnTo>
                    <a:pt x="990123" y="10382"/>
                  </a:lnTo>
                  <a:lnTo>
                    <a:pt x="996493" y="8893"/>
                  </a:lnTo>
                  <a:lnTo>
                    <a:pt x="1002791" y="7619"/>
                  </a:lnTo>
                  <a:lnTo>
                    <a:pt x="1005840" y="6857"/>
                  </a:lnTo>
                  <a:lnTo>
                    <a:pt x="1007363" y="6857"/>
                  </a:lnTo>
                  <a:lnTo>
                    <a:pt x="1009650" y="6095"/>
                  </a:lnTo>
                  <a:lnTo>
                    <a:pt x="1005078" y="5333"/>
                  </a:lnTo>
                  <a:lnTo>
                    <a:pt x="997458" y="6095"/>
                  </a:lnTo>
                  <a:lnTo>
                    <a:pt x="992124" y="5333"/>
                  </a:lnTo>
                  <a:lnTo>
                    <a:pt x="982218" y="3047"/>
                  </a:lnTo>
                  <a:lnTo>
                    <a:pt x="978408" y="2285"/>
                  </a:lnTo>
                  <a:lnTo>
                    <a:pt x="972312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16" name="Google Shape;2116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14075" y="1997951"/>
              <a:ext cx="139471" cy="2179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7" name="Google Shape;2117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0382" y="1998713"/>
              <a:ext cx="94989" cy="148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8" name="Google Shape;2118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15065" y="1980425"/>
              <a:ext cx="85369" cy="1554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9" name="Google Shape;2119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929365" y="1968233"/>
              <a:ext cx="201955" cy="1457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0" name="Google Shape;2120;p16"/>
            <p:cNvSpPr/>
            <p:nvPr/>
          </p:nvSpPr>
          <p:spPr>
            <a:xfrm>
              <a:off x="5177027" y="1998726"/>
              <a:ext cx="1905" cy="93980"/>
            </a:xfrm>
            <a:custGeom>
              <a:rect b="b" l="l" r="r" t="t"/>
              <a:pathLst>
                <a:path extrusionOk="0" h="93980" w="1904">
                  <a:moveTo>
                    <a:pt x="0" y="0"/>
                  </a:moveTo>
                  <a:lnTo>
                    <a:pt x="11" y="14406"/>
                  </a:lnTo>
                  <a:lnTo>
                    <a:pt x="95" y="28955"/>
                  </a:lnTo>
                  <a:lnTo>
                    <a:pt x="321" y="43505"/>
                  </a:lnTo>
                  <a:lnTo>
                    <a:pt x="762" y="57912"/>
                  </a:lnTo>
                  <a:lnTo>
                    <a:pt x="666" y="66615"/>
                  </a:lnTo>
                  <a:lnTo>
                    <a:pt x="571" y="75533"/>
                  </a:lnTo>
                  <a:lnTo>
                    <a:pt x="762" y="84593"/>
                  </a:lnTo>
                  <a:lnTo>
                    <a:pt x="1524" y="93726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21" name="Google Shape;2121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227307" y="1997189"/>
              <a:ext cx="67652" cy="10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2" name="Google Shape;2122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327129" y="1930895"/>
              <a:ext cx="238388" cy="1722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23" name="Google Shape;212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83779" y="3641585"/>
            <a:ext cx="82321" cy="670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4" name="Google Shape;2124;p16"/>
          <p:cNvGrpSpPr/>
          <p:nvPr/>
        </p:nvGrpSpPr>
        <p:grpSpPr>
          <a:xfrm>
            <a:off x="2478011" y="3695687"/>
            <a:ext cx="378739" cy="171475"/>
            <a:chOff x="2478011" y="3695687"/>
            <a:chExt cx="378739" cy="171475"/>
          </a:xfrm>
        </p:grpSpPr>
        <p:pic>
          <p:nvPicPr>
            <p:cNvPr id="2125" name="Google Shape;2125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478011" y="3695687"/>
              <a:ext cx="225386" cy="171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6" name="Google Shape;2126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733281" y="3708641"/>
              <a:ext cx="123469" cy="14328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27" name="Google Shape;212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82099" y="3668255"/>
            <a:ext cx="153306" cy="134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8" name="Google Shape;2128;p16"/>
          <p:cNvGrpSpPr/>
          <p:nvPr/>
        </p:nvGrpSpPr>
        <p:grpSpPr>
          <a:xfrm>
            <a:off x="3721595" y="3554717"/>
            <a:ext cx="449605" cy="187477"/>
            <a:chOff x="3721595" y="3554717"/>
            <a:chExt cx="449605" cy="187477"/>
          </a:xfrm>
        </p:grpSpPr>
        <p:pic>
          <p:nvPicPr>
            <p:cNvPr id="2129" name="Google Shape;2129;p1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721595" y="3554717"/>
              <a:ext cx="251806" cy="1874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0" name="Google Shape;2130;p16"/>
            <p:cNvSpPr/>
            <p:nvPr/>
          </p:nvSpPr>
          <p:spPr>
            <a:xfrm>
              <a:off x="4002786" y="3580637"/>
              <a:ext cx="45720" cy="110489"/>
            </a:xfrm>
            <a:custGeom>
              <a:rect b="b" l="l" r="r" t="t"/>
              <a:pathLst>
                <a:path extrusionOk="0" h="110489" w="45720">
                  <a:moveTo>
                    <a:pt x="0" y="32765"/>
                  </a:moveTo>
                  <a:lnTo>
                    <a:pt x="4607" y="43219"/>
                  </a:lnTo>
                  <a:lnTo>
                    <a:pt x="9429" y="52387"/>
                  </a:lnTo>
                  <a:lnTo>
                    <a:pt x="14680" y="61269"/>
                  </a:lnTo>
                  <a:lnTo>
                    <a:pt x="20574" y="70865"/>
                  </a:lnTo>
                  <a:lnTo>
                    <a:pt x="26086" y="80807"/>
                  </a:lnTo>
                  <a:lnTo>
                    <a:pt x="31527" y="92106"/>
                  </a:lnTo>
                  <a:lnTo>
                    <a:pt x="37397" y="102691"/>
                  </a:lnTo>
                  <a:lnTo>
                    <a:pt x="44196" y="110489"/>
                  </a:lnTo>
                  <a:lnTo>
                    <a:pt x="44958" y="110489"/>
                  </a:lnTo>
                  <a:lnTo>
                    <a:pt x="45720" y="110489"/>
                  </a:lnTo>
                  <a:lnTo>
                    <a:pt x="45720" y="83046"/>
                  </a:lnTo>
                  <a:lnTo>
                    <a:pt x="45720" y="55530"/>
                  </a:lnTo>
                  <a:lnTo>
                    <a:pt x="45720" y="27872"/>
                  </a:lnTo>
                  <a:lnTo>
                    <a:pt x="45719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31" name="Google Shape;2131;p1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088879" y="3583292"/>
              <a:ext cx="82321" cy="1185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32" name="Google Shape;2132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319509" y="3722357"/>
            <a:ext cx="101371" cy="9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133" name="Google Shape;2133;p16"/>
          <p:cNvSpPr/>
          <p:nvPr/>
        </p:nvSpPr>
        <p:spPr>
          <a:xfrm>
            <a:off x="5480303" y="3715511"/>
            <a:ext cx="15240" cy="15240"/>
          </a:xfrm>
          <a:custGeom>
            <a:rect b="b" l="l" r="r" t="t"/>
            <a:pathLst>
              <a:path extrusionOk="0" h="15239" w="15239">
                <a:moveTo>
                  <a:pt x="0" y="3048"/>
                </a:moveTo>
                <a:lnTo>
                  <a:pt x="0" y="11430"/>
                </a:lnTo>
                <a:lnTo>
                  <a:pt x="3809" y="15240"/>
                </a:lnTo>
                <a:lnTo>
                  <a:pt x="12191" y="15240"/>
                </a:lnTo>
                <a:lnTo>
                  <a:pt x="15239" y="11430"/>
                </a:lnTo>
                <a:lnTo>
                  <a:pt x="15239" y="7620"/>
                </a:lnTo>
                <a:lnTo>
                  <a:pt x="15239" y="3048"/>
                </a:lnTo>
                <a:lnTo>
                  <a:pt x="12191" y="0"/>
                </a:lnTo>
                <a:lnTo>
                  <a:pt x="3809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16"/>
          <p:cNvSpPr/>
          <p:nvPr/>
        </p:nvSpPr>
        <p:spPr>
          <a:xfrm>
            <a:off x="5486400" y="3786378"/>
            <a:ext cx="15240" cy="15240"/>
          </a:xfrm>
          <a:custGeom>
            <a:rect b="b" l="l" r="r" t="t"/>
            <a:pathLst>
              <a:path extrusionOk="0" h="15239" w="15239">
                <a:moveTo>
                  <a:pt x="0" y="3048"/>
                </a:moveTo>
                <a:lnTo>
                  <a:pt x="0" y="11430"/>
                </a:lnTo>
                <a:lnTo>
                  <a:pt x="3047" y="15240"/>
                </a:lnTo>
                <a:lnTo>
                  <a:pt x="11429" y="15240"/>
                </a:lnTo>
                <a:lnTo>
                  <a:pt x="15239" y="11430"/>
                </a:lnTo>
                <a:lnTo>
                  <a:pt x="15239" y="7620"/>
                </a:lnTo>
                <a:lnTo>
                  <a:pt x="15239" y="3048"/>
                </a:lnTo>
                <a:lnTo>
                  <a:pt x="11429" y="0"/>
                </a:lnTo>
                <a:lnTo>
                  <a:pt x="3047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5" name="Google Shape;2135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282933" y="3878567"/>
            <a:ext cx="390931" cy="224815"/>
          </a:xfrm>
          <a:prstGeom prst="rect">
            <a:avLst/>
          </a:prstGeom>
          <a:noFill/>
          <a:ln>
            <a:noFill/>
          </a:ln>
        </p:spPr>
      </p:pic>
      <p:sp>
        <p:nvSpPr>
          <p:cNvPr id="2136" name="Google Shape;2136;p16"/>
          <p:cNvSpPr/>
          <p:nvPr/>
        </p:nvSpPr>
        <p:spPr>
          <a:xfrm>
            <a:off x="5737859" y="3914394"/>
            <a:ext cx="10795" cy="76200"/>
          </a:xfrm>
          <a:custGeom>
            <a:rect b="b" l="l" r="r" t="t"/>
            <a:pathLst>
              <a:path extrusionOk="0" h="76200" w="10795">
                <a:moveTo>
                  <a:pt x="0" y="0"/>
                </a:moveTo>
                <a:lnTo>
                  <a:pt x="1833" y="9596"/>
                </a:lnTo>
                <a:lnTo>
                  <a:pt x="3810" y="19050"/>
                </a:lnTo>
                <a:lnTo>
                  <a:pt x="5786" y="28503"/>
                </a:lnTo>
                <a:lnTo>
                  <a:pt x="10668" y="70866"/>
                </a:lnTo>
                <a:lnTo>
                  <a:pt x="10668" y="73914"/>
                </a:lnTo>
                <a:lnTo>
                  <a:pt x="10668" y="7620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7" name="Google Shape;2137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179301" y="3484613"/>
            <a:ext cx="407695" cy="1562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8" name="Google Shape;2138;p16"/>
          <p:cNvGrpSpPr/>
          <p:nvPr/>
        </p:nvGrpSpPr>
        <p:grpSpPr>
          <a:xfrm>
            <a:off x="5929871" y="3332975"/>
            <a:ext cx="139471" cy="212623"/>
            <a:chOff x="5929871" y="3332975"/>
            <a:chExt cx="139471" cy="212623"/>
          </a:xfrm>
        </p:grpSpPr>
        <p:pic>
          <p:nvPicPr>
            <p:cNvPr id="2139" name="Google Shape;2139;p1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929871" y="3440417"/>
              <a:ext cx="110705" cy="1051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0" name="Google Shape;2140;p1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999975" y="3332975"/>
              <a:ext cx="69367" cy="830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41" name="Google Shape;2141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372593" y="3371075"/>
            <a:ext cx="105181" cy="123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2" name="Google Shape;2142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127038" y="3396983"/>
            <a:ext cx="135851" cy="136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3" name="Google Shape;2143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801599" y="3309353"/>
            <a:ext cx="64033" cy="139471"/>
          </a:xfrm>
          <a:prstGeom prst="rect">
            <a:avLst/>
          </a:prstGeom>
          <a:noFill/>
          <a:ln>
            <a:noFill/>
          </a:ln>
        </p:spPr>
      </p:pic>
      <p:sp>
        <p:nvSpPr>
          <p:cNvPr id="2144" name="Google Shape;2144;p16"/>
          <p:cNvSpPr/>
          <p:nvPr/>
        </p:nvSpPr>
        <p:spPr>
          <a:xfrm>
            <a:off x="6819900" y="3502914"/>
            <a:ext cx="22860" cy="11430"/>
          </a:xfrm>
          <a:custGeom>
            <a:rect b="b" l="l" r="r" t="t"/>
            <a:pathLst>
              <a:path extrusionOk="0" h="11429" w="22859">
                <a:moveTo>
                  <a:pt x="8381" y="3810"/>
                </a:moveTo>
                <a:lnTo>
                  <a:pt x="20704" y="1893"/>
                </a:lnTo>
                <a:lnTo>
                  <a:pt x="22383" y="1619"/>
                </a:lnTo>
                <a:lnTo>
                  <a:pt x="20490" y="2631"/>
                </a:lnTo>
                <a:lnTo>
                  <a:pt x="22097" y="4572"/>
                </a:lnTo>
                <a:lnTo>
                  <a:pt x="21335" y="8382"/>
                </a:lnTo>
                <a:lnTo>
                  <a:pt x="22097" y="9144"/>
                </a:lnTo>
                <a:lnTo>
                  <a:pt x="17525" y="9906"/>
                </a:lnTo>
                <a:lnTo>
                  <a:pt x="13715" y="9906"/>
                </a:lnTo>
                <a:lnTo>
                  <a:pt x="4571" y="11430"/>
                </a:lnTo>
                <a:lnTo>
                  <a:pt x="2285" y="9144"/>
                </a:lnTo>
                <a:lnTo>
                  <a:pt x="0" y="6096"/>
                </a:lnTo>
                <a:lnTo>
                  <a:pt x="761" y="3810"/>
                </a:lnTo>
                <a:lnTo>
                  <a:pt x="761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5" name="Google Shape;2145;p16"/>
          <p:cNvSpPr/>
          <p:nvPr/>
        </p:nvSpPr>
        <p:spPr>
          <a:xfrm>
            <a:off x="1586483" y="4842509"/>
            <a:ext cx="40640" cy="51435"/>
          </a:xfrm>
          <a:custGeom>
            <a:rect b="b" l="l" r="r" t="t"/>
            <a:pathLst>
              <a:path extrusionOk="0" h="51435" w="40639">
                <a:moveTo>
                  <a:pt x="16002" y="38862"/>
                </a:moveTo>
                <a:lnTo>
                  <a:pt x="11430" y="30480"/>
                </a:lnTo>
                <a:lnTo>
                  <a:pt x="7620" y="28956"/>
                </a:lnTo>
                <a:lnTo>
                  <a:pt x="11430" y="25146"/>
                </a:lnTo>
                <a:lnTo>
                  <a:pt x="14478" y="24384"/>
                </a:lnTo>
                <a:lnTo>
                  <a:pt x="17526" y="22098"/>
                </a:lnTo>
                <a:lnTo>
                  <a:pt x="21336" y="23622"/>
                </a:lnTo>
                <a:lnTo>
                  <a:pt x="25146" y="25146"/>
                </a:lnTo>
                <a:lnTo>
                  <a:pt x="25146" y="32766"/>
                </a:lnTo>
                <a:lnTo>
                  <a:pt x="25146" y="35814"/>
                </a:lnTo>
                <a:lnTo>
                  <a:pt x="25908" y="41910"/>
                </a:lnTo>
                <a:lnTo>
                  <a:pt x="23622" y="45720"/>
                </a:lnTo>
                <a:lnTo>
                  <a:pt x="18288" y="48768"/>
                </a:lnTo>
                <a:lnTo>
                  <a:pt x="16002" y="50292"/>
                </a:lnTo>
                <a:lnTo>
                  <a:pt x="9144" y="51054"/>
                </a:lnTo>
                <a:lnTo>
                  <a:pt x="6858" y="48768"/>
                </a:lnTo>
                <a:lnTo>
                  <a:pt x="1524" y="43434"/>
                </a:lnTo>
                <a:lnTo>
                  <a:pt x="3048" y="34290"/>
                </a:lnTo>
                <a:lnTo>
                  <a:pt x="3048" y="28194"/>
                </a:lnTo>
                <a:lnTo>
                  <a:pt x="3048" y="21336"/>
                </a:lnTo>
                <a:lnTo>
                  <a:pt x="3810" y="14478"/>
                </a:lnTo>
                <a:lnTo>
                  <a:pt x="10668" y="10668"/>
                </a:lnTo>
                <a:lnTo>
                  <a:pt x="15240" y="9144"/>
                </a:lnTo>
                <a:lnTo>
                  <a:pt x="24384" y="9144"/>
                </a:lnTo>
                <a:lnTo>
                  <a:pt x="38100" y="35814"/>
                </a:lnTo>
                <a:lnTo>
                  <a:pt x="35814" y="37338"/>
                </a:lnTo>
                <a:lnTo>
                  <a:pt x="29718" y="42672"/>
                </a:lnTo>
                <a:lnTo>
                  <a:pt x="25146" y="46482"/>
                </a:lnTo>
                <a:lnTo>
                  <a:pt x="16764" y="48768"/>
                </a:lnTo>
                <a:lnTo>
                  <a:pt x="10668" y="47244"/>
                </a:lnTo>
                <a:lnTo>
                  <a:pt x="3048" y="44958"/>
                </a:lnTo>
                <a:lnTo>
                  <a:pt x="2286" y="35052"/>
                </a:lnTo>
                <a:lnTo>
                  <a:pt x="1524" y="28194"/>
                </a:lnTo>
                <a:lnTo>
                  <a:pt x="762" y="20574"/>
                </a:lnTo>
                <a:lnTo>
                  <a:pt x="0" y="10668"/>
                </a:lnTo>
                <a:lnTo>
                  <a:pt x="6096" y="4572"/>
                </a:lnTo>
                <a:lnTo>
                  <a:pt x="10668" y="0"/>
                </a:lnTo>
                <a:lnTo>
                  <a:pt x="19812" y="0"/>
                </a:lnTo>
                <a:lnTo>
                  <a:pt x="25146" y="762"/>
                </a:lnTo>
                <a:lnTo>
                  <a:pt x="33528" y="2286"/>
                </a:lnTo>
                <a:lnTo>
                  <a:pt x="38100" y="10668"/>
                </a:lnTo>
                <a:lnTo>
                  <a:pt x="38862" y="18288"/>
                </a:lnTo>
                <a:lnTo>
                  <a:pt x="40386" y="25146"/>
                </a:lnTo>
                <a:lnTo>
                  <a:pt x="37338" y="29718"/>
                </a:lnTo>
                <a:lnTo>
                  <a:pt x="32004" y="34290"/>
                </a:lnTo>
                <a:lnTo>
                  <a:pt x="28194" y="36576"/>
                </a:lnTo>
                <a:lnTo>
                  <a:pt x="19812" y="39624"/>
                </a:lnTo>
                <a:lnTo>
                  <a:pt x="15240" y="37338"/>
                </a:lnTo>
                <a:lnTo>
                  <a:pt x="9144" y="35052"/>
                </a:lnTo>
                <a:lnTo>
                  <a:pt x="9906" y="25908"/>
                </a:lnTo>
                <a:lnTo>
                  <a:pt x="9906" y="20574"/>
                </a:lnTo>
                <a:lnTo>
                  <a:pt x="9906" y="14478"/>
                </a:lnTo>
                <a:lnTo>
                  <a:pt x="10668" y="9144"/>
                </a:lnTo>
                <a:lnTo>
                  <a:pt x="17526" y="6858"/>
                </a:lnTo>
                <a:lnTo>
                  <a:pt x="22098" y="5334"/>
                </a:lnTo>
                <a:lnTo>
                  <a:pt x="29718" y="4572"/>
                </a:lnTo>
                <a:lnTo>
                  <a:pt x="33528" y="7620"/>
                </a:lnTo>
                <a:lnTo>
                  <a:pt x="37338" y="9906"/>
                </a:lnTo>
                <a:lnTo>
                  <a:pt x="38862" y="12954"/>
                </a:lnTo>
                <a:lnTo>
                  <a:pt x="38862" y="16764"/>
                </a:lnTo>
                <a:lnTo>
                  <a:pt x="39624" y="19812"/>
                </a:lnTo>
                <a:lnTo>
                  <a:pt x="37338" y="20574"/>
                </a:lnTo>
                <a:lnTo>
                  <a:pt x="33528" y="21336"/>
                </a:lnTo>
                <a:lnTo>
                  <a:pt x="32766" y="19812"/>
                </a:lnTo>
                <a:lnTo>
                  <a:pt x="29718" y="1905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6" name="Google Shape;2146;p16"/>
          <p:cNvGrpSpPr/>
          <p:nvPr/>
        </p:nvGrpSpPr>
        <p:grpSpPr>
          <a:xfrm>
            <a:off x="2682953" y="4867643"/>
            <a:ext cx="374965" cy="177571"/>
            <a:chOff x="2682953" y="4867643"/>
            <a:chExt cx="374965" cy="177571"/>
          </a:xfrm>
        </p:grpSpPr>
        <p:pic>
          <p:nvPicPr>
            <p:cNvPr id="2147" name="Google Shape;2147;p1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682953" y="4867643"/>
              <a:ext cx="131601" cy="1775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8" name="Google Shape;2148;p1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2836151" y="4913041"/>
              <a:ext cx="69474" cy="1032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9" name="Google Shape;2149;p16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2927365" y="4882883"/>
              <a:ext cx="130553" cy="13108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50" name="Google Shape;2150;p1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368789" y="4863916"/>
            <a:ext cx="477037" cy="2457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1" name="Google Shape;2151;p16"/>
          <p:cNvGrpSpPr/>
          <p:nvPr/>
        </p:nvGrpSpPr>
        <p:grpSpPr>
          <a:xfrm>
            <a:off x="4132313" y="4751819"/>
            <a:ext cx="496848" cy="173761"/>
            <a:chOff x="4132313" y="4751819"/>
            <a:chExt cx="496848" cy="173761"/>
          </a:xfrm>
        </p:grpSpPr>
        <p:pic>
          <p:nvPicPr>
            <p:cNvPr id="2152" name="Google Shape;2152;p16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4132313" y="4754105"/>
              <a:ext cx="132613" cy="171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3" name="Google Shape;2153;p16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4302536" y="4751819"/>
              <a:ext cx="326625" cy="14785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54" name="Google Shape;2154;p16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4975085" y="4734293"/>
            <a:ext cx="177511" cy="1394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5" name="Google Shape;2155;p16"/>
          <p:cNvGrpSpPr/>
          <p:nvPr/>
        </p:nvGrpSpPr>
        <p:grpSpPr>
          <a:xfrm>
            <a:off x="5486387" y="4568939"/>
            <a:ext cx="640867" cy="281203"/>
            <a:chOff x="5486387" y="4568939"/>
            <a:chExt cx="640867" cy="281203"/>
          </a:xfrm>
        </p:grpSpPr>
        <p:pic>
          <p:nvPicPr>
            <p:cNvPr id="2156" name="Google Shape;2156;p16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5486387" y="4679429"/>
              <a:ext cx="193573" cy="1234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7" name="Google Shape;2157;p16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5714987" y="4632947"/>
              <a:ext cx="86893" cy="2171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8" name="Google Shape;2158;p16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5832049" y="4636078"/>
              <a:ext cx="74225" cy="1081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9" name="Google Shape;2159;p16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5934443" y="4568939"/>
              <a:ext cx="192811" cy="1720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0" name="Google Shape;2160;p16"/>
          <p:cNvGrpSpPr/>
          <p:nvPr/>
        </p:nvGrpSpPr>
        <p:grpSpPr>
          <a:xfrm>
            <a:off x="6581381" y="4434827"/>
            <a:ext cx="938047" cy="322351"/>
            <a:chOff x="6581381" y="4434827"/>
            <a:chExt cx="938047" cy="322351"/>
          </a:xfrm>
        </p:grpSpPr>
        <p:pic>
          <p:nvPicPr>
            <p:cNvPr id="2161" name="Google Shape;2161;p16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6581381" y="4539221"/>
              <a:ext cx="105586" cy="2179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2" name="Google Shape;2162;p16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707111" y="4557509"/>
              <a:ext cx="85369" cy="899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3" name="Google Shape;2163;p16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6816243" y="4546079"/>
              <a:ext cx="64021" cy="89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4" name="Google Shape;2164;p16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6914279" y="4518266"/>
              <a:ext cx="166998" cy="115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5" name="Google Shape;2165;p16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7117829" y="4434827"/>
              <a:ext cx="401599" cy="17108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66" name="Google Shape;2166;p16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7657134" y="4401299"/>
            <a:ext cx="74296" cy="127279"/>
          </a:xfrm>
          <a:prstGeom prst="rect">
            <a:avLst/>
          </a:prstGeom>
          <a:noFill/>
          <a:ln>
            <a:noFill/>
          </a:ln>
        </p:spPr>
      </p:pic>
      <p:sp>
        <p:nvSpPr>
          <p:cNvPr id="2167" name="Google Shape;2167;p16"/>
          <p:cNvSpPr/>
          <p:nvPr/>
        </p:nvSpPr>
        <p:spPr>
          <a:xfrm>
            <a:off x="7684007" y="4584953"/>
            <a:ext cx="36830" cy="13970"/>
          </a:xfrm>
          <a:custGeom>
            <a:rect b="b" l="l" r="r" t="t"/>
            <a:pathLst>
              <a:path extrusionOk="0" h="13970" w="36829">
                <a:moveTo>
                  <a:pt x="15240" y="4572"/>
                </a:moveTo>
                <a:lnTo>
                  <a:pt x="21336" y="3048"/>
                </a:lnTo>
                <a:lnTo>
                  <a:pt x="28194" y="762"/>
                </a:lnTo>
                <a:lnTo>
                  <a:pt x="35052" y="0"/>
                </a:lnTo>
                <a:lnTo>
                  <a:pt x="35814" y="0"/>
                </a:lnTo>
                <a:lnTo>
                  <a:pt x="36576" y="0"/>
                </a:lnTo>
                <a:lnTo>
                  <a:pt x="34290" y="3810"/>
                </a:lnTo>
                <a:lnTo>
                  <a:pt x="32766" y="5334"/>
                </a:lnTo>
                <a:lnTo>
                  <a:pt x="28194" y="7620"/>
                </a:lnTo>
                <a:lnTo>
                  <a:pt x="22860" y="9906"/>
                </a:lnTo>
                <a:lnTo>
                  <a:pt x="15240" y="13716"/>
                </a:lnTo>
                <a:lnTo>
                  <a:pt x="9144" y="12192"/>
                </a:lnTo>
                <a:lnTo>
                  <a:pt x="5334" y="11430"/>
                </a:lnTo>
                <a:lnTo>
                  <a:pt x="8382" y="11430"/>
                </a:lnTo>
                <a:lnTo>
                  <a:pt x="6096" y="8382"/>
                </a:lnTo>
                <a:lnTo>
                  <a:pt x="4572" y="6096"/>
                </a:lnTo>
                <a:lnTo>
                  <a:pt x="4572" y="6858"/>
                </a:lnTo>
                <a:lnTo>
                  <a:pt x="2286" y="4572"/>
                </a:lnTo>
                <a:lnTo>
                  <a:pt x="1524" y="4572"/>
                </a:lnTo>
                <a:lnTo>
                  <a:pt x="762" y="3810"/>
                </a:lnTo>
                <a:lnTo>
                  <a:pt x="0" y="3048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16"/>
          <p:cNvSpPr/>
          <p:nvPr/>
        </p:nvSpPr>
        <p:spPr>
          <a:xfrm>
            <a:off x="1695450" y="5667755"/>
            <a:ext cx="32384" cy="38100"/>
          </a:xfrm>
          <a:custGeom>
            <a:rect b="b" l="l" r="r" t="t"/>
            <a:pathLst>
              <a:path extrusionOk="0" h="38100" w="32385">
                <a:moveTo>
                  <a:pt x="23622" y="25145"/>
                </a:moveTo>
                <a:lnTo>
                  <a:pt x="9108" y="8953"/>
                </a:lnTo>
                <a:lnTo>
                  <a:pt x="8096" y="8191"/>
                </a:lnTo>
                <a:lnTo>
                  <a:pt x="12370" y="12287"/>
                </a:lnTo>
                <a:lnTo>
                  <a:pt x="13716" y="10667"/>
                </a:lnTo>
                <a:lnTo>
                  <a:pt x="18288" y="10667"/>
                </a:lnTo>
                <a:lnTo>
                  <a:pt x="19812" y="9905"/>
                </a:lnTo>
                <a:lnTo>
                  <a:pt x="22860" y="12191"/>
                </a:lnTo>
                <a:lnTo>
                  <a:pt x="25146" y="14477"/>
                </a:lnTo>
                <a:lnTo>
                  <a:pt x="24384" y="22097"/>
                </a:lnTo>
                <a:lnTo>
                  <a:pt x="23622" y="24383"/>
                </a:lnTo>
                <a:lnTo>
                  <a:pt x="22860" y="28955"/>
                </a:lnTo>
                <a:lnTo>
                  <a:pt x="18288" y="31241"/>
                </a:lnTo>
                <a:lnTo>
                  <a:pt x="14478" y="31241"/>
                </a:lnTo>
                <a:lnTo>
                  <a:pt x="8382" y="32003"/>
                </a:lnTo>
                <a:lnTo>
                  <a:pt x="6096" y="30479"/>
                </a:lnTo>
                <a:lnTo>
                  <a:pt x="3810" y="24383"/>
                </a:lnTo>
                <a:lnTo>
                  <a:pt x="3048" y="21335"/>
                </a:lnTo>
                <a:lnTo>
                  <a:pt x="1524" y="10667"/>
                </a:lnTo>
                <a:lnTo>
                  <a:pt x="3048" y="8381"/>
                </a:lnTo>
                <a:lnTo>
                  <a:pt x="6096" y="3047"/>
                </a:lnTo>
                <a:lnTo>
                  <a:pt x="13716" y="4571"/>
                </a:lnTo>
                <a:lnTo>
                  <a:pt x="18288" y="4571"/>
                </a:lnTo>
                <a:lnTo>
                  <a:pt x="25146" y="4571"/>
                </a:lnTo>
                <a:lnTo>
                  <a:pt x="28194" y="7619"/>
                </a:lnTo>
                <a:lnTo>
                  <a:pt x="29718" y="13715"/>
                </a:lnTo>
                <a:lnTo>
                  <a:pt x="32004" y="20573"/>
                </a:lnTo>
                <a:lnTo>
                  <a:pt x="31242" y="26669"/>
                </a:lnTo>
                <a:lnTo>
                  <a:pt x="25908" y="31241"/>
                </a:lnTo>
                <a:lnTo>
                  <a:pt x="22098" y="35051"/>
                </a:lnTo>
                <a:lnTo>
                  <a:pt x="16002" y="38099"/>
                </a:lnTo>
                <a:lnTo>
                  <a:pt x="9906" y="37337"/>
                </a:lnTo>
                <a:lnTo>
                  <a:pt x="3048" y="36575"/>
                </a:lnTo>
                <a:lnTo>
                  <a:pt x="2286" y="27431"/>
                </a:lnTo>
                <a:lnTo>
                  <a:pt x="1524" y="21335"/>
                </a:lnTo>
                <a:lnTo>
                  <a:pt x="762" y="14477"/>
                </a:lnTo>
                <a:lnTo>
                  <a:pt x="0" y="7619"/>
                </a:lnTo>
                <a:lnTo>
                  <a:pt x="6858" y="3047"/>
                </a:lnTo>
                <a:lnTo>
                  <a:pt x="9144" y="761"/>
                </a:lnTo>
                <a:lnTo>
                  <a:pt x="18288" y="0"/>
                </a:lnTo>
                <a:lnTo>
                  <a:pt x="20574" y="1523"/>
                </a:lnTo>
                <a:lnTo>
                  <a:pt x="25908" y="3809"/>
                </a:lnTo>
                <a:lnTo>
                  <a:pt x="25908" y="16763"/>
                </a:lnTo>
                <a:lnTo>
                  <a:pt x="24384" y="16763"/>
                </a:lnTo>
                <a:lnTo>
                  <a:pt x="20574" y="18287"/>
                </a:lnTo>
                <a:lnTo>
                  <a:pt x="19050" y="16763"/>
                </a:lnTo>
                <a:lnTo>
                  <a:pt x="16764" y="16001"/>
                </a:lnTo>
                <a:lnTo>
                  <a:pt x="17526" y="12191"/>
                </a:lnTo>
                <a:lnTo>
                  <a:pt x="17526" y="10667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16"/>
          <p:cNvSpPr/>
          <p:nvPr/>
        </p:nvSpPr>
        <p:spPr>
          <a:xfrm>
            <a:off x="1706117" y="6227064"/>
            <a:ext cx="29845" cy="30480"/>
          </a:xfrm>
          <a:custGeom>
            <a:rect b="b" l="l" r="r" t="t"/>
            <a:pathLst>
              <a:path extrusionOk="0" h="30479" w="29844">
                <a:moveTo>
                  <a:pt x="4572" y="4572"/>
                </a:moveTo>
                <a:lnTo>
                  <a:pt x="6858" y="3048"/>
                </a:lnTo>
                <a:lnTo>
                  <a:pt x="9906" y="1524"/>
                </a:lnTo>
                <a:lnTo>
                  <a:pt x="12192" y="0"/>
                </a:lnTo>
                <a:lnTo>
                  <a:pt x="14478" y="6858"/>
                </a:lnTo>
                <a:lnTo>
                  <a:pt x="16002" y="12192"/>
                </a:lnTo>
                <a:lnTo>
                  <a:pt x="16002" y="19050"/>
                </a:lnTo>
                <a:lnTo>
                  <a:pt x="16002" y="25146"/>
                </a:lnTo>
                <a:lnTo>
                  <a:pt x="12192" y="29718"/>
                </a:lnTo>
                <a:lnTo>
                  <a:pt x="8382" y="28194"/>
                </a:lnTo>
                <a:lnTo>
                  <a:pt x="8382" y="30480"/>
                </a:lnTo>
                <a:lnTo>
                  <a:pt x="6096" y="25908"/>
                </a:lnTo>
                <a:lnTo>
                  <a:pt x="3810" y="21336"/>
                </a:lnTo>
                <a:lnTo>
                  <a:pt x="4572" y="16002"/>
                </a:lnTo>
                <a:lnTo>
                  <a:pt x="4572" y="11430"/>
                </a:lnTo>
                <a:lnTo>
                  <a:pt x="4572" y="6096"/>
                </a:lnTo>
                <a:lnTo>
                  <a:pt x="6858" y="6096"/>
                </a:lnTo>
                <a:lnTo>
                  <a:pt x="11430" y="6096"/>
                </a:lnTo>
                <a:lnTo>
                  <a:pt x="16764" y="6096"/>
                </a:lnTo>
                <a:lnTo>
                  <a:pt x="19050" y="7620"/>
                </a:lnTo>
                <a:lnTo>
                  <a:pt x="21336" y="12192"/>
                </a:lnTo>
                <a:lnTo>
                  <a:pt x="22098" y="14478"/>
                </a:lnTo>
                <a:lnTo>
                  <a:pt x="22860" y="22098"/>
                </a:lnTo>
                <a:lnTo>
                  <a:pt x="21336" y="24384"/>
                </a:lnTo>
                <a:lnTo>
                  <a:pt x="18288" y="28194"/>
                </a:lnTo>
                <a:lnTo>
                  <a:pt x="12954" y="29718"/>
                </a:lnTo>
                <a:lnTo>
                  <a:pt x="8382" y="29718"/>
                </a:lnTo>
                <a:lnTo>
                  <a:pt x="2286" y="29718"/>
                </a:lnTo>
                <a:lnTo>
                  <a:pt x="1524" y="22860"/>
                </a:lnTo>
                <a:lnTo>
                  <a:pt x="762" y="17526"/>
                </a:lnTo>
                <a:lnTo>
                  <a:pt x="762" y="12192"/>
                </a:lnTo>
                <a:lnTo>
                  <a:pt x="0" y="4572"/>
                </a:lnTo>
                <a:lnTo>
                  <a:pt x="5334" y="1524"/>
                </a:lnTo>
                <a:lnTo>
                  <a:pt x="9144" y="0"/>
                </a:lnTo>
                <a:lnTo>
                  <a:pt x="18288" y="762"/>
                </a:lnTo>
                <a:lnTo>
                  <a:pt x="22098" y="3048"/>
                </a:lnTo>
                <a:lnTo>
                  <a:pt x="25908" y="5334"/>
                </a:lnTo>
                <a:lnTo>
                  <a:pt x="28194" y="9906"/>
                </a:lnTo>
                <a:lnTo>
                  <a:pt x="28956" y="14478"/>
                </a:lnTo>
                <a:lnTo>
                  <a:pt x="29718" y="16002"/>
                </a:lnTo>
                <a:lnTo>
                  <a:pt x="28956" y="18288"/>
                </a:lnTo>
                <a:lnTo>
                  <a:pt x="28194" y="19812"/>
                </a:lnTo>
                <a:lnTo>
                  <a:pt x="25146" y="19812"/>
                </a:lnTo>
                <a:lnTo>
                  <a:pt x="21336" y="20574"/>
                </a:lnTo>
                <a:lnTo>
                  <a:pt x="17526" y="20574"/>
                </a:lnTo>
                <a:lnTo>
                  <a:pt x="16002" y="19812"/>
                </a:lnTo>
                <a:lnTo>
                  <a:pt x="12954" y="19050"/>
                </a:lnTo>
                <a:lnTo>
                  <a:pt x="13716" y="16764"/>
                </a:lnTo>
                <a:lnTo>
                  <a:pt x="13716" y="14478"/>
                </a:lnTo>
                <a:lnTo>
                  <a:pt x="13716" y="12954"/>
                </a:lnTo>
                <a:lnTo>
                  <a:pt x="16002" y="1295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0" name="Google Shape;2170;p16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3147809" y="5958827"/>
            <a:ext cx="435127" cy="2072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1" name="Google Shape;2171;p16"/>
          <p:cNvGrpSpPr/>
          <p:nvPr/>
        </p:nvGrpSpPr>
        <p:grpSpPr>
          <a:xfrm>
            <a:off x="3867149" y="5928360"/>
            <a:ext cx="49022" cy="39751"/>
            <a:chOff x="3867149" y="5928360"/>
            <a:chExt cx="49022" cy="39751"/>
          </a:xfrm>
        </p:grpSpPr>
        <p:sp>
          <p:nvSpPr>
            <p:cNvPr id="2172" name="Google Shape;2172;p16"/>
            <p:cNvSpPr/>
            <p:nvPr/>
          </p:nvSpPr>
          <p:spPr>
            <a:xfrm>
              <a:off x="3867149" y="5930646"/>
              <a:ext cx="24765" cy="37465"/>
            </a:xfrm>
            <a:custGeom>
              <a:rect b="b" l="l" r="r" t="t"/>
              <a:pathLst>
                <a:path extrusionOk="0" h="37464" w="24764">
                  <a:moveTo>
                    <a:pt x="0" y="0"/>
                  </a:moveTo>
                  <a:lnTo>
                    <a:pt x="19812" y="34290"/>
                  </a:lnTo>
                  <a:lnTo>
                    <a:pt x="21336" y="35813"/>
                  </a:lnTo>
                  <a:lnTo>
                    <a:pt x="24384" y="3733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16"/>
            <p:cNvSpPr/>
            <p:nvPr/>
          </p:nvSpPr>
          <p:spPr>
            <a:xfrm>
              <a:off x="3902201" y="5928360"/>
              <a:ext cx="13970" cy="32384"/>
            </a:xfrm>
            <a:custGeom>
              <a:rect b="b" l="l" r="r" t="t"/>
              <a:pathLst>
                <a:path extrusionOk="0" h="32385" w="13970">
                  <a:moveTo>
                    <a:pt x="0" y="0"/>
                  </a:moveTo>
                  <a:lnTo>
                    <a:pt x="3202" y="6298"/>
                  </a:lnTo>
                  <a:lnTo>
                    <a:pt x="6762" y="12668"/>
                  </a:lnTo>
                  <a:lnTo>
                    <a:pt x="10179" y="19180"/>
                  </a:lnTo>
                  <a:lnTo>
                    <a:pt x="12954" y="25908"/>
                  </a:lnTo>
                  <a:lnTo>
                    <a:pt x="13716" y="28956"/>
                  </a:lnTo>
                  <a:lnTo>
                    <a:pt x="13716" y="29718"/>
                  </a:lnTo>
                  <a:lnTo>
                    <a:pt x="13716" y="3200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4" name="Google Shape;2174;p16"/>
          <p:cNvGrpSpPr/>
          <p:nvPr/>
        </p:nvGrpSpPr>
        <p:grpSpPr>
          <a:xfrm>
            <a:off x="3979913" y="5862815"/>
            <a:ext cx="1370101" cy="258343"/>
            <a:chOff x="3979913" y="5862815"/>
            <a:chExt cx="1370101" cy="258343"/>
          </a:xfrm>
        </p:grpSpPr>
        <p:pic>
          <p:nvPicPr>
            <p:cNvPr id="2175" name="Google Shape;2175;p16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3979913" y="5961875"/>
              <a:ext cx="191287" cy="159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6" name="Google Shape;2176;p16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4190987" y="5954731"/>
              <a:ext cx="82952" cy="151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7" name="Google Shape;2177;p16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4300715" y="5943587"/>
              <a:ext cx="169951" cy="1562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8" name="Google Shape;2178;p16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4496549" y="5928347"/>
              <a:ext cx="177571" cy="1501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9" name="Google Shape;2179;p16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4693907" y="5920727"/>
              <a:ext cx="162331" cy="1364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0" name="Google Shape;2180;p16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4886693" y="5862815"/>
              <a:ext cx="463321" cy="1790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1" name="Google Shape;2181;p16"/>
          <p:cNvGrpSpPr/>
          <p:nvPr/>
        </p:nvGrpSpPr>
        <p:grpSpPr>
          <a:xfrm>
            <a:off x="5403342" y="5795010"/>
            <a:ext cx="31242" cy="40005"/>
            <a:chOff x="5403342" y="5795010"/>
            <a:chExt cx="31242" cy="40005"/>
          </a:xfrm>
        </p:grpSpPr>
        <p:sp>
          <p:nvSpPr>
            <p:cNvPr id="2182" name="Google Shape;2182;p16"/>
            <p:cNvSpPr/>
            <p:nvPr/>
          </p:nvSpPr>
          <p:spPr>
            <a:xfrm>
              <a:off x="5403342" y="5796534"/>
              <a:ext cx="2540" cy="33655"/>
            </a:xfrm>
            <a:custGeom>
              <a:rect b="b" l="l" r="r" t="t"/>
              <a:pathLst>
                <a:path extrusionOk="0" h="33654" w="2539">
                  <a:moveTo>
                    <a:pt x="1524" y="0"/>
                  </a:moveTo>
                  <a:lnTo>
                    <a:pt x="2143" y="7846"/>
                  </a:lnTo>
                  <a:lnTo>
                    <a:pt x="1905" y="14763"/>
                  </a:lnTo>
                  <a:lnTo>
                    <a:pt x="1095" y="21538"/>
                  </a:lnTo>
                  <a:lnTo>
                    <a:pt x="0" y="28956"/>
                  </a:lnTo>
                  <a:lnTo>
                    <a:pt x="0" y="31242"/>
                  </a:lnTo>
                  <a:lnTo>
                    <a:pt x="0" y="32004"/>
                  </a:lnTo>
                  <a:lnTo>
                    <a:pt x="0" y="3352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16"/>
            <p:cNvSpPr/>
            <p:nvPr/>
          </p:nvSpPr>
          <p:spPr>
            <a:xfrm>
              <a:off x="5419344" y="5795010"/>
              <a:ext cx="15240" cy="40005"/>
            </a:xfrm>
            <a:custGeom>
              <a:rect b="b" l="l" r="r" t="t"/>
              <a:pathLst>
                <a:path extrusionOk="0" h="40004" w="15239">
                  <a:moveTo>
                    <a:pt x="15239" y="0"/>
                  </a:moveTo>
                  <a:lnTo>
                    <a:pt x="11703" y="8691"/>
                  </a:lnTo>
                  <a:lnTo>
                    <a:pt x="8096" y="17526"/>
                  </a:lnTo>
                  <a:lnTo>
                    <a:pt x="4631" y="26360"/>
                  </a:lnTo>
                  <a:lnTo>
                    <a:pt x="1523" y="35052"/>
                  </a:lnTo>
                  <a:lnTo>
                    <a:pt x="761" y="36576"/>
                  </a:lnTo>
                  <a:lnTo>
                    <a:pt x="0" y="38100"/>
                  </a:lnTo>
                  <a:lnTo>
                    <a:pt x="0" y="3962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84" name="Google Shape;2184;p16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5713844" y="5876531"/>
            <a:ext cx="265582" cy="1272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5" name="Google Shape;2185;p16"/>
          <p:cNvGrpSpPr/>
          <p:nvPr/>
        </p:nvGrpSpPr>
        <p:grpSpPr>
          <a:xfrm>
            <a:off x="6234671" y="5854433"/>
            <a:ext cx="249199" cy="120421"/>
            <a:chOff x="6234671" y="5854433"/>
            <a:chExt cx="249199" cy="120421"/>
          </a:xfrm>
        </p:grpSpPr>
        <p:pic>
          <p:nvPicPr>
            <p:cNvPr id="2186" name="Google Shape;2186;p16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6234671" y="5855195"/>
              <a:ext cx="144043" cy="119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7" name="Google Shape;2187;p16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6405073" y="5854433"/>
              <a:ext cx="78797" cy="1108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8" name="Google Shape;2188;p16"/>
          <p:cNvGrpSpPr/>
          <p:nvPr/>
        </p:nvGrpSpPr>
        <p:grpSpPr>
          <a:xfrm>
            <a:off x="6753606" y="5747766"/>
            <a:ext cx="688847" cy="202057"/>
            <a:chOff x="6753606" y="5747766"/>
            <a:chExt cx="688847" cy="202057"/>
          </a:xfrm>
        </p:grpSpPr>
        <p:sp>
          <p:nvSpPr>
            <p:cNvPr id="2189" name="Google Shape;2189;p16"/>
            <p:cNvSpPr/>
            <p:nvPr/>
          </p:nvSpPr>
          <p:spPr>
            <a:xfrm>
              <a:off x="6753606" y="5748528"/>
              <a:ext cx="19050" cy="184785"/>
            </a:xfrm>
            <a:custGeom>
              <a:rect b="b" l="l" r="r" t="t"/>
              <a:pathLst>
                <a:path extrusionOk="0" h="184785" w="19050">
                  <a:moveTo>
                    <a:pt x="0" y="0"/>
                  </a:moveTo>
                  <a:lnTo>
                    <a:pt x="1524" y="15299"/>
                  </a:lnTo>
                  <a:lnTo>
                    <a:pt x="3619" y="30384"/>
                  </a:lnTo>
                  <a:lnTo>
                    <a:pt x="6000" y="45327"/>
                  </a:lnTo>
                  <a:lnTo>
                    <a:pt x="8382" y="60197"/>
                  </a:lnTo>
                  <a:lnTo>
                    <a:pt x="10513" y="79509"/>
                  </a:lnTo>
                  <a:lnTo>
                    <a:pt x="12287" y="98678"/>
                  </a:lnTo>
                  <a:lnTo>
                    <a:pt x="13632" y="117848"/>
                  </a:lnTo>
                  <a:lnTo>
                    <a:pt x="14478" y="137159"/>
                  </a:lnTo>
                  <a:lnTo>
                    <a:pt x="14287" y="145506"/>
                  </a:lnTo>
                  <a:lnTo>
                    <a:pt x="14097" y="161639"/>
                  </a:lnTo>
                  <a:lnTo>
                    <a:pt x="14478" y="177343"/>
                  </a:lnTo>
                  <a:lnTo>
                    <a:pt x="16002" y="184403"/>
                  </a:lnTo>
                  <a:lnTo>
                    <a:pt x="17526" y="184403"/>
                  </a:lnTo>
                  <a:lnTo>
                    <a:pt x="18288" y="184403"/>
                  </a:lnTo>
                  <a:lnTo>
                    <a:pt x="19050" y="18287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90" name="Google Shape;2190;p16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6812934" y="5814809"/>
              <a:ext cx="78606" cy="1089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1" name="Google Shape;2191;p16"/>
            <p:cNvSpPr/>
            <p:nvPr/>
          </p:nvSpPr>
          <p:spPr>
            <a:xfrm>
              <a:off x="6930390" y="5818632"/>
              <a:ext cx="85090" cy="92710"/>
            </a:xfrm>
            <a:custGeom>
              <a:rect b="b" l="l" r="r" t="t"/>
              <a:pathLst>
                <a:path extrusionOk="0" h="92710" w="85090">
                  <a:moveTo>
                    <a:pt x="43433" y="58673"/>
                  </a:moveTo>
                  <a:lnTo>
                    <a:pt x="47648" y="51268"/>
                  </a:lnTo>
                  <a:lnTo>
                    <a:pt x="50863" y="45148"/>
                  </a:lnTo>
                  <a:lnTo>
                    <a:pt x="52649" y="38742"/>
                  </a:lnTo>
                  <a:lnTo>
                    <a:pt x="52577" y="30479"/>
                  </a:lnTo>
                  <a:lnTo>
                    <a:pt x="25145" y="0"/>
                  </a:lnTo>
                  <a:lnTo>
                    <a:pt x="19049" y="3047"/>
                  </a:lnTo>
                  <a:lnTo>
                    <a:pt x="1607" y="43707"/>
                  </a:lnTo>
                  <a:lnTo>
                    <a:pt x="0" y="74675"/>
                  </a:lnTo>
                  <a:lnTo>
                    <a:pt x="0" y="81533"/>
                  </a:lnTo>
                  <a:lnTo>
                    <a:pt x="1523" y="89153"/>
                  </a:lnTo>
                  <a:lnTo>
                    <a:pt x="9905" y="91439"/>
                  </a:lnTo>
                  <a:lnTo>
                    <a:pt x="17525" y="92201"/>
                  </a:lnTo>
                  <a:lnTo>
                    <a:pt x="25907" y="90677"/>
                  </a:lnTo>
                  <a:lnTo>
                    <a:pt x="46481" y="56387"/>
                  </a:lnTo>
                  <a:lnTo>
                    <a:pt x="51053" y="21335"/>
                  </a:lnTo>
                  <a:lnTo>
                    <a:pt x="51053" y="20573"/>
                  </a:lnTo>
                  <a:lnTo>
                    <a:pt x="51053" y="19049"/>
                  </a:lnTo>
                  <a:lnTo>
                    <a:pt x="49529" y="23621"/>
                  </a:lnTo>
                  <a:lnTo>
                    <a:pt x="50291" y="24383"/>
                  </a:lnTo>
                  <a:lnTo>
                    <a:pt x="49529" y="28955"/>
                  </a:lnTo>
                  <a:lnTo>
                    <a:pt x="49446" y="37195"/>
                  </a:lnTo>
                  <a:lnTo>
                    <a:pt x="49434" y="45719"/>
                  </a:lnTo>
                  <a:lnTo>
                    <a:pt x="49851" y="54244"/>
                  </a:lnTo>
                  <a:lnTo>
                    <a:pt x="70865" y="83819"/>
                  </a:lnTo>
                  <a:lnTo>
                    <a:pt x="78485" y="83057"/>
                  </a:lnTo>
                  <a:lnTo>
                    <a:pt x="84581" y="8305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16"/>
            <p:cNvSpPr/>
            <p:nvPr/>
          </p:nvSpPr>
          <p:spPr>
            <a:xfrm>
              <a:off x="7029962" y="5808726"/>
              <a:ext cx="73025" cy="86995"/>
            </a:xfrm>
            <a:custGeom>
              <a:rect b="b" l="l" r="r" t="t"/>
              <a:pathLst>
                <a:path extrusionOk="0" h="86995" w="73025">
                  <a:moveTo>
                    <a:pt x="250" y="26669"/>
                  </a:moveTo>
                  <a:lnTo>
                    <a:pt x="7870" y="67817"/>
                  </a:lnTo>
                  <a:lnTo>
                    <a:pt x="11680" y="74675"/>
                  </a:lnTo>
                  <a:lnTo>
                    <a:pt x="13966" y="82295"/>
                  </a:lnTo>
                  <a:lnTo>
                    <a:pt x="13966" y="83819"/>
                  </a:lnTo>
                  <a:lnTo>
                    <a:pt x="14728" y="85343"/>
                  </a:lnTo>
                  <a:lnTo>
                    <a:pt x="15490" y="86867"/>
                  </a:lnTo>
                  <a:lnTo>
                    <a:pt x="14632" y="70604"/>
                  </a:lnTo>
                  <a:lnTo>
                    <a:pt x="13204" y="52768"/>
                  </a:lnTo>
                  <a:lnTo>
                    <a:pt x="12918" y="35218"/>
                  </a:lnTo>
                  <a:lnTo>
                    <a:pt x="15490" y="19811"/>
                  </a:lnTo>
                  <a:lnTo>
                    <a:pt x="17776" y="13715"/>
                  </a:lnTo>
                  <a:lnTo>
                    <a:pt x="26920" y="9905"/>
                  </a:lnTo>
                  <a:lnTo>
                    <a:pt x="33016" y="8381"/>
                  </a:lnTo>
                  <a:lnTo>
                    <a:pt x="40564" y="6465"/>
                  </a:lnTo>
                  <a:lnTo>
                    <a:pt x="48256" y="5048"/>
                  </a:lnTo>
                  <a:lnTo>
                    <a:pt x="55947" y="3774"/>
                  </a:lnTo>
                  <a:lnTo>
                    <a:pt x="63496" y="2285"/>
                  </a:lnTo>
                  <a:lnTo>
                    <a:pt x="66544" y="1523"/>
                  </a:lnTo>
                  <a:lnTo>
                    <a:pt x="69592" y="761"/>
                  </a:lnTo>
                  <a:lnTo>
                    <a:pt x="7264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16"/>
            <p:cNvSpPr/>
            <p:nvPr/>
          </p:nvSpPr>
          <p:spPr>
            <a:xfrm>
              <a:off x="7130605" y="5800534"/>
              <a:ext cx="77470" cy="86995"/>
            </a:xfrm>
            <a:custGeom>
              <a:rect b="b" l="l" r="r" t="t"/>
              <a:pathLst>
                <a:path extrusionOk="0" h="86995" w="77470">
                  <a:moveTo>
                    <a:pt x="9334" y="14287"/>
                  </a:moveTo>
                  <a:lnTo>
                    <a:pt x="7024" y="58983"/>
                  </a:lnTo>
                  <a:lnTo>
                    <a:pt x="6858" y="67246"/>
                  </a:lnTo>
                  <a:lnTo>
                    <a:pt x="6405" y="75509"/>
                  </a:lnTo>
                  <a:lnTo>
                    <a:pt x="5524" y="83629"/>
                  </a:lnTo>
                  <a:lnTo>
                    <a:pt x="4000" y="86677"/>
                  </a:lnTo>
                  <a:lnTo>
                    <a:pt x="2476" y="83629"/>
                  </a:lnTo>
                  <a:lnTo>
                    <a:pt x="1714" y="79819"/>
                  </a:lnTo>
                  <a:lnTo>
                    <a:pt x="952" y="75247"/>
                  </a:lnTo>
                  <a:lnTo>
                    <a:pt x="190" y="67115"/>
                  </a:lnTo>
                  <a:lnTo>
                    <a:pt x="0" y="58769"/>
                  </a:lnTo>
                  <a:lnTo>
                    <a:pt x="95" y="50280"/>
                  </a:lnTo>
                  <a:lnTo>
                    <a:pt x="190" y="41719"/>
                  </a:lnTo>
                  <a:lnTo>
                    <a:pt x="14668" y="5143"/>
                  </a:lnTo>
                  <a:lnTo>
                    <a:pt x="33206" y="0"/>
                  </a:lnTo>
                  <a:lnTo>
                    <a:pt x="39052" y="571"/>
                  </a:lnTo>
                  <a:lnTo>
                    <a:pt x="68889" y="25372"/>
                  </a:lnTo>
                  <a:lnTo>
                    <a:pt x="77152" y="53911"/>
                  </a:lnTo>
                  <a:lnTo>
                    <a:pt x="76390" y="59245"/>
                  </a:lnTo>
                  <a:lnTo>
                    <a:pt x="71818" y="66865"/>
                  </a:lnTo>
                  <a:lnTo>
                    <a:pt x="68770" y="69913"/>
                  </a:lnTo>
                  <a:lnTo>
                    <a:pt x="65722" y="71437"/>
                  </a:lnTo>
                  <a:lnTo>
                    <a:pt x="64198" y="7219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16"/>
            <p:cNvSpPr/>
            <p:nvPr/>
          </p:nvSpPr>
          <p:spPr>
            <a:xfrm>
              <a:off x="7239762" y="5804916"/>
              <a:ext cx="7620" cy="63500"/>
            </a:xfrm>
            <a:custGeom>
              <a:rect b="b" l="l" r="r" t="t"/>
              <a:pathLst>
                <a:path extrusionOk="0" h="63500" w="7620">
                  <a:moveTo>
                    <a:pt x="7620" y="0"/>
                  </a:moveTo>
                  <a:lnTo>
                    <a:pt x="4619" y="9572"/>
                  </a:lnTo>
                  <a:lnTo>
                    <a:pt x="2476" y="18288"/>
                  </a:lnTo>
                  <a:lnTo>
                    <a:pt x="1190" y="27003"/>
                  </a:lnTo>
                  <a:lnTo>
                    <a:pt x="762" y="36576"/>
                  </a:lnTo>
                  <a:lnTo>
                    <a:pt x="762" y="44196"/>
                  </a:lnTo>
                  <a:lnTo>
                    <a:pt x="0" y="51816"/>
                  </a:lnTo>
                  <a:lnTo>
                    <a:pt x="0" y="59436"/>
                  </a:lnTo>
                  <a:lnTo>
                    <a:pt x="0" y="60960"/>
                  </a:lnTo>
                  <a:lnTo>
                    <a:pt x="0" y="61722"/>
                  </a:lnTo>
                  <a:lnTo>
                    <a:pt x="0" y="6324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16"/>
            <p:cNvSpPr/>
            <p:nvPr/>
          </p:nvSpPr>
          <p:spPr>
            <a:xfrm>
              <a:off x="7223760" y="5747766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810" y="15239"/>
                  </a:lnTo>
                  <a:lnTo>
                    <a:pt x="12192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16"/>
            <p:cNvSpPr/>
            <p:nvPr/>
          </p:nvSpPr>
          <p:spPr>
            <a:xfrm>
              <a:off x="7277957" y="5791962"/>
              <a:ext cx="83820" cy="82550"/>
            </a:xfrm>
            <a:custGeom>
              <a:rect b="b" l="l" r="r" t="t"/>
              <a:pathLst>
                <a:path extrusionOk="0" h="82550" w="83820">
                  <a:moveTo>
                    <a:pt x="6762" y="32004"/>
                  </a:moveTo>
                  <a:lnTo>
                    <a:pt x="5643" y="41469"/>
                  </a:lnTo>
                  <a:lnTo>
                    <a:pt x="4667" y="50577"/>
                  </a:lnTo>
                  <a:lnTo>
                    <a:pt x="3976" y="59543"/>
                  </a:lnTo>
                  <a:lnTo>
                    <a:pt x="3714" y="68580"/>
                  </a:lnTo>
                  <a:lnTo>
                    <a:pt x="3714" y="73152"/>
                  </a:lnTo>
                  <a:lnTo>
                    <a:pt x="3714" y="77724"/>
                  </a:lnTo>
                  <a:lnTo>
                    <a:pt x="2952" y="82296"/>
                  </a:lnTo>
                  <a:lnTo>
                    <a:pt x="2190" y="82296"/>
                  </a:lnTo>
                  <a:lnTo>
                    <a:pt x="1428" y="76962"/>
                  </a:lnTo>
                  <a:lnTo>
                    <a:pt x="666" y="71628"/>
                  </a:lnTo>
                  <a:lnTo>
                    <a:pt x="666" y="65532"/>
                  </a:lnTo>
                  <a:lnTo>
                    <a:pt x="154" y="57292"/>
                  </a:lnTo>
                  <a:lnTo>
                    <a:pt x="10668" y="15621"/>
                  </a:lnTo>
                  <a:lnTo>
                    <a:pt x="45612" y="59"/>
                  </a:lnTo>
                  <a:lnTo>
                    <a:pt x="53244" y="0"/>
                  </a:lnTo>
                  <a:lnTo>
                    <a:pt x="62388" y="0"/>
                  </a:lnTo>
                  <a:lnTo>
                    <a:pt x="83498" y="33575"/>
                  </a:lnTo>
                  <a:lnTo>
                    <a:pt x="82962" y="41910"/>
                  </a:lnTo>
                  <a:lnTo>
                    <a:pt x="80045" y="51256"/>
                  </a:lnTo>
                  <a:lnTo>
                    <a:pt x="75057" y="60102"/>
                  </a:lnTo>
                  <a:lnTo>
                    <a:pt x="70211" y="68806"/>
                  </a:lnTo>
                  <a:lnTo>
                    <a:pt x="67722" y="77724"/>
                  </a:lnTo>
                  <a:lnTo>
                    <a:pt x="67722" y="79248"/>
                  </a:lnTo>
                  <a:lnTo>
                    <a:pt x="67722" y="80010"/>
                  </a:lnTo>
                  <a:lnTo>
                    <a:pt x="68484" y="7924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16"/>
            <p:cNvSpPr/>
            <p:nvPr/>
          </p:nvSpPr>
          <p:spPr>
            <a:xfrm>
              <a:off x="7377684" y="5782818"/>
              <a:ext cx="64769" cy="167005"/>
            </a:xfrm>
            <a:custGeom>
              <a:rect b="b" l="l" r="r" t="t"/>
              <a:pathLst>
                <a:path extrusionOk="0" h="167004" w="64770">
                  <a:moveTo>
                    <a:pt x="55625" y="46481"/>
                  </a:moveTo>
                  <a:lnTo>
                    <a:pt x="59507" y="39052"/>
                  </a:lnTo>
                  <a:lnTo>
                    <a:pt x="62674" y="32194"/>
                  </a:lnTo>
                  <a:lnTo>
                    <a:pt x="64412" y="25050"/>
                  </a:lnTo>
                  <a:lnTo>
                    <a:pt x="64007" y="16763"/>
                  </a:lnTo>
                  <a:lnTo>
                    <a:pt x="61721" y="9143"/>
                  </a:lnTo>
                  <a:lnTo>
                    <a:pt x="54863" y="761"/>
                  </a:lnTo>
                  <a:lnTo>
                    <a:pt x="46481" y="0"/>
                  </a:lnTo>
                  <a:lnTo>
                    <a:pt x="39707" y="190"/>
                  </a:lnTo>
                  <a:lnTo>
                    <a:pt x="14573" y="28955"/>
                  </a:lnTo>
                  <a:lnTo>
                    <a:pt x="9858" y="54899"/>
                  </a:lnTo>
                  <a:lnTo>
                    <a:pt x="11239" y="61436"/>
                  </a:lnTo>
                  <a:lnTo>
                    <a:pt x="14620" y="66972"/>
                  </a:lnTo>
                  <a:lnTo>
                    <a:pt x="20573" y="70865"/>
                  </a:lnTo>
                  <a:lnTo>
                    <a:pt x="25907" y="73151"/>
                  </a:lnTo>
                  <a:lnTo>
                    <a:pt x="38861" y="73913"/>
                  </a:lnTo>
                  <a:lnTo>
                    <a:pt x="43433" y="70103"/>
                  </a:lnTo>
                  <a:lnTo>
                    <a:pt x="49529" y="67055"/>
                  </a:lnTo>
                  <a:lnTo>
                    <a:pt x="51815" y="57911"/>
                  </a:lnTo>
                  <a:lnTo>
                    <a:pt x="53339" y="51815"/>
                  </a:lnTo>
                  <a:lnTo>
                    <a:pt x="54101" y="46481"/>
                  </a:lnTo>
                  <a:lnTo>
                    <a:pt x="53339" y="40385"/>
                  </a:lnTo>
                  <a:lnTo>
                    <a:pt x="53339" y="34289"/>
                  </a:lnTo>
                  <a:lnTo>
                    <a:pt x="53339" y="39623"/>
                  </a:lnTo>
                  <a:lnTo>
                    <a:pt x="53339" y="41909"/>
                  </a:lnTo>
                  <a:lnTo>
                    <a:pt x="53339" y="47243"/>
                  </a:lnTo>
                  <a:lnTo>
                    <a:pt x="53470" y="58233"/>
                  </a:lnTo>
                  <a:lnTo>
                    <a:pt x="53816" y="69437"/>
                  </a:lnTo>
                  <a:lnTo>
                    <a:pt x="54304" y="80783"/>
                  </a:lnTo>
                  <a:lnTo>
                    <a:pt x="54863" y="92201"/>
                  </a:lnTo>
                  <a:lnTo>
                    <a:pt x="54983" y="102941"/>
                  </a:lnTo>
                  <a:lnTo>
                    <a:pt x="55244" y="113537"/>
                  </a:lnTo>
                  <a:lnTo>
                    <a:pt x="55506" y="124134"/>
                  </a:lnTo>
                  <a:lnTo>
                    <a:pt x="55625" y="134873"/>
                  </a:lnTo>
                  <a:lnTo>
                    <a:pt x="55828" y="141065"/>
                  </a:lnTo>
                  <a:lnTo>
                    <a:pt x="56102" y="147827"/>
                  </a:lnTo>
                  <a:lnTo>
                    <a:pt x="55947" y="154590"/>
                  </a:lnTo>
                  <a:lnTo>
                    <a:pt x="54863" y="160781"/>
                  </a:lnTo>
                  <a:lnTo>
                    <a:pt x="52577" y="166115"/>
                  </a:lnTo>
                  <a:lnTo>
                    <a:pt x="47243" y="166877"/>
                  </a:lnTo>
                  <a:lnTo>
                    <a:pt x="41909" y="166877"/>
                  </a:lnTo>
                  <a:lnTo>
                    <a:pt x="761" y="160019"/>
                  </a:lnTo>
                  <a:lnTo>
                    <a:pt x="0" y="151637"/>
                  </a:lnTo>
                  <a:lnTo>
                    <a:pt x="0" y="144779"/>
                  </a:lnTo>
                  <a:lnTo>
                    <a:pt x="761" y="142493"/>
                  </a:lnTo>
                  <a:lnTo>
                    <a:pt x="5333" y="13868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98" name="Google Shape;2198;p16"/>
          <p:cNvSpPr/>
          <p:nvPr/>
        </p:nvSpPr>
        <p:spPr>
          <a:xfrm>
            <a:off x="7578852" y="5735573"/>
            <a:ext cx="44450" cy="104775"/>
          </a:xfrm>
          <a:custGeom>
            <a:rect b="b" l="l" r="r" t="t"/>
            <a:pathLst>
              <a:path extrusionOk="0" h="104775" w="44450">
                <a:moveTo>
                  <a:pt x="5333" y="17525"/>
                </a:moveTo>
                <a:lnTo>
                  <a:pt x="761" y="5333"/>
                </a:lnTo>
                <a:lnTo>
                  <a:pt x="2285" y="8381"/>
                </a:lnTo>
                <a:lnTo>
                  <a:pt x="0" y="2285"/>
                </a:lnTo>
                <a:lnTo>
                  <a:pt x="4571" y="761"/>
                </a:lnTo>
                <a:lnTo>
                  <a:pt x="8381" y="0"/>
                </a:lnTo>
                <a:lnTo>
                  <a:pt x="13715" y="0"/>
                </a:lnTo>
                <a:lnTo>
                  <a:pt x="20573" y="0"/>
                </a:lnTo>
                <a:lnTo>
                  <a:pt x="44195" y="32003"/>
                </a:lnTo>
                <a:lnTo>
                  <a:pt x="44195" y="39623"/>
                </a:lnTo>
                <a:lnTo>
                  <a:pt x="39623" y="44195"/>
                </a:lnTo>
                <a:lnTo>
                  <a:pt x="34289" y="50291"/>
                </a:lnTo>
                <a:lnTo>
                  <a:pt x="8381" y="81533"/>
                </a:lnTo>
                <a:lnTo>
                  <a:pt x="3809" y="92963"/>
                </a:lnTo>
                <a:lnTo>
                  <a:pt x="3809" y="99821"/>
                </a:lnTo>
                <a:lnTo>
                  <a:pt x="3809" y="101345"/>
                </a:lnTo>
                <a:lnTo>
                  <a:pt x="3809" y="102869"/>
                </a:lnTo>
                <a:lnTo>
                  <a:pt x="3809" y="104393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16"/>
          <p:cNvSpPr/>
          <p:nvPr/>
        </p:nvSpPr>
        <p:spPr>
          <a:xfrm>
            <a:off x="7581900" y="5900928"/>
            <a:ext cx="35560" cy="9525"/>
          </a:xfrm>
          <a:custGeom>
            <a:rect b="b" l="l" r="r" t="t"/>
            <a:pathLst>
              <a:path extrusionOk="0" h="9525" w="35559">
                <a:moveTo>
                  <a:pt x="16001" y="762"/>
                </a:moveTo>
                <a:lnTo>
                  <a:pt x="21335" y="1524"/>
                </a:lnTo>
                <a:lnTo>
                  <a:pt x="28955" y="3048"/>
                </a:lnTo>
                <a:lnTo>
                  <a:pt x="35051" y="3810"/>
                </a:lnTo>
                <a:lnTo>
                  <a:pt x="30479" y="5334"/>
                </a:lnTo>
                <a:lnTo>
                  <a:pt x="25907" y="7620"/>
                </a:lnTo>
                <a:lnTo>
                  <a:pt x="21335" y="8382"/>
                </a:lnTo>
                <a:lnTo>
                  <a:pt x="17525" y="9144"/>
                </a:lnTo>
                <a:lnTo>
                  <a:pt x="10667" y="9144"/>
                </a:lnTo>
                <a:lnTo>
                  <a:pt x="6857" y="7620"/>
                </a:lnTo>
                <a:lnTo>
                  <a:pt x="5333" y="6096"/>
                </a:lnTo>
                <a:lnTo>
                  <a:pt x="4571" y="4572"/>
                </a:lnTo>
                <a:lnTo>
                  <a:pt x="3047" y="3048"/>
                </a:lnTo>
                <a:lnTo>
                  <a:pt x="1523" y="2286"/>
                </a:lnTo>
                <a:lnTo>
                  <a:pt x="761" y="1524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0" name="Google Shape;2200;p16"/>
          <p:cNvGrpSpPr/>
          <p:nvPr/>
        </p:nvGrpSpPr>
        <p:grpSpPr>
          <a:xfrm>
            <a:off x="5131879" y="5278374"/>
            <a:ext cx="37275" cy="40513"/>
            <a:chOff x="5131879" y="5278374"/>
            <a:chExt cx="37275" cy="40513"/>
          </a:xfrm>
        </p:grpSpPr>
        <p:sp>
          <p:nvSpPr>
            <p:cNvPr id="2201" name="Google Shape;2201;p16"/>
            <p:cNvSpPr/>
            <p:nvPr/>
          </p:nvSpPr>
          <p:spPr>
            <a:xfrm>
              <a:off x="5131879" y="5289042"/>
              <a:ext cx="21590" cy="29845"/>
            </a:xfrm>
            <a:custGeom>
              <a:rect b="b" l="l" r="r" t="t"/>
              <a:pathLst>
                <a:path extrusionOk="0" h="29845" w="21589">
                  <a:moveTo>
                    <a:pt x="952" y="0"/>
                  </a:moveTo>
                  <a:lnTo>
                    <a:pt x="261" y="7131"/>
                  </a:lnTo>
                  <a:lnTo>
                    <a:pt x="0" y="13049"/>
                  </a:lnTo>
                  <a:lnTo>
                    <a:pt x="1166" y="18538"/>
                  </a:lnTo>
                  <a:lnTo>
                    <a:pt x="4762" y="24384"/>
                  </a:lnTo>
                  <a:lnTo>
                    <a:pt x="7810" y="28956"/>
                  </a:lnTo>
                  <a:lnTo>
                    <a:pt x="12382" y="29718"/>
                  </a:lnTo>
                  <a:lnTo>
                    <a:pt x="17716" y="28955"/>
                  </a:lnTo>
                  <a:lnTo>
                    <a:pt x="19240" y="28193"/>
                  </a:lnTo>
                  <a:lnTo>
                    <a:pt x="20002" y="28193"/>
                  </a:lnTo>
                  <a:lnTo>
                    <a:pt x="21526" y="2743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16"/>
            <p:cNvSpPr/>
            <p:nvPr/>
          </p:nvSpPr>
          <p:spPr>
            <a:xfrm>
              <a:off x="5152644" y="5278374"/>
              <a:ext cx="16510" cy="29209"/>
            </a:xfrm>
            <a:custGeom>
              <a:rect b="b" l="l" r="r" t="t"/>
              <a:pathLst>
                <a:path extrusionOk="0" h="29210" w="16510">
                  <a:moveTo>
                    <a:pt x="3810" y="0"/>
                  </a:moveTo>
                  <a:lnTo>
                    <a:pt x="1047" y="6346"/>
                  </a:lnTo>
                  <a:lnTo>
                    <a:pt x="0" y="11334"/>
                  </a:lnTo>
                  <a:lnTo>
                    <a:pt x="1238" y="16180"/>
                  </a:lnTo>
                  <a:lnTo>
                    <a:pt x="5334" y="22098"/>
                  </a:lnTo>
                  <a:lnTo>
                    <a:pt x="8382" y="25908"/>
                  </a:lnTo>
                  <a:lnTo>
                    <a:pt x="11430" y="27432"/>
                  </a:lnTo>
                  <a:lnTo>
                    <a:pt x="16002" y="2895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3" name="Google Shape;2203;p16"/>
          <p:cNvGrpSpPr/>
          <p:nvPr/>
        </p:nvGrpSpPr>
        <p:grpSpPr>
          <a:xfrm>
            <a:off x="2926829" y="5501627"/>
            <a:ext cx="497611" cy="190525"/>
            <a:chOff x="2926829" y="5501627"/>
            <a:chExt cx="497611" cy="190525"/>
          </a:xfrm>
        </p:grpSpPr>
        <p:pic>
          <p:nvPicPr>
            <p:cNvPr id="2204" name="Google Shape;2204;p16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2926829" y="5501627"/>
              <a:ext cx="404647" cy="19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5" name="Google Shape;2205;p16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3352025" y="5557348"/>
              <a:ext cx="72415" cy="1069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06" name="Google Shape;2206;p16"/>
          <p:cNvGrpSpPr/>
          <p:nvPr/>
        </p:nvGrpSpPr>
        <p:grpSpPr>
          <a:xfrm>
            <a:off x="3741264" y="5410949"/>
            <a:ext cx="645581" cy="284537"/>
            <a:chOff x="3741264" y="5410949"/>
            <a:chExt cx="645581" cy="284537"/>
          </a:xfrm>
        </p:grpSpPr>
        <p:pic>
          <p:nvPicPr>
            <p:cNvPr id="2207" name="Google Shape;2207;p16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3741264" y="5497055"/>
              <a:ext cx="196764" cy="1516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8" name="Google Shape;2208;p16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3971340" y="5410949"/>
              <a:ext cx="415505" cy="2845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09" name="Google Shape;2209;p16"/>
          <p:cNvGrpSpPr/>
          <p:nvPr/>
        </p:nvGrpSpPr>
        <p:grpSpPr>
          <a:xfrm>
            <a:off x="4710684" y="5375909"/>
            <a:ext cx="140462" cy="151861"/>
            <a:chOff x="4710684" y="5375909"/>
            <a:chExt cx="140462" cy="151861"/>
          </a:xfrm>
        </p:grpSpPr>
        <p:sp>
          <p:nvSpPr>
            <p:cNvPr id="2210" name="Google Shape;2210;p16"/>
            <p:cNvSpPr/>
            <p:nvPr/>
          </p:nvSpPr>
          <p:spPr>
            <a:xfrm>
              <a:off x="4744974" y="5433059"/>
              <a:ext cx="6350" cy="77470"/>
            </a:xfrm>
            <a:custGeom>
              <a:rect b="b" l="l" r="r" t="t"/>
              <a:pathLst>
                <a:path extrusionOk="0" h="77470" w="6350">
                  <a:moveTo>
                    <a:pt x="0" y="0"/>
                  </a:moveTo>
                  <a:lnTo>
                    <a:pt x="1012" y="11429"/>
                  </a:lnTo>
                  <a:lnTo>
                    <a:pt x="1809" y="22859"/>
                  </a:lnTo>
                  <a:lnTo>
                    <a:pt x="2464" y="34289"/>
                  </a:lnTo>
                  <a:lnTo>
                    <a:pt x="3048" y="45719"/>
                  </a:lnTo>
                  <a:lnTo>
                    <a:pt x="3512" y="53149"/>
                  </a:lnTo>
                  <a:lnTo>
                    <a:pt x="3905" y="60578"/>
                  </a:lnTo>
                  <a:lnTo>
                    <a:pt x="4441" y="68008"/>
                  </a:lnTo>
                  <a:lnTo>
                    <a:pt x="5334" y="75437"/>
                  </a:lnTo>
                  <a:lnTo>
                    <a:pt x="6096" y="76199"/>
                  </a:lnTo>
                  <a:lnTo>
                    <a:pt x="6096" y="7696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16"/>
            <p:cNvSpPr/>
            <p:nvPr/>
          </p:nvSpPr>
          <p:spPr>
            <a:xfrm>
              <a:off x="4710684" y="5375909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7"/>
                  </a:moveTo>
                  <a:lnTo>
                    <a:pt x="0" y="11429"/>
                  </a:lnTo>
                  <a:lnTo>
                    <a:pt x="3047" y="15239"/>
                  </a:lnTo>
                  <a:lnTo>
                    <a:pt x="11429" y="15239"/>
                  </a:lnTo>
                  <a:lnTo>
                    <a:pt x="15239" y="11429"/>
                  </a:lnTo>
                  <a:lnTo>
                    <a:pt x="15239" y="7619"/>
                  </a:lnTo>
                  <a:lnTo>
                    <a:pt x="15239" y="3047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16"/>
            <p:cNvSpPr/>
            <p:nvPr/>
          </p:nvSpPr>
          <p:spPr>
            <a:xfrm>
              <a:off x="4753356" y="5408390"/>
              <a:ext cx="97790" cy="119380"/>
            </a:xfrm>
            <a:custGeom>
              <a:rect b="b" l="l" r="r" t="t"/>
              <a:pathLst>
                <a:path extrusionOk="0" h="119379" w="97789">
                  <a:moveTo>
                    <a:pt x="73913" y="16287"/>
                  </a:moveTo>
                  <a:lnTo>
                    <a:pt x="69020" y="10572"/>
                  </a:lnTo>
                  <a:lnTo>
                    <a:pt x="63341" y="4286"/>
                  </a:lnTo>
                  <a:lnTo>
                    <a:pt x="56661" y="0"/>
                  </a:lnTo>
                  <a:lnTo>
                    <a:pt x="48767" y="285"/>
                  </a:lnTo>
                  <a:lnTo>
                    <a:pt x="24110" y="32146"/>
                  </a:lnTo>
                  <a:lnTo>
                    <a:pt x="20038" y="49101"/>
                  </a:lnTo>
                  <a:lnTo>
                    <a:pt x="20573" y="57435"/>
                  </a:lnTo>
                  <a:lnTo>
                    <a:pt x="22859" y="68103"/>
                  </a:lnTo>
                  <a:lnTo>
                    <a:pt x="35051" y="68103"/>
                  </a:lnTo>
                  <a:lnTo>
                    <a:pt x="43433" y="68103"/>
                  </a:lnTo>
                  <a:lnTo>
                    <a:pt x="54911" y="67687"/>
                  </a:lnTo>
                  <a:lnTo>
                    <a:pt x="68389" y="66484"/>
                  </a:lnTo>
                  <a:lnTo>
                    <a:pt x="81581" y="66282"/>
                  </a:lnTo>
                  <a:lnTo>
                    <a:pt x="92201" y="68865"/>
                  </a:lnTo>
                  <a:lnTo>
                    <a:pt x="97535" y="71151"/>
                  </a:lnTo>
                  <a:lnTo>
                    <a:pt x="97535" y="79533"/>
                  </a:lnTo>
                  <a:lnTo>
                    <a:pt x="68127" y="110347"/>
                  </a:lnTo>
                  <a:lnTo>
                    <a:pt x="23621" y="119348"/>
                  </a:lnTo>
                  <a:lnTo>
                    <a:pt x="15192" y="119348"/>
                  </a:lnTo>
                  <a:lnTo>
                    <a:pt x="7619" y="117633"/>
                  </a:lnTo>
                  <a:lnTo>
                    <a:pt x="0" y="114585"/>
                  </a:lnTo>
                  <a:lnTo>
                    <a:pt x="3047" y="105441"/>
                  </a:lnTo>
                  <a:lnTo>
                    <a:pt x="3809" y="9858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3" name="Google Shape;2213;p16"/>
          <p:cNvGrpSpPr/>
          <p:nvPr/>
        </p:nvGrpSpPr>
        <p:grpSpPr>
          <a:xfrm>
            <a:off x="5274551" y="5208257"/>
            <a:ext cx="1029582" cy="247580"/>
            <a:chOff x="5274551" y="5208257"/>
            <a:chExt cx="1029582" cy="247580"/>
          </a:xfrm>
        </p:grpSpPr>
        <p:pic>
          <p:nvPicPr>
            <p:cNvPr id="2214" name="Google Shape;2214;p16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5274551" y="5318747"/>
              <a:ext cx="291871" cy="1370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5" name="Google Shape;2215;p16"/>
            <p:cNvSpPr/>
            <p:nvPr/>
          </p:nvSpPr>
          <p:spPr>
            <a:xfrm>
              <a:off x="5601461" y="5303091"/>
              <a:ext cx="65405" cy="64769"/>
            </a:xfrm>
            <a:custGeom>
              <a:rect b="b" l="l" r="r" t="t"/>
              <a:pathLst>
                <a:path extrusionOk="0" h="64770" w="65404">
                  <a:moveTo>
                    <a:pt x="0" y="16430"/>
                  </a:moveTo>
                  <a:lnTo>
                    <a:pt x="35778" y="0"/>
                  </a:lnTo>
                  <a:lnTo>
                    <a:pt x="44672" y="428"/>
                  </a:lnTo>
                  <a:lnTo>
                    <a:pt x="53137" y="2571"/>
                  </a:lnTo>
                  <a:lnTo>
                    <a:pt x="60960" y="7286"/>
                  </a:lnTo>
                  <a:lnTo>
                    <a:pt x="64686" y="12894"/>
                  </a:lnTo>
                  <a:lnTo>
                    <a:pt x="65055" y="19002"/>
                  </a:lnTo>
                  <a:lnTo>
                    <a:pt x="62995" y="24967"/>
                  </a:lnTo>
                  <a:lnTo>
                    <a:pt x="34682" y="50613"/>
                  </a:lnTo>
                  <a:lnTo>
                    <a:pt x="21336" y="59102"/>
                  </a:lnTo>
                  <a:lnTo>
                    <a:pt x="18288" y="61388"/>
                  </a:lnTo>
                  <a:lnTo>
                    <a:pt x="13716" y="64436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16"/>
            <p:cNvSpPr/>
            <p:nvPr/>
          </p:nvSpPr>
          <p:spPr>
            <a:xfrm>
              <a:off x="5606605" y="5326379"/>
              <a:ext cx="3810" cy="90805"/>
            </a:xfrm>
            <a:custGeom>
              <a:rect b="b" l="l" r="r" t="t"/>
              <a:pathLst>
                <a:path extrusionOk="0" h="90804" w="3810">
                  <a:moveTo>
                    <a:pt x="190" y="0"/>
                  </a:moveTo>
                  <a:lnTo>
                    <a:pt x="0" y="9465"/>
                  </a:lnTo>
                  <a:lnTo>
                    <a:pt x="380" y="18573"/>
                  </a:lnTo>
                  <a:lnTo>
                    <a:pt x="1047" y="27539"/>
                  </a:lnTo>
                  <a:lnTo>
                    <a:pt x="1714" y="36576"/>
                  </a:lnTo>
                  <a:lnTo>
                    <a:pt x="2476" y="74676"/>
                  </a:lnTo>
                  <a:lnTo>
                    <a:pt x="2476" y="87630"/>
                  </a:lnTo>
                  <a:lnTo>
                    <a:pt x="3238" y="9067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17" name="Google Shape;2217;p16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5696699" y="5283695"/>
              <a:ext cx="182905" cy="134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8" name="Google Shape;2218;p16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5903963" y="5247881"/>
              <a:ext cx="191287" cy="1274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9" name="Google Shape;2219;p16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6125705" y="5208257"/>
              <a:ext cx="178428" cy="1440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20" name="Google Shape;2220;p16"/>
          <p:cNvGrpSpPr/>
          <p:nvPr/>
        </p:nvGrpSpPr>
        <p:grpSpPr>
          <a:xfrm>
            <a:off x="6362699" y="5186934"/>
            <a:ext cx="58166" cy="48006"/>
            <a:chOff x="6362699" y="5186934"/>
            <a:chExt cx="58166" cy="48006"/>
          </a:xfrm>
        </p:grpSpPr>
        <p:sp>
          <p:nvSpPr>
            <p:cNvPr id="2221" name="Google Shape;2221;p16"/>
            <p:cNvSpPr/>
            <p:nvPr/>
          </p:nvSpPr>
          <p:spPr>
            <a:xfrm>
              <a:off x="6362699" y="5204460"/>
              <a:ext cx="19050" cy="30480"/>
            </a:xfrm>
            <a:custGeom>
              <a:rect b="b" l="l" r="r" t="t"/>
              <a:pathLst>
                <a:path extrusionOk="0" h="30479" w="19050">
                  <a:moveTo>
                    <a:pt x="0" y="0"/>
                  </a:moveTo>
                  <a:lnTo>
                    <a:pt x="10668" y="4571"/>
                  </a:lnTo>
                  <a:lnTo>
                    <a:pt x="18288" y="3809"/>
                  </a:lnTo>
                  <a:lnTo>
                    <a:pt x="19050" y="15239"/>
                  </a:lnTo>
                  <a:lnTo>
                    <a:pt x="19050" y="21335"/>
                  </a:lnTo>
                  <a:lnTo>
                    <a:pt x="16764" y="25145"/>
                  </a:lnTo>
                  <a:lnTo>
                    <a:pt x="11430" y="28955"/>
                  </a:lnTo>
                  <a:lnTo>
                    <a:pt x="9144" y="29717"/>
                  </a:lnTo>
                  <a:lnTo>
                    <a:pt x="9144" y="30479"/>
                  </a:lnTo>
                  <a:lnTo>
                    <a:pt x="6858" y="3047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16"/>
            <p:cNvSpPr/>
            <p:nvPr/>
          </p:nvSpPr>
          <p:spPr>
            <a:xfrm>
              <a:off x="6403085" y="5186934"/>
              <a:ext cx="17780" cy="39370"/>
            </a:xfrm>
            <a:custGeom>
              <a:rect b="b" l="l" r="r" t="t"/>
              <a:pathLst>
                <a:path extrusionOk="0" h="39370" w="17779">
                  <a:moveTo>
                    <a:pt x="0" y="0"/>
                  </a:moveTo>
                  <a:lnTo>
                    <a:pt x="17526" y="27431"/>
                  </a:lnTo>
                  <a:lnTo>
                    <a:pt x="12954" y="34289"/>
                  </a:lnTo>
                  <a:lnTo>
                    <a:pt x="6096" y="38099"/>
                  </a:lnTo>
                  <a:lnTo>
                    <a:pt x="5334" y="38861"/>
                  </a:lnTo>
                  <a:lnTo>
                    <a:pt x="3810" y="38861"/>
                  </a:lnTo>
                  <a:lnTo>
                    <a:pt x="2286" y="3886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3" name="Google Shape;2223;p16"/>
          <p:cNvGrpSpPr/>
          <p:nvPr/>
        </p:nvGrpSpPr>
        <p:grpSpPr>
          <a:xfrm>
            <a:off x="6806933" y="5065014"/>
            <a:ext cx="967003" cy="269760"/>
            <a:chOff x="6806933" y="5065014"/>
            <a:chExt cx="967003" cy="269760"/>
          </a:xfrm>
        </p:grpSpPr>
        <p:pic>
          <p:nvPicPr>
            <p:cNvPr id="2224" name="Google Shape;2224;p16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6806933" y="5166347"/>
              <a:ext cx="112801" cy="148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5" name="Google Shape;2225;p16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6953618" y="5139677"/>
              <a:ext cx="194930" cy="1950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6" name="Google Shape;2226;p16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7171919" y="5103863"/>
              <a:ext cx="189013" cy="2171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7" name="Google Shape;2227;p16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7393720" y="5114412"/>
              <a:ext cx="100561" cy="88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8" name="Google Shape;2228;p16"/>
            <p:cNvSpPr/>
            <p:nvPr/>
          </p:nvSpPr>
          <p:spPr>
            <a:xfrm>
              <a:off x="7529322" y="5122164"/>
              <a:ext cx="5715" cy="64135"/>
            </a:xfrm>
            <a:custGeom>
              <a:rect b="b" l="l" r="r" t="t"/>
              <a:pathLst>
                <a:path extrusionOk="0" h="64135" w="5715">
                  <a:moveTo>
                    <a:pt x="5333" y="0"/>
                  </a:moveTo>
                  <a:lnTo>
                    <a:pt x="4631" y="8584"/>
                  </a:lnTo>
                  <a:lnTo>
                    <a:pt x="3714" y="17240"/>
                  </a:lnTo>
                  <a:lnTo>
                    <a:pt x="2655" y="26038"/>
                  </a:lnTo>
                  <a:lnTo>
                    <a:pt x="1523" y="35052"/>
                  </a:lnTo>
                  <a:lnTo>
                    <a:pt x="761" y="42672"/>
                  </a:lnTo>
                  <a:lnTo>
                    <a:pt x="761" y="51053"/>
                  </a:lnTo>
                  <a:lnTo>
                    <a:pt x="0" y="58674"/>
                  </a:lnTo>
                  <a:lnTo>
                    <a:pt x="0" y="61722"/>
                  </a:lnTo>
                  <a:lnTo>
                    <a:pt x="0" y="6400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16"/>
            <p:cNvSpPr/>
            <p:nvPr/>
          </p:nvSpPr>
          <p:spPr>
            <a:xfrm>
              <a:off x="7503414" y="5065014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09"/>
                  </a:moveTo>
                  <a:lnTo>
                    <a:pt x="0" y="12191"/>
                  </a:lnTo>
                  <a:lnTo>
                    <a:pt x="3810" y="15239"/>
                  </a:lnTo>
                  <a:lnTo>
                    <a:pt x="12192" y="15239"/>
                  </a:lnTo>
                  <a:lnTo>
                    <a:pt x="15240" y="12191"/>
                  </a:lnTo>
                  <a:lnTo>
                    <a:pt x="15240" y="7619"/>
                  </a:lnTo>
                  <a:lnTo>
                    <a:pt x="15240" y="3809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30" name="Google Shape;2230;p16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7575029" y="5073692"/>
              <a:ext cx="198907" cy="1764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31" name="Google Shape;2231;p16"/>
          <p:cNvGrpSpPr/>
          <p:nvPr/>
        </p:nvGrpSpPr>
        <p:grpSpPr>
          <a:xfrm>
            <a:off x="7847075" y="5033010"/>
            <a:ext cx="48260" cy="168783"/>
            <a:chOff x="7847075" y="5033010"/>
            <a:chExt cx="48260" cy="168783"/>
          </a:xfrm>
        </p:grpSpPr>
        <p:sp>
          <p:nvSpPr>
            <p:cNvPr id="2232" name="Google Shape;2232;p16"/>
            <p:cNvSpPr/>
            <p:nvPr/>
          </p:nvSpPr>
          <p:spPr>
            <a:xfrm>
              <a:off x="7847075" y="5033010"/>
              <a:ext cx="48260" cy="106680"/>
            </a:xfrm>
            <a:custGeom>
              <a:rect b="b" l="l" r="r" t="t"/>
              <a:pathLst>
                <a:path extrusionOk="0" h="106679" w="48259">
                  <a:moveTo>
                    <a:pt x="1524" y="12954"/>
                  </a:moveTo>
                  <a:lnTo>
                    <a:pt x="4572" y="0"/>
                  </a:lnTo>
                  <a:lnTo>
                    <a:pt x="0" y="0"/>
                  </a:lnTo>
                  <a:lnTo>
                    <a:pt x="10668" y="0"/>
                  </a:lnTo>
                  <a:lnTo>
                    <a:pt x="18288" y="0"/>
                  </a:lnTo>
                  <a:lnTo>
                    <a:pt x="22098" y="0"/>
                  </a:lnTo>
                  <a:lnTo>
                    <a:pt x="28956" y="3810"/>
                  </a:lnTo>
                  <a:lnTo>
                    <a:pt x="48006" y="33528"/>
                  </a:lnTo>
                  <a:lnTo>
                    <a:pt x="46482" y="39624"/>
                  </a:lnTo>
                  <a:lnTo>
                    <a:pt x="26634" y="76592"/>
                  </a:lnTo>
                  <a:lnTo>
                    <a:pt x="21050" y="84677"/>
                  </a:lnTo>
                  <a:lnTo>
                    <a:pt x="15609" y="92904"/>
                  </a:lnTo>
                  <a:lnTo>
                    <a:pt x="10668" y="101346"/>
                  </a:lnTo>
                  <a:lnTo>
                    <a:pt x="9906" y="102870"/>
                  </a:lnTo>
                  <a:lnTo>
                    <a:pt x="9144" y="104394"/>
                  </a:lnTo>
                  <a:lnTo>
                    <a:pt x="8382" y="10668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16"/>
            <p:cNvSpPr/>
            <p:nvPr/>
          </p:nvSpPr>
          <p:spPr>
            <a:xfrm>
              <a:off x="7853933" y="5192268"/>
              <a:ext cx="5715" cy="9525"/>
            </a:xfrm>
            <a:custGeom>
              <a:rect b="b" l="l" r="r" t="t"/>
              <a:pathLst>
                <a:path extrusionOk="0" h="9525" w="5715">
                  <a:moveTo>
                    <a:pt x="0" y="9143"/>
                  </a:moveTo>
                  <a:lnTo>
                    <a:pt x="4071" y="2357"/>
                  </a:lnTo>
                  <a:lnTo>
                    <a:pt x="5143" y="2285"/>
                  </a:lnTo>
                  <a:lnTo>
                    <a:pt x="3643" y="3357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4" name="Google Shape;2234;p16"/>
          <p:cNvSpPr/>
          <p:nvPr/>
        </p:nvSpPr>
        <p:spPr>
          <a:xfrm>
            <a:off x="1368552" y="2894838"/>
            <a:ext cx="43815" cy="41910"/>
          </a:xfrm>
          <a:custGeom>
            <a:rect b="b" l="l" r="r" t="t"/>
            <a:pathLst>
              <a:path extrusionOk="0" h="41910" w="43815">
                <a:moveTo>
                  <a:pt x="16002" y="6858"/>
                </a:moveTo>
                <a:lnTo>
                  <a:pt x="25146" y="3810"/>
                </a:lnTo>
                <a:lnTo>
                  <a:pt x="28194" y="0"/>
                </a:lnTo>
                <a:lnTo>
                  <a:pt x="30480" y="6096"/>
                </a:lnTo>
                <a:lnTo>
                  <a:pt x="31242" y="10668"/>
                </a:lnTo>
                <a:lnTo>
                  <a:pt x="32766" y="17526"/>
                </a:lnTo>
                <a:lnTo>
                  <a:pt x="32004" y="22098"/>
                </a:lnTo>
                <a:lnTo>
                  <a:pt x="29718" y="28194"/>
                </a:lnTo>
                <a:lnTo>
                  <a:pt x="23622" y="32766"/>
                </a:lnTo>
                <a:lnTo>
                  <a:pt x="17526" y="34290"/>
                </a:lnTo>
                <a:lnTo>
                  <a:pt x="12954" y="36576"/>
                </a:lnTo>
                <a:lnTo>
                  <a:pt x="6858" y="35814"/>
                </a:lnTo>
                <a:lnTo>
                  <a:pt x="3810" y="30480"/>
                </a:lnTo>
                <a:lnTo>
                  <a:pt x="1524" y="25908"/>
                </a:lnTo>
                <a:lnTo>
                  <a:pt x="0" y="15240"/>
                </a:lnTo>
                <a:lnTo>
                  <a:pt x="1524" y="9906"/>
                </a:lnTo>
                <a:lnTo>
                  <a:pt x="3810" y="3810"/>
                </a:lnTo>
                <a:lnTo>
                  <a:pt x="12192" y="762"/>
                </a:lnTo>
                <a:lnTo>
                  <a:pt x="18288" y="762"/>
                </a:lnTo>
                <a:lnTo>
                  <a:pt x="25908" y="0"/>
                </a:lnTo>
                <a:lnTo>
                  <a:pt x="32004" y="762"/>
                </a:lnTo>
                <a:lnTo>
                  <a:pt x="38100" y="6096"/>
                </a:lnTo>
                <a:lnTo>
                  <a:pt x="43434" y="10668"/>
                </a:lnTo>
                <a:lnTo>
                  <a:pt x="43434" y="15240"/>
                </a:lnTo>
                <a:lnTo>
                  <a:pt x="43434" y="22098"/>
                </a:lnTo>
                <a:lnTo>
                  <a:pt x="42672" y="30480"/>
                </a:lnTo>
                <a:lnTo>
                  <a:pt x="35052" y="33528"/>
                </a:lnTo>
                <a:lnTo>
                  <a:pt x="28956" y="37338"/>
                </a:lnTo>
                <a:lnTo>
                  <a:pt x="24384" y="39624"/>
                </a:lnTo>
                <a:lnTo>
                  <a:pt x="12954" y="41910"/>
                </a:lnTo>
                <a:lnTo>
                  <a:pt x="8382" y="37338"/>
                </a:lnTo>
                <a:lnTo>
                  <a:pt x="3048" y="32766"/>
                </a:lnTo>
                <a:lnTo>
                  <a:pt x="3048" y="22860"/>
                </a:lnTo>
                <a:lnTo>
                  <a:pt x="3048" y="16002"/>
                </a:lnTo>
                <a:lnTo>
                  <a:pt x="3810" y="7620"/>
                </a:lnTo>
                <a:lnTo>
                  <a:pt x="9144" y="3810"/>
                </a:lnTo>
                <a:lnTo>
                  <a:pt x="16002" y="2286"/>
                </a:lnTo>
                <a:lnTo>
                  <a:pt x="21336" y="762"/>
                </a:lnTo>
                <a:lnTo>
                  <a:pt x="29718" y="0"/>
                </a:lnTo>
                <a:lnTo>
                  <a:pt x="35052" y="2286"/>
                </a:lnTo>
                <a:lnTo>
                  <a:pt x="41148" y="5334"/>
                </a:lnTo>
                <a:lnTo>
                  <a:pt x="41910" y="10668"/>
                </a:lnTo>
                <a:lnTo>
                  <a:pt x="41910" y="16002"/>
                </a:lnTo>
                <a:lnTo>
                  <a:pt x="41910" y="22860"/>
                </a:lnTo>
                <a:lnTo>
                  <a:pt x="39624" y="25908"/>
                </a:lnTo>
                <a:lnTo>
                  <a:pt x="33528" y="28194"/>
                </a:lnTo>
                <a:lnTo>
                  <a:pt x="28956" y="28956"/>
                </a:lnTo>
                <a:lnTo>
                  <a:pt x="22098" y="29718"/>
                </a:lnTo>
                <a:lnTo>
                  <a:pt x="19812" y="25908"/>
                </a:lnTo>
                <a:lnTo>
                  <a:pt x="17526" y="22860"/>
                </a:lnTo>
                <a:lnTo>
                  <a:pt x="16002" y="13716"/>
                </a:lnTo>
                <a:lnTo>
                  <a:pt x="17526" y="9906"/>
                </a:lnTo>
                <a:lnTo>
                  <a:pt x="19050" y="5334"/>
                </a:lnTo>
                <a:lnTo>
                  <a:pt x="23622" y="4572"/>
                </a:lnTo>
                <a:lnTo>
                  <a:pt x="28194" y="3810"/>
                </a:lnTo>
                <a:lnTo>
                  <a:pt x="28956" y="3810"/>
                </a:lnTo>
                <a:lnTo>
                  <a:pt x="30480" y="3810"/>
                </a:lnTo>
                <a:lnTo>
                  <a:pt x="31242" y="3810"/>
                </a:lnTo>
                <a:lnTo>
                  <a:pt x="30480" y="7620"/>
                </a:lnTo>
                <a:lnTo>
                  <a:pt x="32004" y="8382"/>
                </a:lnTo>
                <a:lnTo>
                  <a:pt x="28956" y="11430"/>
                </a:lnTo>
                <a:lnTo>
                  <a:pt x="27432" y="12954"/>
                </a:lnTo>
                <a:lnTo>
                  <a:pt x="24384" y="14478"/>
                </a:lnTo>
                <a:lnTo>
                  <a:pt x="22098" y="12954"/>
                </a:lnTo>
                <a:lnTo>
                  <a:pt x="19812" y="12192"/>
                </a:lnTo>
                <a:lnTo>
                  <a:pt x="21336" y="6096"/>
                </a:lnTo>
                <a:lnTo>
                  <a:pt x="20574" y="533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5" name="Google Shape;2235;p16"/>
          <p:cNvGrpSpPr/>
          <p:nvPr/>
        </p:nvGrpSpPr>
        <p:grpSpPr>
          <a:xfrm>
            <a:off x="1872221" y="2874251"/>
            <a:ext cx="264439" cy="182143"/>
            <a:chOff x="1872221" y="2874251"/>
            <a:chExt cx="264439" cy="182143"/>
          </a:xfrm>
        </p:grpSpPr>
        <p:pic>
          <p:nvPicPr>
            <p:cNvPr id="2236" name="Google Shape;2236;p16"/>
            <p:cNvPicPr preferRelativeResize="0"/>
            <p:nvPr/>
          </p:nvPicPr>
          <p:blipFill rotWithShape="1">
            <a:blip r:embed="rId64">
              <a:alphaModFix/>
            </a:blip>
            <a:srcRect b="0" l="0" r="0" t="0"/>
            <a:stretch/>
          </p:blipFill>
          <p:spPr>
            <a:xfrm>
              <a:off x="1872221" y="2881871"/>
              <a:ext cx="136423" cy="1745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7" name="Google Shape;2237;p16"/>
            <p:cNvPicPr preferRelativeResize="0"/>
            <p:nvPr/>
          </p:nvPicPr>
          <p:blipFill rotWithShape="1">
            <a:blip r:embed="rId65">
              <a:alphaModFix/>
            </a:blip>
            <a:srcRect b="0" l="0" r="0" t="0"/>
            <a:stretch/>
          </p:blipFill>
          <p:spPr>
            <a:xfrm>
              <a:off x="2049481" y="2874251"/>
              <a:ext cx="87179" cy="1589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8" name="Google Shape;2238;p16"/>
          <p:cNvSpPr/>
          <p:nvPr/>
        </p:nvSpPr>
        <p:spPr>
          <a:xfrm>
            <a:off x="2503170" y="2827782"/>
            <a:ext cx="26034" cy="198120"/>
          </a:xfrm>
          <a:custGeom>
            <a:rect b="b" l="l" r="r" t="t"/>
            <a:pathLst>
              <a:path extrusionOk="0" h="198119" w="26035">
                <a:moveTo>
                  <a:pt x="0" y="0"/>
                </a:moveTo>
                <a:lnTo>
                  <a:pt x="1143" y="24086"/>
                </a:lnTo>
                <a:lnTo>
                  <a:pt x="4000" y="47529"/>
                </a:lnTo>
                <a:lnTo>
                  <a:pt x="7715" y="70830"/>
                </a:lnTo>
                <a:lnTo>
                  <a:pt x="11430" y="94488"/>
                </a:lnTo>
                <a:lnTo>
                  <a:pt x="16954" y="133350"/>
                </a:lnTo>
                <a:lnTo>
                  <a:pt x="21336" y="172212"/>
                </a:lnTo>
                <a:lnTo>
                  <a:pt x="21717" y="185166"/>
                </a:lnTo>
                <a:lnTo>
                  <a:pt x="22407" y="192786"/>
                </a:lnTo>
                <a:lnTo>
                  <a:pt x="24384" y="198120"/>
                </a:lnTo>
                <a:lnTo>
                  <a:pt x="25908" y="198120"/>
                </a:lnTo>
                <a:lnTo>
                  <a:pt x="25908" y="197358"/>
                </a:lnTo>
                <a:lnTo>
                  <a:pt x="25146" y="19507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9" name="Google Shape;2239;p16"/>
          <p:cNvGrpSpPr/>
          <p:nvPr/>
        </p:nvGrpSpPr>
        <p:grpSpPr>
          <a:xfrm>
            <a:off x="2561497" y="2836151"/>
            <a:ext cx="315065" cy="154961"/>
            <a:chOff x="2561497" y="2836151"/>
            <a:chExt cx="315065" cy="154961"/>
          </a:xfrm>
        </p:grpSpPr>
        <p:pic>
          <p:nvPicPr>
            <p:cNvPr id="2240" name="Google Shape;2240;p16"/>
            <p:cNvPicPr preferRelativeResize="0"/>
            <p:nvPr/>
          </p:nvPicPr>
          <p:blipFill rotWithShape="1">
            <a:blip r:embed="rId66">
              <a:alphaModFix/>
            </a:blip>
            <a:srcRect b="0" l="0" r="0" t="0"/>
            <a:stretch/>
          </p:blipFill>
          <p:spPr>
            <a:xfrm>
              <a:off x="2668213" y="2877013"/>
              <a:ext cx="76713" cy="107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1" name="Google Shape;2241;p16"/>
            <p:cNvPicPr preferRelativeResize="0"/>
            <p:nvPr/>
          </p:nvPicPr>
          <p:blipFill rotWithShape="1">
            <a:blip r:embed="rId67">
              <a:alphaModFix/>
            </a:blip>
            <a:srcRect b="0" l="0" r="0" t="0"/>
            <a:stretch/>
          </p:blipFill>
          <p:spPr>
            <a:xfrm>
              <a:off x="2561497" y="2871965"/>
              <a:ext cx="83035" cy="1191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2" name="Google Shape;2242;p16"/>
            <p:cNvPicPr preferRelativeResize="0"/>
            <p:nvPr/>
          </p:nvPicPr>
          <p:blipFill rotWithShape="1">
            <a:blip r:embed="rId68">
              <a:alphaModFix/>
            </a:blip>
            <a:srcRect b="0" l="0" r="0" t="0"/>
            <a:stretch/>
          </p:blipFill>
          <p:spPr>
            <a:xfrm>
              <a:off x="2778906" y="2836151"/>
              <a:ext cx="97656" cy="14175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43" name="Google Shape;2243;p16"/>
          <p:cNvPicPr preferRelativeResize="0"/>
          <p:nvPr/>
        </p:nvPicPr>
        <p:blipFill rotWithShape="1">
          <a:blip r:embed="rId69">
            <a:alphaModFix/>
          </a:blip>
          <a:srcRect b="0" l="0" r="0" t="0"/>
          <a:stretch/>
        </p:blipFill>
        <p:spPr>
          <a:xfrm>
            <a:off x="3230105" y="2749283"/>
            <a:ext cx="355879" cy="271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4" name="Google Shape;2244;p16"/>
          <p:cNvPicPr preferRelativeResize="0"/>
          <p:nvPr/>
        </p:nvPicPr>
        <p:blipFill rotWithShape="1">
          <a:blip r:embed="rId70">
            <a:alphaModFix/>
          </a:blip>
          <a:srcRect b="0" l="0" r="0" t="0"/>
          <a:stretch/>
        </p:blipFill>
        <p:spPr>
          <a:xfrm>
            <a:off x="3886949" y="2730328"/>
            <a:ext cx="254533" cy="171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5" name="Google Shape;2245;p16"/>
          <p:cNvPicPr preferRelativeResize="0"/>
          <p:nvPr/>
        </p:nvPicPr>
        <p:blipFill rotWithShape="1">
          <a:blip r:embed="rId71">
            <a:alphaModFix/>
          </a:blip>
          <a:srcRect b="0" l="0" r="0" t="0"/>
          <a:stretch/>
        </p:blipFill>
        <p:spPr>
          <a:xfrm>
            <a:off x="4440923" y="2668511"/>
            <a:ext cx="445033" cy="1821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6" name="Google Shape;2246;p16"/>
          <p:cNvGrpSpPr/>
          <p:nvPr/>
        </p:nvGrpSpPr>
        <p:grpSpPr>
          <a:xfrm>
            <a:off x="5253215" y="2570988"/>
            <a:ext cx="696493" cy="324993"/>
            <a:chOff x="5253215" y="2570988"/>
            <a:chExt cx="696493" cy="324993"/>
          </a:xfrm>
        </p:grpSpPr>
        <p:sp>
          <p:nvSpPr>
            <p:cNvPr id="2247" name="Google Shape;2247;p16"/>
            <p:cNvSpPr/>
            <p:nvPr/>
          </p:nvSpPr>
          <p:spPr>
            <a:xfrm>
              <a:off x="5256275" y="2612136"/>
              <a:ext cx="28575" cy="283845"/>
            </a:xfrm>
            <a:custGeom>
              <a:rect b="b" l="l" r="r" t="t"/>
              <a:pathLst>
                <a:path extrusionOk="0" h="283844" w="28575">
                  <a:moveTo>
                    <a:pt x="0" y="0"/>
                  </a:moveTo>
                  <a:lnTo>
                    <a:pt x="1726" y="19300"/>
                  </a:lnTo>
                  <a:lnTo>
                    <a:pt x="3524" y="38385"/>
                  </a:lnTo>
                  <a:lnTo>
                    <a:pt x="5464" y="57328"/>
                  </a:lnTo>
                  <a:lnTo>
                    <a:pt x="7620" y="76200"/>
                  </a:lnTo>
                  <a:lnTo>
                    <a:pt x="11299" y="110478"/>
                  </a:lnTo>
                  <a:lnTo>
                    <a:pt x="15335" y="144684"/>
                  </a:lnTo>
                  <a:lnTo>
                    <a:pt x="19514" y="178748"/>
                  </a:lnTo>
                  <a:lnTo>
                    <a:pt x="23622" y="212597"/>
                  </a:lnTo>
                  <a:lnTo>
                    <a:pt x="25181" y="227457"/>
                  </a:lnTo>
                  <a:lnTo>
                    <a:pt x="26384" y="242316"/>
                  </a:lnTo>
                  <a:lnTo>
                    <a:pt x="27158" y="257175"/>
                  </a:lnTo>
                  <a:lnTo>
                    <a:pt x="27432" y="272034"/>
                  </a:lnTo>
                  <a:lnTo>
                    <a:pt x="28194" y="274320"/>
                  </a:lnTo>
                  <a:lnTo>
                    <a:pt x="26670" y="282702"/>
                  </a:lnTo>
                  <a:lnTo>
                    <a:pt x="26670" y="28346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48" name="Google Shape;2248;p16"/>
            <p:cNvPicPr preferRelativeResize="0"/>
            <p:nvPr/>
          </p:nvPicPr>
          <p:blipFill rotWithShape="1">
            <a:blip r:embed="rId72">
              <a:alphaModFix/>
            </a:blip>
            <a:srcRect b="0" l="0" r="0" t="0"/>
            <a:stretch/>
          </p:blipFill>
          <p:spPr>
            <a:xfrm>
              <a:off x="5253215" y="2666463"/>
              <a:ext cx="101180" cy="111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9" name="Google Shape;2249;p16"/>
            <p:cNvPicPr preferRelativeResize="0"/>
            <p:nvPr/>
          </p:nvPicPr>
          <p:blipFill rotWithShape="1">
            <a:blip r:embed="rId73">
              <a:alphaModFix/>
            </a:blip>
            <a:srcRect b="0" l="0" r="0" t="0"/>
            <a:stretch/>
          </p:blipFill>
          <p:spPr>
            <a:xfrm>
              <a:off x="5395697" y="2570988"/>
              <a:ext cx="316267" cy="1850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0" name="Google Shape;2250;p16"/>
            <p:cNvPicPr preferRelativeResize="0"/>
            <p:nvPr/>
          </p:nvPicPr>
          <p:blipFill rotWithShape="1">
            <a:blip r:embed="rId74">
              <a:alphaModFix/>
            </a:blip>
            <a:srcRect b="0" l="0" r="0" t="0"/>
            <a:stretch/>
          </p:blipFill>
          <p:spPr>
            <a:xfrm>
              <a:off x="5743943" y="2585453"/>
              <a:ext cx="205765" cy="2507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1" name="Google Shape;2251;p16"/>
          <p:cNvGrpSpPr/>
          <p:nvPr/>
        </p:nvGrpSpPr>
        <p:grpSpPr>
          <a:xfrm>
            <a:off x="6231623" y="2449055"/>
            <a:ext cx="680490" cy="274226"/>
            <a:chOff x="6231623" y="2449055"/>
            <a:chExt cx="680490" cy="274226"/>
          </a:xfrm>
        </p:grpSpPr>
        <p:pic>
          <p:nvPicPr>
            <p:cNvPr id="2252" name="Google Shape;2252;p16"/>
            <p:cNvPicPr preferRelativeResize="0"/>
            <p:nvPr/>
          </p:nvPicPr>
          <p:blipFill rotWithShape="1">
            <a:blip r:embed="rId75">
              <a:alphaModFix/>
            </a:blip>
            <a:srcRect b="0" l="0" r="0" t="0"/>
            <a:stretch/>
          </p:blipFill>
          <p:spPr>
            <a:xfrm>
              <a:off x="6231623" y="2497061"/>
              <a:ext cx="305587" cy="1684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3" name="Google Shape;2253;p16"/>
            <p:cNvPicPr preferRelativeResize="0"/>
            <p:nvPr/>
          </p:nvPicPr>
          <p:blipFill rotWithShape="1">
            <a:blip r:embed="rId76">
              <a:alphaModFix/>
            </a:blip>
            <a:srcRect b="0" l="0" r="0" t="0"/>
            <a:stretch/>
          </p:blipFill>
          <p:spPr>
            <a:xfrm>
              <a:off x="6558282" y="2449055"/>
              <a:ext cx="353831" cy="2742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4" name="Google Shape;2254;p16"/>
          <p:cNvGrpSpPr/>
          <p:nvPr/>
        </p:nvGrpSpPr>
        <p:grpSpPr>
          <a:xfrm>
            <a:off x="7260287" y="2407907"/>
            <a:ext cx="622901" cy="165093"/>
            <a:chOff x="7260287" y="2407907"/>
            <a:chExt cx="622901" cy="165093"/>
          </a:xfrm>
        </p:grpSpPr>
        <p:pic>
          <p:nvPicPr>
            <p:cNvPr id="2255" name="Google Shape;2255;p16"/>
            <p:cNvPicPr preferRelativeResize="0"/>
            <p:nvPr/>
          </p:nvPicPr>
          <p:blipFill rotWithShape="1">
            <a:blip r:embed="rId77">
              <a:alphaModFix/>
            </a:blip>
            <a:srcRect b="0" l="0" r="0" t="0"/>
            <a:stretch/>
          </p:blipFill>
          <p:spPr>
            <a:xfrm>
              <a:off x="7260287" y="2451436"/>
              <a:ext cx="96620" cy="1215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6" name="Google Shape;2256;p16"/>
            <p:cNvSpPr/>
            <p:nvPr/>
          </p:nvSpPr>
          <p:spPr>
            <a:xfrm>
              <a:off x="7399782" y="2453639"/>
              <a:ext cx="88900" cy="113030"/>
            </a:xfrm>
            <a:custGeom>
              <a:rect b="b" l="l" r="r" t="t"/>
              <a:pathLst>
                <a:path extrusionOk="0" h="113030" w="88900">
                  <a:moveTo>
                    <a:pt x="0" y="10667"/>
                  </a:moveTo>
                  <a:lnTo>
                    <a:pt x="11525" y="4500"/>
                  </a:lnTo>
                  <a:lnTo>
                    <a:pt x="21335" y="1333"/>
                  </a:lnTo>
                  <a:lnTo>
                    <a:pt x="31718" y="166"/>
                  </a:lnTo>
                  <a:lnTo>
                    <a:pt x="44958" y="0"/>
                  </a:lnTo>
                  <a:lnTo>
                    <a:pt x="54756" y="440"/>
                  </a:lnTo>
                  <a:lnTo>
                    <a:pt x="65627" y="2381"/>
                  </a:lnTo>
                  <a:lnTo>
                    <a:pt x="75497" y="6750"/>
                  </a:lnTo>
                  <a:lnTo>
                    <a:pt x="82296" y="14477"/>
                  </a:lnTo>
                  <a:lnTo>
                    <a:pt x="83403" y="22169"/>
                  </a:lnTo>
                  <a:lnTo>
                    <a:pt x="80867" y="29146"/>
                  </a:lnTo>
                  <a:lnTo>
                    <a:pt x="76188" y="35266"/>
                  </a:lnTo>
                  <a:lnTo>
                    <a:pt x="70866" y="40385"/>
                  </a:lnTo>
                  <a:lnTo>
                    <a:pt x="59852" y="48267"/>
                  </a:lnTo>
                  <a:lnTo>
                    <a:pt x="46767" y="55435"/>
                  </a:lnTo>
                  <a:lnTo>
                    <a:pt x="34111" y="62888"/>
                  </a:lnTo>
                  <a:lnTo>
                    <a:pt x="24384" y="71627"/>
                  </a:lnTo>
                  <a:lnTo>
                    <a:pt x="24384" y="73151"/>
                  </a:lnTo>
                  <a:lnTo>
                    <a:pt x="24384" y="73913"/>
                  </a:lnTo>
                  <a:lnTo>
                    <a:pt x="31242" y="77723"/>
                  </a:lnTo>
                  <a:lnTo>
                    <a:pt x="37338" y="80771"/>
                  </a:lnTo>
                  <a:lnTo>
                    <a:pt x="43434" y="83819"/>
                  </a:lnTo>
                  <a:lnTo>
                    <a:pt x="50280" y="87153"/>
                  </a:lnTo>
                  <a:lnTo>
                    <a:pt x="57054" y="90487"/>
                  </a:lnTo>
                  <a:lnTo>
                    <a:pt x="63686" y="94106"/>
                  </a:lnTo>
                  <a:lnTo>
                    <a:pt x="70104" y="98297"/>
                  </a:lnTo>
                  <a:lnTo>
                    <a:pt x="75438" y="101345"/>
                  </a:lnTo>
                  <a:lnTo>
                    <a:pt x="80010" y="105917"/>
                  </a:lnTo>
                  <a:lnTo>
                    <a:pt x="84582" y="109727"/>
                  </a:lnTo>
                  <a:lnTo>
                    <a:pt x="88392" y="112775"/>
                  </a:lnTo>
                  <a:lnTo>
                    <a:pt x="85344" y="109727"/>
                  </a:lnTo>
                  <a:lnTo>
                    <a:pt x="87630" y="111251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16"/>
            <p:cNvSpPr/>
            <p:nvPr/>
          </p:nvSpPr>
          <p:spPr>
            <a:xfrm>
              <a:off x="7405116" y="2456687"/>
              <a:ext cx="0" cy="110489"/>
            </a:xfrm>
            <a:custGeom>
              <a:rect b="b" l="l" r="r" t="t"/>
              <a:pathLst>
                <a:path extrusionOk="0" h="110489" w="120000">
                  <a:moveTo>
                    <a:pt x="0" y="0"/>
                  </a:moveTo>
                  <a:lnTo>
                    <a:pt x="0" y="27872"/>
                  </a:lnTo>
                  <a:lnTo>
                    <a:pt x="0" y="55530"/>
                  </a:lnTo>
                  <a:lnTo>
                    <a:pt x="0" y="83046"/>
                  </a:lnTo>
                  <a:lnTo>
                    <a:pt x="0" y="110489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16"/>
            <p:cNvSpPr/>
            <p:nvPr/>
          </p:nvSpPr>
          <p:spPr>
            <a:xfrm>
              <a:off x="7523988" y="2458211"/>
              <a:ext cx="13970" cy="85090"/>
            </a:xfrm>
            <a:custGeom>
              <a:rect b="b" l="l" r="r" t="t"/>
              <a:pathLst>
                <a:path extrusionOk="0" h="85089" w="13970">
                  <a:moveTo>
                    <a:pt x="0" y="0"/>
                  </a:moveTo>
                  <a:lnTo>
                    <a:pt x="12192" y="38862"/>
                  </a:lnTo>
                  <a:lnTo>
                    <a:pt x="13811" y="61436"/>
                  </a:lnTo>
                  <a:lnTo>
                    <a:pt x="13799" y="73044"/>
                  </a:lnTo>
                  <a:lnTo>
                    <a:pt x="13716" y="8458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59" name="Google Shape;2259;p16"/>
            <p:cNvPicPr preferRelativeResize="0"/>
            <p:nvPr/>
          </p:nvPicPr>
          <p:blipFill rotWithShape="1">
            <a:blip r:embed="rId78">
              <a:alphaModFix/>
            </a:blip>
            <a:srcRect b="0" l="0" r="0" t="0"/>
            <a:stretch/>
          </p:blipFill>
          <p:spPr>
            <a:xfrm>
              <a:off x="7581828" y="2417051"/>
              <a:ext cx="114384" cy="1280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0" name="Google Shape;2260;p16"/>
            <p:cNvSpPr/>
            <p:nvPr/>
          </p:nvSpPr>
          <p:spPr>
            <a:xfrm>
              <a:off x="7735824" y="2464307"/>
              <a:ext cx="5715" cy="71755"/>
            </a:xfrm>
            <a:custGeom>
              <a:rect b="b" l="l" r="r" t="t"/>
              <a:pathLst>
                <a:path extrusionOk="0" h="71755" w="5715">
                  <a:moveTo>
                    <a:pt x="0" y="0"/>
                  </a:moveTo>
                  <a:lnTo>
                    <a:pt x="1357" y="9846"/>
                  </a:lnTo>
                  <a:lnTo>
                    <a:pt x="2857" y="19907"/>
                  </a:lnTo>
                  <a:lnTo>
                    <a:pt x="4071" y="30110"/>
                  </a:lnTo>
                  <a:lnTo>
                    <a:pt x="4572" y="40386"/>
                  </a:lnTo>
                  <a:lnTo>
                    <a:pt x="4905" y="48375"/>
                  </a:lnTo>
                  <a:lnTo>
                    <a:pt x="4953" y="56292"/>
                  </a:lnTo>
                  <a:lnTo>
                    <a:pt x="5000" y="64067"/>
                  </a:lnTo>
                  <a:lnTo>
                    <a:pt x="5334" y="7162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61" name="Google Shape;2261;p16"/>
            <p:cNvPicPr preferRelativeResize="0"/>
            <p:nvPr/>
          </p:nvPicPr>
          <p:blipFill rotWithShape="1">
            <a:blip r:embed="rId79">
              <a:alphaModFix/>
            </a:blip>
            <a:srcRect b="0" l="0" r="0" t="0"/>
            <a:stretch/>
          </p:blipFill>
          <p:spPr>
            <a:xfrm>
              <a:off x="7781531" y="2407907"/>
              <a:ext cx="101657" cy="1486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2" name="Google Shape;2262;p16"/>
          <p:cNvSpPr/>
          <p:nvPr/>
        </p:nvSpPr>
        <p:spPr>
          <a:xfrm>
            <a:off x="8050530" y="2474380"/>
            <a:ext cx="27940" cy="15875"/>
          </a:xfrm>
          <a:custGeom>
            <a:rect b="b" l="l" r="r" t="t"/>
            <a:pathLst>
              <a:path extrusionOk="0" h="15875" w="27940">
                <a:moveTo>
                  <a:pt x="3809" y="3643"/>
                </a:moveTo>
                <a:lnTo>
                  <a:pt x="8120" y="2143"/>
                </a:lnTo>
                <a:lnTo>
                  <a:pt x="14858" y="214"/>
                </a:lnTo>
                <a:lnTo>
                  <a:pt x="21597" y="0"/>
                </a:lnTo>
                <a:lnTo>
                  <a:pt x="25907" y="3643"/>
                </a:lnTo>
                <a:lnTo>
                  <a:pt x="27431" y="9739"/>
                </a:lnTo>
                <a:lnTo>
                  <a:pt x="19049" y="13549"/>
                </a:lnTo>
                <a:lnTo>
                  <a:pt x="15239" y="14311"/>
                </a:lnTo>
                <a:lnTo>
                  <a:pt x="8381" y="15835"/>
                </a:lnTo>
                <a:lnTo>
                  <a:pt x="5333" y="14311"/>
                </a:lnTo>
                <a:lnTo>
                  <a:pt x="0" y="12025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3" name="Google Shape;2263;p16"/>
          <p:cNvPicPr preferRelativeResize="0"/>
          <p:nvPr/>
        </p:nvPicPr>
        <p:blipFill rotWithShape="1">
          <a:blip r:embed="rId80">
            <a:alphaModFix/>
          </a:blip>
          <a:srcRect b="0" l="0" r="0" t="0"/>
          <a:stretch/>
        </p:blipFill>
        <p:spPr>
          <a:xfrm>
            <a:off x="8458187" y="2361139"/>
            <a:ext cx="245389" cy="13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4" name="Google Shape;2264;p16"/>
          <p:cNvPicPr preferRelativeResize="0"/>
          <p:nvPr/>
        </p:nvPicPr>
        <p:blipFill rotWithShape="1">
          <a:blip r:embed="rId81">
            <a:alphaModFix/>
          </a:blip>
          <a:srcRect b="0" l="0" r="0" t="0"/>
          <a:stretch/>
        </p:blipFill>
        <p:spPr>
          <a:xfrm>
            <a:off x="8919197" y="2318004"/>
            <a:ext cx="313207" cy="155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5" name="Google Shape;2265;p16"/>
          <p:cNvPicPr preferRelativeResize="0"/>
          <p:nvPr/>
        </p:nvPicPr>
        <p:blipFill rotWithShape="1">
          <a:blip r:embed="rId82">
            <a:alphaModFix/>
          </a:blip>
          <a:srcRect b="0" l="0" r="0" t="0"/>
          <a:stretch/>
        </p:blipFill>
        <p:spPr>
          <a:xfrm>
            <a:off x="9440119" y="2333231"/>
            <a:ext cx="79582" cy="9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6" name="Google Shape;2266;p16"/>
          <p:cNvPicPr preferRelativeResize="0"/>
          <p:nvPr/>
        </p:nvPicPr>
        <p:blipFill rotWithShape="1">
          <a:blip r:embed="rId83">
            <a:alphaModFix/>
          </a:blip>
          <a:srcRect b="0" l="0" r="0" t="0"/>
          <a:stretch/>
        </p:blipFill>
        <p:spPr>
          <a:xfrm>
            <a:off x="9569945" y="2297417"/>
            <a:ext cx="76987" cy="108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7" name="Google Shape;2267;p16"/>
          <p:cNvPicPr preferRelativeResize="0"/>
          <p:nvPr/>
        </p:nvPicPr>
        <p:blipFill rotWithShape="1">
          <a:blip r:embed="rId84">
            <a:alphaModFix/>
          </a:blip>
          <a:srcRect b="0" l="0" r="0" t="0"/>
          <a:stretch/>
        </p:blipFill>
        <p:spPr>
          <a:xfrm>
            <a:off x="9700247" y="2295893"/>
            <a:ext cx="64795" cy="108991"/>
          </a:xfrm>
          <a:prstGeom prst="rect">
            <a:avLst/>
          </a:prstGeom>
          <a:noFill/>
          <a:ln>
            <a:noFill/>
          </a:ln>
        </p:spPr>
      </p:pic>
      <p:sp>
        <p:nvSpPr>
          <p:cNvPr id="2268" name="Google Shape;2268;p16"/>
          <p:cNvSpPr/>
          <p:nvPr/>
        </p:nvSpPr>
        <p:spPr>
          <a:xfrm>
            <a:off x="9716261" y="2468117"/>
            <a:ext cx="30480" cy="13335"/>
          </a:xfrm>
          <a:custGeom>
            <a:rect b="b" l="l" r="r" t="t"/>
            <a:pathLst>
              <a:path extrusionOk="0" h="13335" w="30479">
                <a:moveTo>
                  <a:pt x="15240" y="0"/>
                </a:moveTo>
                <a:lnTo>
                  <a:pt x="28324" y="892"/>
                </a:lnTo>
                <a:lnTo>
                  <a:pt x="30194" y="857"/>
                </a:lnTo>
                <a:lnTo>
                  <a:pt x="28205" y="964"/>
                </a:lnTo>
                <a:lnTo>
                  <a:pt x="29718" y="2285"/>
                </a:lnTo>
                <a:lnTo>
                  <a:pt x="27432" y="6095"/>
                </a:lnTo>
                <a:lnTo>
                  <a:pt x="25908" y="7619"/>
                </a:lnTo>
                <a:lnTo>
                  <a:pt x="20574" y="9143"/>
                </a:lnTo>
                <a:lnTo>
                  <a:pt x="16002" y="10668"/>
                </a:lnTo>
                <a:lnTo>
                  <a:pt x="9144" y="12954"/>
                </a:lnTo>
                <a:lnTo>
                  <a:pt x="3810" y="12192"/>
                </a:lnTo>
                <a:lnTo>
                  <a:pt x="2286" y="12192"/>
                </a:lnTo>
                <a:lnTo>
                  <a:pt x="1524" y="12192"/>
                </a:lnTo>
                <a:lnTo>
                  <a:pt x="0" y="12192"/>
                </a:lnTo>
                <a:lnTo>
                  <a:pt x="762" y="9144"/>
                </a:lnTo>
                <a:lnTo>
                  <a:pt x="0" y="8382"/>
                </a:lnTo>
                <a:lnTo>
                  <a:pt x="3810" y="6096"/>
                </a:lnTo>
                <a:lnTo>
                  <a:pt x="5334" y="4572"/>
                </a:lnTo>
                <a:lnTo>
                  <a:pt x="13716" y="1524"/>
                </a:lnTo>
                <a:lnTo>
                  <a:pt x="16002" y="3048"/>
                </a:lnTo>
                <a:lnTo>
                  <a:pt x="18288" y="4571"/>
                </a:lnTo>
                <a:lnTo>
                  <a:pt x="16764" y="5334"/>
                </a:lnTo>
                <a:lnTo>
                  <a:pt x="17526" y="7620"/>
                </a:lnTo>
                <a:lnTo>
                  <a:pt x="15240" y="8382"/>
                </a:lnTo>
                <a:lnTo>
                  <a:pt x="11430" y="9906"/>
                </a:lnTo>
                <a:lnTo>
                  <a:pt x="6858" y="9144"/>
                </a:lnTo>
                <a:lnTo>
                  <a:pt x="5334" y="8382"/>
                </a:lnTo>
                <a:lnTo>
                  <a:pt x="3810" y="7620"/>
                </a:lnTo>
                <a:lnTo>
                  <a:pt x="2286" y="762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3" name="Google Shape;22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0657" y="2300465"/>
            <a:ext cx="4979695" cy="28895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4" name="Google Shape;2274;p17"/>
          <p:cNvGrpSpPr/>
          <p:nvPr/>
        </p:nvGrpSpPr>
        <p:grpSpPr>
          <a:xfrm>
            <a:off x="7408150" y="3345942"/>
            <a:ext cx="233312" cy="337820"/>
            <a:chOff x="7408150" y="3345942"/>
            <a:chExt cx="233312" cy="337820"/>
          </a:xfrm>
        </p:grpSpPr>
        <p:pic>
          <p:nvPicPr>
            <p:cNvPr id="2275" name="Google Shape;2275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08150" y="3462420"/>
              <a:ext cx="131851" cy="1696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6" name="Google Shape;2276;p17"/>
            <p:cNvSpPr/>
            <p:nvPr/>
          </p:nvSpPr>
          <p:spPr>
            <a:xfrm>
              <a:off x="7581137" y="3345942"/>
              <a:ext cx="24765" cy="66675"/>
            </a:xfrm>
            <a:custGeom>
              <a:rect b="b" l="l" r="r" t="t"/>
              <a:pathLst>
                <a:path extrusionOk="0" h="66675" w="24765">
                  <a:moveTo>
                    <a:pt x="24383" y="0"/>
                  </a:moveTo>
                  <a:lnTo>
                    <a:pt x="17442" y="35290"/>
                  </a:lnTo>
                  <a:lnTo>
                    <a:pt x="15906" y="42672"/>
                  </a:lnTo>
                  <a:lnTo>
                    <a:pt x="14227" y="50053"/>
                  </a:lnTo>
                  <a:lnTo>
                    <a:pt x="12191" y="57150"/>
                  </a:lnTo>
                  <a:lnTo>
                    <a:pt x="11429" y="60198"/>
                  </a:lnTo>
                  <a:lnTo>
                    <a:pt x="11429" y="63246"/>
                  </a:lnTo>
                  <a:lnTo>
                    <a:pt x="10667" y="66294"/>
                  </a:lnTo>
                  <a:lnTo>
                    <a:pt x="9905" y="66294"/>
                  </a:lnTo>
                  <a:lnTo>
                    <a:pt x="5333" y="65532"/>
                  </a:lnTo>
                  <a:lnTo>
                    <a:pt x="3809" y="64008"/>
                  </a:lnTo>
                  <a:lnTo>
                    <a:pt x="0" y="6172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17"/>
            <p:cNvSpPr/>
            <p:nvPr/>
          </p:nvSpPr>
          <p:spPr>
            <a:xfrm>
              <a:off x="7600187" y="3589782"/>
              <a:ext cx="41275" cy="93980"/>
            </a:xfrm>
            <a:custGeom>
              <a:rect b="b" l="l" r="r" t="t"/>
              <a:pathLst>
                <a:path extrusionOk="0" h="93979" w="41275">
                  <a:moveTo>
                    <a:pt x="5333" y="0"/>
                  </a:moveTo>
                  <a:lnTo>
                    <a:pt x="3548" y="10382"/>
                  </a:lnTo>
                  <a:lnTo>
                    <a:pt x="2476" y="20193"/>
                  </a:lnTo>
                  <a:lnTo>
                    <a:pt x="1690" y="30003"/>
                  </a:lnTo>
                  <a:lnTo>
                    <a:pt x="761" y="40386"/>
                  </a:lnTo>
                  <a:lnTo>
                    <a:pt x="321" y="49970"/>
                  </a:lnTo>
                  <a:lnTo>
                    <a:pt x="95" y="59340"/>
                  </a:lnTo>
                  <a:lnTo>
                    <a:pt x="11" y="68568"/>
                  </a:lnTo>
                  <a:lnTo>
                    <a:pt x="0" y="77724"/>
                  </a:lnTo>
                  <a:lnTo>
                    <a:pt x="0" y="83058"/>
                  </a:lnTo>
                  <a:lnTo>
                    <a:pt x="0" y="90678"/>
                  </a:lnTo>
                  <a:lnTo>
                    <a:pt x="6857" y="92202"/>
                  </a:lnTo>
                  <a:lnTo>
                    <a:pt x="15239" y="93726"/>
                  </a:lnTo>
                  <a:lnTo>
                    <a:pt x="19811" y="91440"/>
                  </a:lnTo>
                  <a:lnTo>
                    <a:pt x="26669" y="85344"/>
                  </a:lnTo>
                  <a:lnTo>
                    <a:pt x="31611" y="79712"/>
                  </a:lnTo>
                  <a:lnTo>
                    <a:pt x="35337" y="74009"/>
                  </a:lnTo>
                  <a:lnTo>
                    <a:pt x="38350" y="67877"/>
                  </a:lnTo>
                  <a:lnTo>
                    <a:pt x="41147" y="60959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17"/>
            <p:cNvSpPr/>
            <p:nvPr/>
          </p:nvSpPr>
          <p:spPr>
            <a:xfrm>
              <a:off x="7603997" y="3514344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79" name="Google Shape;227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59433" y="3447275"/>
            <a:ext cx="231673" cy="12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0" name="Google Shape;228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02572" y="3457943"/>
            <a:ext cx="193918" cy="1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1" name="Google Shape;2281;p17"/>
          <p:cNvSpPr/>
          <p:nvPr/>
        </p:nvSpPr>
        <p:spPr>
          <a:xfrm>
            <a:off x="8526780" y="3489959"/>
            <a:ext cx="98425" cy="16510"/>
          </a:xfrm>
          <a:custGeom>
            <a:rect b="b" l="l" r="r" t="t"/>
            <a:pathLst>
              <a:path extrusionOk="0" h="16510" w="98425">
                <a:moveTo>
                  <a:pt x="0" y="16001"/>
                </a:moveTo>
                <a:lnTo>
                  <a:pt x="12322" y="15847"/>
                </a:lnTo>
                <a:lnTo>
                  <a:pt x="24288" y="15335"/>
                </a:lnTo>
                <a:lnTo>
                  <a:pt x="36111" y="14394"/>
                </a:lnTo>
                <a:lnTo>
                  <a:pt x="48006" y="12953"/>
                </a:lnTo>
                <a:lnTo>
                  <a:pt x="57733" y="11810"/>
                </a:lnTo>
                <a:lnTo>
                  <a:pt x="67532" y="10667"/>
                </a:lnTo>
                <a:lnTo>
                  <a:pt x="77473" y="9524"/>
                </a:lnTo>
                <a:lnTo>
                  <a:pt x="87630" y="8381"/>
                </a:lnTo>
                <a:lnTo>
                  <a:pt x="96774" y="8381"/>
                </a:lnTo>
                <a:lnTo>
                  <a:pt x="97536" y="6857"/>
                </a:lnTo>
                <a:lnTo>
                  <a:pt x="98298" y="6095"/>
                </a:lnTo>
                <a:lnTo>
                  <a:pt x="97536" y="761"/>
                </a:lnTo>
                <a:lnTo>
                  <a:pt x="97536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2" name="Google Shape;228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6787" y="3386315"/>
            <a:ext cx="140995" cy="25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3" name="Google Shape;228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82265" y="3374123"/>
            <a:ext cx="169951" cy="153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4" name="Google Shape;228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34106" y="3375647"/>
            <a:ext cx="72796" cy="137185"/>
          </a:xfrm>
          <a:prstGeom prst="rect">
            <a:avLst/>
          </a:prstGeom>
          <a:noFill/>
          <a:ln>
            <a:noFill/>
          </a:ln>
        </p:spPr>
      </p:pic>
      <p:sp>
        <p:nvSpPr>
          <p:cNvPr id="2285" name="Google Shape;2285;p17"/>
          <p:cNvSpPr/>
          <p:nvPr/>
        </p:nvSpPr>
        <p:spPr>
          <a:xfrm>
            <a:off x="9345168" y="3291851"/>
            <a:ext cx="42545" cy="29845"/>
          </a:xfrm>
          <a:custGeom>
            <a:rect b="b" l="l" r="r" t="t"/>
            <a:pathLst>
              <a:path extrusionOk="0" h="29845" w="42545">
                <a:moveTo>
                  <a:pt x="14477" y="20562"/>
                </a:moveTo>
                <a:lnTo>
                  <a:pt x="41993" y="0"/>
                </a:lnTo>
                <a:lnTo>
                  <a:pt x="40290" y="83"/>
                </a:lnTo>
                <a:lnTo>
                  <a:pt x="28729" y="8882"/>
                </a:lnTo>
                <a:lnTo>
                  <a:pt x="26669" y="14466"/>
                </a:lnTo>
                <a:lnTo>
                  <a:pt x="23621" y="19800"/>
                </a:lnTo>
                <a:lnTo>
                  <a:pt x="18287" y="23610"/>
                </a:lnTo>
                <a:lnTo>
                  <a:pt x="11429" y="26658"/>
                </a:lnTo>
                <a:lnTo>
                  <a:pt x="9905" y="28182"/>
                </a:lnTo>
                <a:lnTo>
                  <a:pt x="4571" y="29706"/>
                </a:lnTo>
                <a:lnTo>
                  <a:pt x="3047" y="28182"/>
                </a:lnTo>
                <a:lnTo>
                  <a:pt x="0" y="25896"/>
                </a:lnTo>
                <a:lnTo>
                  <a:pt x="10667" y="19800"/>
                </a:lnTo>
                <a:lnTo>
                  <a:pt x="11429" y="19038"/>
                </a:lnTo>
                <a:lnTo>
                  <a:pt x="9143" y="18276"/>
                </a:lnTo>
                <a:lnTo>
                  <a:pt x="6857" y="18276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6" name="Google Shape;2286;p17"/>
          <p:cNvGrpSpPr/>
          <p:nvPr/>
        </p:nvGrpSpPr>
        <p:grpSpPr>
          <a:xfrm>
            <a:off x="6009131" y="2139981"/>
            <a:ext cx="1697989" cy="918844"/>
            <a:chOff x="6009131" y="2139981"/>
            <a:chExt cx="1697989" cy="918844"/>
          </a:xfrm>
        </p:grpSpPr>
        <p:sp>
          <p:nvSpPr>
            <p:cNvPr id="2287" name="Google Shape;2287;p17"/>
            <p:cNvSpPr/>
            <p:nvPr/>
          </p:nvSpPr>
          <p:spPr>
            <a:xfrm>
              <a:off x="6042659" y="2288286"/>
              <a:ext cx="64769" cy="680720"/>
            </a:xfrm>
            <a:custGeom>
              <a:rect b="b" l="l" r="r" t="t"/>
              <a:pathLst>
                <a:path extrusionOk="0" h="680719" w="64770">
                  <a:moveTo>
                    <a:pt x="0" y="0"/>
                  </a:moveTo>
                  <a:lnTo>
                    <a:pt x="392" y="17609"/>
                  </a:lnTo>
                  <a:lnTo>
                    <a:pt x="1428" y="35147"/>
                  </a:lnTo>
                  <a:lnTo>
                    <a:pt x="2893" y="52828"/>
                  </a:lnTo>
                  <a:lnTo>
                    <a:pt x="4572" y="70866"/>
                  </a:lnTo>
                  <a:lnTo>
                    <a:pt x="7119" y="105036"/>
                  </a:lnTo>
                  <a:lnTo>
                    <a:pt x="10096" y="139065"/>
                  </a:lnTo>
                  <a:lnTo>
                    <a:pt x="13358" y="173093"/>
                  </a:lnTo>
                  <a:lnTo>
                    <a:pt x="16764" y="207264"/>
                  </a:lnTo>
                  <a:lnTo>
                    <a:pt x="21216" y="250245"/>
                  </a:lnTo>
                  <a:lnTo>
                    <a:pt x="25527" y="293370"/>
                  </a:lnTo>
                  <a:lnTo>
                    <a:pt x="29837" y="336494"/>
                  </a:lnTo>
                  <a:lnTo>
                    <a:pt x="34290" y="379476"/>
                  </a:lnTo>
                  <a:lnTo>
                    <a:pt x="37588" y="416052"/>
                  </a:lnTo>
                  <a:lnTo>
                    <a:pt x="40671" y="452628"/>
                  </a:lnTo>
                  <a:lnTo>
                    <a:pt x="43612" y="489203"/>
                  </a:lnTo>
                  <a:lnTo>
                    <a:pt x="46482" y="525780"/>
                  </a:lnTo>
                  <a:lnTo>
                    <a:pt x="48113" y="554795"/>
                  </a:lnTo>
                  <a:lnTo>
                    <a:pt x="49815" y="583596"/>
                  </a:lnTo>
                  <a:lnTo>
                    <a:pt x="54864" y="640842"/>
                  </a:lnTo>
                  <a:lnTo>
                    <a:pt x="64770" y="680466"/>
                  </a:lnTo>
                  <a:lnTo>
                    <a:pt x="64770" y="676656"/>
                  </a:lnTo>
                  <a:lnTo>
                    <a:pt x="64770" y="67132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17"/>
            <p:cNvSpPr/>
            <p:nvPr/>
          </p:nvSpPr>
          <p:spPr>
            <a:xfrm>
              <a:off x="6009131" y="2139981"/>
              <a:ext cx="1697989" cy="918844"/>
            </a:xfrm>
            <a:custGeom>
              <a:rect b="b" l="l" r="r" t="t"/>
              <a:pathLst>
                <a:path extrusionOk="0" h="918844" w="1697990">
                  <a:moveTo>
                    <a:pt x="4572" y="132302"/>
                  </a:moveTo>
                  <a:lnTo>
                    <a:pt x="3048" y="128492"/>
                  </a:lnTo>
                  <a:lnTo>
                    <a:pt x="1524" y="123920"/>
                  </a:lnTo>
                  <a:lnTo>
                    <a:pt x="0" y="120110"/>
                  </a:lnTo>
                  <a:lnTo>
                    <a:pt x="6738" y="119788"/>
                  </a:lnTo>
                  <a:lnTo>
                    <a:pt x="13335" y="119824"/>
                  </a:lnTo>
                  <a:lnTo>
                    <a:pt x="19931" y="120003"/>
                  </a:lnTo>
                  <a:lnTo>
                    <a:pt x="26670" y="120110"/>
                  </a:lnTo>
                  <a:lnTo>
                    <a:pt x="46101" y="120205"/>
                  </a:lnTo>
                  <a:lnTo>
                    <a:pt x="65532" y="120300"/>
                  </a:lnTo>
                  <a:lnTo>
                    <a:pt x="84963" y="120110"/>
                  </a:lnTo>
                  <a:lnTo>
                    <a:pt x="104394" y="119348"/>
                  </a:lnTo>
                  <a:lnTo>
                    <a:pt x="156534" y="114539"/>
                  </a:lnTo>
                  <a:lnTo>
                    <a:pt x="208590" y="108821"/>
                  </a:lnTo>
                  <a:lnTo>
                    <a:pt x="260604" y="102679"/>
                  </a:lnTo>
                  <a:lnTo>
                    <a:pt x="312617" y="96601"/>
                  </a:lnTo>
                  <a:lnTo>
                    <a:pt x="364673" y="91073"/>
                  </a:lnTo>
                  <a:lnTo>
                    <a:pt x="416814" y="86582"/>
                  </a:lnTo>
                  <a:lnTo>
                    <a:pt x="462534" y="83272"/>
                  </a:lnTo>
                  <a:lnTo>
                    <a:pt x="508254" y="80105"/>
                  </a:lnTo>
                  <a:lnTo>
                    <a:pt x="553974" y="76938"/>
                  </a:lnTo>
                  <a:lnTo>
                    <a:pt x="599694" y="73628"/>
                  </a:lnTo>
                  <a:lnTo>
                    <a:pt x="643128" y="70639"/>
                  </a:lnTo>
                  <a:lnTo>
                    <a:pt x="686562" y="67437"/>
                  </a:lnTo>
                  <a:lnTo>
                    <a:pt x="729996" y="64091"/>
                  </a:lnTo>
                  <a:lnTo>
                    <a:pt x="773430" y="60674"/>
                  </a:lnTo>
                  <a:lnTo>
                    <a:pt x="814006" y="57947"/>
                  </a:lnTo>
                  <a:lnTo>
                    <a:pt x="854583" y="55435"/>
                  </a:lnTo>
                  <a:lnTo>
                    <a:pt x="895159" y="53066"/>
                  </a:lnTo>
                  <a:lnTo>
                    <a:pt x="935736" y="50768"/>
                  </a:lnTo>
                  <a:lnTo>
                    <a:pt x="975050" y="48482"/>
                  </a:lnTo>
                  <a:lnTo>
                    <a:pt x="1014222" y="46196"/>
                  </a:lnTo>
                  <a:lnTo>
                    <a:pt x="1053393" y="43910"/>
                  </a:lnTo>
                  <a:lnTo>
                    <a:pt x="1092708" y="41624"/>
                  </a:lnTo>
                  <a:lnTo>
                    <a:pt x="1129843" y="39207"/>
                  </a:lnTo>
                  <a:lnTo>
                    <a:pt x="1166907" y="36576"/>
                  </a:lnTo>
                  <a:lnTo>
                    <a:pt x="1203829" y="33801"/>
                  </a:lnTo>
                  <a:lnTo>
                    <a:pt x="1240536" y="30956"/>
                  </a:lnTo>
                  <a:lnTo>
                    <a:pt x="1270242" y="28765"/>
                  </a:lnTo>
                  <a:lnTo>
                    <a:pt x="1299876" y="26574"/>
                  </a:lnTo>
                  <a:lnTo>
                    <a:pt x="1329368" y="24098"/>
                  </a:lnTo>
                  <a:lnTo>
                    <a:pt x="1358646" y="21050"/>
                  </a:lnTo>
                  <a:lnTo>
                    <a:pt x="1388923" y="18180"/>
                  </a:lnTo>
                  <a:lnTo>
                    <a:pt x="1419129" y="15239"/>
                  </a:lnTo>
                  <a:lnTo>
                    <a:pt x="1449193" y="12156"/>
                  </a:lnTo>
                  <a:lnTo>
                    <a:pt x="1479042" y="8858"/>
                  </a:lnTo>
                  <a:lnTo>
                    <a:pt x="1501342" y="6048"/>
                  </a:lnTo>
                  <a:lnTo>
                    <a:pt x="1523714" y="3524"/>
                  </a:lnTo>
                  <a:lnTo>
                    <a:pt x="1546228" y="1571"/>
                  </a:lnTo>
                  <a:lnTo>
                    <a:pt x="1568958" y="476"/>
                  </a:lnTo>
                  <a:lnTo>
                    <a:pt x="1578209" y="273"/>
                  </a:lnTo>
                  <a:lnTo>
                    <a:pt x="1587531" y="0"/>
                  </a:lnTo>
                  <a:lnTo>
                    <a:pt x="1596711" y="154"/>
                  </a:lnTo>
                  <a:lnTo>
                    <a:pt x="1605534" y="1238"/>
                  </a:lnTo>
                  <a:lnTo>
                    <a:pt x="1608582" y="2000"/>
                  </a:lnTo>
                  <a:lnTo>
                    <a:pt x="1612392" y="2762"/>
                  </a:lnTo>
                  <a:lnTo>
                    <a:pt x="1614678" y="4286"/>
                  </a:lnTo>
                  <a:lnTo>
                    <a:pt x="1618488" y="5810"/>
                  </a:lnTo>
                  <a:lnTo>
                    <a:pt x="1622298" y="7334"/>
                  </a:lnTo>
                  <a:lnTo>
                    <a:pt x="1625346" y="8858"/>
                  </a:lnTo>
                  <a:lnTo>
                    <a:pt x="1632204" y="11144"/>
                  </a:lnTo>
                  <a:lnTo>
                    <a:pt x="1635252" y="15716"/>
                  </a:lnTo>
                  <a:lnTo>
                    <a:pt x="1637538" y="22574"/>
                  </a:lnTo>
                  <a:lnTo>
                    <a:pt x="1640978" y="37790"/>
                  </a:lnTo>
                  <a:lnTo>
                    <a:pt x="1642776" y="53435"/>
                  </a:lnTo>
                  <a:lnTo>
                    <a:pt x="1643860" y="69080"/>
                  </a:lnTo>
                  <a:lnTo>
                    <a:pt x="1645158" y="84296"/>
                  </a:lnTo>
                  <a:lnTo>
                    <a:pt x="1647193" y="107715"/>
                  </a:lnTo>
                  <a:lnTo>
                    <a:pt x="1648872" y="131063"/>
                  </a:lnTo>
                  <a:lnTo>
                    <a:pt x="1650408" y="154269"/>
                  </a:lnTo>
                  <a:lnTo>
                    <a:pt x="1652016" y="177260"/>
                  </a:lnTo>
                  <a:lnTo>
                    <a:pt x="1654171" y="206406"/>
                  </a:lnTo>
                  <a:lnTo>
                    <a:pt x="1656111" y="235553"/>
                  </a:lnTo>
                  <a:lnTo>
                    <a:pt x="1657909" y="264699"/>
                  </a:lnTo>
                  <a:lnTo>
                    <a:pt x="1659636" y="293846"/>
                  </a:lnTo>
                  <a:lnTo>
                    <a:pt x="1661969" y="330993"/>
                  </a:lnTo>
                  <a:lnTo>
                    <a:pt x="1667779" y="405288"/>
                  </a:lnTo>
                  <a:lnTo>
                    <a:pt x="1675614" y="468713"/>
                  </a:lnTo>
                  <a:lnTo>
                    <a:pt x="1684043" y="520981"/>
                  </a:lnTo>
                  <a:lnTo>
                    <a:pt x="1687830" y="546830"/>
                  </a:lnTo>
                  <a:lnTo>
                    <a:pt x="1693164" y="591026"/>
                  </a:lnTo>
                  <a:lnTo>
                    <a:pt x="1696212" y="635222"/>
                  </a:lnTo>
                  <a:lnTo>
                    <a:pt x="1697640" y="676084"/>
                  </a:lnTo>
                  <a:lnTo>
                    <a:pt x="1697390" y="696837"/>
                  </a:lnTo>
                  <a:lnTo>
                    <a:pt x="1692140" y="742164"/>
                  </a:lnTo>
                  <a:lnTo>
                    <a:pt x="1689354" y="753332"/>
                  </a:lnTo>
                  <a:lnTo>
                    <a:pt x="1689354" y="756380"/>
                  </a:lnTo>
                  <a:lnTo>
                    <a:pt x="1687068" y="758666"/>
                  </a:lnTo>
                  <a:lnTo>
                    <a:pt x="1683258" y="760952"/>
                  </a:lnTo>
                  <a:lnTo>
                    <a:pt x="1677924" y="760190"/>
                  </a:lnTo>
                  <a:lnTo>
                    <a:pt x="1674114" y="760190"/>
                  </a:lnTo>
                  <a:lnTo>
                    <a:pt x="1642240" y="760440"/>
                  </a:lnTo>
                  <a:lnTo>
                    <a:pt x="1610582" y="760476"/>
                  </a:lnTo>
                  <a:lnTo>
                    <a:pt x="1579066" y="760940"/>
                  </a:lnTo>
                  <a:lnTo>
                    <a:pt x="1520773" y="764452"/>
                  </a:lnTo>
                  <a:lnTo>
                    <a:pt x="1467361" y="769548"/>
                  </a:lnTo>
                  <a:lnTo>
                    <a:pt x="1398210" y="777775"/>
                  </a:lnTo>
                  <a:lnTo>
                    <a:pt x="1355693" y="783526"/>
                  </a:lnTo>
                  <a:lnTo>
                    <a:pt x="1313318" y="789420"/>
                  </a:lnTo>
                  <a:lnTo>
                    <a:pt x="1271016" y="795242"/>
                  </a:lnTo>
                  <a:lnTo>
                    <a:pt x="1223700" y="800933"/>
                  </a:lnTo>
                  <a:lnTo>
                    <a:pt x="1176528" y="806481"/>
                  </a:lnTo>
                  <a:lnTo>
                    <a:pt x="1129355" y="811744"/>
                  </a:lnTo>
                  <a:lnTo>
                    <a:pt x="1082040" y="816578"/>
                  </a:lnTo>
                  <a:lnTo>
                    <a:pt x="1034605" y="821340"/>
                  </a:lnTo>
                  <a:lnTo>
                    <a:pt x="987171" y="825531"/>
                  </a:lnTo>
                  <a:lnTo>
                    <a:pt x="939736" y="829437"/>
                  </a:lnTo>
                  <a:lnTo>
                    <a:pt x="892302" y="833342"/>
                  </a:lnTo>
                  <a:lnTo>
                    <a:pt x="816768" y="839628"/>
                  </a:lnTo>
                  <a:lnTo>
                    <a:pt x="778823" y="843200"/>
                  </a:lnTo>
                  <a:lnTo>
                    <a:pt x="740664" y="847058"/>
                  </a:lnTo>
                  <a:lnTo>
                    <a:pt x="667131" y="855440"/>
                  </a:lnTo>
                  <a:lnTo>
                    <a:pt x="630293" y="859702"/>
                  </a:lnTo>
                  <a:lnTo>
                    <a:pt x="560451" y="867239"/>
                  </a:lnTo>
                  <a:lnTo>
                    <a:pt x="494157" y="873787"/>
                  </a:lnTo>
                  <a:lnTo>
                    <a:pt x="432435" y="879264"/>
                  </a:lnTo>
                  <a:lnTo>
                    <a:pt x="375285" y="883098"/>
                  </a:lnTo>
                  <a:lnTo>
                    <a:pt x="346710" y="885158"/>
                  </a:lnTo>
                  <a:lnTo>
                    <a:pt x="318825" y="887003"/>
                  </a:lnTo>
                  <a:lnTo>
                    <a:pt x="291084" y="889063"/>
                  </a:lnTo>
                  <a:lnTo>
                    <a:pt x="263342" y="891266"/>
                  </a:lnTo>
                  <a:lnTo>
                    <a:pt x="235458" y="893540"/>
                  </a:lnTo>
                  <a:lnTo>
                    <a:pt x="216717" y="894707"/>
                  </a:lnTo>
                  <a:lnTo>
                    <a:pt x="198120" y="896016"/>
                  </a:lnTo>
                  <a:lnTo>
                    <a:pt x="179522" y="897612"/>
                  </a:lnTo>
                  <a:lnTo>
                    <a:pt x="160782" y="899636"/>
                  </a:lnTo>
                  <a:lnTo>
                    <a:pt x="157734" y="900398"/>
                  </a:lnTo>
                  <a:lnTo>
                    <a:pt x="155448" y="900398"/>
                  </a:lnTo>
                  <a:lnTo>
                    <a:pt x="152400" y="901160"/>
                  </a:lnTo>
                  <a:lnTo>
                    <a:pt x="150876" y="901922"/>
                  </a:lnTo>
                  <a:lnTo>
                    <a:pt x="149352" y="901922"/>
                  </a:lnTo>
                  <a:lnTo>
                    <a:pt x="147828" y="902684"/>
                  </a:lnTo>
                  <a:lnTo>
                    <a:pt x="142494" y="904208"/>
                  </a:lnTo>
                  <a:lnTo>
                    <a:pt x="137160" y="906494"/>
                  </a:lnTo>
                  <a:lnTo>
                    <a:pt x="131826" y="908780"/>
                  </a:lnTo>
                  <a:lnTo>
                    <a:pt x="126492" y="911066"/>
                  </a:lnTo>
                  <a:lnTo>
                    <a:pt x="121920" y="913352"/>
                  </a:lnTo>
                  <a:lnTo>
                    <a:pt x="117348" y="915638"/>
                  </a:lnTo>
                  <a:lnTo>
                    <a:pt x="115824" y="916400"/>
                  </a:lnTo>
                  <a:lnTo>
                    <a:pt x="113538" y="917924"/>
                  </a:lnTo>
                  <a:lnTo>
                    <a:pt x="112014" y="918686"/>
                  </a:lnTo>
                  <a:lnTo>
                    <a:pt x="110871" y="912399"/>
                  </a:lnTo>
                  <a:lnTo>
                    <a:pt x="109728" y="906113"/>
                  </a:lnTo>
                  <a:lnTo>
                    <a:pt x="108585" y="899826"/>
                  </a:lnTo>
                  <a:lnTo>
                    <a:pt x="107442" y="893540"/>
                  </a:lnTo>
                  <a:lnTo>
                    <a:pt x="106072" y="879693"/>
                  </a:lnTo>
                  <a:lnTo>
                    <a:pt x="102108" y="837152"/>
                  </a:lnTo>
                  <a:lnTo>
                    <a:pt x="95142" y="809291"/>
                  </a:lnTo>
                  <a:lnTo>
                    <a:pt x="92202" y="80133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9" name="Google Shape;2289;p17"/>
          <p:cNvSpPr/>
          <p:nvPr/>
        </p:nvSpPr>
        <p:spPr>
          <a:xfrm>
            <a:off x="8274557" y="3704844"/>
            <a:ext cx="108585" cy="19050"/>
          </a:xfrm>
          <a:custGeom>
            <a:rect b="b" l="l" r="r" t="t"/>
            <a:pathLst>
              <a:path extrusionOk="0" h="19050" w="108584">
                <a:moveTo>
                  <a:pt x="5333" y="7620"/>
                </a:moveTo>
                <a:lnTo>
                  <a:pt x="4571" y="6858"/>
                </a:lnTo>
                <a:lnTo>
                  <a:pt x="3047" y="6096"/>
                </a:lnTo>
                <a:lnTo>
                  <a:pt x="1523" y="6096"/>
                </a:lnTo>
                <a:lnTo>
                  <a:pt x="761" y="5334"/>
                </a:lnTo>
                <a:lnTo>
                  <a:pt x="0" y="5334"/>
                </a:lnTo>
                <a:lnTo>
                  <a:pt x="6095" y="5334"/>
                </a:lnTo>
                <a:lnTo>
                  <a:pt x="12953" y="6096"/>
                </a:lnTo>
                <a:lnTo>
                  <a:pt x="19049" y="6096"/>
                </a:lnTo>
                <a:lnTo>
                  <a:pt x="31051" y="6953"/>
                </a:lnTo>
                <a:lnTo>
                  <a:pt x="75878" y="5381"/>
                </a:lnTo>
                <a:lnTo>
                  <a:pt x="106679" y="0"/>
                </a:lnTo>
                <a:lnTo>
                  <a:pt x="108203" y="0"/>
                </a:lnTo>
                <a:lnTo>
                  <a:pt x="60186" y="7536"/>
                </a:lnTo>
                <a:lnTo>
                  <a:pt x="46386" y="10572"/>
                </a:lnTo>
                <a:lnTo>
                  <a:pt x="32444" y="13465"/>
                </a:lnTo>
                <a:lnTo>
                  <a:pt x="18287" y="16002"/>
                </a:lnTo>
                <a:lnTo>
                  <a:pt x="15239" y="16764"/>
                </a:lnTo>
                <a:lnTo>
                  <a:pt x="12191" y="16764"/>
                </a:lnTo>
                <a:lnTo>
                  <a:pt x="8381" y="16764"/>
                </a:lnTo>
                <a:lnTo>
                  <a:pt x="12191" y="17526"/>
                </a:lnTo>
                <a:lnTo>
                  <a:pt x="18287" y="18288"/>
                </a:lnTo>
                <a:lnTo>
                  <a:pt x="22097" y="18288"/>
                </a:lnTo>
                <a:lnTo>
                  <a:pt x="30670" y="18728"/>
                </a:lnTo>
                <a:lnTo>
                  <a:pt x="39242" y="18954"/>
                </a:lnTo>
                <a:lnTo>
                  <a:pt x="47815" y="19038"/>
                </a:lnTo>
                <a:lnTo>
                  <a:pt x="56387" y="19050"/>
                </a:lnTo>
                <a:lnTo>
                  <a:pt x="65531" y="19050"/>
                </a:lnTo>
                <a:lnTo>
                  <a:pt x="68579" y="19050"/>
                </a:lnTo>
                <a:lnTo>
                  <a:pt x="75437" y="12954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0" name="Google Shape;2290;p17"/>
          <p:cNvSpPr/>
          <p:nvPr/>
        </p:nvSpPr>
        <p:spPr>
          <a:xfrm>
            <a:off x="8709659" y="3674364"/>
            <a:ext cx="112395" cy="16510"/>
          </a:xfrm>
          <a:custGeom>
            <a:rect b="b" l="l" r="r" t="t"/>
            <a:pathLst>
              <a:path extrusionOk="0" h="16510" w="112395">
                <a:moveTo>
                  <a:pt x="0" y="6858"/>
                </a:moveTo>
                <a:lnTo>
                  <a:pt x="15192" y="7036"/>
                </a:lnTo>
                <a:lnTo>
                  <a:pt x="30099" y="6572"/>
                </a:lnTo>
                <a:lnTo>
                  <a:pt x="45005" y="5679"/>
                </a:lnTo>
                <a:lnTo>
                  <a:pt x="60198" y="4572"/>
                </a:lnTo>
                <a:lnTo>
                  <a:pt x="73223" y="4000"/>
                </a:lnTo>
                <a:lnTo>
                  <a:pt x="86106" y="3429"/>
                </a:lnTo>
                <a:lnTo>
                  <a:pt x="98988" y="2857"/>
                </a:lnTo>
                <a:lnTo>
                  <a:pt x="112014" y="2286"/>
                </a:lnTo>
                <a:lnTo>
                  <a:pt x="105155" y="1524"/>
                </a:lnTo>
                <a:lnTo>
                  <a:pt x="100584" y="1524"/>
                </a:lnTo>
                <a:lnTo>
                  <a:pt x="92964" y="1524"/>
                </a:lnTo>
                <a:lnTo>
                  <a:pt x="79248" y="1916"/>
                </a:lnTo>
                <a:lnTo>
                  <a:pt x="65532" y="2952"/>
                </a:lnTo>
                <a:lnTo>
                  <a:pt x="51816" y="4417"/>
                </a:lnTo>
                <a:lnTo>
                  <a:pt x="38100" y="6096"/>
                </a:lnTo>
                <a:lnTo>
                  <a:pt x="29527" y="6667"/>
                </a:lnTo>
                <a:lnTo>
                  <a:pt x="20955" y="7239"/>
                </a:lnTo>
                <a:lnTo>
                  <a:pt x="12382" y="7810"/>
                </a:lnTo>
                <a:lnTo>
                  <a:pt x="3810" y="8382"/>
                </a:lnTo>
                <a:lnTo>
                  <a:pt x="1524" y="9144"/>
                </a:lnTo>
                <a:lnTo>
                  <a:pt x="762" y="8382"/>
                </a:lnTo>
                <a:lnTo>
                  <a:pt x="0" y="9144"/>
                </a:lnTo>
                <a:lnTo>
                  <a:pt x="6096" y="10668"/>
                </a:lnTo>
                <a:lnTo>
                  <a:pt x="12192" y="12192"/>
                </a:lnTo>
                <a:lnTo>
                  <a:pt x="19050" y="12192"/>
                </a:lnTo>
                <a:lnTo>
                  <a:pt x="29217" y="13073"/>
                </a:lnTo>
                <a:lnTo>
                  <a:pt x="39243" y="13525"/>
                </a:lnTo>
                <a:lnTo>
                  <a:pt x="49268" y="13692"/>
                </a:lnTo>
                <a:lnTo>
                  <a:pt x="59436" y="13716"/>
                </a:lnTo>
                <a:lnTo>
                  <a:pt x="65532" y="14478"/>
                </a:lnTo>
                <a:lnTo>
                  <a:pt x="73914" y="13716"/>
                </a:lnTo>
                <a:lnTo>
                  <a:pt x="80010" y="15240"/>
                </a:lnTo>
                <a:lnTo>
                  <a:pt x="80010" y="16002"/>
                </a:lnTo>
                <a:lnTo>
                  <a:pt x="80772" y="15240"/>
                </a:lnTo>
                <a:lnTo>
                  <a:pt x="80772" y="9906"/>
                </a:lnTo>
                <a:lnTo>
                  <a:pt x="80010" y="6096"/>
                </a:lnTo>
                <a:lnTo>
                  <a:pt x="78486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1" name="Google Shape;229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04191" y="2581643"/>
            <a:ext cx="151663" cy="208051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17"/>
          <p:cNvSpPr/>
          <p:nvPr/>
        </p:nvSpPr>
        <p:spPr>
          <a:xfrm>
            <a:off x="6454140" y="2622804"/>
            <a:ext cx="69850" cy="8890"/>
          </a:xfrm>
          <a:custGeom>
            <a:rect b="b" l="l" r="r" t="t"/>
            <a:pathLst>
              <a:path extrusionOk="0" h="8889" w="69850">
                <a:moveTo>
                  <a:pt x="0" y="0"/>
                </a:moveTo>
                <a:lnTo>
                  <a:pt x="10739" y="464"/>
                </a:lnTo>
                <a:lnTo>
                  <a:pt x="21336" y="857"/>
                </a:lnTo>
                <a:lnTo>
                  <a:pt x="31932" y="1393"/>
                </a:lnTo>
                <a:lnTo>
                  <a:pt x="42672" y="2285"/>
                </a:lnTo>
                <a:lnTo>
                  <a:pt x="50292" y="3047"/>
                </a:lnTo>
                <a:lnTo>
                  <a:pt x="59436" y="2285"/>
                </a:lnTo>
                <a:lnTo>
                  <a:pt x="67056" y="6095"/>
                </a:lnTo>
                <a:lnTo>
                  <a:pt x="68580" y="6857"/>
                </a:lnTo>
                <a:lnTo>
                  <a:pt x="69342" y="6857"/>
                </a:lnTo>
                <a:lnTo>
                  <a:pt x="69342" y="8381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3" name="Google Shape;2293;p17"/>
          <p:cNvSpPr/>
          <p:nvPr/>
        </p:nvSpPr>
        <p:spPr>
          <a:xfrm>
            <a:off x="6463284" y="2704909"/>
            <a:ext cx="86360" cy="4445"/>
          </a:xfrm>
          <a:custGeom>
            <a:rect b="b" l="l" r="r" t="t"/>
            <a:pathLst>
              <a:path extrusionOk="0" h="4444" w="86359">
                <a:moveTo>
                  <a:pt x="0" y="4000"/>
                </a:moveTo>
                <a:lnTo>
                  <a:pt x="12656" y="4286"/>
                </a:lnTo>
                <a:lnTo>
                  <a:pt x="24669" y="4000"/>
                </a:lnTo>
                <a:lnTo>
                  <a:pt x="36540" y="3143"/>
                </a:lnTo>
                <a:lnTo>
                  <a:pt x="48768" y="1714"/>
                </a:lnTo>
                <a:lnTo>
                  <a:pt x="56769" y="1047"/>
                </a:lnTo>
                <a:lnTo>
                  <a:pt x="64769" y="380"/>
                </a:lnTo>
                <a:lnTo>
                  <a:pt x="72771" y="0"/>
                </a:lnTo>
                <a:lnTo>
                  <a:pt x="80772" y="190"/>
                </a:lnTo>
                <a:lnTo>
                  <a:pt x="83820" y="190"/>
                </a:lnTo>
                <a:lnTo>
                  <a:pt x="86106" y="952"/>
                </a:lnTo>
                <a:lnTo>
                  <a:pt x="80772" y="952"/>
                </a:lnTo>
                <a:lnTo>
                  <a:pt x="78486" y="952"/>
                </a:lnTo>
                <a:lnTo>
                  <a:pt x="76200" y="952"/>
                </a:lnTo>
                <a:lnTo>
                  <a:pt x="74676" y="952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4" name="Google Shape;229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43651" y="2814434"/>
            <a:ext cx="99121" cy="1169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5" name="Google Shape;2295;p17"/>
          <p:cNvGrpSpPr/>
          <p:nvPr/>
        </p:nvGrpSpPr>
        <p:grpSpPr>
          <a:xfrm>
            <a:off x="6736080" y="2579369"/>
            <a:ext cx="131445" cy="140335"/>
            <a:chOff x="6736080" y="2579369"/>
            <a:chExt cx="131445" cy="140335"/>
          </a:xfrm>
        </p:grpSpPr>
        <p:sp>
          <p:nvSpPr>
            <p:cNvPr id="2296" name="Google Shape;2296;p17"/>
            <p:cNvSpPr/>
            <p:nvPr/>
          </p:nvSpPr>
          <p:spPr>
            <a:xfrm>
              <a:off x="6798564" y="2579369"/>
              <a:ext cx="12700" cy="86360"/>
            </a:xfrm>
            <a:custGeom>
              <a:rect b="b" l="l" r="r" t="t"/>
              <a:pathLst>
                <a:path extrusionOk="0" h="86360" w="12700">
                  <a:moveTo>
                    <a:pt x="0" y="0"/>
                  </a:moveTo>
                  <a:lnTo>
                    <a:pt x="9644" y="50470"/>
                  </a:lnTo>
                  <a:lnTo>
                    <a:pt x="11430" y="74676"/>
                  </a:lnTo>
                  <a:lnTo>
                    <a:pt x="12192" y="80010"/>
                  </a:lnTo>
                  <a:lnTo>
                    <a:pt x="12192" y="86106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17"/>
            <p:cNvSpPr/>
            <p:nvPr/>
          </p:nvSpPr>
          <p:spPr>
            <a:xfrm>
              <a:off x="6736080" y="2708909"/>
              <a:ext cx="131445" cy="10795"/>
            </a:xfrm>
            <a:custGeom>
              <a:rect b="b" l="l" r="r" t="t"/>
              <a:pathLst>
                <a:path extrusionOk="0" h="10794" w="131445">
                  <a:moveTo>
                    <a:pt x="0" y="1524"/>
                  </a:moveTo>
                  <a:lnTo>
                    <a:pt x="16013" y="3821"/>
                  </a:lnTo>
                  <a:lnTo>
                    <a:pt x="32099" y="5048"/>
                  </a:lnTo>
                  <a:lnTo>
                    <a:pt x="48327" y="5274"/>
                  </a:lnTo>
                  <a:lnTo>
                    <a:pt x="64769" y="4572"/>
                  </a:lnTo>
                  <a:lnTo>
                    <a:pt x="78486" y="3321"/>
                  </a:lnTo>
                  <a:lnTo>
                    <a:pt x="92202" y="2000"/>
                  </a:lnTo>
                  <a:lnTo>
                    <a:pt x="105918" y="821"/>
                  </a:lnTo>
                  <a:lnTo>
                    <a:pt x="119634" y="0"/>
                  </a:lnTo>
                  <a:lnTo>
                    <a:pt x="131064" y="0"/>
                  </a:lnTo>
                  <a:lnTo>
                    <a:pt x="124205" y="6096"/>
                  </a:lnTo>
                  <a:lnTo>
                    <a:pt x="119634" y="1066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8" name="Google Shape;2298;p17"/>
          <p:cNvGrpSpPr/>
          <p:nvPr/>
        </p:nvGrpSpPr>
        <p:grpSpPr>
          <a:xfrm>
            <a:off x="7335761" y="2523064"/>
            <a:ext cx="180987" cy="159430"/>
            <a:chOff x="7335761" y="2523064"/>
            <a:chExt cx="180987" cy="159430"/>
          </a:xfrm>
        </p:grpSpPr>
        <p:pic>
          <p:nvPicPr>
            <p:cNvPr id="2299" name="Google Shape;2299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35761" y="2523064"/>
              <a:ext cx="118135" cy="1287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0" name="Google Shape;2300;p17"/>
            <p:cNvSpPr/>
            <p:nvPr/>
          </p:nvSpPr>
          <p:spPr>
            <a:xfrm>
              <a:off x="7484364" y="2615184"/>
              <a:ext cx="32384" cy="67310"/>
            </a:xfrm>
            <a:custGeom>
              <a:rect b="b" l="l" r="r" t="t"/>
              <a:pathLst>
                <a:path extrusionOk="0" h="67310" w="32384">
                  <a:moveTo>
                    <a:pt x="4572" y="0"/>
                  </a:moveTo>
                  <a:lnTo>
                    <a:pt x="2571" y="7417"/>
                  </a:lnTo>
                  <a:lnTo>
                    <a:pt x="1143" y="14192"/>
                  </a:lnTo>
                  <a:lnTo>
                    <a:pt x="285" y="21109"/>
                  </a:lnTo>
                  <a:lnTo>
                    <a:pt x="0" y="28956"/>
                  </a:lnTo>
                  <a:lnTo>
                    <a:pt x="440" y="36254"/>
                  </a:lnTo>
                  <a:lnTo>
                    <a:pt x="666" y="43338"/>
                  </a:lnTo>
                  <a:lnTo>
                    <a:pt x="750" y="50280"/>
                  </a:lnTo>
                  <a:lnTo>
                    <a:pt x="762" y="57150"/>
                  </a:lnTo>
                  <a:lnTo>
                    <a:pt x="762" y="61722"/>
                  </a:lnTo>
                  <a:lnTo>
                    <a:pt x="762" y="64769"/>
                  </a:lnTo>
                  <a:lnTo>
                    <a:pt x="5334" y="65532"/>
                  </a:lnTo>
                  <a:lnTo>
                    <a:pt x="9144" y="67056"/>
                  </a:lnTo>
                  <a:lnTo>
                    <a:pt x="15240" y="67056"/>
                  </a:lnTo>
                  <a:lnTo>
                    <a:pt x="18288" y="64769"/>
                  </a:lnTo>
                  <a:lnTo>
                    <a:pt x="25908" y="60198"/>
                  </a:lnTo>
                  <a:lnTo>
                    <a:pt x="28956" y="51053"/>
                  </a:lnTo>
                  <a:lnTo>
                    <a:pt x="32004" y="43433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17"/>
            <p:cNvSpPr/>
            <p:nvPr/>
          </p:nvSpPr>
          <p:spPr>
            <a:xfrm>
              <a:off x="7499604" y="2544699"/>
              <a:ext cx="16510" cy="19050"/>
            </a:xfrm>
            <a:custGeom>
              <a:rect b="b" l="l" r="r" t="t"/>
              <a:pathLst>
                <a:path extrusionOk="0" h="19050" w="16509">
                  <a:moveTo>
                    <a:pt x="9905" y="16383"/>
                  </a:moveTo>
                  <a:lnTo>
                    <a:pt x="13001" y="547"/>
                  </a:lnTo>
                  <a:lnTo>
                    <a:pt x="12953" y="0"/>
                  </a:lnTo>
                  <a:lnTo>
                    <a:pt x="12906" y="4595"/>
                  </a:lnTo>
                  <a:lnTo>
                    <a:pt x="16001" y="4191"/>
                  </a:lnTo>
                  <a:lnTo>
                    <a:pt x="16001" y="8763"/>
                  </a:lnTo>
                  <a:lnTo>
                    <a:pt x="16001" y="9525"/>
                  </a:lnTo>
                  <a:lnTo>
                    <a:pt x="13715" y="13335"/>
                  </a:lnTo>
                  <a:lnTo>
                    <a:pt x="12191" y="17145"/>
                  </a:lnTo>
                  <a:lnTo>
                    <a:pt x="9905" y="17907"/>
                  </a:lnTo>
                  <a:lnTo>
                    <a:pt x="6095" y="18669"/>
                  </a:lnTo>
                  <a:lnTo>
                    <a:pt x="5333" y="18669"/>
                  </a:lnTo>
                  <a:lnTo>
                    <a:pt x="4571" y="17145"/>
                  </a:lnTo>
                  <a:lnTo>
                    <a:pt x="4571" y="11811"/>
                  </a:lnTo>
                  <a:lnTo>
                    <a:pt x="3809" y="11049"/>
                  </a:lnTo>
                  <a:lnTo>
                    <a:pt x="3047" y="10287"/>
                  </a:lnTo>
                  <a:lnTo>
                    <a:pt x="1523" y="11049"/>
                  </a:lnTo>
                  <a:lnTo>
                    <a:pt x="0" y="10287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2" name="Google Shape;2302;p17"/>
          <p:cNvSpPr/>
          <p:nvPr/>
        </p:nvSpPr>
        <p:spPr>
          <a:xfrm>
            <a:off x="6970776" y="2489454"/>
            <a:ext cx="213360" cy="194310"/>
          </a:xfrm>
          <a:custGeom>
            <a:rect b="b" l="l" r="r" t="t"/>
            <a:pathLst>
              <a:path extrusionOk="0" h="194310" w="213359">
                <a:moveTo>
                  <a:pt x="201929" y="0"/>
                </a:moveTo>
                <a:lnTo>
                  <a:pt x="191654" y="642"/>
                </a:lnTo>
                <a:lnTo>
                  <a:pt x="181451" y="2286"/>
                </a:lnTo>
                <a:lnTo>
                  <a:pt x="171390" y="4500"/>
                </a:lnTo>
                <a:lnTo>
                  <a:pt x="161543" y="6858"/>
                </a:lnTo>
                <a:lnTo>
                  <a:pt x="145553" y="10298"/>
                </a:lnTo>
                <a:lnTo>
                  <a:pt x="129635" y="13811"/>
                </a:lnTo>
                <a:lnTo>
                  <a:pt x="113859" y="17466"/>
                </a:lnTo>
                <a:lnTo>
                  <a:pt x="98297" y="21336"/>
                </a:lnTo>
                <a:lnTo>
                  <a:pt x="89963" y="23526"/>
                </a:lnTo>
                <a:lnTo>
                  <a:pt x="81343" y="25717"/>
                </a:lnTo>
                <a:lnTo>
                  <a:pt x="73009" y="28194"/>
                </a:lnTo>
                <a:lnTo>
                  <a:pt x="65531" y="31242"/>
                </a:lnTo>
                <a:lnTo>
                  <a:pt x="63245" y="32766"/>
                </a:lnTo>
                <a:lnTo>
                  <a:pt x="62483" y="32766"/>
                </a:lnTo>
                <a:lnTo>
                  <a:pt x="62483" y="35052"/>
                </a:lnTo>
                <a:lnTo>
                  <a:pt x="64007" y="41148"/>
                </a:lnTo>
                <a:lnTo>
                  <a:pt x="127063" y="63817"/>
                </a:lnTo>
                <a:lnTo>
                  <a:pt x="155424" y="70580"/>
                </a:lnTo>
                <a:lnTo>
                  <a:pt x="183641" y="78486"/>
                </a:lnTo>
                <a:lnTo>
                  <a:pt x="187451" y="80010"/>
                </a:lnTo>
                <a:lnTo>
                  <a:pt x="195833" y="83058"/>
                </a:lnTo>
                <a:lnTo>
                  <a:pt x="194309" y="88392"/>
                </a:lnTo>
                <a:lnTo>
                  <a:pt x="191190" y="93916"/>
                </a:lnTo>
                <a:lnTo>
                  <a:pt x="185356" y="98869"/>
                </a:lnTo>
                <a:lnTo>
                  <a:pt x="178665" y="102965"/>
                </a:lnTo>
                <a:lnTo>
                  <a:pt x="172973" y="105918"/>
                </a:lnTo>
                <a:lnTo>
                  <a:pt x="161282" y="112502"/>
                </a:lnTo>
                <a:lnTo>
                  <a:pt x="149161" y="118586"/>
                </a:lnTo>
                <a:lnTo>
                  <a:pt x="136755" y="124241"/>
                </a:lnTo>
                <a:lnTo>
                  <a:pt x="124205" y="129540"/>
                </a:lnTo>
                <a:lnTo>
                  <a:pt x="107501" y="136731"/>
                </a:lnTo>
                <a:lnTo>
                  <a:pt x="90582" y="143637"/>
                </a:lnTo>
                <a:lnTo>
                  <a:pt x="73521" y="150542"/>
                </a:lnTo>
                <a:lnTo>
                  <a:pt x="56387" y="157734"/>
                </a:lnTo>
                <a:lnTo>
                  <a:pt x="44838" y="163449"/>
                </a:lnTo>
                <a:lnTo>
                  <a:pt x="33146" y="169164"/>
                </a:lnTo>
                <a:lnTo>
                  <a:pt x="21455" y="174879"/>
                </a:lnTo>
                <a:lnTo>
                  <a:pt x="9905" y="180594"/>
                </a:lnTo>
                <a:lnTo>
                  <a:pt x="5333" y="182880"/>
                </a:lnTo>
                <a:lnTo>
                  <a:pt x="2285" y="184404"/>
                </a:lnTo>
                <a:lnTo>
                  <a:pt x="0" y="188214"/>
                </a:lnTo>
                <a:lnTo>
                  <a:pt x="0" y="188976"/>
                </a:lnTo>
                <a:lnTo>
                  <a:pt x="55554" y="193952"/>
                </a:lnTo>
                <a:lnTo>
                  <a:pt x="74675" y="193929"/>
                </a:lnTo>
                <a:lnTo>
                  <a:pt x="112775" y="192024"/>
                </a:lnTo>
                <a:lnTo>
                  <a:pt x="156590" y="187547"/>
                </a:lnTo>
                <a:lnTo>
                  <a:pt x="200405" y="181356"/>
                </a:lnTo>
                <a:lnTo>
                  <a:pt x="201929" y="181356"/>
                </a:lnTo>
                <a:lnTo>
                  <a:pt x="209549" y="180594"/>
                </a:lnTo>
                <a:lnTo>
                  <a:pt x="211835" y="179070"/>
                </a:lnTo>
                <a:lnTo>
                  <a:pt x="213359" y="177546"/>
                </a:lnTo>
                <a:lnTo>
                  <a:pt x="206501" y="179070"/>
                </a:lnTo>
                <a:lnTo>
                  <a:pt x="204215" y="17907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3" name="Google Shape;2303;p17"/>
          <p:cNvGrpSpPr/>
          <p:nvPr/>
        </p:nvGrpSpPr>
        <p:grpSpPr>
          <a:xfrm>
            <a:off x="7021199" y="2714244"/>
            <a:ext cx="160016" cy="97155"/>
            <a:chOff x="7021199" y="2714244"/>
            <a:chExt cx="160016" cy="97155"/>
          </a:xfrm>
        </p:grpSpPr>
        <p:sp>
          <p:nvSpPr>
            <p:cNvPr id="2304" name="Google Shape;2304;p17"/>
            <p:cNvSpPr/>
            <p:nvPr/>
          </p:nvSpPr>
          <p:spPr>
            <a:xfrm>
              <a:off x="7021199" y="2759964"/>
              <a:ext cx="25400" cy="51435"/>
            </a:xfrm>
            <a:custGeom>
              <a:rect b="b" l="l" r="r" t="t"/>
              <a:pathLst>
                <a:path extrusionOk="0" h="51435" w="25400">
                  <a:moveTo>
                    <a:pt x="1393" y="0"/>
                  </a:moveTo>
                  <a:lnTo>
                    <a:pt x="738" y="9370"/>
                  </a:lnTo>
                  <a:lnTo>
                    <a:pt x="154" y="18954"/>
                  </a:lnTo>
                  <a:lnTo>
                    <a:pt x="0" y="28396"/>
                  </a:lnTo>
                  <a:lnTo>
                    <a:pt x="631" y="37338"/>
                  </a:lnTo>
                  <a:lnTo>
                    <a:pt x="1393" y="42672"/>
                  </a:lnTo>
                  <a:lnTo>
                    <a:pt x="2917" y="45720"/>
                  </a:lnTo>
                  <a:lnTo>
                    <a:pt x="7489" y="48006"/>
                  </a:lnTo>
                  <a:lnTo>
                    <a:pt x="12061" y="51053"/>
                  </a:lnTo>
                  <a:lnTo>
                    <a:pt x="17395" y="48767"/>
                  </a:lnTo>
                  <a:lnTo>
                    <a:pt x="19681" y="44957"/>
                  </a:lnTo>
                  <a:lnTo>
                    <a:pt x="22729" y="38861"/>
                  </a:lnTo>
                  <a:lnTo>
                    <a:pt x="24253" y="36575"/>
                  </a:lnTo>
                  <a:lnTo>
                    <a:pt x="25015" y="32765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17"/>
            <p:cNvSpPr/>
            <p:nvPr/>
          </p:nvSpPr>
          <p:spPr>
            <a:xfrm>
              <a:off x="7027164" y="2714244"/>
              <a:ext cx="12700" cy="2540"/>
            </a:xfrm>
            <a:custGeom>
              <a:rect b="b" l="l" r="r" t="t"/>
              <a:pathLst>
                <a:path extrusionOk="0" h="2539" w="12700">
                  <a:moveTo>
                    <a:pt x="0" y="0"/>
                  </a:moveTo>
                  <a:lnTo>
                    <a:pt x="4572" y="761"/>
                  </a:lnTo>
                  <a:lnTo>
                    <a:pt x="8382" y="1523"/>
                  </a:lnTo>
                  <a:lnTo>
                    <a:pt x="12192" y="2285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17"/>
            <p:cNvSpPr/>
            <p:nvPr/>
          </p:nvSpPr>
          <p:spPr>
            <a:xfrm>
              <a:off x="7082028" y="2739390"/>
              <a:ext cx="30480" cy="10160"/>
            </a:xfrm>
            <a:custGeom>
              <a:rect b="b" l="l" r="r" t="t"/>
              <a:pathLst>
                <a:path extrusionOk="0" h="10160" w="30479">
                  <a:moveTo>
                    <a:pt x="0" y="0"/>
                  </a:moveTo>
                  <a:lnTo>
                    <a:pt x="8382" y="761"/>
                  </a:lnTo>
                  <a:lnTo>
                    <a:pt x="17526" y="761"/>
                  </a:lnTo>
                  <a:lnTo>
                    <a:pt x="25146" y="1523"/>
                  </a:lnTo>
                  <a:lnTo>
                    <a:pt x="30480" y="2285"/>
                  </a:lnTo>
                  <a:lnTo>
                    <a:pt x="30480" y="5333"/>
                  </a:lnTo>
                  <a:lnTo>
                    <a:pt x="30480" y="9905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17"/>
            <p:cNvSpPr/>
            <p:nvPr/>
          </p:nvSpPr>
          <p:spPr>
            <a:xfrm>
              <a:off x="7096506" y="2775204"/>
              <a:ext cx="40640" cy="8890"/>
            </a:xfrm>
            <a:custGeom>
              <a:rect b="b" l="l" r="r" t="t"/>
              <a:pathLst>
                <a:path extrusionOk="0" h="8889" w="40640">
                  <a:moveTo>
                    <a:pt x="0" y="8382"/>
                  </a:moveTo>
                  <a:lnTo>
                    <a:pt x="8001" y="7441"/>
                  </a:lnTo>
                  <a:lnTo>
                    <a:pt x="16002" y="6572"/>
                  </a:lnTo>
                  <a:lnTo>
                    <a:pt x="24003" y="5274"/>
                  </a:lnTo>
                  <a:lnTo>
                    <a:pt x="32004" y="3048"/>
                  </a:lnTo>
                  <a:lnTo>
                    <a:pt x="36576" y="1524"/>
                  </a:lnTo>
                  <a:lnTo>
                    <a:pt x="37338" y="762"/>
                  </a:lnTo>
                  <a:lnTo>
                    <a:pt x="40386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17"/>
            <p:cNvSpPr/>
            <p:nvPr/>
          </p:nvSpPr>
          <p:spPr>
            <a:xfrm>
              <a:off x="7174230" y="2731008"/>
              <a:ext cx="6985" cy="57150"/>
            </a:xfrm>
            <a:custGeom>
              <a:rect b="b" l="l" r="r" t="t"/>
              <a:pathLst>
                <a:path extrusionOk="0" h="57150" w="6984">
                  <a:moveTo>
                    <a:pt x="0" y="0"/>
                  </a:moveTo>
                  <a:lnTo>
                    <a:pt x="1381" y="9596"/>
                  </a:lnTo>
                  <a:lnTo>
                    <a:pt x="3048" y="19050"/>
                  </a:lnTo>
                  <a:lnTo>
                    <a:pt x="4714" y="28503"/>
                  </a:lnTo>
                  <a:lnTo>
                    <a:pt x="6096" y="38100"/>
                  </a:lnTo>
                  <a:lnTo>
                    <a:pt x="6858" y="44196"/>
                  </a:lnTo>
                  <a:lnTo>
                    <a:pt x="6858" y="50292"/>
                  </a:lnTo>
                  <a:lnTo>
                    <a:pt x="6858" y="5715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09" name="Google Shape;2309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049249" y="2349340"/>
            <a:ext cx="79273" cy="90596"/>
          </a:xfrm>
          <a:prstGeom prst="rect">
            <a:avLst/>
          </a:prstGeom>
          <a:noFill/>
          <a:ln>
            <a:noFill/>
          </a:ln>
        </p:spPr>
      </p:pic>
      <p:sp>
        <p:nvSpPr>
          <p:cNvPr id="2310" name="Google Shape;2310;p17"/>
          <p:cNvSpPr/>
          <p:nvPr/>
        </p:nvSpPr>
        <p:spPr>
          <a:xfrm>
            <a:off x="5370576" y="4021073"/>
            <a:ext cx="13335" cy="17145"/>
          </a:xfrm>
          <a:custGeom>
            <a:rect b="b" l="l" r="r" t="t"/>
            <a:pathLst>
              <a:path extrusionOk="0" h="17145" w="13335">
                <a:moveTo>
                  <a:pt x="8382" y="6858"/>
                </a:moveTo>
                <a:lnTo>
                  <a:pt x="9906" y="4572"/>
                </a:lnTo>
                <a:lnTo>
                  <a:pt x="10668" y="2286"/>
                </a:lnTo>
                <a:lnTo>
                  <a:pt x="12192" y="0"/>
                </a:lnTo>
                <a:lnTo>
                  <a:pt x="12192" y="3810"/>
                </a:lnTo>
                <a:lnTo>
                  <a:pt x="12954" y="8382"/>
                </a:lnTo>
                <a:lnTo>
                  <a:pt x="11430" y="12192"/>
                </a:lnTo>
                <a:lnTo>
                  <a:pt x="9144" y="16764"/>
                </a:lnTo>
                <a:lnTo>
                  <a:pt x="7620" y="16002"/>
                </a:lnTo>
                <a:lnTo>
                  <a:pt x="3810" y="16764"/>
                </a:lnTo>
                <a:lnTo>
                  <a:pt x="3048" y="16764"/>
                </a:lnTo>
                <a:lnTo>
                  <a:pt x="2286" y="16764"/>
                </a:lnTo>
                <a:lnTo>
                  <a:pt x="2286" y="15240"/>
                </a:lnTo>
                <a:lnTo>
                  <a:pt x="0" y="6858"/>
                </a:lnTo>
                <a:lnTo>
                  <a:pt x="2286" y="6096"/>
                </a:lnTo>
                <a:lnTo>
                  <a:pt x="3810" y="4572"/>
                </a:lnTo>
                <a:lnTo>
                  <a:pt x="8382" y="6096"/>
                </a:lnTo>
                <a:lnTo>
                  <a:pt x="10668" y="6096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1" name="Google Shape;2311;p17"/>
          <p:cNvSpPr/>
          <p:nvPr/>
        </p:nvSpPr>
        <p:spPr>
          <a:xfrm>
            <a:off x="5568696" y="3879341"/>
            <a:ext cx="21590" cy="22225"/>
          </a:xfrm>
          <a:custGeom>
            <a:rect b="b" l="l" r="r" t="t"/>
            <a:pathLst>
              <a:path extrusionOk="0" h="22225" w="21589">
                <a:moveTo>
                  <a:pt x="762" y="9905"/>
                </a:moveTo>
                <a:lnTo>
                  <a:pt x="7060" y="4822"/>
                </a:lnTo>
                <a:lnTo>
                  <a:pt x="10572" y="1809"/>
                </a:lnTo>
                <a:lnTo>
                  <a:pt x="13942" y="369"/>
                </a:lnTo>
                <a:lnTo>
                  <a:pt x="19812" y="0"/>
                </a:lnTo>
                <a:lnTo>
                  <a:pt x="20574" y="5333"/>
                </a:lnTo>
                <a:lnTo>
                  <a:pt x="21336" y="7619"/>
                </a:lnTo>
                <a:lnTo>
                  <a:pt x="17526" y="12191"/>
                </a:lnTo>
                <a:lnTo>
                  <a:pt x="13716" y="16001"/>
                </a:lnTo>
                <a:lnTo>
                  <a:pt x="8382" y="20573"/>
                </a:lnTo>
                <a:lnTo>
                  <a:pt x="3048" y="22097"/>
                </a:lnTo>
                <a:lnTo>
                  <a:pt x="2286" y="22097"/>
                </a:lnTo>
                <a:lnTo>
                  <a:pt x="762" y="22097"/>
                </a:lnTo>
                <a:lnTo>
                  <a:pt x="0" y="22097"/>
                </a:lnTo>
                <a:lnTo>
                  <a:pt x="762" y="16001"/>
                </a:lnTo>
                <a:lnTo>
                  <a:pt x="1524" y="12953"/>
                </a:lnTo>
                <a:lnTo>
                  <a:pt x="4572" y="8381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2" name="Google Shape;2312;p17"/>
          <p:cNvSpPr/>
          <p:nvPr/>
        </p:nvSpPr>
        <p:spPr>
          <a:xfrm>
            <a:off x="5770626" y="3753611"/>
            <a:ext cx="18415" cy="14604"/>
          </a:xfrm>
          <a:custGeom>
            <a:rect b="b" l="l" r="r" t="t"/>
            <a:pathLst>
              <a:path extrusionOk="0" h="14604" w="18414">
                <a:moveTo>
                  <a:pt x="0" y="11429"/>
                </a:moveTo>
                <a:lnTo>
                  <a:pt x="12168" y="2357"/>
                </a:lnTo>
                <a:lnTo>
                  <a:pt x="14477" y="571"/>
                </a:lnTo>
                <a:lnTo>
                  <a:pt x="13930" y="1357"/>
                </a:lnTo>
                <a:lnTo>
                  <a:pt x="17525" y="0"/>
                </a:lnTo>
                <a:lnTo>
                  <a:pt x="17526" y="4571"/>
                </a:lnTo>
                <a:lnTo>
                  <a:pt x="18288" y="7619"/>
                </a:lnTo>
                <a:lnTo>
                  <a:pt x="16002" y="11429"/>
                </a:lnTo>
                <a:lnTo>
                  <a:pt x="15240" y="13715"/>
                </a:lnTo>
                <a:lnTo>
                  <a:pt x="12954" y="14477"/>
                </a:lnTo>
                <a:lnTo>
                  <a:pt x="11430" y="14477"/>
                </a:lnTo>
                <a:lnTo>
                  <a:pt x="9906" y="13715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3" name="Google Shape;2313;p17"/>
          <p:cNvSpPr/>
          <p:nvPr/>
        </p:nvSpPr>
        <p:spPr>
          <a:xfrm>
            <a:off x="5674614" y="4022597"/>
            <a:ext cx="33655" cy="28575"/>
          </a:xfrm>
          <a:custGeom>
            <a:rect b="b" l="l" r="r" t="t"/>
            <a:pathLst>
              <a:path extrusionOk="0" h="28575" w="33654">
                <a:moveTo>
                  <a:pt x="0" y="19050"/>
                </a:moveTo>
                <a:lnTo>
                  <a:pt x="31241" y="0"/>
                </a:lnTo>
                <a:lnTo>
                  <a:pt x="31241" y="761"/>
                </a:lnTo>
                <a:lnTo>
                  <a:pt x="33527" y="1523"/>
                </a:lnTo>
                <a:lnTo>
                  <a:pt x="32766" y="9905"/>
                </a:lnTo>
                <a:lnTo>
                  <a:pt x="29718" y="14477"/>
                </a:lnTo>
                <a:lnTo>
                  <a:pt x="23622" y="20573"/>
                </a:lnTo>
                <a:lnTo>
                  <a:pt x="19050" y="24383"/>
                </a:lnTo>
                <a:lnTo>
                  <a:pt x="14478" y="28193"/>
                </a:lnTo>
                <a:lnTo>
                  <a:pt x="9144" y="28193"/>
                </a:lnTo>
                <a:lnTo>
                  <a:pt x="4572" y="28193"/>
                </a:lnTo>
                <a:lnTo>
                  <a:pt x="12191" y="14477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4" name="Google Shape;2314;p17"/>
          <p:cNvSpPr/>
          <p:nvPr/>
        </p:nvSpPr>
        <p:spPr>
          <a:xfrm>
            <a:off x="5865876" y="3888485"/>
            <a:ext cx="27940" cy="28575"/>
          </a:xfrm>
          <a:custGeom>
            <a:rect b="b" l="l" r="r" t="t"/>
            <a:pathLst>
              <a:path extrusionOk="0" h="28575" w="27939">
                <a:moveTo>
                  <a:pt x="0" y="14477"/>
                </a:moveTo>
                <a:lnTo>
                  <a:pt x="23621" y="0"/>
                </a:lnTo>
                <a:lnTo>
                  <a:pt x="24383" y="0"/>
                </a:lnTo>
                <a:lnTo>
                  <a:pt x="25145" y="0"/>
                </a:lnTo>
                <a:lnTo>
                  <a:pt x="25908" y="5333"/>
                </a:lnTo>
                <a:lnTo>
                  <a:pt x="27432" y="7619"/>
                </a:lnTo>
                <a:lnTo>
                  <a:pt x="22860" y="12953"/>
                </a:lnTo>
                <a:lnTo>
                  <a:pt x="19812" y="17525"/>
                </a:lnTo>
                <a:lnTo>
                  <a:pt x="14478" y="22859"/>
                </a:lnTo>
                <a:lnTo>
                  <a:pt x="9906" y="25145"/>
                </a:lnTo>
                <a:lnTo>
                  <a:pt x="5334" y="28193"/>
                </a:lnTo>
                <a:lnTo>
                  <a:pt x="7620" y="22859"/>
                </a:lnTo>
                <a:lnTo>
                  <a:pt x="7620" y="20573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5" name="Google Shape;2315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865350" y="4179557"/>
            <a:ext cx="76987" cy="70129"/>
          </a:xfrm>
          <a:prstGeom prst="rect">
            <a:avLst/>
          </a:prstGeom>
          <a:noFill/>
          <a:ln>
            <a:noFill/>
          </a:ln>
        </p:spPr>
      </p:pic>
      <p:sp>
        <p:nvSpPr>
          <p:cNvPr id="2316" name="Google Shape;2316;p17"/>
          <p:cNvSpPr/>
          <p:nvPr/>
        </p:nvSpPr>
        <p:spPr>
          <a:xfrm>
            <a:off x="7753350" y="4319015"/>
            <a:ext cx="319405" cy="270510"/>
          </a:xfrm>
          <a:custGeom>
            <a:rect b="b" l="l" r="r" t="t"/>
            <a:pathLst>
              <a:path extrusionOk="0" h="270510" w="319404">
                <a:moveTo>
                  <a:pt x="270509" y="0"/>
                </a:moveTo>
                <a:lnTo>
                  <a:pt x="218967" y="11572"/>
                </a:lnTo>
                <a:lnTo>
                  <a:pt x="174748" y="23586"/>
                </a:lnTo>
                <a:lnTo>
                  <a:pt x="121241" y="39897"/>
                </a:lnTo>
                <a:lnTo>
                  <a:pt x="94487" y="48768"/>
                </a:lnTo>
                <a:lnTo>
                  <a:pt x="87070" y="51184"/>
                </a:lnTo>
                <a:lnTo>
                  <a:pt x="79724" y="53816"/>
                </a:lnTo>
                <a:lnTo>
                  <a:pt x="72520" y="56590"/>
                </a:lnTo>
                <a:lnTo>
                  <a:pt x="65531" y="59436"/>
                </a:lnTo>
                <a:lnTo>
                  <a:pt x="72651" y="62031"/>
                </a:lnTo>
                <a:lnTo>
                  <a:pt x="80200" y="64198"/>
                </a:lnTo>
                <a:lnTo>
                  <a:pt x="88034" y="66079"/>
                </a:lnTo>
                <a:lnTo>
                  <a:pt x="96011" y="67818"/>
                </a:lnTo>
                <a:lnTo>
                  <a:pt x="116585" y="71377"/>
                </a:lnTo>
                <a:lnTo>
                  <a:pt x="137159" y="75152"/>
                </a:lnTo>
                <a:lnTo>
                  <a:pt x="178307" y="83058"/>
                </a:lnTo>
                <a:lnTo>
                  <a:pt x="218122" y="92392"/>
                </a:lnTo>
                <a:lnTo>
                  <a:pt x="256793" y="105155"/>
                </a:lnTo>
                <a:lnTo>
                  <a:pt x="265687" y="108275"/>
                </a:lnTo>
                <a:lnTo>
                  <a:pt x="274224" y="112395"/>
                </a:lnTo>
                <a:lnTo>
                  <a:pt x="280904" y="118229"/>
                </a:lnTo>
                <a:lnTo>
                  <a:pt x="284225" y="126492"/>
                </a:lnTo>
                <a:lnTo>
                  <a:pt x="281820" y="136493"/>
                </a:lnTo>
                <a:lnTo>
                  <a:pt x="273557" y="144780"/>
                </a:lnTo>
                <a:lnTo>
                  <a:pt x="263009" y="151352"/>
                </a:lnTo>
                <a:lnTo>
                  <a:pt x="253745" y="156210"/>
                </a:lnTo>
                <a:lnTo>
                  <a:pt x="232898" y="167556"/>
                </a:lnTo>
                <a:lnTo>
                  <a:pt x="189773" y="187392"/>
                </a:lnTo>
                <a:lnTo>
                  <a:pt x="129016" y="211359"/>
                </a:lnTo>
                <a:lnTo>
                  <a:pt x="90106" y="225552"/>
                </a:lnTo>
                <a:lnTo>
                  <a:pt x="51482" y="240315"/>
                </a:lnTo>
                <a:lnTo>
                  <a:pt x="13715" y="256794"/>
                </a:lnTo>
                <a:lnTo>
                  <a:pt x="4571" y="261366"/>
                </a:lnTo>
                <a:lnTo>
                  <a:pt x="2285" y="261366"/>
                </a:lnTo>
                <a:lnTo>
                  <a:pt x="44576" y="270486"/>
                </a:lnTo>
                <a:lnTo>
                  <a:pt x="59435" y="270510"/>
                </a:lnTo>
                <a:lnTo>
                  <a:pt x="87451" y="270188"/>
                </a:lnTo>
                <a:lnTo>
                  <a:pt x="115538" y="268509"/>
                </a:lnTo>
                <a:lnTo>
                  <a:pt x="143767" y="266116"/>
                </a:lnTo>
                <a:lnTo>
                  <a:pt x="172211" y="263652"/>
                </a:lnTo>
                <a:lnTo>
                  <a:pt x="198060" y="261366"/>
                </a:lnTo>
                <a:lnTo>
                  <a:pt x="224123" y="259080"/>
                </a:lnTo>
                <a:lnTo>
                  <a:pt x="250328" y="256794"/>
                </a:lnTo>
                <a:lnTo>
                  <a:pt x="276605" y="254508"/>
                </a:lnTo>
                <a:lnTo>
                  <a:pt x="286773" y="253817"/>
                </a:lnTo>
                <a:lnTo>
                  <a:pt x="296798" y="252983"/>
                </a:lnTo>
                <a:lnTo>
                  <a:pt x="306824" y="252150"/>
                </a:lnTo>
                <a:lnTo>
                  <a:pt x="316991" y="251460"/>
                </a:lnTo>
                <a:lnTo>
                  <a:pt x="317753" y="251460"/>
                </a:lnTo>
                <a:lnTo>
                  <a:pt x="318515" y="251460"/>
                </a:lnTo>
                <a:lnTo>
                  <a:pt x="319277" y="251460"/>
                </a:lnTo>
                <a:lnTo>
                  <a:pt x="312419" y="251460"/>
                </a:lnTo>
                <a:lnTo>
                  <a:pt x="305561" y="251460"/>
                </a:lnTo>
                <a:lnTo>
                  <a:pt x="298703" y="252984"/>
                </a:lnTo>
                <a:lnTo>
                  <a:pt x="295655" y="253746"/>
                </a:lnTo>
                <a:lnTo>
                  <a:pt x="292607" y="254508"/>
                </a:lnTo>
                <a:lnTo>
                  <a:pt x="288797" y="25527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7" name="Google Shape;2317;p17"/>
          <p:cNvSpPr/>
          <p:nvPr/>
        </p:nvSpPr>
        <p:spPr>
          <a:xfrm>
            <a:off x="7815071" y="4753355"/>
            <a:ext cx="7620" cy="51435"/>
          </a:xfrm>
          <a:custGeom>
            <a:rect b="b" l="l" r="r" t="t"/>
            <a:pathLst>
              <a:path extrusionOk="0" h="51435" w="7620">
                <a:moveTo>
                  <a:pt x="6096" y="0"/>
                </a:moveTo>
                <a:lnTo>
                  <a:pt x="6607" y="9953"/>
                </a:lnTo>
                <a:lnTo>
                  <a:pt x="7334" y="23622"/>
                </a:lnTo>
                <a:lnTo>
                  <a:pt x="7060" y="37290"/>
                </a:lnTo>
                <a:lnTo>
                  <a:pt x="4572" y="47244"/>
                </a:lnTo>
                <a:lnTo>
                  <a:pt x="2286" y="51053"/>
                </a:lnTo>
                <a:lnTo>
                  <a:pt x="3048" y="48006"/>
                </a:lnTo>
                <a:lnTo>
                  <a:pt x="0" y="4953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8" name="Google Shape;2318;p17"/>
          <p:cNvGrpSpPr/>
          <p:nvPr/>
        </p:nvGrpSpPr>
        <p:grpSpPr>
          <a:xfrm>
            <a:off x="7866887" y="4711445"/>
            <a:ext cx="134430" cy="86360"/>
            <a:chOff x="7866887" y="4711445"/>
            <a:chExt cx="134430" cy="86360"/>
          </a:xfrm>
        </p:grpSpPr>
        <p:sp>
          <p:nvSpPr>
            <p:cNvPr id="2319" name="Google Shape;2319;p17"/>
            <p:cNvSpPr/>
            <p:nvPr/>
          </p:nvSpPr>
          <p:spPr>
            <a:xfrm>
              <a:off x="7866887" y="4730495"/>
              <a:ext cx="51435" cy="1905"/>
            </a:xfrm>
            <a:custGeom>
              <a:rect b="b" l="l" r="r" t="t"/>
              <a:pathLst>
                <a:path extrusionOk="0" h="1904" w="51434">
                  <a:moveTo>
                    <a:pt x="0" y="761"/>
                  </a:moveTo>
                  <a:lnTo>
                    <a:pt x="9024" y="1190"/>
                  </a:lnTo>
                  <a:lnTo>
                    <a:pt x="17907" y="1333"/>
                  </a:lnTo>
                  <a:lnTo>
                    <a:pt x="26789" y="1190"/>
                  </a:lnTo>
                  <a:lnTo>
                    <a:pt x="35814" y="761"/>
                  </a:lnTo>
                  <a:lnTo>
                    <a:pt x="41148" y="0"/>
                  </a:lnTo>
                  <a:lnTo>
                    <a:pt x="45720" y="0"/>
                  </a:lnTo>
                  <a:lnTo>
                    <a:pt x="51053" y="76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17"/>
            <p:cNvSpPr/>
            <p:nvPr/>
          </p:nvSpPr>
          <p:spPr>
            <a:xfrm>
              <a:off x="7886699" y="4773167"/>
              <a:ext cx="66040" cy="13335"/>
            </a:xfrm>
            <a:custGeom>
              <a:rect b="b" l="l" r="r" t="t"/>
              <a:pathLst>
                <a:path extrusionOk="0" h="13335" w="66040">
                  <a:moveTo>
                    <a:pt x="0" y="12954"/>
                  </a:moveTo>
                  <a:lnTo>
                    <a:pt x="9798" y="12001"/>
                  </a:lnTo>
                  <a:lnTo>
                    <a:pt x="18954" y="10477"/>
                  </a:lnTo>
                  <a:lnTo>
                    <a:pt x="27967" y="8667"/>
                  </a:lnTo>
                  <a:lnTo>
                    <a:pt x="37338" y="6858"/>
                  </a:lnTo>
                  <a:lnTo>
                    <a:pt x="44636" y="5250"/>
                  </a:lnTo>
                  <a:lnTo>
                    <a:pt x="51720" y="3714"/>
                  </a:lnTo>
                  <a:lnTo>
                    <a:pt x="58662" y="2035"/>
                  </a:lnTo>
                  <a:lnTo>
                    <a:pt x="65532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17"/>
            <p:cNvSpPr/>
            <p:nvPr/>
          </p:nvSpPr>
          <p:spPr>
            <a:xfrm>
              <a:off x="8000047" y="4711445"/>
              <a:ext cx="1270" cy="86360"/>
            </a:xfrm>
            <a:custGeom>
              <a:rect b="b" l="l" r="r" t="t"/>
              <a:pathLst>
                <a:path extrusionOk="0" h="86360" w="1270">
                  <a:moveTo>
                    <a:pt x="190" y="0"/>
                  </a:moveTo>
                  <a:lnTo>
                    <a:pt x="95" y="16001"/>
                  </a:lnTo>
                  <a:lnTo>
                    <a:pt x="0" y="32003"/>
                  </a:lnTo>
                  <a:lnTo>
                    <a:pt x="190" y="48005"/>
                  </a:lnTo>
                  <a:lnTo>
                    <a:pt x="952" y="64007"/>
                  </a:lnTo>
                  <a:lnTo>
                    <a:pt x="952" y="71627"/>
                  </a:lnTo>
                  <a:lnTo>
                    <a:pt x="952" y="78485"/>
                  </a:lnTo>
                  <a:lnTo>
                    <a:pt x="952" y="86105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22" name="Google Shape;2322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293850" y="5257025"/>
            <a:ext cx="153949" cy="1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3" name="Google Shape;2323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334237" y="5557729"/>
            <a:ext cx="99085" cy="119945"/>
          </a:xfrm>
          <a:prstGeom prst="rect">
            <a:avLst/>
          </a:prstGeom>
          <a:noFill/>
          <a:ln>
            <a:noFill/>
          </a:ln>
        </p:spPr>
      </p:pic>
      <p:sp>
        <p:nvSpPr>
          <p:cNvPr id="2324" name="Google Shape;2324;p17"/>
          <p:cNvSpPr/>
          <p:nvPr/>
        </p:nvSpPr>
        <p:spPr>
          <a:xfrm>
            <a:off x="7594854" y="5206746"/>
            <a:ext cx="299720" cy="212725"/>
          </a:xfrm>
          <a:custGeom>
            <a:rect b="b" l="l" r="r" t="t"/>
            <a:pathLst>
              <a:path extrusionOk="0" h="212725" w="299720">
                <a:moveTo>
                  <a:pt x="252983" y="0"/>
                </a:moveTo>
                <a:lnTo>
                  <a:pt x="239708" y="2917"/>
                </a:lnTo>
                <a:lnTo>
                  <a:pt x="226218" y="5048"/>
                </a:lnTo>
                <a:lnTo>
                  <a:pt x="212586" y="6750"/>
                </a:lnTo>
                <a:lnTo>
                  <a:pt x="198881" y="8381"/>
                </a:lnTo>
                <a:lnTo>
                  <a:pt x="177295" y="11846"/>
                </a:lnTo>
                <a:lnTo>
                  <a:pt x="155924" y="15525"/>
                </a:lnTo>
                <a:lnTo>
                  <a:pt x="134695" y="19633"/>
                </a:lnTo>
                <a:lnTo>
                  <a:pt x="113537" y="24383"/>
                </a:lnTo>
                <a:lnTo>
                  <a:pt x="101988" y="27050"/>
                </a:lnTo>
                <a:lnTo>
                  <a:pt x="89725" y="29717"/>
                </a:lnTo>
                <a:lnTo>
                  <a:pt x="77747" y="32956"/>
                </a:lnTo>
                <a:lnTo>
                  <a:pt x="67055" y="37337"/>
                </a:lnTo>
                <a:lnTo>
                  <a:pt x="65531" y="38099"/>
                </a:lnTo>
                <a:lnTo>
                  <a:pt x="64769" y="38099"/>
                </a:lnTo>
                <a:lnTo>
                  <a:pt x="64769" y="39623"/>
                </a:lnTo>
                <a:lnTo>
                  <a:pt x="80891" y="41969"/>
                </a:lnTo>
                <a:lnTo>
                  <a:pt x="97154" y="43529"/>
                </a:lnTo>
                <a:lnTo>
                  <a:pt x="113418" y="44660"/>
                </a:lnTo>
                <a:lnTo>
                  <a:pt x="129539" y="45719"/>
                </a:lnTo>
                <a:lnTo>
                  <a:pt x="153542" y="46910"/>
                </a:lnTo>
                <a:lnTo>
                  <a:pt x="177545" y="48386"/>
                </a:lnTo>
                <a:lnTo>
                  <a:pt x="225551" y="53339"/>
                </a:lnTo>
                <a:lnTo>
                  <a:pt x="270343" y="61376"/>
                </a:lnTo>
                <a:lnTo>
                  <a:pt x="288702" y="72425"/>
                </a:lnTo>
                <a:lnTo>
                  <a:pt x="286321" y="78581"/>
                </a:lnTo>
                <a:lnTo>
                  <a:pt x="255210" y="100750"/>
                </a:lnTo>
                <a:lnTo>
                  <a:pt x="211657" y="122039"/>
                </a:lnTo>
                <a:lnTo>
                  <a:pt x="159769" y="144827"/>
                </a:lnTo>
                <a:lnTo>
                  <a:pt x="98976" y="169973"/>
                </a:lnTo>
                <a:lnTo>
                  <a:pt x="68579" y="182117"/>
                </a:lnTo>
                <a:lnTo>
                  <a:pt x="52351" y="188761"/>
                </a:lnTo>
                <a:lnTo>
                  <a:pt x="35909" y="195262"/>
                </a:lnTo>
                <a:lnTo>
                  <a:pt x="19609" y="202049"/>
                </a:lnTo>
                <a:lnTo>
                  <a:pt x="3809" y="209549"/>
                </a:lnTo>
                <a:lnTo>
                  <a:pt x="1523" y="211835"/>
                </a:lnTo>
                <a:lnTo>
                  <a:pt x="0" y="211073"/>
                </a:lnTo>
                <a:lnTo>
                  <a:pt x="0" y="212597"/>
                </a:lnTo>
                <a:lnTo>
                  <a:pt x="15871" y="212336"/>
                </a:lnTo>
                <a:lnTo>
                  <a:pt x="62483" y="209549"/>
                </a:lnTo>
                <a:lnTo>
                  <a:pt x="124205" y="202310"/>
                </a:lnTo>
                <a:lnTo>
                  <a:pt x="155066" y="198620"/>
                </a:lnTo>
                <a:lnTo>
                  <a:pt x="185927" y="195071"/>
                </a:lnTo>
                <a:lnTo>
                  <a:pt x="208907" y="192369"/>
                </a:lnTo>
                <a:lnTo>
                  <a:pt x="232028" y="190023"/>
                </a:lnTo>
                <a:lnTo>
                  <a:pt x="255150" y="188106"/>
                </a:lnTo>
                <a:lnTo>
                  <a:pt x="278129" y="186689"/>
                </a:lnTo>
                <a:lnTo>
                  <a:pt x="284987" y="185927"/>
                </a:lnTo>
                <a:lnTo>
                  <a:pt x="292607" y="185927"/>
                </a:lnTo>
                <a:lnTo>
                  <a:pt x="299465" y="185165"/>
                </a:lnTo>
                <a:lnTo>
                  <a:pt x="291845" y="188213"/>
                </a:lnTo>
                <a:lnTo>
                  <a:pt x="284225" y="191261"/>
                </a:lnTo>
                <a:lnTo>
                  <a:pt x="276605" y="192785"/>
                </a:lnTo>
                <a:lnTo>
                  <a:pt x="265175" y="195833"/>
                </a:lnTo>
                <a:lnTo>
                  <a:pt x="261365" y="196595"/>
                </a:lnTo>
                <a:lnTo>
                  <a:pt x="253745" y="197357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5" name="Google Shape;2325;p17"/>
          <p:cNvSpPr/>
          <p:nvPr/>
        </p:nvSpPr>
        <p:spPr>
          <a:xfrm>
            <a:off x="7668006" y="5560314"/>
            <a:ext cx="6350" cy="50800"/>
          </a:xfrm>
          <a:custGeom>
            <a:rect b="b" l="l" r="r" t="t"/>
            <a:pathLst>
              <a:path extrusionOk="0" h="50800" w="6350">
                <a:moveTo>
                  <a:pt x="3048" y="0"/>
                </a:moveTo>
                <a:lnTo>
                  <a:pt x="2833" y="9251"/>
                </a:lnTo>
                <a:lnTo>
                  <a:pt x="2476" y="18573"/>
                </a:lnTo>
                <a:lnTo>
                  <a:pt x="2405" y="27753"/>
                </a:lnTo>
                <a:lnTo>
                  <a:pt x="3048" y="36576"/>
                </a:lnTo>
                <a:lnTo>
                  <a:pt x="3810" y="41148"/>
                </a:lnTo>
                <a:lnTo>
                  <a:pt x="6096" y="47244"/>
                </a:lnTo>
                <a:lnTo>
                  <a:pt x="3048" y="50292"/>
                </a:lnTo>
                <a:lnTo>
                  <a:pt x="1524" y="50292"/>
                </a:lnTo>
                <a:lnTo>
                  <a:pt x="762" y="50292"/>
                </a:lnTo>
                <a:lnTo>
                  <a:pt x="0" y="50292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6" name="Google Shape;2326;p17"/>
          <p:cNvGrpSpPr/>
          <p:nvPr/>
        </p:nvGrpSpPr>
        <p:grpSpPr>
          <a:xfrm>
            <a:off x="7724394" y="5543549"/>
            <a:ext cx="75946" cy="64516"/>
            <a:chOff x="7724394" y="5543549"/>
            <a:chExt cx="75946" cy="64516"/>
          </a:xfrm>
        </p:grpSpPr>
        <p:sp>
          <p:nvSpPr>
            <p:cNvPr id="2327" name="Google Shape;2327;p17"/>
            <p:cNvSpPr/>
            <p:nvPr/>
          </p:nvSpPr>
          <p:spPr>
            <a:xfrm>
              <a:off x="7724394" y="5543549"/>
              <a:ext cx="48260" cy="7620"/>
            </a:xfrm>
            <a:custGeom>
              <a:rect b="b" l="l" r="r" t="t"/>
              <a:pathLst>
                <a:path extrusionOk="0" h="7620" w="48259">
                  <a:moveTo>
                    <a:pt x="0" y="0"/>
                  </a:moveTo>
                  <a:lnTo>
                    <a:pt x="8012" y="559"/>
                  </a:lnTo>
                  <a:lnTo>
                    <a:pt x="16097" y="1047"/>
                  </a:lnTo>
                  <a:lnTo>
                    <a:pt x="24324" y="1393"/>
                  </a:lnTo>
                  <a:lnTo>
                    <a:pt x="32766" y="1523"/>
                  </a:lnTo>
                  <a:lnTo>
                    <a:pt x="40386" y="1523"/>
                  </a:lnTo>
                  <a:lnTo>
                    <a:pt x="44958" y="761"/>
                  </a:lnTo>
                  <a:lnTo>
                    <a:pt x="48006" y="7619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17"/>
            <p:cNvSpPr/>
            <p:nvPr/>
          </p:nvSpPr>
          <p:spPr>
            <a:xfrm>
              <a:off x="7738110" y="5587745"/>
              <a:ext cx="62230" cy="20320"/>
            </a:xfrm>
            <a:custGeom>
              <a:rect b="b" l="l" r="r" t="t"/>
              <a:pathLst>
                <a:path extrusionOk="0" h="20320" w="62229">
                  <a:moveTo>
                    <a:pt x="0" y="19811"/>
                  </a:moveTo>
                  <a:lnTo>
                    <a:pt x="46482" y="7619"/>
                  </a:lnTo>
                  <a:lnTo>
                    <a:pt x="54864" y="3809"/>
                  </a:lnTo>
                  <a:lnTo>
                    <a:pt x="57150" y="3047"/>
                  </a:lnTo>
                  <a:lnTo>
                    <a:pt x="61722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9" name="Google Shape;2329;p17"/>
          <p:cNvSpPr/>
          <p:nvPr/>
        </p:nvSpPr>
        <p:spPr>
          <a:xfrm>
            <a:off x="7869173" y="5523738"/>
            <a:ext cx="14604" cy="87630"/>
          </a:xfrm>
          <a:custGeom>
            <a:rect b="b" l="l" r="r" t="t"/>
            <a:pathLst>
              <a:path extrusionOk="0" h="87629" w="14604">
                <a:moveTo>
                  <a:pt x="0" y="0"/>
                </a:moveTo>
                <a:lnTo>
                  <a:pt x="5464" y="43612"/>
                </a:lnTo>
                <a:lnTo>
                  <a:pt x="9977" y="65341"/>
                </a:lnTo>
                <a:lnTo>
                  <a:pt x="11430" y="72771"/>
                </a:lnTo>
                <a:lnTo>
                  <a:pt x="12882" y="80200"/>
                </a:lnTo>
                <a:lnTo>
                  <a:pt x="14478" y="8763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0" name="Google Shape;2330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999463" y="5225034"/>
            <a:ext cx="149377" cy="1691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1" name="Google Shape;2331;p17"/>
          <p:cNvGrpSpPr/>
          <p:nvPr/>
        </p:nvGrpSpPr>
        <p:grpSpPr>
          <a:xfrm>
            <a:off x="8247887" y="5097780"/>
            <a:ext cx="283845" cy="258445"/>
            <a:chOff x="8247887" y="5097780"/>
            <a:chExt cx="283845" cy="258445"/>
          </a:xfrm>
        </p:grpSpPr>
        <p:sp>
          <p:nvSpPr>
            <p:cNvPr id="2332" name="Google Shape;2332;p17"/>
            <p:cNvSpPr/>
            <p:nvPr/>
          </p:nvSpPr>
          <p:spPr>
            <a:xfrm>
              <a:off x="8247887" y="5255514"/>
              <a:ext cx="58419" cy="15240"/>
            </a:xfrm>
            <a:custGeom>
              <a:rect b="b" l="l" r="r" t="t"/>
              <a:pathLst>
                <a:path extrusionOk="0" h="15239" w="58420">
                  <a:moveTo>
                    <a:pt x="0" y="15239"/>
                  </a:moveTo>
                  <a:lnTo>
                    <a:pt x="10179" y="12084"/>
                  </a:lnTo>
                  <a:lnTo>
                    <a:pt x="20288" y="9429"/>
                  </a:lnTo>
                  <a:lnTo>
                    <a:pt x="30539" y="7203"/>
                  </a:lnTo>
                  <a:lnTo>
                    <a:pt x="41148" y="5333"/>
                  </a:lnTo>
                  <a:lnTo>
                    <a:pt x="47244" y="3809"/>
                  </a:lnTo>
                  <a:lnTo>
                    <a:pt x="52577" y="2285"/>
                  </a:lnTo>
                  <a:lnTo>
                    <a:pt x="57912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33" name="Google Shape;2333;p1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8335505" y="5186159"/>
              <a:ext cx="111277" cy="1371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4" name="Google Shape;2334;p17"/>
            <p:cNvSpPr/>
            <p:nvPr/>
          </p:nvSpPr>
          <p:spPr>
            <a:xfrm>
              <a:off x="8434577" y="5097780"/>
              <a:ext cx="97155" cy="258445"/>
            </a:xfrm>
            <a:custGeom>
              <a:rect b="b" l="l" r="r" t="t"/>
              <a:pathLst>
                <a:path extrusionOk="0" h="258445" w="97154">
                  <a:moveTo>
                    <a:pt x="28194" y="0"/>
                  </a:moveTo>
                  <a:lnTo>
                    <a:pt x="66448" y="10822"/>
                  </a:lnTo>
                  <a:lnTo>
                    <a:pt x="92583" y="54578"/>
                  </a:lnTo>
                  <a:lnTo>
                    <a:pt x="96774" y="90677"/>
                  </a:lnTo>
                  <a:lnTo>
                    <a:pt x="96000" y="113918"/>
                  </a:lnTo>
                  <a:lnTo>
                    <a:pt x="84451" y="157543"/>
                  </a:lnTo>
                  <a:lnTo>
                    <a:pt x="64472" y="196691"/>
                  </a:lnTo>
                  <a:lnTo>
                    <a:pt x="40064" y="229647"/>
                  </a:lnTo>
                  <a:lnTo>
                    <a:pt x="6072" y="255948"/>
                  </a:lnTo>
                  <a:lnTo>
                    <a:pt x="0" y="25831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5" name="Google Shape;2335;p17"/>
          <p:cNvSpPr/>
          <p:nvPr/>
        </p:nvSpPr>
        <p:spPr>
          <a:xfrm>
            <a:off x="7928609" y="5165597"/>
            <a:ext cx="167005" cy="309245"/>
          </a:xfrm>
          <a:custGeom>
            <a:rect b="b" l="l" r="r" t="t"/>
            <a:pathLst>
              <a:path extrusionOk="0" h="309245" w="167004">
                <a:moveTo>
                  <a:pt x="64007" y="0"/>
                </a:moveTo>
                <a:lnTo>
                  <a:pt x="39528" y="37623"/>
                </a:lnTo>
                <a:lnTo>
                  <a:pt x="21335" y="79248"/>
                </a:lnTo>
                <a:lnTo>
                  <a:pt x="5524" y="138684"/>
                </a:lnTo>
                <a:lnTo>
                  <a:pt x="0" y="200406"/>
                </a:lnTo>
                <a:lnTo>
                  <a:pt x="1893" y="225778"/>
                </a:lnTo>
                <a:lnTo>
                  <a:pt x="20252" y="269950"/>
                </a:lnTo>
                <a:lnTo>
                  <a:pt x="59435" y="299287"/>
                </a:lnTo>
                <a:lnTo>
                  <a:pt x="104870" y="308074"/>
                </a:lnTo>
                <a:lnTo>
                  <a:pt x="141053" y="308645"/>
                </a:lnTo>
                <a:lnTo>
                  <a:pt x="150590" y="308324"/>
                </a:lnTo>
                <a:lnTo>
                  <a:pt x="158555" y="307002"/>
                </a:lnTo>
                <a:lnTo>
                  <a:pt x="166877" y="304038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6" name="Google Shape;2336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487143" y="5570969"/>
            <a:ext cx="100609" cy="7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959583" y="5473076"/>
            <a:ext cx="226339" cy="2022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8" name="Google Shape;2338;p17"/>
          <p:cNvGrpSpPr/>
          <p:nvPr/>
        </p:nvGrpSpPr>
        <p:grpSpPr>
          <a:xfrm>
            <a:off x="8990838" y="5717285"/>
            <a:ext cx="188988" cy="130556"/>
            <a:chOff x="8990838" y="5717285"/>
            <a:chExt cx="188988" cy="130556"/>
          </a:xfrm>
        </p:grpSpPr>
        <p:sp>
          <p:nvSpPr>
            <p:cNvPr id="2339" name="Google Shape;2339;p17"/>
            <p:cNvSpPr/>
            <p:nvPr/>
          </p:nvSpPr>
          <p:spPr>
            <a:xfrm>
              <a:off x="9013602" y="5784341"/>
              <a:ext cx="5080" cy="63500"/>
            </a:xfrm>
            <a:custGeom>
              <a:rect b="b" l="l" r="r" t="t"/>
              <a:pathLst>
                <a:path extrusionOk="0" h="63500" w="5079">
                  <a:moveTo>
                    <a:pt x="857" y="0"/>
                  </a:moveTo>
                  <a:lnTo>
                    <a:pt x="321" y="10846"/>
                  </a:lnTo>
                  <a:lnTo>
                    <a:pt x="0" y="21621"/>
                  </a:lnTo>
                  <a:lnTo>
                    <a:pt x="107" y="32254"/>
                  </a:lnTo>
                  <a:lnTo>
                    <a:pt x="857" y="42671"/>
                  </a:lnTo>
                  <a:lnTo>
                    <a:pt x="1619" y="48767"/>
                  </a:lnTo>
                  <a:lnTo>
                    <a:pt x="4667" y="60197"/>
                  </a:lnTo>
                  <a:lnTo>
                    <a:pt x="95" y="63245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17"/>
            <p:cNvSpPr/>
            <p:nvPr/>
          </p:nvSpPr>
          <p:spPr>
            <a:xfrm>
              <a:off x="8990838" y="5717285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048" y="15239"/>
                  </a:lnTo>
                  <a:lnTo>
                    <a:pt x="11430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41" name="Google Shape;2341;p1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9053309" y="5740133"/>
              <a:ext cx="126517" cy="8917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42" name="Google Shape;2342;p1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954249" y="5350846"/>
            <a:ext cx="77749" cy="989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3" name="Google Shape;2343;p17"/>
          <p:cNvGrpSpPr/>
          <p:nvPr/>
        </p:nvGrpSpPr>
        <p:grpSpPr>
          <a:xfrm>
            <a:off x="9360408" y="6310122"/>
            <a:ext cx="93726" cy="41656"/>
            <a:chOff x="9360408" y="6310122"/>
            <a:chExt cx="93726" cy="41656"/>
          </a:xfrm>
        </p:grpSpPr>
        <p:sp>
          <p:nvSpPr>
            <p:cNvPr id="2344" name="Google Shape;2344;p17"/>
            <p:cNvSpPr/>
            <p:nvPr/>
          </p:nvSpPr>
          <p:spPr>
            <a:xfrm>
              <a:off x="9360408" y="6310122"/>
              <a:ext cx="71120" cy="6350"/>
            </a:xfrm>
            <a:custGeom>
              <a:rect b="b" l="l" r="r" t="t"/>
              <a:pathLst>
                <a:path extrusionOk="0" h="6350" w="71120">
                  <a:moveTo>
                    <a:pt x="0" y="762"/>
                  </a:moveTo>
                  <a:lnTo>
                    <a:pt x="12001" y="1202"/>
                  </a:lnTo>
                  <a:lnTo>
                    <a:pt x="24003" y="1428"/>
                  </a:lnTo>
                  <a:lnTo>
                    <a:pt x="36004" y="1512"/>
                  </a:lnTo>
                  <a:lnTo>
                    <a:pt x="48006" y="1524"/>
                  </a:lnTo>
                  <a:lnTo>
                    <a:pt x="57150" y="1524"/>
                  </a:lnTo>
                  <a:lnTo>
                    <a:pt x="64769" y="0"/>
                  </a:lnTo>
                  <a:lnTo>
                    <a:pt x="70866" y="609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17"/>
            <p:cNvSpPr/>
            <p:nvPr/>
          </p:nvSpPr>
          <p:spPr>
            <a:xfrm>
              <a:off x="9393174" y="6342888"/>
              <a:ext cx="60960" cy="8890"/>
            </a:xfrm>
            <a:custGeom>
              <a:rect b="b" l="l" r="r" t="t"/>
              <a:pathLst>
                <a:path extrusionOk="0" h="8889" w="60959">
                  <a:moveTo>
                    <a:pt x="0" y="8381"/>
                  </a:moveTo>
                  <a:lnTo>
                    <a:pt x="16490" y="8786"/>
                  </a:lnTo>
                  <a:lnTo>
                    <a:pt x="30765" y="7619"/>
                  </a:lnTo>
                  <a:lnTo>
                    <a:pt x="44898" y="4738"/>
                  </a:lnTo>
                  <a:lnTo>
                    <a:pt x="6096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46" name="Google Shape;2346;p1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528797" y="6278105"/>
            <a:ext cx="97561" cy="104609"/>
          </a:xfrm>
          <a:prstGeom prst="rect">
            <a:avLst/>
          </a:prstGeom>
          <a:noFill/>
          <a:ln>
            <a:noFill/>
          </a:ln>
        </p:spPr>
      </p:pic>
      <p:sp>
        <p:nvSpPr>
          <p:cNvPr id="2347" name="Google Shape;2347;p17"/>
          <p:cNvSpPr/>
          <p:nvPr/>
        </p:nvSpPr>
        <p:spPr>
          <a:xfrm>
            <a:off x="9740645" y="5779008"/>
            <a:ext cx="245110" cy="62865"/>
          </a:xfrm>
          <a:custGeom>
            <a:rect b="b" l="l" r="r" t="t"/>
            <a:pathLst>
              <a:path extrusionOk="0" h="62864" w="245109">
                <a:moveTo>
                  <a:pt x="0" y="45719"/>
                </a:moveTo>
                <a:lnTo>
                  <a:pt x="9203" y="48386"/>
                </a:lnTo>
                <a:lnTo>
                  <a:pt x="17049" y="51625"/>
                </a:lnTo>
                <a:lnTo>
                  <a:pt x="24753" y="55149"/>
                </a:lnTo>
                <a:lnTo>
                  <a:pt x="33528" y="58673"/>
                </a:lnTo>
                <a:lnTo>
                  <a:pt x="40207" y="60543"/>
                </a:lnTo>
                <a:lnTo>
                  <a:pt x="48101" y="62198"/>
                </a:lnTo>
                <a:lnTo>
                  <a:pt x="56137" y="62853"/>
                </a:lnTo>
                <a:lnTo>
                  <a:pt x="63246" y="61721"/>
                </a:lnTo>
                <a:lnTo>
                  <a:pt x="71294" y="56923"/>
                </a:lnTo>
                <a:lnTo>
                  <a:pt x="78486" y="50196"/>
                </a:lnTo>
                <a:lnTo>
                  <a:pt x="85105" y="42755"/>
                </a:lnTo>
                <a:lnTo>
                  <a:pt x="91440" y="35813"/>
                </a:lnTo>
                <a:lnTo>
                  <a:pt x="124968" y="9143"/>
                </a:lnTo>
                <a:lnTo>
                  <a:pt x="131826" y="10667"/>
                </a:lnTo>
                <a:lnTo>
                  <a:pt x="161544" y="40385"/>
                </a:lnTo>
                <a:lnTo>
                  <a:pt x="164592" y="43433"/>
                </a:lnTo>
                <a:lnTo>
                  <a:pt x="165354" y="45719"/>
                </a:lnTo>
                <a:lnTo>
                  <a:pt x="166116" y="49529"/>
                </a:lnTo>
                <a:lnTo>
                  <a:pt x="166116" y="42671"/>
                </a:lnTo>
                <a:lnTo>
                  <a:pt x="198882" y="20573"/>
                </a:lnTo>
                <a:lnTo>
                  <a:pt x="208026" y="19811"/>
                </a:lnTo>
                <a:lnTo>
                  <a:pt x="211074" y="20573"/>
                </a:lnTo>
                <a:lnTo>
                  <a:pt x="217170" y="26669"/>
                </a:lnTo>
                <a:lnTo>
                  <a:pt x="219456" y="29717"/>
                </a:lnTo>
                <a:lnTo>
                  <a:pt x="223265" y="32765"/>
                </a:lnTo>
                <a:lnTo>
                  <a:pt x="227838" y="33527"/>
                </a:lnTo>
                <a:lnTo>
                  <a:pt x="234696" y="34289"/>
                </a:lnTo>
                <a:lnTo>
                  <a:pt x="237744" y="28955"/>
                </a:lnTo>
                <a:lnTo>
                  <a:pt x="240029" y="23621"/>
                </a:lnTo>
                <a:lnTo>
                  <a:pt x="243078" y="18287"/>
                </a:lnTo>
                <a:lnTo>
                  <a:pt x="244602" y="9143"/>
                </a:lnTo>
                <a:lnTo>
                  <a:pt x="243078" y="3047"/>
                </a:lnTo>
                <a:lnTo>
                  <a:pt x="242315" y="2285"/>
                </a:lnTo>
                <a:lnTo>
                  <a:pt x="241554" y="761"/>
                </a:lnTo>
                <a:lnTo>
                  <a:pt x="240792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8" name="Google Shape;2348;p1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750795" y="5785853"/>
            <a:ext cx="102895" cy="136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9" name="Google Shape;2349;p1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740126" y="5550395"/>
            <a:ext cx="155473" cy="14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0" name="Google Shape;2350;p1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188183" y="5507723"/>
            <a:ext cx="134886" cy="158521"/>
          </a:xfrm>
          <a:prstGeom prst="rect">
            <a:avLst/>
          </a:prstGeom>
          <a:noFill/>
          <a:ln>
            <a:noFill/>
          </a:ln>
        </p:spPr>
      </p:pic>
      <p:sp>
        <p:nvSpPr>
          <p:cNvPr id="2351" name="Google Shape;2351;p17"/>
          <p:cNvSpPr/>
          <p:nvPr/>
        </p:nvSpPr>
        <p:spPr>
          <a:xfrm>
            <a:off x="9456419" y="5557265"/>
            <a:ext cx="63500" cy="8890"/>
          </a:xfrm>
          <a:custGeom>
            <a:rect b="b" l="l" r="r" t="t"/>
            <a:pathLst>
              <a:path extrusionOk="0" h="8889" w="63500">
                <a:moveTo>
                  <a:pt x="0" y="6095"/>
                </a:moveTo>
                <a:lnTo>
                  <a:pt x="14013" y="6953"/>
                </a:lnTo>
                <a:lnTo>
                  <a:pt x="30384" y="8381"/>
                </a:lnTo>
                <a:lnTo>
                  <a:pt x="46612" y="8667"/>
                </a:lnTo>
                <a:lnTo>
                  <a:pt x="60198" y="6095"/>
                </a:lnTo>
                <a:lnTo>
                  <a:pt x="62484" y="3809"/>
                </a:lnTo>
                <a:lnTo>
                  <a:pt x="63246" y="3047"/>
                </a:lnTo>
                <a:lnTo>
                  <a:pt x="63246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2" name="Google Shape;2352;p17"/>
          <p:cNvGrpSpPr/>
          <p:nvPr/>
        </p:nvGrpSpPr>
        <p:grpSpPr>
          <a:xfrm>
            <a:off x="9574530" y="5490210"/>
            <a:ext cx="94615" cy="129286"/>
            <a:chOff x="9574530" y="5490210"/>
            <a:chExt cx="94615" cy="129286"/>
          </a:xfrm>
        </p:grpSpPr>
        <p:sp>
          <p:nvSpPr>
            <p:cNvPr id="2353" name="Google Shape;2353;p17"/>
            <p:cNvSpPr/>
            <p:nvPr/>
          </p:nvSpPr>
          <p:spPr>
            <a:xfrm>
              <a:off x="9593580" y="5490210"/>
              <a:ext cx="3175" cy="90170"/>
            </a:xfrm>
            <a:custGeom>
              <a:rect b="b" l="l" r="r" t="t"/>
              <a:pathLst>
                <a:path extrusionOk="0" h="90170" w="3175">
                  <a:moveTo>
                    <a:pt x="0" y="0"/>
                  </a:moveTo>
                  <a:lnTo>
                    <a:pt x="571" y="10156"/>
                  </a:lnTo>
                  <a:lnTo>
                    <a:pt x="1143" y="20097"/>
                  </a:lnTo>
                  <a:lnTo>
                    <a:pt x="1714" y="29896"/>
                  </a:lnTo>
                  <a:lnTo>
                    <a:pt x="2286" y="39624"/>
                  </a:lnTo>
                  <a:lnTo>
                    <a:pt x="2405" y="49780"/>
                  </a:lnTo>
                  <a:lnTo>
                    <a:pt x="2667" y="59721"/>
                  </a:lnTo>
                  <a:lnTo>
                    <a:pt x="2928" y="69520"/>
                  </a:lnTo>
                  <a:lnTo>
                    <a:pt x="3048" y="79248"/>
                  </a:lnTo>
                  <a:lnTo>
                    <a:pt x="3048" y="85344"/>
                  </a:lnTo>
                  <a:lnTo>
                    <a:pt x="3048" y="86106"/>
                  </a:lnTo>
                  <a:lnTo>
                    <a:pt x="3048" y="8991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17"/>
            <p:cNvSpPr/>
            <p:nvPr/>
          </p:nvSpPr>
          <p:spPr>
            <a:xfrm>
              <a:off x="9574530" y="5612511"/>
              <a:ext cx="94615" cy="6985"/>
            </a:xfrm>
            <a:custGeom>
              <a:rect b="b" l="l" r="r" t="t"/>
              <a:pathLst>
                <a:path extrusionOk="0" h="6985" w="94615">
                  <a:moveTo>
                    <a:pt x="0" y="6476"/>
                  </a:moveTo>
                  <a:lnTo>
                    <a:pt x="45434" y="5298"/>
                  </a:lnTo>
                  <a:lnTo>
                    <a:pt x="68663" y="2000"/>
                  </a:lnTo>
                  <a:lnTo>
                    <a:pt x="77438" y="571"/>
                  </a:lnTo>
                  <a:lnTo>
                    <a:pt x="86356" y="0"/>
                  </a:lnTo>
                  <a:lnTo>
                    <a:pt x="94488" y="1142"/>
                  </a:lnTo>
                  <a:lnTo>
                    <a:pt x="94488" y="190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55" name="Google Shape;2355;p17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9573874" y="5701914"/>
            <a:ext cx="79154" cy="93108"/>
          </a:xfrm>
          <a:prstGeom prst="rect">
            <a:avLst/>
          </a:prstGeom>
          <a:noFill/>
          <a:ln>
            <a:noFill/>
          </a:ln>
        </p:spPr>
      </p:pic>
      <p:sp>
        <p:nvSpPr>
          <p:cNvPr id="2356" name="Google Shape;2356;p17"/>
          <p:cNvSpPr/>
          <p:nvPr/>
        </p:nvSpPr>
        <p:spPr>
          <a:xfrm>
            <a:off x="9719309" y="5434584"/>
            <a:ext cx="132715" cy="140335"/>
          </a:xfrm>
          <a:custGeom>
            <a:rect b="b" l="l" r="r" t="t"/>
            <a:pathLst>
              <a:path extrusionOk="0" h="140335" w="132715">
                <a:moveTo>
                  <a:pt x="102107" y="2286"/>
                </a:moveTo>
                <a:lnTo>
                  <a:pt x="88451" y="285"/>
                </a:lnTo>
                <a:lnTo>
                  <a:pt x="76295" y="0"/>
                </a:lnTo>
                <a:lnTo>
                  <a:pt x="64281" y="1428"/>
                </a:lnTo>
                <a:lnTo>
                  <a:pt x="20943" y="16787"/>
                </a:lnTo>
                <a:lnTo>
                  <a:pt x="6095" y="34290"/>
                </a:lnTo>
                <a:lnTo>
                  <a:pt x="12953" y="37338"/>
                </a:lnTo>
                <a:lnTo>
                  <a:pt x="22824" y="40671"/>
                </a:lnTo>
                <a:lnTo>
                  <a:pt x="33623" y="42862"/>
                </a:lnTo>
                <a:lnTo>
                  <a:pt x="44565" y="44196"/>
                </a:lnTo>
                <a:lnTo>
                  <a:pt x="54863" y="44958"/>
                </a:lnTo>
                <a:lnTo>
                  <a:pt x="65591" y="45862"/>
                </a:lnTo>
                <a:lnTo>
                  <a:pt x="76104" y="46482"/>
                </a:lnTo>
                <a:lnTo>
                  <a:pt x="86475" y="47101"/>
                </a:lnTo>
                <a:lnTo>
                  <a:pt x="96773" y="48006"/>
                </a:lnTo>
                <a:lnTo>
                  <a:pt x="102107" y="48768"/>
                </a:lnTo>
                <a:lnTo>
                  <a:pt x="103631" y="48768"/>
                </a:lnTo>
                <a:lnTo>
                  <a:pt x="106679" y="49530"/>
                </a:lnTo>
                <a:lnTo>
                  <a:pt x="106679" y="57912"/>
                </a:lnTo>
                <a:lnTo>
                  <a:pt x="103631" y="57150"/>
                </a:lnTo>
                <a:lnTo>
                  <a:pt x="94487" y="63246"/>
                </a:lnTo>
                <a:lnTo>
                  <a:pt x="80093" y="72401"/>
                </a:lnTo>
                <a:lnTo>
                  <a:pt x="65627" y="81629"/>
                </a:lnTo>
                <a:lnTo>
                  <a:pt x="51304" y="90999"/>
                </a:lnTo>
                <a:lnTo>
                  <a:pt x="37337" y="100584"/>
                </a:lnTo>
                <a:lnTo>
                  <a:pt x="27658" y="106858"/>
                </a:lnTo>
                <a:lnTo>
                  <a:pt x="17049" y="114204"/>
                </a:lnTo>
                <a:lnTo>
                  <a:pt x="7441" y="122551"/>
                </a:lnTo>
                <a:lnTo>
                  <a:pt x="761" y="131826"/>
                </a:lnTo>
                <a:lnTo>
                  <a:pt x="0" y="133350"/>
                </a:lnTo>
                <a:lnTo>
                  <a:pt x="0" y="134112"/>
                </a:lnTo>
                <a:lnTo>
                  <a:pt x="0" y="135636"/>
                </a:lnTo>
                <a:lnTo>
                  <a:pt x="5131" y="138803"/>
                </a:lnTo>
                <a:lnTo>
                  <a:pt x="11906" y="139827"/>
                </a:lnTo>
                <a:lnTo>
                  <a:pt x="19395" y="139707"/>
                </a:lnTo>
                <a:lnTo>
                  <a:pt x="26669" y="139446"/>
                </a:lnTo>
                <a:lnTo>
                  <a:pt x="44827" y="138814"/>
                </a:lnTo>
                <a:lnTo>
                  <a:pt x="62769" y="137255"/>
                </a:lnTo>
                <a:lnTo>
                  <a:pt x="80569" y="135266"/>
                </a:lnTo>
                <a:lnTo>
                  <a:pt x="98297" y="133350"/>
                </a:lnTo>
                <a:lnTo>
                  <a:pt x="106870" y="132778"/>
                </a:lnTo>
                <a:lnTo>
                  <a:pt x="115442" y="132207"/>
                </a:lnTo>
                <a:lnTo>
                  <a:pt x="124015" y="131635"/>
                </a:lnTo>
                <a:lnTo>
                  <a:pt x="132587" y="131064"/>
                </a:lnTo>
                <a:lnTo>
                  <a:pt x="124205" y="132588"/>
                </a:lnTo>
                <a:lnTo>
                  <a:pt x="116585" y="134112"/>
                </a:lnTo>
                <a:lnTo>
                  <a:pt x="108203" y="136398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7" name="Google Shape;2357;p17"/>
          <p:cNvGrpSpPr/>
          <p:nvPr/>
        </p:nvGrpSpPr>
        <p:grpSpPr>
          <a:xfrm>
            <a:off x="9722357" y="5601461"/>
            <a:ext cx="144031" cy="118123"/>
            <a:chOff x="9722357" y="5601461"/>
            <a:chExt cx="144031" cy="118123"/>
          </a:xfrm>
        </p:grpSpPr>
        <p:sp>
          <p:nvSpPr>
            <p:cNvPr id="2358" name="Google Shape;2358;p17"/>
            <p:cNvSpPr/>
            <p:nvPr/>
          </p:nvSpPr>
          <p:spPr>
            <a:xfrm>
              <a:off x="9733311" y="5653277"/>
              <a:ext cx="2540" cy="41910"/>
            </a:xfrm>
            <a:custGeom>
              <a:rect b="b" l="l" r="r" t="t"/>
              <a:pathLst>
                <a:path extrusionOk="0" h="41910" w="2540">
                  <a:moveTo>
                    <a:pt x="476" y="0"/>
                  </a:moveTo>
                  <a:lnTo>
                    <a:pt x="59" y="7643"/>
                  </a:lnTo>
                  <a:lnTo>
                    <a:pt x="0" y="14859"/>
                  </a:lnTo>
                  <a:lnTo>
                    <a:pt x="369" y="22074"/>
                  </a:lnTo>
                  <a:lnTo>
                    <a:pt x="1238" y="29718"/>
                  </a:lnTo>
                  <a:lnTo>
                    <a:pt x="2000" y="33528"/>
                  </a:lnTo>
                  <a:lnTo>
                    <a:pt x="1238" y="38100"/>
                  </a:lnTo>
                  <a:lnTo>
                    <a:pt x="1238" y="4191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17"/>
            <p:cNvSpPr/>
            <p:nvPr/>
          </p:nvSpPr>
          <p:spPr>
            <a:xfrm>
              <a:off x="9722357" y="5601461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60" name="Google Shape;2360;p17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9768827" y="5642597"/>
              <a:ext cx="97561" cy="769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61" name="Google Shape;2361;p17"/>
          <p:cNvSpPr/>
          <p:nvPr/>
        </p:nvSpPr>
        <p:spPr>
          <a:xfrm>
            <a:off x="9665969" y="5348751"/>
            <a:ext cx="77470" cy="60960"/>
          </a:xfrm>
          <a:custGeom>
            <a:rect b="b" l="l" r="r" t="t"/>
            <a:pathLst>
              <a:path extrusionOk="0" h="60960" w="77470">
                <a:moveTo>
                  <a:pt x="11429" y="1250"/>
                </a:moveTo>
                <a:lnTo>
                  <a:pt x="9727" y="9001"/>
                </a:lnTo>
                <a:lnTo>
                  <a:pt x="8096" y="16394"/>
                </a:lnTo>
                <a:lnTo>
                  <a:pt x="6607" y="23645"/>
                </a:lnTo>
                <a:lnTo>
                  <a:pt x="5333" y="30968"/>
                </a:lnTo>
                <a:lnTo>
                  <a:pt x="5333" y="33254"/>
                </a:lnTo>
                <a:lnTo>
                  <a:pt x="5333" y="34778"/>
                </a:lnTo>
                <a:lnTo>
                  <a:pt x="4571" y="37064"/>
                </a:lnTo>
                <a:lnTo>
                  <a:pt x="3047" y="34016"/>
                </a:lnTo>
                <a:lnTo>
                  <a:pt x="2285" y="30206"/>
                </a:lnTo>
                <a:lnTo>
                  <a:pt x="2285" y="25634"/>
                </a:lnTo>
                <a:lnTo>
                  <a:pt x="2285" y="21062"/>
                </a:lnTo>
                <a:lnTo>
                  <a:pt x="0" y="7346"/>
                </a:lnTo>
                <a:lnTo>
                  <a:pt x="3047" y="2774"/>
                </a:lnTo>
                <a:lnTo>
                  <a:pt x="7798" y="0"/>
                </a:lnTo>
                <a:lnTo>
                  <a:pt x="14192" y="11"/>
                </a:lnTo>
                <a:lnTo>
                  <a:pt x="53911" y="26777"/>
                </a:lnTo>
                <a:lnTo>
                  <a:pt x="74675" y="58400"/>
                </a:lnTo>
                <a:lnTo>
                  <a:pt x="76199" y="59162"/>
                </a:lnTo>
                <a:lnTo>
                  <a:pt x="76961" y="60686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2" name="Google Shape;2362;p17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9888461" y="5481053"/>
            <a:ext cx="105181" cy="139471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17"/>
          <p:cNvSpPr/>
          <p:nvPr/>
        </p:nvSpPr>
        <p:spPr>
          <a:xfrm>
            <a:off x="8772143" y="5830061"/>
            <a:ext cx="507365" cy="250825"/>
          </a:xfrm>
          <a:custGeom>
            <a:rect b="b" l="l" r="r" t="t"/>
            <a:pathLst>
              <a:path extrusionOk="0" h="250825" w="507365">
                <a:moveTo>
                  <a:pt x="0" y="187452"/>
                </a:moveTo>
                <a:lnTo>
                  <a:pt x="13180" y="223992"/>
                </a:lnTo>
                <a:lnTo>
                  <a:pt x="48672" y="248126"/>
                </a:lnTo>
                <a:lnTo>
                  <a:pt x="63686" y="250233"/>
                </a:lnTo>
                <a:lnTo>
                  <a:pt x="78486" y="248412"/>
                </a:lnTo>
                <a:lnTo>
                  <a:pt x="113347" y="229838"/>
                </a:lnTo>
                <a:lnTo>
                  <a:pt x="142494" y="202692"/>
                </a:lnTo>
                <a:lnTo>
                  <a:pt x="187070" y="154971"/>
                </a:lnTo>
                <a:lnTo>
                  <a:pt x="210216" y="132504"/>
                </a:lnTo>
                <a:lnTo>
                  <a:pt x="251805" y="106441"/>
                </a:lnTo>
                <a:lnTo>
                  <a:pt x="300990" y="98298"/>
                </a:lnTo>
                <a:lnTo>
                  <a:pt x="313574" y="98976"/>
                </a:lnTo>
                <a:lnTo>
                  <a:pt x="349591" y="120741"/>
                </a:lnTo>
                <a:lnTo>
                  <a:pt x="352806" y="142494"/>
                </a:lnTo>
                <a:lnTo>
                  <a:pt x="352806" y="145542"/>
                </a:lnTo>
                <a:lnTo>
                  <a:pt x="352806" y="148590"/>
                </a:lnTo>
                <a:lnTo>
                  <a:pt x="352806" y="150876"/>
                </a:lnTo>
                <a:lnTo>
                  <a:pt x="356925" y="145482"/>
                </a:lnTo>
                <a:lnTo>
                  <a:pt x="361188" y="139731"/>
                </a:lnTo>
                <a:lnTo>
                  <a:pt x="365450" y="133838"/>
                </a:lnTo>
                <a:lnTo>
                  <a:pt x="369570" y="128016"/>
                </a:lnTo>
                <a:lnTo>
                  <a:pt x="377190" y="118026"/>
                </a:lnTo>
                <a:lnTo>
                  <a:pt x="411420" y="89237"/>
                </a:lnTo>
                <a:lnTo>
                  <a:pt x="427874" y="86737"/>
                </a:lnTo>
                <a:lnTo>
                  <a:pt x="435102" y="87630"/>
                </a:lnTo>
                <a:lnTo>
                  <a:pt x="441043" y="90630"/>
                </a:lnTo>
                <a:lnTo>
                  <a:pt x="446627" y="94488"/>
                </a:lnTo>
                <a:lnTo>
                  <a:pt x="452354" y="98345"/>
                </a:lnTo>
                <a:lnTo>
                  <a:pt x="458723" y="101346"/>
                </a:lnTo>
                <a:lnTo>
                  <a:pt x="467106" y="105156"/>
                </a:lnTo>
                <a:lnTo>
                  <a:pt x="474726" y="104394"/>
                </a:lnTo>
                <a:lnTo>
                  <a:pt x="502158" y="65532"/>
                </a:lnTo>
                <a:lnTo>
                  <a:pt x="507301" y="31992"/>
                </a:lnTo>
                <a:lnTo>
                  <a:pt x="506730" y="20574"/>
                </a:lnTo>
                <a:lnTo>
                  <a:pt x="505968" y="9906"/>
                </a:lnTo>
                <a:lnTo>
                  <a:pt x="502158" y="6858"/>
                </a:lnTo>
                <a:lnTo>
                  <a:pt x="495300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4" name="Google Shape;2364;p17"/>
          <p:cNvGrpSpPr/>
          <p:nvPr/>
        </p:nvGrpSpPr>
        <p:grpSpPr>
          <a:xfrm>
            <a:off x="9781794" y="5910750"/>
            <a:ext cx="244129" cy="201930"/>
            <a:chOff x="9781794" y="5910750"/>
            <a:chExt cx="244129" cy="201930"/>
          </a:xfrm>
        </p:grpSpPr>
        <p:sp>
          <p:nvSpPr>
            <p:cNvPr id="2365" name="Google Shape;2365;p17"/>
            <p:cNvSpPr/>
            <p:nvPr/>
          </p:nvSpPr>
          <p:spPr>
            <a:xfrm>
              <a:off x="9781794" y="5950458"/>
              <a:ext cx="64769" cy="73660"/>
            </a:xfrm>
            <a:custGeom>
              <a:rect b="b" l="l" r="r" t="t"/>
              <a:pathLst>
                <a:path extrusionOk="0" h="73660" w="64770">
                  <a:moveTo>
                    <a:pt x="0" y="31241"/>
                  </a:moveTo>
                  <a:lnTo>
                    <a:pt x="9144" y="60197"/>
                  </a:lnTo>
                  <a:lnTo>
                    <a:pt x="9144" y="62483"/>
                  </a:lnTo>
                  <a:lnTo>
                    <a:pt x="9144" y="64769"/>
                  </a:lnTo>
                  <a:lnTo>
                    <a:pt x="9906" y="67055"/>
                  </a:lnTo>
                  <a:lnTo>
                    <a:pt x="7620" y="60959"/>
                  </a:lnTo>
                  <a:lnTo>
                    <a:pt x="6096" y="56387"/>
                  </a:lnTo>
                  <a:lnTo>
                    <a:pt x="6096" y="48767"/>
                  </a:lnTo>
                  <a:lnTo>
                    <a:pt x="5941" y="39516"/>
                  </a:lnTo>
                  <a:lnTo>
                    <a:pt x="19811" y="0"/>
                  </a:lnTo>
                  <a:lnTo>
                    <a:pt x="28955" y="761"/>
                  </a:lnTo>
                  <a:lnTo>
                    <a:pt x="59340" y="34575"/>
                  </a:lnTo>
                  <a:lnTo>
                    <a:pt x="64769" y="56387"/>
                  </a:lnTo>
                  <a:lnTo>
                    <a:pt x="64008" y="64007"/>
                  </a:lnTo>
                  <a:lnTo>
                    <a:pt x="62484" y="70103"/>
                  </a:lnTo>
                  <a:lnTo>
                    <a:pt x="62484" y="71627"/>
                  </a:lnTo>
                  <a:lnTo>
                    <a:pt x="61722" y="71627"/>
                  </a:lnTo>
                  <a:lnTo>
                    <a:pt x="60960" y="7315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17"/>
            <p:cNvSpPr/>
            <p:nvPr/>
          </p:nvSpPr>
          <p:spPr>
            <a:xfrm>
              <a:off x="9880092" y="5941314"/>
              <a:ext cx="19050" cy="78105"/>
            </a:xfrm>
            <a:custGeom>
              <a:rect b="b" l="l" r="r" t="t"/>
              <a:pathLst>
                <a:path extrusionOk="0" h="78104" w="19050">
                  <a:moveTo>
                    <a:pt x="18288" y="0"/>
                  </a:moveTo>
                  <a:lnTo>
                    <a:pt x="18799" y="11060"/>
                  </a:lnTo>
                  <a:lnTo>
                    <a:pt x="18954" y="21621"/>
                  </a:lnTo>
                  <a:lnTo>
                    <a:pt x="18395" y="32039"/>
                  </a:lnTo>
                  <a:lnTo>
                    <a:pt x="5334" y="71628"/>
                  </a:lnTo>
                  <a:lnTo>
                    <a:pt x="3048" y="76200"/>
                  </a:lnTo>
                  <a:lnTo>
                    <a:pt x="3048" y="75438"/>
                  </a:lnTo>
                  <a:lnTo>
                    <a:pt x="0" y="7772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17"/>
            <p:cNvSpPr/>
            <p:nvPr/>
          </p:nvSpPr>
          <p:spPr>
            <a:xfrm>
              <a:off x="9907524" y="5933694"/>
              <a:ext cx="49530" cy="108585"/>
            </a:xfrm>
            <a:custGeom>
              <a:rect b="b" l="l" r="r" t="t"/>
              <a:pathLst>
                <a:path extrusionOk="0" h="108585" w="49529">
                  <a:moveTo>
                    <a:pt x="0" y="0"/>
                  </a:moveTo>
                  <a:lnTo>
                    <a:pt x="9144" y="42672"/>
                  </a:lnTo>
                  <a:lnTo>
                    <a:pt x="32004" y="54102"/>
                  </a:lnTo>
                  <a:lnTo>
                    <a:pt x="38862" y="51816"/>
                  </a:lnTo>
                  <a:lnTo>
                    <a:pt x="44196" y="44196"/>
                  </a:lnTo>
                  <a:lnTo>
                    <a:pt x="47267" y="37647"/>
                  </a:lnTo>
                  <a:lnTo>
                    <a:pt x="48768" y="30670"/>
                  </a:lnTo>
                  <a:lnTo>
                    <a:pt x="49125" y="23407"/>
                  </a:lnTo>
                  <a:lnTo>
                    <a:pt x="48768" y="16002"/>
                  </a:lnTo>
                  <a:lnTo>
                    <a:pt x="48768" y="11430"/>
                  </a:lnTo>
                  <a:lnTo>
                    <a:pt x="48768" y="5334"/>
                  </a:lnTo>
                  <a:lnTo>
                    <a:pt x="48006" y="1524"/>
                  </a:lnTo>
                  <a:lnTo>
                    <a:pt x="45720" y="6858"/>
                  </a:lnTo>
                  <a:lnTo>
                    <a:pt x="44196" y="14478"/>
                  </a:lnTo>
                  <a:lnTo>
                    <a:pt x="44196" y="22098"/>
                  </a:lnTo>
                  <a:lnTo>
                    <a:pt x="43886" y="36504"/>
                  </a:lnTo>
                  <a:lnTo>
                    <a:pt x="44005" y="51054"/>
                  </a:lnTo>
                  <a:lnTo>
                    <a:pt x="44410" y="65603"/>
                  </a:lnTo>
                  <a:lnTo>
                    <a:pt x="44958" y="80010"/>
                  </a:lnTo>
                  <a:lnTo>
                    <a:pt x="44886" y="86748"/>
                  </a:lnTo>
                  <a:lnTo>
                    <a:pt x="44958" y="93345"/>
                  </a:lnTo>
                  <a:lnTo>
                    <a:pt x="45600" y="99941"/>
                  </a:lnTo>
                  <a:lnTo>
                    <a:pt x="47244" y="106680"/>
                  </a:lnTo>
                  <a:lnTo>
                    <a:pt x="47244" y="107442"/>
                  </a:lnTo>
                  <a:lnTo>
                    <a:pt x="47244" y="10820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17"/>
            <p:cNvSpPr/>
            <p:nvPr/>
          </p:nvSpPr>
          <p:spPr>
            <a:xfrm>
              <a:off x="9801606" y="6069330"/>
              <a:ext cx="162560" cy="17780"/>
            </a:xfrm>
            <a:custGeom>
              <a:rect b="b" l="l" r="r" t="t"/>
              <a:pathLst>
                <a:path extrusionOk="0" h="17779" w="162559">
                  <a:moveTo>
                    <a:pt x="0" y="16763"/>
                  </a:moveTo>
                  <a:lnTo>
                    <a:pt x="39147" y="16668"/>
                  </a:lnTo>
                  <a:lnTo>
                    <a:pt x="77724" y="11429"/>
                  </a:lnTo>
                  <a:lnTo>
                    <a:pt x="94309" y="8703"/>
                  </a:lnTo>
                  <a:lnTo>
                    <a:pt x="110966" y="6191"/>
                  </a:lnTo>
                  <a:lnTo>
                    <a:pt x="127765" y="3821"/>
                  </a:lnTo>
                  <a:lnTo>
                    <a:pt x="144780" y="1523"/>
                  </a:lnTo>
                  <a:lnTo>
                    <a:pt x="147066" y="1523"/>
                  </a:lnTo>
                  <a:lnTo>
                    <a:pt x="162306" y="761"/>
                  </a:lnTo>
                  <a:lnTo>
                    <a:pt x="161544" y="0"/>
                  </a:lnTo>
                  <a:lnTo>
                    <a:pt x="159258" y="0"/>
                  </a:lnTo>
                  <a:lnTo>
                    <a:pt x="157734" y="0"/>
                  </a:lnTo>
                  <a:lnTo>
                    <a:pt x="15621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17"/>
            <p:cNvSpPr/>
            <p:nvPr/>
          </p:nvSpPr>
          <p:spPr>
            <a:xfrm>
              <a:off x="9785604" y="5961888"/>
              <a:ext cx="85090" cy="134620"/>
            </a:xfrm>
            <a:custGeom>
              <a:rect b="b" l="l" r="r" t="t"/>
              <a:pathLst>
                <a:path extrusionOk="0" h="134620" w="85090">
                  <a:moveTo>
                    <a:pt x="84581" y="0"/>
                  </a:moveTo>
                  <a:lnTo>
                    <a:pt x="71711" y="16144"/>
                  </a:lnTo>
                  <a:lnTo>
                    <a:pt x="59340" y="32575"/>
                  </a:lnTo>
                  <a:lnTo>
                    <a:pt x="47398" y="49291"/>
                  </a:lnTo>
                  <a:lnTo>
                    <a:pt x="35813" y="66294"/>
                  </a:lnTo>
                  <a:lnTo>
                    <a:pt x="27420" y="77747"/>
                  </a:lnTo>
                  <a:lnTo>
                    <a:pt x="6095" y="113538"/>
                  </a:lnTo>
                  <a:lnTo>
                    <a:pt x="1523" y="127254"/>
                  </a:lnTo>
                  <a:lnTo>
                    <a:pt x="0" y="13411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17"/>
            <p:cNvSpPr/>
            <p:nvPr/>
          </p:nvSpPr>
          <p:spPr>
            <a:xfrm>
              <a:off x="9880508" y="5910750"/>
              <a:ext cx="145415" cy="201930"/>
            </a:xfrm>
            <a:custGeom>
              <a:rect b="b" l="l" r="r" t="t"/>
              <a:pathLst>
                <a:path extrusionOk="0" h="201929" w="145415">
                  <a:moveTo>
                    <a:pt x="113883" y="8465"/>
                  </a:moveTo>
                  <a:lnTo>
                    <a:pt x="103834" y="3452"/>
                  </a:lnTo>
                  <a:lnTo>
                    <a:pt x="94642" y="369"/>
                  </a:lnTo>
                  <a:lnTo>
                    <a:pt x="85165" y="0"/>
                  </a:lnTo>
                  <a:lnTo>
                    <a:pt x="74259" y="3131"/>
                  </a:lnTo>
                  <a:lnTo>
                    <a:pt x="37397" y="33242"/>
                  </a:lnTo>
                  <a:lnTo>
                    <a:pt x="9870" y="83712"/>
                  </a:lnTo>
                  <a:lnTo>
                    <a:pt x="1107" y="124289"/>
                  </a:lnTo>
                  <a:lnTo>
                    <a:pt x="0" y="140148"/>
                  </a:lnTo>
                  <a:lnTo>
                    <a:pt x="821" y="156293"/>
                  </a:lnTo>
                  <a:lnTo>
                    <a:pt x="21609" y="194500"/>
                  </a:lnTo>
                  <a:lnTo>
                    <a:pt x="45755" y="201763"/>
                  </a:lnTo>
                  <a:lnTo>
                    <a:pt x="58257" y="201251"/>
                  </a:lnTo>
                  <a:lnTo>
                    <a:pt x="103262" y="178319"/>
                  </a:lnTo>
                  <a:lnTo>
                    <a:pt x="135028" y="137910"/>
                  </a:lnTo>
                  <a:lnTo>
                    <a:pt x="145113" y="87832"/>
                  </a:lnTo>
                  <a:lnTo>
                    <a:pt x="143506" y="71330"/>
                  </a:lnTo>
                  <a:lnTo>
                    <a:pt x="120919" y="30622"/>
                  </a:lnTo>
                  <a:lnTo>
                    <a:pt x="84165" y="20657"/>
                  </a:lnTo>
                  <a:lnTo>
                    <a:pt x="75021" y="19895"/>
                  </a:lnTo>
                  <a:lnTo>
                    <a:pt x="66639" y="20657"/>
                  </a:lnTo>
                  <a:lnTo>
                    <a:pt x="61305" y="2980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71" name="Google Shape;2371;p17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9012161" y="6111227"/>
            <a:ext cx="127279" cy="156997"/>
          </a:xfrm>
          <a:prstGeom prst="rect">
            <a:avLst/>
          </a:prstGeom>
          <a:noFill/>
          <a:ln>
            <a:noFill/>
          </a:ln>
        </p:spPr>
      </p:pic>
      <p:sp>
        <p:nvSpPr>
          <p:cNvPr id="2372" name="Google Shape;2372;p17"/>
          <p:cNvSpPr/>
          <p:nvPr/>
        </p:nvSpPr>
        <p:spPr>
          <a:xfrm>
            <a:off x="9258300" y="6160008"/>
            <a:ext cx="99060" cy="6985"/>
          </a:xfrm>
          <a:custGeom>
            <a:rect b="b" l="l" r="r" t="t"/>
            <a:pathLst>
              <a:path extrusionOk="0" h="6985" w="99059">
                <a:moveTo>
                  <a:pt x="0" y="6857"/>
                </a:moveTo>
                <a:lnTo>
                  <a:pt x="14370" y="6667"/>
                </a:lnTo>
                <a:lnTo>
                  <a:pt x="28098" y="5333"/>
                </a:lnTo>
                <a:lnTo>
                  <a:pt x="41683" y="3428"/>
                </a:lnTo>
                <a:lnTo>
                  <a:pt x="55626" y="1523"/>
                </a:lnTo>
                <a:lnTo>
                  <a:pt x="65913" y="642"/>
                </a:lnTo>
                <a:lnTo>
                  <a:pt x="76200" y="190"/>
                </a:lnTo>
                <a:lnTo>
                  <a:pt x="86487" y="23"/>
                </a:lnTo>
                <a:lnTo>
                  <a:pt x="96774" y="0"/>
                </a:lnTo>
                <a:lnTo>
                  <a:pt x="97536" y="0"/>
                </a:lnTo>
                <a:lnTo>
                  <a:pt x="98298" y="0"/>
                </a:lnTo>
                <a:lnTo>
                  <a:pt x="99060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3" name="Google Shape;2373;p17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9458693" y="6079223"/>
            <a:ext cx="107467" cy="150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4" name="Google Shape;2374;p17"/>
          <p:cNvGrpSpPr/>
          <p:nvPr/>
        </p:nvGrpSpPr>
        <p:grpSpPr>
          <a:xfrm>
            <a:off x="9835133" y="6108954"/>
            <a:ext cx="102235" cy="99060"/>
            <a:chOff x="9835133" y="6108954"/>
            <a:chExt cx="102235" cy="99060"/>
          </a:xfrm>
        </p:grpSpPr>
        <p:sp>
          <p:nvSpPr>
            <p:cNvPr id="2375" name="Google Shape;2375;p17"/>
            <p:cNvSpPr/>
            <p:nvPr/>
          </p:nvSpPr>
          <p:spPr>
            <a:xfrm>
              <a:off x="9877043" y="6121146"/>
              <a:ext cx="44450" cy="62865"/>
            </a:xfrm>
            <a:custGeom>
              <a:rect b="b" l="l" r="r" t="t"/>
              <a:pathLst>
                <a:path extrusionOk="0" h="62864" w="44450">
                  <a:moveTo>
                    <a:pt x="8381" y="14477"/>
                  </a:moveTo>
                  <a:lnTo>
                    <a:pt x="6119" y="22490"/>
                  </a:lnTo>
                  <a:lnTo>
                    <a:pt x="4000" y="30575"/>
                  </a:lnTo>
                  <a:lnTo>
                    <a:pt x="2166" y="38802"/>
                  </a:lnTo>
                  <a:lnTo>
                    <a:pt x="761" y="47243"/>
                  </a:lnTo>
                  <a:lnTo>
                    <a:pt x="0" y="48005"/>
                  </a:lnTo>
                  <a:lnTo>
                    <a:pt x="0" y="49529"/>
                  </a:lnTo>
                  <a:lnTo>
                    <a:pt x="0" y="50291"/>
                  </a:lnTo>
                  <a:lnTo>
                    <a:pt x="761" y="45719"/>
                  </a:lnTo>
                  <a:lnTo>
                    <a:pt x="761" y="43433"/>
                  </a:lnTo>
                  <a:lnTo>
                    <a:pt x="2285" y="38861"/>
                  </a:lnTo>
                  <a:lnTo>
                    <a:pt x="25907" y="0"/>
                  </a:lnTo>
                  <a:lnTo>
                    <a:pt x="31241" y="3047"/>
                  </a:lnTo>
                  <a:lnTo>
                    <a:pt x="37337" y="5333"/>
                  </a:lnTo>
                  <a:lnTo>
                    <a:pt x="41147" y="19049"/>
                  </a:lnTo>
                  <a:lnTo>
                    <a:pt x="42671" y="24383"/>
                  </a:lnTo>
                  <a:lnTo>
                    <a:pt x="43874" y="31361"/>
                  </a:lnTo>
                  <a:lnTo>
                    <a:pt x="44291" y="38480"/>
                  </a:lnTo>
                  <a:lnTo>
                    <a:pt x="44279" y="45600"/>
                  </a:lnTo>
                  <a:lnTo>
                    <a:pt x="44195" y="52577"/>
                  </a:lnTo>
                  <a:lnTo>
                    <a:pt x="44195" y="59435"/>
                  </a:lnTo>
                  <a:lnTo>
                    <a:pt x="44195" y="60959"/>
                  </a:lnTo>
                  <a:lnTo>
                    <a:pt x="38099" y="62483"/>
                  </a:lnTo>
                  <a:lnTo>
                    <a:pt x="37337" y="62483"/>
                  </a:lnTo>
                  <a:lnTo>
                    <a:pt x="36575" y="62483"/>
                  </a:lnTo>
                  <a:lnTo>
                    <a:pt x="35813" y="62483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17"/>
            <p:cNvSpPr/>
            <p:nvPr/>
          </p:nvSpPr>
          <p:spPr>
            <a:xfrm>
              <a:off x="9835133" y="6108954"/>
              <a:ext cx="102235" cy="99060"/>
            </a:xfrm>
            <a:custGeom>
              <a:rect b="b" l="l" r="r" t="t"/>
              <a:pathLst>
                <a:path extrusionOk="0" h="99060" w="102234">
                  <a:moveTo>
                    <a:pt x="102107" y="0"/>
                  </a:moveTo>
                  <a:lnTo>
                    <a:pt x="65531" y="31241"/>
                  </a:lnTo>
                  <a:lnTo>
                    <a:pt x="47624" y="51815"/>
                  </a:lnTo>
                  <a:lnTo>
                    <a:pt x="38742" y="62102"/>
                  </a:lnTo>
                  <a:lnTo>
                    <a:pt x="29717" y="72389"/>
                  </a:lnTo>
                  <a:lnTo>
                    <a:pt x="23967" y="78795"/>
                  </a:lnTo>
                  <a:lnTo>
                    <a:pt x="18002" y="85915"/>
                  </a:lnTo>
                  <a:lnTo>
                    <a:pt x="11608" y="92749"/>
                  </a:lnTo>
                  <a:lnTo>
                    <a:pt x="4571" y="98297"/>
                  </a:lnTo>
                  <a:lnTo>
                    <a:pt x="2285" y="98297"/>
                  </a:lnTo>
                  <a:lnTo>
                    <a:pt x="1523" y="99059"/>
                  </a:lnTo>
                  <a:lnTo>
                    <a:pt x="0" y="98297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77" name="Google Shape;2377;p17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7677518" y="5105530"/>
            <a:ext cx="70510" cy="81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8" name="Google Shape;2378;p17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7456252" y="4693621"/>
            <a:ext cx="108896" cy="138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9" name="Google Shape;2379;p17"/>
          <p:cNvGrpSpPr/>
          <p:nvPr/>
        </p:nvGrpSpPr>
        <p:grpSpPr>
          <a:xfrm>
            <a:off x="7404354" y="4405884"/>
            <a:ext cx="173355" cy="215439"/>
            <a:chOff x="7404354" y="4405884"/>
            <a:chExt cx="173355" cy="215439"/>
          </a:xfrm>
        </p:grpSpPr>
        <p:sp>
          <p:nvSpPr>
            <p:cNvPr id="2380" name="Google Shape;2380;p17"/>
            <p:cNvSpPr/>
            <p:nvPr/>
          </p:nvSpPr>
          <p:spPr>
            <a:xfrm>
              <a:off x="7472172" y="4405884"/>
              <a:ext cx="20320" cy="150495"/>
            </a:xfrm>
            <a:custGeom>
              <a:rect b="b" l="l" r="r" t="t"/>
              <a:pathLst>
                <a:path extrusionOk="0" h="150495" w="20320">
                  <a:moveTo>
                    <a:pt x="0" y="0"/>
                  </a:moveTo>
                  <a:lnTo>
                    <a:pt x="2714" y="13846"/>
                  </a:lnTo>
                  <a:lnTo>
                    <a:pt x="5143" y="27908"/>
                  </a:lnTo>
                  <a:lnTo>
                    <a:pt x="7286" y="42112"/>
                  </a:lnTo>
                  <a:lnTo>
                    <a:pt x="9144" y="56388"/>
                  </a:lnTo>
                  <a:lnTo>
                    <a:pt x="11287" y="71949"/>
                  </a:lnTo>
                  <a:lnTo>
                    <a:pt x="16002" y="119634"/>
                  </a:lnTo>
                  <a:lnTo>
                    <a:pt x="16573" y="133350"/>
                  </a:lnTo>
                  <a:lnTo>
                    <a:pt x="17073" y="140208"/>
                  </a:lnTo>
                  <a:lnTo>
                    <a:pt x="18288" y="147066"/>
                  </a:lnTo>
                  <a:lnTo>
                    <a:pt x="19812" y="150114"/>
                  </a:lnTo>
                  <a:lnTo>
                    <a:pt x="19050" y="146304"/>
                  </a:lnTo>
                  <a:lnTo>
                    <a:pt x="19050" y="144780"/>
                  </a:lnTo>
                  <a:lnTo>
                    <a:pt x="19050" y="143256"/>
                  </a:lnTo>
                  <a:lnTo>
                    <a:pt x="19050" y="142494"/>
                  </a:lnTo>
                  <a:lnTo>
                    <a:pt x="18288" y="14097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17"/>
            <p:cNvSpPr/>
            <p:nvPr/>
          </p:nvSpPr>
          <p:spPr>
            <a:xfrm>
              <a:off x="7404354" y="4591478"/>
              <a:ext cx="173355" cy="29845"/>
            </a:xfrm>
            <a:custGeom>
              <a:rect b="b" l="l" r="r" t="t"/>
              <a:pathLst>
                <a:path extrusionOk="0" h="29845" w="173354">
                  <a:moveTo>
                    <a:pt x="0" y="29289"/>
                  </a:moveTo>
                  <a:lnTo>
                    <a:pt x="49184" y="25110"/>
                  </a:lnTo>
                  <a:lnTo>
                    <a:pt x="103155" y="15001"/>
                  </a:lnTo>
                  <a:lnTo>
                    <a:pt x="140208" y="6429"/>
                  </a:lnTo>
                  <a:lnTo>
                    <a:pt x="145970" y="5048"/>
                  </a:lnTo>
                  <a:lnTo>
                    <a:pt x="156591" y="2238"/>
                  </a:lnTo>
                  <a:lnTo>
                    <a:pt x="167211" y="0"/>
                  </a:lnTo>
                  <a:lnTo>
                    <a:pt x="172974" y="333"/>
                  </a:lnTo>
                  <a:lnTo>
                    <a:pt x="166878" y="3381"/>
                  </a:lnTo>
                  <a:lnTo>
                    <a:pt x="166116" y="338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2" name="Google Shape;2382;p17"/>
          <p:cNvGrpSpPr/>
          <p:nvPr/>
        </p:nvGrpSpPr>
        <p:grpSpPr>
          <a:xfrm>
            <a:off x="8111476" y="4251198"/>
            <a:ext cx="153175" cy="269240"/>
            <a:chOff x="8111476" y="4251198"/>
            <a:chExt cx="153175" cy="269240"/>
          </a:xfrm>
        </p:grpSpPr>
        <p:pic>
          <p:nvPicPr>
            <p:cNvPr id="2383" name="Google Shape;2383;p17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8111476" y="4352531"/>
              <a:ext cx="112801" cy="115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4" name="Google Shape;2384;p17"/>
            <p:cNvSpPr/>
            <p:nvPr/>
          </p:nvSpPr>
          <p:spPr>
            <a:xfrm>
              <a:off x="8252459" y="4449318"/>
              <a:ext cx="5080" cy="71120"/>
            </a:xfrm>
            <a:custGeom>
              <a:rect b="b" l="l" r="r" t="t"/>
              <a:pathLst>
                <a:path extrusionOk="0" h="71120" w="5079">
                  <a:moveTo>
                    <a:pt x="3048" y="0"/>
                  </a:moveTo>
                  <a:lnTo>
                    <a:pt x="3048" y="9263"/>
                  </a:lnTo>
                  <a:lnTo>
                    <a:pt x="3048" y="18669"/>
                  </a:lnTo>
                  <a:lnTo>
                    <a:pt x="3048" y="28074"/>
                  </a:lnTo>
                  <a:lnTo>
                    <a:pt x="3048" y="37338"/>
                  </a:lnTo>
                  <a:lnTo>
                    <a:pt x="3810" y="44958"/>
                  </a:lnTo>
                  <a:lnTo>
                    <a:pt x="4572" y="54102"/>
                  </a:lnTo>
                  <a:lnTo>
                    <a:pt x="2286" y="61722"/>
                  </a:lnTo>
                  <a:lnTo>
                    <a:pt x="0" y="70866"/>
                  </a:lnTo>
                  <a:lnTo>
                    <a:pt x="0" y="61722"/>
                  </a:lnTo>
                  <a:lnTo>
                    <a:pt x="0" y="5791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17"/>
            <p:cNvSpPr/>
            <p:nvPr/>
          </p:nvSpPr>
          <p:spPr>
            <a:xfrm>
              <a:off x="8249411" y="438912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17"/>
            <p:cNvSpPr/>
            <p:nvPr/>
          </p:nvSpPr>
          <p:spPr>
            <a:xfrm>
              <a:off x="8255507" y="4251198"/>
              <a:ext cx="8255" cy="62865"/>
            </a:xfrm>
            <a:custGeom>
              <a:rect b="b" l="l" r="r" t="t"/>
              <a:pathLst>
                <a:path extrusionOk="0" h="62864" w="8254">
                  <a:moveTo>
                    <a:pt x="7620" y="0"/>
                  </a:moveTo>
                  <a:lnTo>
                    <a:pt x="7703" y="10739"/>
                  </a:lnTo>
                  <a:lnTo>
                    <a:pt x="7715" y="21336"/>
                  </a:lnTo>
                  <a:lnTo>
                    <a:pt x="7298" y="31932"/>
                  </a:lnTo>
                  <a:lnTo>
                    <a:pt x="6096" y="42672"/>
                  </a:lnTo>
                  <a:lnTo>
                    <a:pt x="4572" y="50292"/>
                  </a:lnTo>
                  <a:lnTo>
                    <a:pt x="2286" y="56388"/>
                  </a:lnTo>
                  <a:lnTo>
                    <a:pt x="0" y="6248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7" name="Google Shape;2387;p17"/>
          <p:cNvGrpSpPr/>
          <p:nvPr/>
        </p:nvGrpSpPr>
        <p:grpSpPr>
          <a:xfrm>
            <a:off x="8519159" y="4369307"/>
            <a:ext cx="60960" cy="71628"/>
            <a:chOff x="8519159" y="4369307"/>
            <a:chExt cx="60960" cy="71628"/>
          </a:xfrm>
        </p:grpSpPr>
        <p:sp>
          <p:nvSpPr>
            <p:cNvPr id="2388" name="Google Shape;2388;p17"/>
            <p:cNvSpPr/>
            <p:nvPr/>
          </p:nvSpPr>
          <p:spPr>
            <a:xfrm>
              <a:off x="8519159" y="4369307"/>
              <a:ext cx="59055" cy="9525"/>
            </a:xfrm>
            <a:custGeom>
              <a:rect b="b" l="l" r="r" t="t"/>
              <a:pathLst>
                <a:path extrusionOk="0" h="9525" w="59054">
                  <a:moveTo>
                    <a:pt x="0" y="9144"/>
                  </a:moveTo>
                  <a:lnTo>
                    <a:pt x="10429" y="6762"/>
                  </a:lnTo>
                  <a:lnTo>
                    <a:pt x="21145" y="4381"/>
                  </a:lnTo>
                  <a:lnTo>
                    <a:pt x="32146" y="2286"/>
                  </a:lnTo>
                  <a:lnTo>
                    <a:pt x="43434" y="762"/>
                  </a:lnTo>
                  <a:lnTo>
                    <a:pt x="48006" y="0"/>
                  </a:lnTo>
                  <a:lnTo>
                    <a:pt x="54864" y="0"/>
                  </a:lnTo>
                  <a:lnTo>
                    <a:pt x="58674" y="152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17"/>
            <p:cNvSpPr/>
            <p:nvPr/>
          </p:nvSpPr>
          <p:spPr>
            <a:xfrm>
              <a:off x="8519159" y="4429505"/>
              <a:ext cx="60960" cy="11430"/>
            </a:xfrm>
            <a:custGeom>
              <a:rect b="b" l="l" r="r" t="t"/>
              <a:pathLst>
                <a:path extrusionOk="0" h="11429" w="60959">
                  <a:moveTo>
                    <a:pt x="0" y="11429"/>
                  </a:moveTo>
                  <a:lnTo>
                    <a:pt x="39624" y="8381"/>
                  </a:lnTo>
                  <a:lnTo>
                    <a:pt x="53340" y="4571"/>
                  </a:lnTo>
                  <a:lnTo>
                    <a:pt x="6096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0" name="Google Shape;2390;p17"/>
          <p:cNvGrpSpPr/>
          <p:nvPr/>
        </p:nvGrpSpPr>
        <p:grpSpPr>
          <a:xfrm>
            <a:off x="8777478" y="4340339"/>
            <a:ext cx="148494" cy="155461"/>
            <a:chOff x="8777478" y="4340339"/>
            <a:chExt cx="148494" cy="155461"/>
          </a:xfrm>
        </p:grpSpPr>
        <p:sp>
          <p:nvSpPr>
            <p:cNvPr id="2391" name="Google Shape;2391;p17"/>
            <p:cNvSpPr/>
            <p:nvPr/>
          </p:nvSpPr>
          <p:spPr>
            <a:xfrm>
              <a:off x="8777478" y="448056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92" name="Google Shape;2392;p17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8813112" y="4340339"/>
              <a:ext cx="112860" cy="1417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18"/>
          <p:cNvSpPr/>
          <p:nvPr/>
        </p:nvSpPr>
        <p:spPr>
          <a:xfrm>
            <a:off x="4643628" y="3307841"/>
            <a:ext cx="3810" cy="18415"/>
          </a:xfrm>
          <a:custGeom>
            <a:rect b="b" l="l" r="r" t="t"/>
            <a:pathLst>
              <a:path extrusionOk="0" h="18414" w="3810">
                <a:moveTo>
                  <a:pt x="3810" y="0"/>
                </a:moveTo>
                <a:lnTo>
                  <a:pt x="762" y="10668"/>
                </a:lnTo>
                <a:lnTo>
                  <a:pt x="0" y="11430"/>
                </a:lnTo>
                <a:lnTo>
                  <a:pt x="0" y="18288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18"/>
          <p:cNvSpPr/>
          <p:nvPr/>
        </p:nvSpPr>
        <p:spPr>
          <a:xfrm>
            <a:off x="4647438" y="3441953"/>
            <a:ext cx="41275" cy="54610"/>
          </a:xfrm>
          <a:custGeom>
            <a:rect b="b" l="l" r="r" t="t"/>
            <a:pathLst>
              <a:path extrusionOk="0" h="54610" w="41275">
                <a:moveTo>
                  <a:pt x="15240" y="3810"/>
                </a:moveTo>
                <a:lnTo>
                  <a:pt x="12192" y="0"/>
                </a:lnTo>
                <a:lnTo>
                  <a:pt x="3810" y="0"/>
                </a:lnTo>
                <a:lnTo>
                  <a:pt x="0" y="3810"/>
                </a:lnTo>
                <a:lnTo>
                  <a:pt x="0" y="12192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2192"/>
                </a:lnTo>
                <a:lnTo>
                  <a:pt x="15240" y="7620"/>
                </a:lnTo>
                <a:lnTo>
                  <a:pt x="15240" y="3810"/>
                </a:lnTo>
                <a:close/>
              </a:path>
              <a:path extrusionOk="0" h="54610" w="41275">
                <a:moveTo>
                  <a:pt x="41148" y="41910"/>
                </a:moveTo>
                <a:lnTo>
                  <a:pt x="37338" y="38862"/>
                </a:lnTo>
                <a:lnTo>
                  <a:pt x="28956" y="38862"/>
                </a:lnTo>
                <a:lnTo>
                  <a:pt x="25908" y="41910"/>
                </a:lnTo>
                <a:lnTo>
                  <a:pt x="25908" y="50292"/>
                </a:lnTo>
                <a:lnTo>
                  <a:pt x="28956" y="54102"/>
                </a:lnTo>
                <a:lnTo>
                  <a:pt x="37338" y="54102"/>
                </a:lnTo>
                <a:lnTo>
                  <a:pt x="41148" y="50292"/>
                </a:lnTo>
                <a:lnTo>
                  <a:pt x="41148" y="46482"/>
                </a:lnTo>
                <a:lnTo>
                  <a:pt x="41148" y="41910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9" name="Google Shape;2399;p18"/>
          <p:cNvGrpSpPr/>
          <p:nvPr/>
        </p:nvGrpSpPr>
        <p:grpSpPr>
          <a:xfrm>
            <a:off x="3336798" y="2216657"/>
            <a:ext cx="194310" cy="289687"/>
            <a:chOff x="3336798" y="2216657"/>
            <a:chExt cx="194310" cy="289687"/>
          </a:xfrm>
        </p:grpSpPr>
        <p:sp>
          <p:nvSpPr>
            <p:cNvPr id="2400" name="Google Shape;2400;p18"/>
            <p:cNvSpPr/>
            <p:nvPr/>
          </p:nvSpPr>
          <p:spPr>
            <a:xfrm>
              <a:off x="3336798" y="2356032"/>
              <a:ext cx="73660" cy="111760"/>
            </a:xfrm>
            <a:custGeom>
              <a:rect b="b" l="l" r="r" t="t"/>
              <a:pathLst>
                <a:path extrusionOk="0" h="111760" w="73660">
                  <a:moveTo>
                    <a:pt x="0" y="9215"/>
                  </a:moveTo>
                  <a:lnTo>
                    <a:pt x="9203" y="4143"/>
                  </a:lnTo>
                  <a:lnTo>
                    <a:pt x="16478" y="1214"/>
                  </a:lnTo>
                  <a:lnTo>
                    <a:pt x="23895" y="0"/>
                  </a:lnTo>
                  <a:lnTo>
                    <a:pt x="33528" y="71"/>
                  </a:lnTo>
                  <a:lnTo>
                    <a:pt x="71008" y="23550"/>
                  </a:lnTo>
                  <a:lnTo>
                    <a:pt x="73485" y="40505"/>
                  </a:lnTo>
                  <a:lnTo>
                    <a:pt x="73152" y="48839"/>
                  </a:lnTo>
                  <a:lnTo>
                    <a:pt x="51054" y="93797"/>
                  </a:lnTo>
                  <a:lnTo>
                    <a:pt x="30480" y="108275"/>
                  </a:lnTo>
                  <a:lnTo>
                    <a:pt x="27432" y="109799"/>
                  </a:lnTo>
                  <a:lnTo>
                    <a:pt x="22860" y="111323"/>
                  </a:lnTo>
                  <a:lnTo>
                    <a:pt x="19812" y="110561"/>
                  </a:lnTo>
                  <a:lnTo>
                    <a:pt x="17526" y="109799"/>
                  </a:lnTo>
                  <a:lnTo>
                    <a:pt x="19050" y="109799"/>
                  </a:lnTo>
                  <a:lnTo>
                    <a:pt x="16764" y="108275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18"/>
            <p:cNvSpPr/>
            <p:nvPr/>
          </p:nvSpPr>
          <p:spPr>
            <a:xfrm>
              <a:off x="3403282" y="2348388"/>
              <a:ext cx="78740" cy="111125"/>
            </a:xfrm>
            <a:custGeom>
              <a:rect b="b" l="l" r="r" t="t"/>
              <a:pathLst>
                <a:path extrusionOk="0" h="111125" w="78739">
                  <a:moveTo>
                    <a:pt x="42481" y="4667"/>
                  </a:moveTo>
                  <a:lnTo>
                    <a:pt x="33932" y="1297"/>
                  </a:lnTo>
                  <a:lnTo>
                    <a:pt x="27812" y="0"/>
                  </a:lnTo>
                  <a:lnTo>
                    <a:pt x="22550" y="1988"/>
                  </a:lnTo>
                  <a:lnTo>
                    <a:pt x="2095" y="36671"/>
                  </a:lnTo>
                  <a:lnTo>
                    <a:pt x="0" y="59817"/>
                  </a:lnTo>
                  <a:lnTo>
                    <a:pt x="1023" y="71497"/>
                  </a:lnTo>
                  <a:lnTo>
                    <a:pt x="21145" y="105251"/>
                  </a:lnTo>
                  <a:lnTo>
                    <a:pt x="47815" y="110585"/>
                  </a:lnTo>
                  <a:lnTo>
                    <a:pt x="55530" y="110680"/>
                  </a:lnTo>
                  <a:lnTo>
                    <a:pt x="62674" y="110204"/>
                  </a:lnTo>
                  <a:lnTo>
                    <a:pt x="69246" y="108013"/>
                  </a:lnTo>
                  <a:lnTo>
                    <a:pt x="75247" y="102965"/>
                  </a:lnTo>
                  <a:lnTo>
                    <a:pt x="76009" y="101441"/>
                  </a:lnTo>
                  <a:lnTo>
                    <a:pt x="77533" y="99155"/>
                  </a:lnTo>
                  <a:lnTo>
                    <a:pt x="78295" y="9763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18"/>
            <p:cNvSpPr/>
            <p:nvPr/>
          </p:nvSpPr>
          <p:spPr>
            <a:xfrm>
              <a:off x="3499104" y="2216657"/>
              <a:ext cx="6350" cy="76200"/>
            </a:xfrm>
            <a:custGeom>
              <a:rect b="b" l="l" r="r" t="t"/>
              <a:pathLst>
                <a:path extrusionOk="0" h="76200" w="6350">
                  <a:moveTo>
                    <a:pt x="4572" y="0"/>
                  </a:moveTo>
                  <a:lnTo>
                    <a:pt x="5024" y="10406"/>
                  </a:lnTo>
                  <a:lnTo>
                    <a:pt x="5334" y="20955"/>
                  </a:lnTo>
                  <a:lnTo>
                    <a:pt x="5643" y="31503"/>
                  </a:lnTo>
                  <a:lnTo>
                    <a:pt x="6096" y="41910"/>
                  </a:lnTo>
                  <a:lnTo>
                    <a:pt x="762" y="75438"/>
                  </a:lnTo>
                  <a:lnTo>
                    <a:pt x="1524" y="76200"/>
                  </a:lnTo>
                  <a:lnTo>
                    <a:pt x="0" y="7620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p18"/>
            <p:cNvSpPr/>
            <p:nvPr/>
          </p:nvSpPr>
          <p:spPr>
            <a:xfrm>
              <a:off x="3515868" y="2423159"/>
              <a:ext cx="15240" cy="83185"/>
            </a:xfrm>
            <a:custGeom>
              <a:rect b="b" l="l" r="r" t="t"/>
              <a:pathLst>
                <a:path extrusionOk="0" h="83185" w="15239">
                  <a:moveTo>
                    <a:pt x="0" y="0"/>
                  </a:moveTo>
                  <a:lnTo>
                    <a:pt x="285" y="9917"/>
                  </a:lnTo>
                  <a:lnTo>
                    <a:pt x="1143" y="19335"/>
                  </a:lnTo>
                  <a:lnTo>
                    <a:pt x="2571" y="28610"/>
                  </a:lnTo>
                  <a:lnTo>
                    <a:pt x="4572" y="38100"/>
                  </a:lnTo>
                  <a:lnTo>
                    <a:pt x="6298" y="46541"/>
                  </a:lnTo>
                  <a:lnTo>
                    <a:pt x="8096" y="54768"/>
                  </a:lnTo>
                  <a:lnTo>
                    <a:pt x="10036" y="62853"/>
                  </a:lnTo>
                  <a:lnTo>
                    <a:pt x="12192" y="70866"/>
                  </a:lnTo>
                  <a:lnTo>
                    <a:pt x="12954" y="74676"/>
                  </a:lnTo>
                  <a:lnTo>
                    <a:pt x="13716" y="78486"/>
                  </a:lnTo>
                  <a:lnTo>
                    <a:pt x="15240" y="8305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4" name="Google Shape;2404;p18"/>
          <p:cNvGrpSpPr/>
          <p:nvPr/>
        </p:nvGrpSpPr>
        <p:grpSpPr>
          <a:xfrm>
            <a:off x="3723131" y="2318753"/>
            <a:ext cx="362725" cy="112801"/>
            <a:chOff x="3723131" y="2318753"/>
            <a:chExt cx="362725" cy="112801"/>
          </a:xfrm>
        </p:grpSpPr>
        <p:sp>
          <p:nvSpPr>
            <p:cNvPr id="2405" name="Google Shape;2405;p18"/>
            <p:cNvSpPr/>
            <p:nvPr/>
          </p:nvSpPr>
          <p:spPr>
            <a:xfrm>
              <a:off x="3723131" y="2359151"/>
              <a:ext cx="270510" cy="17145"/>
            </a:xfrm>
            <a:custGeom>
              <a:rect b="b" l="l" r="r" t="t"/>
              <a:pathLst>
                <a:path extrusionOk="0" h="17144" w="270510">
                  <a:moveTo>
                    <a:pt x="0" y="9144"/>
                  </a:moveTo>
                  <a:lnTo>
                    <a:pt x="45970" y="14823"/>
                  </a:lnTo>
                  <a:lnTo>
                    <a:pt x="84582" y="16764"/>
                  </a:lnTo>
                  <a:lnTo>
                    <a:pt x="107441" y="16954"/>
                  </a:lnTo>
                  <a:lnTo>
                    <a:pt x="130301" y="16859"/>
                  </a:lnTo>
                  <a:lnTo>
                    <a:pt x="153162" y="16764"/>
                  </a:lnTo>
                  <a:lnTo>
                    <a:pt x="193452" y="15144"/>
                  </a:lnTo>
                  <a:lnTo>
                    <a:pt x="233172" y="10668"/>
                  </a:lnTo>
                  <a:lnTo>
                    <a:pt x="249173" y="8096"/>
                  </a:lnTo>
                  <a:lnTo>
                    <a:pt x="257174" y="6917"/>
                  </a:lnTo>
                  <a:lnTo>
                    <a:pt x="265176" y="6096"/>
                  </a:lnTo>
                  <a:lnTo>
                    <a:pt x="270510" y="5334"/>
                  </a:lnTo>
                  <a:lnTo>
                    <a:pt x="268986" y="6858"/>
                  </a:lnTo>
                  <a:lnTo>
                    <a:pt x="268986" y="3810"/>
                  </a:lnTo>
                  <a:lnTo>
                    <a:pt x="268986" y="2286"/>
                  </a:lnTo>
                  <a:lnTo>
                    <a:pt x="268986" y="762"/>
                  </a:lnTo>
                  <a:lnTo>
                    <a:pt x="26898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06" name="Google Shape;2406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86771" y="2318753"/>
              <a:ext cx="99085" cy="1128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07" name="Google Shape;2407;p18"/>
          <p:cNvGrpSpPr/>
          <p:nvPr/>
        </p:nvGrpSpPr>
        <p:grpSpPr>
          <a:xfrm>
            <a:off x="4529315" y="2289166"/>
            <a:ext cx="178575" cy="149234"/>
            <a:chOff x="4529315" y="2289166"/>
            <a:chExt cx="178575" cy="149234"/>
          </a:xfrm>
        </p:grpSpPr>
        <p:pic>
          <p:nvPicPr>
            <p:cNvPr id="2408" name="Google Shape;2408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29315" y="2289166"/>
              <a:ext cx="144805" cy="1202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9" name="Google Shape;2409;p18"/>
            <p:cNvSpPr/>
            <p:nvPr/>
          </p:nvSpPr>
          <p:spPr>
            <a:xfrm>
              <a:off x="4705350" y="2362200"/>
              <a:ext cx="2540" cy="76200"/>
            </a:xfrm>
            <a:custGeom>
              <a:rect b="b" l="l" r="r" t="t"/>
              <a:pathLst>
                <a:path extrusionOk="0" h="76200" w="2539">
                  <a:moveTo>
                    <a:pt x="2286" y="0"/>
                  </a:moveTo>
                  <a:lnTo>
                    <a:pt x="964" y="8453"/>
                  </a:lnTo>
                  <a:lnTo>
                    <a:pt x="285" y="16764"/>
                  </a:lnTo>
                  <a:lnTo>
                    <a:pt x="35" y="25074"/>
                  </a:lnTo>
                  <a:lnTo>
                    <a:pt x="0" y="33528"/>
                  </a:lnTo>
                  <a:lnTo>
                    <a:pt x="11" y="42219"/>
                  </a:lnTo>
                  <a:lnTo>
                    <a:pt x="95" y="51054"/>
                  </a:lnTo>
                  <a:lnTo>
                    <a:pt x="321" y="59888"/>
                  </a:lnTo>
                  <a:lnTo>
                    <a:pt x="762" y="68580"/>
                  </a:lnTo>
                  <a:lnTo>
                    <a:pt x="1524" y="71628"/>
                  </a:lnTo>
                  <a:lnTo>
                    <a:pt x="1524" y="73914"/>
                  </a:lnTo>
                  <a:lnTo>
                    <a:pt x="2286" y="7620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0" name="Google Shape;2410;p18"/>
          <p:cNvSpPr/>
          <p:nvPr/>
        </p:nvSpPr>
        <p:spPr>
          <a:xfrm>
            <a:off x="4827270" y="2327910"/>
            <a:ext cx="64135" cy="7620"/>
          </a:xfrm>
          <a:custGeom>
            <a:rect b="b" l="l" r="r" t="t"/>
            <a:pathLst>
              <a:path extrusionOk="0" h="7619" w="64135">
                <a:moveTo>
                  <a:pt x="0" y="6096"/>
                </a:moveTo>
                <a:lnTo>
                  <a:pt x="10501" y="6941"/>
                </a:lnTo>
                <a:lnTo>
                  <a:pt x="20574" y="7143"/>
                </a:lnTo>
                <a:lnTo>
                  <a:pt x="30646" y="6631"/>
                </a:lnTo>
                <a:lnTo>
                  <a:pt x="41148" y="5334"/>
                </a:lnTo>
                <a:lnTo>
                  <a:pt x="46482" y="4572"/>
                </a:lnTo>
                <a:lnTo>
                  <a:pt x="59436" y="6096"/>
                </a:lnTo>
                <a:lnTo>
                  <a:pt x="63246" y="2286"/>
                </a:lnTo>
                <a:lnTo>
                  <a:pt x="63246" y="1524"/>
                </a:lnTo>
                <a:lnTo>
                  <a:pt x="64008" y="762"/>
                </a:lnTo>
                <a:lnTo>
                  <a:pt x="64008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1" name="Google Shape;2411;p18"/>
          <p:cNvGrpSpPr/>
          <p:nvPr/>
        </p:nvGrpSpPr>
        <p:grpSpPr>
          <a:xfrm>
            <a:off x="5093969" y="2106167"/>
            <a:ext cx="603249" cy="407289"/>
            <a:chOff x="5093969" y="2106167"/>
            <a:chExt cx="603249" cy="407289"/>
          </a:xfrm>
        </p:grpSpPr>
        <p:pic>
          <p:nvPicPr>
            <p:cNvPr id="2412" name="Google Shape;2412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70919" y="2163305"/>
              <a:ext cx="198907" cy="247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3" name="Google Shape;2413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06281" y="2232647"/>
              <a:ext cx="135447" cy="1234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4" name="Google Shape;2414;p18"/>
            <p:cNvSpPr/>
            <p:nvPr/>
          </p:nvSpPr>
          <p:spPr>
            <a:xfrm>
              <a:off x="5567933" y="2120645"/>
              <a:ext cx="28575" cy="21590"/>
            </a:xfrm>
            <a:custGeom>
              <a:rect b="b" l="l" r="r" t="t"/>
              <a:pathLst>
                <a:path extrusionOk="0" h="21589" w="28575">
                  <a:moveTo>
                    <a:pt x="0" y="3048"/>
                  </a:moveTo>
                  <a:lnTo>
                    <a:pt x="6858" y="1524"/>
                  </a:lnTo>
                  <a:lnTo>
                    <a:pt x="14478" y="0"/>
                  </a:lnTo>
                  <a:lnTo>
                    <a:pt x="21336" y="1524"/>
                  </a:lnTo>
                  <a:lnTo>
                    <a:pt x="24384" y="2286"/>
                  </a:lnTo>
                  <a:lnTo>
                    <a:pt x="25908" y="3810"/>
                  </a:lnTo>
                  <a:lnTo>
                    <a:pt x="27432" y="5334"/>
                  </a:lnTo>
                  <a:lnTo>
                    <a:pt x="25908" y="9144"/>
                  </a:lnTo>
                  <a:lnTo>
                    <a:pt x="28194" y="7620"/>
                  </a:lnTo>
                  <a:lnTo>
                    <a:pt x="23622" y="10668"/>
                  </a:lnTo>
                  <a:lnTo>
                    <a:pt x="18288" y="13716"/>
                  </a:lnTo>
                  <a:lnTo>
                    <a:pt x="13716" y="16764"/>
                  </a:lnTo>
                  <a:lnTo>
                    <a:pt x="10668" y="2133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18"/>
            <p:cNvSpPr/>
            <p:nvPr/>
          </p:nvSpPr>
          <p:spPr>
            <a:xfrm>
              <a:off x="5584697" y="2328671"/>
              <a:ext cx="3175" cy="67945"/>
            </a:xfrm>
            <a:custGeom>
              <a:rect b="b" l="l" r="r" t="t"/>
              <a:pathLst>
                <a:path extrusionOk="0" h="67944" w="3175">
                  <a:moveTo>
                    <a:pt x="3048" y="0"/>
                  </a:moveTo>
                  <a:lnTo>
                    <a:pt x="1607" y="11429"/>
                  </a:lnTo>
                  <a:lnTo>
                    <a:pt x="666" y="22859"/>
                  </a:lnTo>
                  <a:lnTo>
                    <a:pt x="154" y="34290"/>
                  </a:lnTo>
                  <a:lnTo>
                    <a:pt x="0" y="45720"/>
                  </a:lnTo>
                  <a:lnTo>
                    <a:pt x="0" y="52577"/>
                  </a:lnTo>
                  <a:lnTo>
                    <a:pt x="0" y="60198"/>
                  </a:lnTo>
                  <a:lnTo>
                    <a:pt x="0" y="6781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18"/>
            <p:cNvSpPr/>
            <p:nvPr/>
          </p:nvSpPr>
          <p:spPr>
            <a:xfrm>
              <a:off x="5574029" y="2106167"/>
              <a:ext cx="123189" cy="270510"/>
            </a:xfrm>
            <a:custGeom>
              <a:rect b="b" l="l" r="r" t="t"/>
              <a:pathLst>
                <a:path extrusionOk="0" h="270510" w="123189">
                  <a:moveTo>
                    <a:pt x="0" y="0"/>
                  </a:moveTo>
                  <a:lnTo>
                    <a:pt x="39624" y="16763"/>
                  </a:lnTo>
                  <a:lnTo>
                    <a:pt x="77664" y="47303"/>
                  </a:lnTo>
                  <a:lnTo>
                    <a:pt x="101346" y="78866"/>
                  </a:lnTo>
                  <a:lnTo>
                    <a:pt x="118395" y="121157"/>
                  </a:lnTo>
                  <a:lnTo>
                    <a:pt x="122598" y="163020"/>
                  </a:lnTo>
                  <a:lnTo>
                    <a:pt x="121062" y="180594"/>
                  </a:lnTo>
                  <a:lnTo>
                    <a:pt x="104370" y="227064"/>
                  </a:lnTo>
                  <a:lnTo>
                    <a:pt x="82296" y="260604"/>
                  </a:lnTo>
                  <a:lnTo>
                    <a:pt x="75438" y="270510"/>
                  </a:lnTo>
                  <a:lnTo>
                    <a:pt x="80772" y="263652"/>
                  </a:lnTo>
                  <a:lnTo>
                    <a:pt x="77724" y="26365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18"/>
            <p:cNvSpPr/>
            <p:nvPr/>
          </p:nvSpPr>
          <p:spPr>
            <a:xfrm>
              <a:off x="5093969" y="2130551"/>
              <a:ext cx="200025" cy="382905"/>
            </a:xfrm>
            <a:custGeom>
              <a:rect b="b" l="l" r="r" t="t"/>
              <a:pathLst>
                <a:path extrusionOk="0" h="382905" w="200025">
                  <a:moveTo>
                    <a:pt x="90677" y="0"/>
                  </a:moveTo>
                  <a:lnTo>
                    <a:pt x="44648" y="25812"/>
                  </a:lnTo>
                  <a:lnTo>
                    <a:pt x="18287" y="67818"/>
                  </a:lnTo>
                  <a:lnTo>
                    <a:pt x="4000" y="116967"/>
                  </a:lnTo>
                  <a:lnTo>
                    <a:pt x="0" y="168402"/>
                  </a:lnTo>
                  <a:lnTo>
                    <a:pt x="976" y="200441"/>
                  </a:lnTo>
                  <a:lnTo>
                    <a:pt x="15216" y="261949"/>
                  </a:lnTo>
                  <a:lnTo>
                    <a:pt x="42671" y="316099"/>
                  </a:lnTo>
                  <a:lnTo>
                    <a:pt x="80486" y="355175"/>
                  </a:lnTo>
                  <a:lnTo>
                    <a:pt x="128277" y="378202"/>
                  </a:lnTo>
                  <a:lnTo>
                    <a:pt x="174902" y="382321"/>
                  </a:lnTo>
                  <a:lnTo>
                    <a:pt x="199643" y="38023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18" name="Google Shape;241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94533" y="2154161"/>
            <a:ext cx="133089" cy="141781"/>
          </a:xfrm>
          <a:prstGeom prst="rect">
            <a:avLst/>
          </a:prstGeom>
          <a:noFill/>
          <a:ln>
            <a:noFill/>
          </a:ln>
        </p:spPr>
      </p:pic>
      <p:sp>
        <p:nvSpPr>
          <p:cNvPr id="2419" name="Google Shape;2419;p18"/>
          <p:cNvSpPr/>
          <p:nvPr/>
        </p:nvSpPr>
        <p:spPr>
          <a:xfrm>
            <a:off x="5980330" y="2236470"/>
            <a:ext cx="5715" cy="93345"/>
          </a:xfrm>
          <a:custGeom>
            <a:rect b="b" l="l" r="r" t="t"/>
            <a:pathLst>
              <a:path extrusionOk="0" h="93344" w="5714">
                <a:moveTo>
                  <a:pt x="2893" y="0"/>
                </a:moveTo>
                <a:lnTo>
                  <a:pt x="1357" y="9036"/>
                </a:lnTo>
                <a:lnTo>
                  <a:pt x="321" y="18002"/>
                </a:lnTo>
                <a:lnTo>
                  <a:pt x="0" y="27110"/>
                </a:lnTo>
                <a:lnTo>
                  <a:pt x="607" y="36576"/>
                </a:lnTo>
                <a:lnTo>
                  <a:pt x="1845" y="45719"/>
                </a:lnTo>
                <a:lnTo>
                  <a:pt x="3083" y="54863"/>
                </a:lnTo>
                <a:lnTo>
                  <a:pt x="4036" y="64007"/>
                </a:lnTo>
                <a:lnTo>
                  <a:pt x="4417" y="73152"/>
                </a:lnTo>
                <a:lnTo>
                  <a:pt x="5179" y="81534"/>
                </a:lnTo>
                <a:lnTo>
                  <a:pt x="5179" y="86106"/>
                </a:lnTo>
                <a:lnTo>
                  <a:pt x="2131" y="92964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0" name="Google Shape;2420;p18"/>
          <p:cNvGrpSpPr/>
          <p:nvPr/>
        </p:nvGrpSpPr>
        <p:grpSpPr>
          <a:xfrm>
            <a:off x="3408413" y="2638806"/>
            <a:ext cx="251485" cy="289572"/>
            <a:chOff x="3408413" y="2638806"/>
            <a:chExt cx="251485" cy="289572"/>
          </a:xfrm>
        </p:grpSpPr>
        <p:pic>
          <p:nvPicPr>
            <p:cNvPr id="2421" name="Google Shape;2421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08413" y="2750045"/>
              <a:ext cx="251485" cy="1783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2" name="Google Shape;2422;p18"/>
            <p:cNvSpPr/>
            <p:nvPr/>
          </p:nvSpPr>
          <p:spPr>
            <a:xfrm>
              <a:off x="3630167" y="2638806"/>
              <a:ext cx="1905" cy="67945"/>
            </a:xfrm>
            <a:custGeom>
              <a:rect b="b" l="l" r="r" t="t"/>
              <a:pathLst>
                <a:path extrusionOk="0" h="67944" w="1904">
                  <a:moveTo>
                    <a:pt x="1524" y="0"/>
                  </a:moveTo>
                  <a:lnTo>
                    <a:pt x="1083" y="11429"/>
                  </a:lnTo>
                  <a:lnTo>
                    <a:pt x="857" y="22859"/>
                  </a:lnTo>
                  <a:lnTo>
                    <a:pt x="773" y="34290"/>
                  </a:lnTo>
                  <a:lnTo>
                    <a:pt x="762" y="45720"/>
                  </a:lnTo>
                  <a:lnTo>
                    <a:pt x="762" y="53340"/>
                  </a:lnTo>
                  <a:lnTo>
                    <a:pt x="762" y="60960"/>
                  </a:lnTo>
                  <a:lnTo>
                    <a:pt x="0" y="6781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3" name="Google Shape;2423;p18"/>
          <p:cNvGrpSpPr/>
          <p:nvPr/>
        </p:nvGrpSpPr>
        <p:grpSpPr>
          <a:xfrm>
            <a:off x="3842004" y="2740913"/>
            <a:ext cx="311023" cy="102870"/>
            <a:chOff x="3842004" y="2740913"/>
            <a:chExt cx="311023" cy="102870"/>
          </a:xfrm>
        </p:grpSpPr>
        <p:sp>
          <p:nvSpPr>
            <p:cNvPr id="2424" name="Google Shape;2424;p18"/>
            <p:cNvSpPr/>
            <p:nvPr/>
          </p:nvSpPr>
          <p:spPr>
            <a:xfrm>
              <a:off x="3842004" y="2791205"/>
              <a:ext cx="220345" cy="20320"/>
            </a:xfrm>
            <a:custGeom>
              <a:rect b="b" l="l" r="r" t="t"/>
              <a:pathLst>
                <a:path extrusionOk="0" h="20319" w="220345">
                  <a:moveTo>
                    <a:pt x="0" y="18287"/>
                  </a:moveTo>
                  <a:lnTo>
                    <a:pt x="12584" y="19490"/>
                  </a:lnTo>
                  <a:lnTo>
                    <a:pt x="25241" y="19907"/>
                  </a:lnTo>
                  <a:lnTo>
                    <a:pt x="38040" y="19895"/>
                  </a:lnTo>
                  <a:lnTo>
                    <a:pt x="51053" y="19811"/>
                  </a:lnTo>
                  <a:lnTo>
                    <a:pt x="70365" y="19895"/>
                  </a:lnTo>
                  <a:lnTo>
                    <a:pt x="108704" y="19490"/>
                  </a:lnTo>
                  <a:lnTo>
                    <a:pt x="160686" y="14477"/>
                  </a:lnTo>
                  <a:lnTo>
                    <a:pt x="176772" y="12501"/>
                  </a:lnTo>
                  <a:lnTo>
                    <a:pt x="192786" y="10667"/>
                  </a:lnTo>
                  <a:lnTo>
                    <a:pt x="220218" y="6095"/>
                  </a:lnTo>
                  <a:lnTo>
                    <a:pt x="215646" y="1523"/>
                  </a:lnTo>
                  <a:lnTo>
                    <a:pt x="214884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18"/>
            <p:cNvSpPr/>
            <p:nvPr/>
          </p:nvSpPr>
          <p:spPr>
            <a:xfrm>
              <a:off x="4046982" y="2740913"/>
              <a:ext cx="106045" cy="102870"/>
            </a:xfrm>
            <a:custGeom>
              <a:rect b="b" l="l" r="r" t="t"/>
              <a:pathLst>
                <a:path extrusionOk="0" h="102869" w="106045">
                  <a:moveTo>
                    <a:pt x="0" y="0"/>
                  </a:moveTo>
                  <a:lnTo>
                    <a:pt x="41148" y="19811"/>
                  </a:lnTo>
                  <a:lnTo>
                    <a:pt x="51542" y="21681"/>
                  </a:lnTo>
                  <a:lnTo>
                    <a:pt x="62007" y="23907"/>
                  </a:lnTo>
                  <a:lnTo>
                    <a:pt x="72330" y="26562"/>
                  </a:lnTo>
                  <a:lnTo>
                    <a:pt x="82296" y="29717"/>
                  </a:lnTo>
                  <a:lnTo>
                    <a:pt x="87630" y="31241"/>
                  </a:lnTo>
                  <a:lnTo>
                    <a:pt x="100584" y="35813"/>
                  </a:lnTo>
                  <a:lnTo>
                    <a:pt x="103632" y="41147"/>
                  </a:lnTo>
                  <a:lnTo>
                    <a:pt x="105918" y="44195"/>
                  </a:lnTo>
                  <a:lnTo>
                    <a:pt x="105918" y="48005"/>
                  </a:lnTo>
                  <a:lnTo>
                    <a:pt x="102107" y="50291"/>
                  </a:lnTo>
                  <a:lnTo>
                    <a:pt x="95452" y="55745"/>
                  </a:lnTo>
                  <a:lnTo>
                    <a:pt x="88296" y="60769"/>
                  </a:lnTo>
                  <a:lnTo>
                    <a:pt x="80998" y="65508"/>
                  </a:lnTo>
                  <a:lnTo>
                    <a:pt x="73914" y="70103"/>
                  </a:lnTo>
                  <a:lnTo>
                    <a:pt x="65127" y="77426"/>
                  </a:lnTo>
                  <a:lnTo>
                    <a:pt x="56769" y="85248"/>
                  </a:lnTo>
                  <a:lnTo>
                    <a:pt x="48410" y="92928"/>
                  </a:lnTo>
                  <a:lnTo>
                    <a:pt x="39624" y="99822"/>
                  </a:lnTo>
                  <a:lnTo>
                    <a:pt x="38100" y="100583"/>
                  </a:lnTo>
                  <a:lnTo>
                    <a:pt x="35814" y="102107"/>
                  </a:lnTo>
                  <a:lnTo>
                    <a:pt x="34290" y="10287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6" name="Google Shape;2426;p18"/>
          <p:cNvGrpSpPr/>
          <p:nvPr/>
        </p:nvGrpSpPr>
        <p:grpSpPr>
          <a:xfrm>
            <a:off x="4565891" y="2754617"/>
            <a:ext cx="259867" cy="166903"/>
            <a:chOff x="4565891" y="2754617"/>
            <a:chExt cx="259867" cy="166903"/>
          </a:xfrm>
        </p:grpSpPr>
        <p:pic>
          <p:nvPicPr>
            <p:cNvPr id="2427" name="Google Shape;2427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565891" y="2754617"/>
              <a:ext cx="115849" cy="12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8" name="Google Shape;2428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706099" y="2832579"/>
              <a:ext cx="119659" cy="889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9" name="Google Shape;2429;p18"/>
          <p:cNvSpPr/>
          <p:nvPr/>
        </p:nvSpPr>
        <p:spPr>
          <a:xfrm>
            <a:off x="4958334" y="2805683"/>
            <a:ext cx="96520" cy="6985"/>
          </a:xfrm>
          <a:custGeom>
            <a:rect b="b" l="l" r="r" t="t"/>
            <a:pathLst>
              <a:path extrusionOk="0" h="6985" w="96520">
                <a:moveTo>
                  <a:pt x="0" y="5334"/>
                </a:moveTo>
                <a:lnTo>
                  <a:pt x="10834" y="6500"/>
                </a:lnTo>
                <a:lnTo>
                  <a:pt x="20955" y="6667"/>
                </a:lnTo>
                <a:lnTo>
                  <a:pt x="31075" y="5976"/>
                </a:lnTo>
                <a:lnTo>
                  <a:pt x="41910" y="4572"/>
                </a:lnTo>
                <a:lnTo>
                  <a:pt x="51756" y="3000"/>
                </a:lnTo>
                <a:lnTo>
                  <a:pt x="61817" y="1714"/>
                </a:lnTo>
                <a:lnTo>
                  <a:pt x="72020" y="714"/>
                </a:lnTo>
                <a:lnTo>
                  <a:pt x="82296" y="0"/>
                </a:lnTo>
                <a:lnTo>
                  <a:pt x="85344" y="0"/>
                </a:lnTo>
                <a:lnTo>
                  <a:pt x="93726" y="0"/>
                </a:lnTo>
                <a:lnTo>
                  <a:pt x="96012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0" name="Google Shape;2430;p18"/>
          <p:cNvGrpSpPr/>
          <p:nvPr/>
        </p:nvGrpSpPr>
        <p:grpSpPr>
          <a:xfrm>
            <a:off x="5198827" y="2620505"/>
            <a:ext cx="686480" cy="310159"/>
            <a:chOff x="5198827" y="2620505"/>
            <a:chExt cx="686480" cy="310159"/>
          </a:xfrm>
        </p:grpSpPr>
        <p:pic>
          <p:nvPicPr>
            <p:cNvPr id="2431" name="Google Shape;2431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198827" y="2620505"/>
              <a:ext cx="315017" cy="310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2" name="Google Shape;2432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551919" y="2697229"/>
              <a:ext cx="131339" cy="1427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3" name="Google Shape;2433;p18"/>
            <p:cNvSpPr/>
            <p:nvPr/>
          </p:nvSpPr>
          <p:spPr>
            <a:xfrm>
              <a:off x="5731002" y="2780538"/>
              <a:ext cx="12700" cy="71120"/>
            </a:xfrm>
            <a:custGeom>
              <a:rect b="b" l="l" r="r" t="t"/>
              <a:pathLst>
                <a:path extrusionOk="0" h="71119" w="12700">
                  <a:moveTo>
                    <a:pt x="0" y="0"/>
                  </a:moveTo>
                  <a:lnTo>
                    <a:pt x="5643" y="40135"/>
                  </a:lnTo>
                  <a:lnTo>
                    <a:pt x="7620" y="48482"/>
                  </a:lnTo>
                  <a:lnTo>
                    <a:pt x="9596" y="56971"/>
                  </a:lnTo>
                  <a:lnTo>
                    <a:pt x="11430" y="65532"/>
                  </a:lnTo>
                  <a:lnTo>
                    <a:pt x="11430" y="67056"/>
                  </a:lnTo>
                  <a:lnTo>
                    <a:pt x="12192" y="68580"/>
                  </a:lnTo>
                  <a:lnTo>
                    <a:pt x="12192" y="7086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18"/>
            <p:cNvSpPr/>
            <p:nvPr/>
          </p:nvSpPr>
          <p:spPr>
            <a:xfrm>
              <a:off x="5788152" y="2621803"/>
              <a:ext cx="97155" cy="292100"/>
            </a:xfrm>
            <a:custGeom>
              <a:rect b="b" l="l" r="r" t="t"/>
              <a:pathLst>
                <a:path extrusionOk="0" h="292100" w="97154">
                  <a:moveTo>
                    <a:pt x="0" y="1000"/>
                  </a:moveTo>
                  <a:lnTo>
                    <a:pt x="13799" y="0"/>
                  </a:lnTo>
                  <a:lnTo>
                    <a:pt x="24669" y="1000"/>
                  </a:lnTo>
                  <a:lnTo>
                    <a:pt x="34825" y="4857"/>
                  </a:lnTo>
                  <a:lnTo>
                    <a:pt x="70199" y="35861"/>
                  </a:lnTo>
                  <a:lnTo>
                    <a:pt x="93630" y="85903"/>
                  </a:lnTo>
                  <a:lnTo>
                    <a:pt x="97059" y="131980"/>
                  </a:lnTo>
                  <a:lnTo>
                    <a:pt x="94488" y="154162"/>
                  </a:lnTo>
                  <a:lnTo>
                    <a:pt x="87594" y="179331"/>
                  </a:lnTo>
                  <a:lnTo>
                    <a:pt x="77057" y="203501"/>
                  </a:lnTo>
                  <a:lnTo>
                    <a:pt x="64377" y="226814"/>
                  </a:lnTo>
                  <a:lnTo>
                    <a:pt x="51054" y="249412"/>
                  </a:lnTo>
                  <a:lnTo>
                    <a:pt x="44553" y="261330"/>
                  </a:lnTo>
                  <a:lnTo>
                    <a:pt x="37338" y="273319"/>
                  </a:lnTo>
                  <a:lnTo>
                    <a:pt x="28979" y="284023"/>
                  </a:lnTo>
                  <a:lnTo>
                    <a:pt x="19050" y="29208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35" name="Google Shape;2435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86211" y="2665463"/>
            <a:ext cx="115325" cy="128803"/>
          </a:xfrm>
          <a:prstGeom prst="rect">
            <a:avLst/>
          </a:prstGeom>
          <a:noFill/>
          <a:ln>
            <a:noFill/>
          </a:ln>
        </p:spPr>
      </p:pic>
      <p:sp>
        <p:nvSpPr>
          <p:cNvPr id="2436" name="Google Shape;2436;p18"/>
          <p:cNvSpPr/>
          <p:nvPr/>
        </p:nvSpPr>
        <p:spPr>
          <a:xfrm>
            <a:off x="6164579" y="2762250"/>
            <a:ext cx="6985" cy="86995"/>
          </a:xfrm>
          <a:custGeom>
            <a:rect b="b" l="l" r="r" t="t"/>
            <a:pathLst>
              <a:path extrusionOk="0" h="86994" w="6985">
                <a:moveTo>
                  <a:pt x="0" y="0"/>
                </a:moveTo>
                <a:lnTo>
                  <a:pt x="762" y="39624"/>
                </a:lnTo>
                <a:lnTo>
                  <a:pt x="3333" y="59436"/>
                </a:lnTo>
                <a:lnTo>
                  <a:pt x="4512" y="69413"/>
                </a:lnTo>
                <a:lnTo>
                  <a:pt x="5334" y="79248"/>
                </a:lnTo>
                <a:lnTo>
                  <a:pt x="6096" y="82296"/>
                </a:lnTo>
                <a:lnTo>
                  <a:pt x="6096" y="84582"/>
                </a:lnTo>
                <a:lnTo>
                  <a:pt x="6858" y="86868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7" name="Google Shape;2437;p18"/>
          <p:cNvSpPr/>
          <p:nvPr/>
        </p:nvSpPr>
        <p:spPr>
          <a:xfrm>
            <a:off x="6567201" y="2093976"/>
            <a:ext cx="103505" cy="1720214"/>
          </a:xfrm>
          <a:custGeom>
            <a:rect b="b" l="l" r="r" t="t"/>
            <a:pathLst>
              <a:path extrusionOk="0" h="1720214" w="103504">
                <a:moveTo>
                  <a:pt x="2000" y="0"/>
                </a:moveTo>
                <a:lnTo>
                  <a:pt x="392" y="18728"/>
                </a:lnTo>
                <a:lnTo>
                  <a:pt x="0" y="36671"/>
                </a:lnTo>
                <a:lnTo>
                  <a:pt x="607" y="54756"/>
                </a:lnTo>
                <a:lnTo>
                  <a:pt x="2000" y="73914"/>
                </a:lnTo>
                <a:lnTo>
                  <a:pt x="4607" y="100203"/>
                </a:lnTo>
                <a:lnTo>
                  <a:pt x="6858" y="126492"/>
                </a:lnTo>
                <a:lnTo>
                  <a:pt x="8965" y="152781"/>
                </a:lnTo>
                <a:lnTo>
                  <a:pt x="11144" y="179070"/>
                </a:lnTo>
                <a:lnTo>
                  <a:pt x="14597" y="227528"/>
                </a:lnTo>
                <a:lnTo>
                  <a:pt x="18192" y="275844"/>
                </a:lnTo>
                <a:lnTo>
                  <a:pt x="22074" y="324159"/>
                </a:lnTo>
                <a:lnTo>
                  <a:pt x="26384" y="372618"/>
                </a:lnTo>
                <a:lnTo>
                  <a:pt x="32583" y="427323"/>
                </a:lnTo>
                <a:lnTo>
                  <a:pt x="39771" y="481809"/>
                </a:lnTo>
                <a:lnTo>
                  <a:pt x="47287" y="536222"/>
                </a:lnTo>
                <a:lnTo>
                  <a:pt x="54474" y="590708"/>
                </a:lnTo>
                <a:lnTo>
                  <a:pt x="60674" y="645414"/>
                </a:lnTo>
                <a:lnTo>
                  <a:pt x="65139" y="695265"/>
                </a:lnTo>
                <a:lnTo>
                  <a:pt x="68389" y="745331"/>
                </a:lnTo>
                <a:lnTo>
                  <a:pt x="70639" y="795539"/>
                </a:lnTo>
                <a:lnTo>
                  <a:pt x="72104" y="845819"/>
                </a:lnTo>
                <a:lnTo>
                  <a:pt x="73163" y="897695"/>
                </a:lnTo>
                <a:lnTo>
                  <a:pt x="74295" y="949356"/>
                </a:lnTo>
                <a:lnTo>
                  <a:pt x="75854" y="1000875"/>
                </a:lnTo>
                <a:lnTo>
                  <a:pt x="78200" y="1052322"/>
                </a:lnTo>
                <a:lnTo>
                  <a:pt x="81010" y="1098613"/>
                </a:lnTo>
                <a:lnTo>
                  <a:pt x="84677" y="1144905"/>
                </a:lnTo>
                <a:lnTo>
                  <a:pt x="88915" y="1191196"/>
                </a:lnTo>
                <a:lnTo>
                  <a:pt x="93440" y="1237488"/>
                </a:lnTo>
                <a:lnTo>
                  <a:pt x="97452" y="1290185"/>
                </a:lnTo>
                <a:lnTo>
                  <a:pt x="100393" y="1343024"/>
                </a:lnTo>
                <a:lnTo>
                  <a:pt x="102334" y="1395864"/>
                </a:lnTo>
                <a:lnTo>
                  <a:pt x="103346" y="1448562"/>
                </a:lnTo>
                <a:lnTo>
                  <a:pt x="103370" y="1481697"/>
                </a:lnTo>
                <a:lnTo>
                  <a:pt x="102393" y="1514760"/>
                </a:lnTo>
                <a:lnTo>
                  <a:pt x="100560" y="1547681"/>
                </a:lnTo>
                <a:lnTo>
                  <a:pt x="98012" y="1580388"/>
                </a:lnTo>
                <a:lnTo>
                  <a:pt x="95309" y="1608272"/>
                </a:lnTo>
                <a:lnTo>
                  <a:pt x="92964" y="1636014"/>
                </a:lnTo>
                <a:lnTo>
                  <a:pt x="91047" y="1663755"/>
                </a:lnTo>
                <a:lnTo>
                  <a:pt x="89630" y="1691639"/>
                </a:lnTo>
                <a:lnTo>
                  <a:pt x="89344" y="1698938"/>
                </a:lnTo>
                <a:lnTo>
                  <a:pt x="89058" y="1706594"/>
                </a:lnTo>
                <a:lnTo>
                  <a:pt x="89630" y="1713821"/>
                </a:lnTo>
                <a:lnTo>
                  <a:pt x="91916" y="1719833"/>
                </a:lnTo>
                <a:lnTo>
                  <a:pt x="96857" y="1714166"/>
                </a:lnTo>
                <a:lnTo>
                  <a:pt x="98869" y="1705356"/>
                </a:lnTo>
                <a:lnTo>
                  <a:pt x="99310" y="1695402"/>
                </a:lnTo>
                <a:lnTo>
                  <a:pt x="99536" y="1686306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8" name="Google Shape;2438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882876" y="2772905"/>
            <a:ext cx="135375" cy="1204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9" name="Google Shape;2439;p18"/>
          <p:cNvGrpSpPr/>
          <p:nvPr/>
        </p:nvGrpSpPr>
        <p:grpSpPr>
          <a:xfrm>
            <a:off x="7792973" y="2936794"/>
            <a:ext cx="485521" cy="243158"/>
            <a:chOff x="7792973" y="2936794"/>
            <a:chExt cx="485521" cy="243158"/>
          </a:xfrm>
        </p:grpSpPr>
        <p:sp>
          <p:nvSpPr>
            <p:cNvPr id="2440" name="Google Shape;2440;p18"/>
            <p:cNvSpPr/>
            <p:nvPr/>
          </p:nvSpPr>
          <p:spPr>
            <a:xfrm>
              <a:off x="7792973" y="3031997"/>
              <a:ext cx="20320" cy="147955"/>
            </a:xfrm>
            <a:custGeom>
              <a:rect b="b" l="l" r="r" t="t"/>
              <a:pathLst>
                <a:path extrusionOk="0" h="147955" w="20320">
                  <a:moveTo>
                    <a:pt x="0" y="0"/>
                  </a:moveTo>
                  <a:lnTo>
                    <a:pt x="2964" y="16906"/>
                  </a:lnTo>
                  <a:lnTo>
                    <a:pt x="6000" y="33528"/>
                  </a:lnTo>
                  <a:lnTo>
                    <a:pt x="8893" y="50149"/>
                  </a:lnTo>
                  <a:lnTo>
                    <a:pt x="14382" y="98298"/>
                  </a:lnTo>
                  <a:lnTo>
                    <a:pt x="16764" y="129539"/>
                  </a:lnTo>
                  <a:lnTo>
                    <a:pt x="17526" y="133350"/>
                  </a:lnTo>
                  <a:lnTo>
                    <a:pt x="16002" y="144780"/>
                  </a:lnTo>
                  <a:lnTo>
                    <a:pt x="19812" y="147828"/>
                  </a:lnTo>
                  <a:lnTo>
                    <a:pt x="19812" y="147066"/>
                  </a:lnTo>
                  <a:lnTo>
                    <a:pt x="19812" y="146304"/>
                  </a:lnTo>
                  <a:lnTo>
                    <a:pt x="19812" y="14554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18"/>
            <p:cNvSpPr/>
            <p:nvPr/>
          </p:nvSpPr>
          <p:spPr>
            <a:xfrm>
              <a:off x="7818119" y="3026663"/>
              <a:ext cx="22225" cy="146050"/>
            </a:xfrm>
            <a:custGeom>
              <a:rect b="b" l="l" r="r" t="t"/>
              <a:pathLst>
                <a:path extrusionOk="0" h="146050" w="22225">
                  <a:moveTo>
                    <a:pt x="0" y="0"/>
                  </a:moveTo>
                  <a:lnTo>
                    <a:pt x="3095" y="11882"/>
                  </a:lnTo>
                  <a:lnTo>
                    <a:pt x="6477" y="23622"/>
                  </a:lnTo>
                  <a:lnTo>
                    <a:pt x="9858" y="35361"/>
                  </a:lnTo>
                  <a:lnTo>
                    <a:pt x="16764" y="75819"/>
                  </a:lnTo>
                  <a:lnTo>
                    <a:pt x="18288" y="104394"/>
                  </a:lnTo>
                  <a:lnTo>
                    <a:pt x="18204" y="113657"/>
                  </a:lnTo>
                  <a:lnTo>
                    <a:pt x="18192" y="123063"/>
                  </a:lnTo>
                  <a:lnTo>
                    <a:pt x="18609" y="132468"/>
                  </a:lnTo>
                  <a:lnTo>
                    <a:pt x="19812" y="141732"/>
                  </a:lnTo>
                  <a:lnTo>
                    <a:pt x="20574" y="144018"/>
                  </a:lnTo>
                  <a:lnTo>
                    <a:pt x="19812" y="145542"/>
                  </a:lnTo>
                  <a:lnTo>
                    <a:pt x="22098" y="14478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42" name="Google Shape;2442;p1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885758" y="3031223"/>
              <a:ext cx="116789" cy="1120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3" name="Google Shape;2443;p18"/>
            <p:cNvSpPr/>
            <p:nvPr/>
          </p:nvSpPr>
          <p:spPr>
            <a:xfrm>
              <a:off x="8040623" y="2996945"/>
              <a:ext cx="13970" cy="132080"/>
            </a:xfrm>
            <a:custGeom>
              <a:rect b="b" l="l" r="r" t="t"/>
              <a:pathLst>
                <a:path extrusionOk="0" h="132080" w="13970">
                  <a:moveTo>
                    <a:pt x="0" y="0"/>
                  </a:moveTo>
                  <a:lnTo>
                    <a:pt x="702" y="10739"/>
                  </a:lnTo>
                  <a:lnTo>
                    <a:pt x="1619" y="21336"/>
                  </a:lnTo>
                  <a:lnTo>
                    <a:pt x="2678" y="31932"/>
                  </a:lnTo>
                  <a:lnTo>
                    <a:pt x="3810" y="42672"/>
                  </a:lnTo>
                  <a:lnTo>
                    <a:pt x="4691" y="55114"/>
                  </a:lnTo>
                  <a:lnTo>
                    <a:pt x="5143" y="67341"/>
                  </a:lnTo>
                  <a:lnTo>
                    <a:pt x="5310" y="79426"/>
                  </a:lnTo>
                  <a:lnTo>
                    <a:pt x="5334" y="91440"/>
                  </a:lnTo>
                  <a:lnTo>
                    <a:pt x="4810" y="99738"/>
                  </a:lnTo>
                  <a:lnTo>
                    <a:pt x="4000" y="110966"/>
                  </a:lnTo>
                  <a:lnTo>
                    <a:pt x="4048" y="121765"/>
                  </a:lnTo>
                  <a:lnTo>
                    <a:pt x="6096" y="128778"/>
                  </a:lnTo>
                  <a:lnTo>
                    <a:pt x="9144" y="131826"/>
                  </a:lnTo>
                  <a:lnTo>
                    <a:pt x="12192" y="124968"/>
                  </a:lnTo>
                  <a:lnTo>
                    <a:pt x="13716" y="12192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18"/>
            <p:cNvSpPr/>
            <p:nvPr/>
          </p:nvSpPr>
          <p:spPr>
            <a:xfrm>
              <a:off x="8080604" y="2991611"/>
              <a:ext cx="3175" cy="131445"/>
            </a:xfrm>
            <a:custGeom>
              <a:rect b="b" l="l" r="r" t="t"/>
              <a:pathLst>
                <a:path extrusionOk="0" h="131444" w="3175">
                  <a:moveTo>
                    <a:pt x="1928" y="0"/>
                  </a:moveTo>
                  <a:lnTo>
                    <a:pt x="619" y="12668"/>
                  </a:lnTo>
                  <a:lnTo>
                    <a:pt x="23" y="24765"/>
                  </a:lnTo>
                  <a:lnTo>
                    <a:pt x="0" y="36861"/>
                  </a:lnTo>
                  <a:lnTo>
                    <a:pt x="404" y="49530"/>
                  </a:lnTo>
                  <a:lnTo>
                    <a:pt x="1285" y="61090"/>
                  </a:lnTo>
                  <a:lnTo>
                    <a:pt x="1738" y="72866"/>
                  </a:lnTo>
                  <a:lnTo>
                    <a:pt x="1905" y="84784"/>
                  </a:lnTo>
                  <a:lnTo>
                    <a:pt x="1928" y="96774"/>
                  </a:lnTo>
                  <a:lnTo>
                    <a:pt x="1833" y="105560"/>
                  </a:lnTo>
                  <a:lnTo>
                    <a:pt x="1738" y="115633"/>
                  </a:lnTo>
                  <a:lnTo>
                    <a:pt x="1928" y="124848"/>
                  </a:lnTo>
                  <a:lnTo>
                    <a:pt x="2690" y="13106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45" name="Google Shape;2445;p18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8125193" y="2936794"/>
              <a:ext cx="67843" cy="79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6" name="Google Shape;2446;p18"/>
            <p:cNvSpPr/>
            <p:nvPr/>
          </p:nvSpPr>
          <p:spPr>
            <a:xfrm>
              <a:off x="8204453" y="3070383"/>
              <a:ext cx="52069" cy="3175"/>
            </a:xfrm>
            <a:custGeom>
              <a:rect b="b" l="l" r="r" t="t"/>
              <a:pathLst>
                <a:path extrusionOk="0" h="3175" w="52070">
                  <a:moveTo>
                    <a:pt x="0" y="1238"/>
                  </a:moveTo>
                  <a:lnTo>
                    <a:pt x="12275" y="726"/>
                  </a:lnTo>
                  <a:lnTo>
                    <a:pt x="26193" y="0"/>
                  </a:lnTo>
                  <a:lnTo>
                    <a:pt x="39969" y="273"/>
                  </a:lnTo>
                  <a:lnTo>
                    <a:pt x="51816" y="276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18"/>
            <p:cNvSpPr/>
            <p:nvPr/>
          </p:nvSpPr>
          <p:spPr>
            <a:xfrm>
              <a:off x="8214359" y="3112769"/>
              <a:ext cx="64135" cy="7620"/>
            </a:xfrm>
            <a:custGeom>
              <a:rect b="b" l="l" r="r" t="t"/>
              <a:pathLst>
                <a:path extrusionOk="0" h="7619" w="64134">
                  <a:moveTo>
                    <a:pt x="0" y="6858"/>
                  </a:moveTo>
                  <a:lnTo>
                    <a:pt x="11846" y="7584"/>
                  </a:lnTo>
                  <a:lnTo>
                    <a:pt x="22764" y="7524"/>
                  </a:lnTo>
                  <a:lnTo>
                    <a:pt x="33539" y="6750"/>
                  </a:lnTo>
                  <a:lnTo>
                    <a:pt x="44958" y="5334"/>
                  </a:lnTo>
                  <a:lnTo>
                    <a:pt x="51816" y="3810"/>
                  </a:lnTo>
                  <a:lnTo>
                    <a:pt x="57912" y="3810"/>
                  </a:lnTo>
                  <a:lnTo>
                    <a:pt x="64008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8" name="Google Shape;2448;p18"/>
          <p:cNvSpPr/>
          <p:nvPr/>
        </p:nvSpPr>
        <p:spPr>
          <a:xfrm>
            <a:off x="8342090" y="2993135"/>
            <a:ext cx="5715" cy="144780"/>
          </a:xfrm>
          <a:custGeom>
            <a:rect b="b" l="l" r="r" t="t"/>
            <a:pathLst>
              <a:path extrusionOk="0" h="144780" w="5715">
                <a:moveTo>
                  <a:pt x="5619" y="0"/>
                </a:moveTo>
                <a:lnTo>
                  <a:pt x="2976" y="14608"/>
                </a:lnTo>
                <a:lnTo>
                  <a:pt x="1619" y="28289"/>
                </a:lnTo>
                <a:lnTo>
                  <a:pt x="1119" y="42112"/>
                </a:lnTo>
                <a:lnTo>
                  <a:pt x="1047" y="57150"/>
                </a:lnTo>
                <a:lnTo>
                  <a:pt x="631" y="75676"/>
                </a:lnTo>
                <a:lnTo>
                  <a:pt x="0" y="94488"/>
                </a:lnTo>
                <a:lnTo>
                  <a:pt x="83" y="113299"/>
                </a:lnTo>
                <a:lnTo>
                  <a:pt x="1809" y="131826"/>
                </a:lnTo>
                <a:lnTo>
                  <a:pt x="1809" y="134112"/>
                </a:lnTo>
                <a:lnTo>
                  <a:pt x="3333" y="144780"/>
                </a:lnTo>
                <a:lnTo>
                  <a:pt x="4095" y="137922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9" name="Google Shape;2449;p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997433" y="2558021"/>
            <a:ext cx="278917" cy="2537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0" name="Google Shape;2450;p18"/>
          <p:cNvGrpSpPr/>
          <p:nvPr/>
        </p:nvGrpSpPr>
        <p:grpSpPr>
          <a:xfrm>
            <a:off x="7366254" y="2544317"/>
            <a:ext cx="94488" cy="81915"/>
            <a:chOff x="7366254" y="2544317"/>
            <a:chExt cx="94488" cy="81915"/>
          </a:xfrm>
        </p:grpSpPr>
        <p:sp>
          <p:nvSpPr>
            <p:cNvPr id="2451" name="Google Shape;2451;p18"/>
            <p:cNvSpPr/>
            <p:nvPr/>
          </p:nvSpPr>
          <p:spPr>
            <a:xfrm>
              <a:off x="7366254" y="2544317"/>
              <a:ext cx="57150" cy="11430"/>
            </a:xfrm>
            <a:custGeom>
              <a:rect b="b" l="l" r="r" t="t"/>
              <a:pathLst>
                <a:path extrusionOk="0" h="11430" w="57150">
                  <a:moveTo>
                    <a:pt x="0" y="0"/>
                  </a:moveTo>
                  <a:lnTo>
                    <a:pt x="10072" y="3143"/>
                  </a:lnTo>
                  <a:lnTo>
                    <a:pt x="20002" y="5714"/>
                  </a:lnTo>
                  <a:lnTo>
                    <a:pt x="30218" y="7715"/>
                  </a:lnTo>
                  <a:lnTo>
                    <a:pt x="41148" y="9143"/>
                  </a:lnTo>
                  <a:lnTo>
                    <a:pt x="46482" y="9905"/>
                  </a:lnTo>
                  <a:lnTo>
                    <a:pt x="51816" y="11429"/>
                  </a:lnTo>
                  <a:lnTo>
                    <a:pt x="57150" y="11429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18"/>
            <p:cNvSpPr/>
            <p:nvPr/>
          </p:nvSpPr>
          <p:spPr>
            <a:xfrm>
              <a:off x="7384542" y="2612897"/>
              <a:ext cx="76200" cy="13335"/>
            </a:xfrm>
            <a:custGeom>
              <a:rect b="b" l="l" r="r" t="t"/>
              <a:pathLst>
                <a:path extrusionOk="0" h="13335" w="76200">
                  <a:moveTo>
                    <a:pt x="0" y="12953"/>
                  </a:moveTo>
                  <a:lnTo>
                    <a:pt x="40290" y="8774"/>
                  </a:lnTo>
                  <a:lnTo>
                    <a:pt x="68580" y="2285"/>
                  </a:lnTo>
                  <a:lnTo>
                    <a:pt x="7620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53" name="Google Shape;2453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810677" y="2535161"/>
            <a:ext cx="149246" cy="108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4" name="Google Shape;2454;p1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019465" y="2498585"/>
            <a:ext cx="242150" cy="13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5" name="Google Shape;2455;p1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680691" y="2480297"/>
            <a:ext cx="163283" cy="13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6" name="Google Shape;2456;p1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801849" y="2328659"/>
            <a:ext cx="106705" cy="853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7" name="Google Shape;2457;p18"/>
          <p:cNvGrpSpPr/>
          <p:nvPr/>
        </p:nvGrpSpPr>
        <p:grpSpPr>
          <a:xfrm>
            <a:off x="9012542" y="2316479"/>
            <a:ext cx="190893" cy="276809"/>
            <a:chOff x="9012542" y="2316479"/>
            <a:chExt cx="190893" cy="276809"/>
          </a:xfrm>
        </p:grpSpPr>
        <p:pic>
          <p:nvPicPr>
            <p:cNvPr id="2458" name="Google Shape;2458;p1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9012542" y="2403335"/>
              <a:ext cx="150520" cy="1899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9" name="Google Shape;2459;p18"/>
            <p:cNvSpPr/>
            <p:nvPr/>
          </p:nvSpPr>
          <p:spPr>
            <a:xfrm>
              <a:off x="9199625" y="2316479"/>
              <a:ext cx="3810" cy="58419"/>
            </a:xfrm>
            <a:custGeom>
              <a:rect b="b" l="l" r="r" t="t"/>
              <a:pathLst>
                <a:path extrusionOk="0" h="58419" w="3809">
                  <a:moveTo>
                    <a:pt x="3048" y="2286"/>
                  </a:moveTo>
                  <a:lnTo>
                    <a:pt x="3048" y="762"/>
                  </a:lnTo>
                  <a:lnTo>
                    <a:pt x="3048" y="2286"/>
                  </a:lnTo>
                  <a:lnTo>
                    <a:pt x="3048" y="0"/>
                  </a:lnTo>
                  <a:lnTo>
                    <a:pt x="3155" y="8453"/>
                  </a:lnTo>
                  <a:lnTo>
                    <a:pt x="3333" y="16764"/>
                  </a:lnTo>
                  <a:lnTo>
                    <a:pt x="3369" y="25074"/>
                  </a:lnTo>
                  <a:lnTo>
                    <a:pt x="3048" y="33528"/>
                  </a:lnTo>
                  <a:lnTo>
                    <a:pt x="2286" y="40386"/>
                  </a:lnTo>
                  <a:lnTo>
                    <a:pt x="0" y="48768"/>
                  </a:lnTo>
                  <a:lnTo>
                    <a:pt x="1524" y="55626"/>
                  </a:lnTo>
                  <a:lnTo>
                    <a:pt x="1524" y="57150"/>
                  </a:lnTo>
                  <a:lnTo>
                    <a:pt x="762" y="57912"/>
                  </a:lnTo>
                  <a:lnTo>
                    <a:pt x="2286" y="5791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60" name="Google Shape;2460;p1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268669" y="2394953"/>
            <a:ext cx="169475" cy="142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1" name="Google Shape;2461;p1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693282" y="3619487"/>
            <a:ext cx="135518" cy="2857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2" name="Google Shape;2462;p18"/>
          <p:cNvGrpSpPr/>
          <p:nvPr/>
        </p:nvGrpSpPr>
        <p:grpSpPr>
          <a:xfrm>
            <a:off x="7946135" y="3766566"/>
            <a:ext cx="107442" cy="72009"/>
            <a:chOff x="7946135" y="3766566"/>
            <a:chExt cx="107442" cy="72009"/>
          </a:xfrm>
        </p:grpSpPr>
        <p:sp>
          <p:nvSpPr>
            <p:cNvPr id="2463" name="Google Shape;2463;p18"/>
            <p:cNvSpPr/>
            <p:nvPr/>
          </p:nvSpPr>
          <p:spPr>
            <a:xfrm>
              <a:off x="7946135" y="3766566"/>
              <a:ext cx="79375" cy="4445"/>
            </a:xfrm>
            <a:custGeom>
              <a:rect b="b" l="l" r="r" t="t"/>
              <a:pathLst>
                <a:path extrusionOk="0" h="4445" w="79375">
                  <a:moveTo>
                    <a:pt x="0" y="1524"/>
                  </a:moveTo>
                  <a:lnTo>
                    <a:pt x="9727" y="2952"/>
                  </a:lnTo>
                  <a:lnTo>
                    <a:pt x="19526" y="3810"/>
                  </a:lnTo>
                  <a:lnTo>
                    <a:pt x="29467" y="4095"/>
                  </a:lnTo>
                  <a:lnTo>
                    <a:pt x="39624" y="3810"/>
                  </a:lnTo>
                  <a:lnTo>
                    <a:pt x="48327" y="3000"/>
                  </a:lnTo>
                  <a:lnTo>
                    <a:pt x="57245" y="1905"/>
                  </a:lnTo>
                  <a:lnTo>
                    <a:pt x="66305" y="809"/>
                  </a:lnTo>
                  <a:lnTo>
                    <a:pt x="75438" y="0"/>
                  </a:lnTo>
                  <a:lnTo>
                    <a:pt x="77724" y="0"/>
                  </a:lnTo>
                  <a:lnTo>
                    <a:pt x="76962" y="0"/>
                  </a:lnTo>
                  <a:lnTo>
                    <a:pt x="79248" y="76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18"/>
            <p:cNvSpPr/>
            <p:nvPr/>
          </p:nvSpPr>
          <p:spPr>
            <a:xfrm>
              <a:off x="7958327" y="3829050"/>
              <a:ext cx="95250" cy="9525"/>
            </a:xfrm>
            <a:custGeom>
              <a:rect b="b" l="l" r="r" t="t"/>
              <a:pathLst>
                <a:path extrusionOk="0" h="9525" w="95250">
                  <a:moveTo>
                    <a:pt x="0" y="4572"/>
                  </a:moveTo>
                  <a:lnTo>
                    <a:pt x="17311" y="8024"/>
                  </a:lnTo>
                  <a:lnTo>
                    <a:pt x="32766" y="9334"/>
                  </a:lnTo>
                  <a:lnTo>
                    <a:pt x="48220" y="8643"/>
                  </a:lnTo>
                  <a:lnTo>
                    <a:pt x="65532" y="6096"/>
                  </a:lnTo>
                  <a:lnTo>
                    <a:pt x="71854" y="5607"/>
                  </a:lnTo>
                  <a:lnTo>
                    <a:pt x="79533" y="5048"/>
                  </a:lnTo>
                  <a:lnTo>
                    <a:pt x="87070" y="4060"/>
                  </a:lnTo>
                  <a:lnTo>
                    <a:pt x="92964" y="2286"/>
                  </a:lnTo>
                  <a:lnTo>
                    <a:pt x="95250" y="762"/>
                  </a:lnTo>
                  <a:lnTo>
                    <a:pt x="86868" y="1524"/>
                  </a:lnTo>
                  <a:lnTo>
                    <a:pt x="8382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5" name="Google Shape;2465;p18"/>
          <p:cNvSpPr/>
          <p:nvPr/>
        </p:nvSpPr>
        <p:spPr>
          <a:xfrm>
            <a:off x="8276843" y="3863340"/>
            <a:ext cx="152400" cy="12700"/>
          </a:xfrm>
          <a:custGeom>
            <a:rect b="b" l="l" r="r" t="t"/>
            <a:pathLst>
              <a:path extrusionOk="0" h="12700" w="152400">
                <a:moveTo>
                  <a:pt x="0" y="11429"/>
                </a:moveTo>
                <a:lnTo>
                  <a:pt x="17823" y="12584"/>
                </a:lnTo>
                <a:lnTo>
                  <a:pt x="35147" y="12668"/>
                </a:lnTo>
                <a:lnTo>
                  <a:pt x="52613" y="11751"/>
                </a:lnTo>
                <a:lnTo>
                  <a:pt x="70866" y="9905"/>
                </a:lnTo>
                <a:lnTo>
                  <a:pt x="86868" y="7643"/>
                </a:lnTo>
                <a:lnTo>
                  <a:pt x="102870" y="5524"/>
                </a:lnTo>
                <a:lnTo>
                  <a:pt x="118872" y="3690"/>
                </a:lnTo>
                <a:lnTo>
                  <a:pt x="134874" y="2285"/>
                </a:lnTo>
                <a:lnTo>
                  <a:pt x="140708" y="2381"/>
                </a:lnTo>
                <a:lnTo>
                  <a:pt x="147256" y="3047"/>
                </a:lnTo>
                <a:lnTo>
                  <a:pt x="151804" y="3143"/>
                </a:lnTo>
                <a:lnTo>
                  <a:pt x="151638" y="1523"/>
                </a:lnTo>
                <a:lnTo>
                  <a:pt x="150876" y="0"/>
                </a:lnTo>
                <a:lnTo>
                  <a:pt x="144780" y="1523"/>
                </a:lnTo>
                <a:lnTo>
                  <a:pt x="143256" y="1523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6" name="Google Shape;2466;p1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293881" y="3969245"/>
            <a:ext cx="89179" cy="111277"/>
          </a:xfrm>
          <a:prstGeom prst="rect">
            <a:avLst/>
          </a:prstGeom>
          <a:noFill/>
          <a:ln>
            <a:noFill/>
          </a:ln>
        </p:spPr>
      </p:pic>
      <p:sp>
        <p:nvSpPr>
          <p:cNvPr id="2467" name="Google Shape;2467;p18"/>
          <p:cNvSpPr/>
          <p:nvPr/>
        </p:nvSpPr>
        <p:spPr>
          <a:xfrm>
            <a:off x="8337042" y="3692652"/>
            <a:ext cx="8890" cy="114300"/>
          </a:xfrm>
          <a:custGeom>
            <a:rect b="b" l="l" r="r" t="t"/>
            <a:pathLst>
              <a:path extrusionOk="0" h="114300" w="8890">
                <a:moveTo>
                  <a:pt x="0" y="0"/>
                </a:moveTo>
                <a:lnTo>
                  <a:pt x="702" y="17025"/>
                </a:lnTo>
                <a:lnTo>
                  <a:pt x="1619" y="33909"/>
                </a:lnTo>
                <a:lnTo>
                  <a:pt x="2678" y="50792"/>
                </a:lnTo>
                <a:lnTo>
                  <a:pt x="3810" y="67818"/>
                </a:lnTo>
                <a:lnTo>
                  <a:pt x="4381" y="77664"/>
                </a:lnTo>
                <a:lnTo>
                  <a:pt x="4953" y="87725"/>
                </a:lnTo>
                <a:lnTo>
                  <a:pt x="5524" y="97928"/>
                </a:lnTo>
                <a:lnTo>
                  <a:pt x="6096" y="108204"/>
                </a:lnTo>
                <a:lnTo>
                  <a:pt x="6858" y="111252"/>
                </a:lnTo>
                <a:lnTo>
                  <a:pt x="6858" y="112014"/>
                </a:lnTo>
                <a:lnTo>
                  <a:pt x="8382" y="11430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8" name="Google Shape;2468;p18"/>
          <p:cNvGrpSpPr/>
          <p:nvPr/>
        </p:nvGrpSpPr>
        <p:grpSpPr>
          <a:xfrm>
            <a:off x="8594597" y="3606450"/>
            <a:ext cx="313690" cy="408654"/>
            <a:chOff x="8594597" y="3606450"/>
            <a:chExt cx="313690" cy="408654"/>
          </a:xfrm>
        </p:grpSpPr>
        <p:sp>
          <p:nvSpPr>
            <p:cNvPr id="2469" name="Google Shape;2469;p18"/>
            <p:cNvSpPr/>
            <p:nvPr/>
          </p:nvSpPr>
          <p:spPr>
            <a:xfrm>
              <a:off x="8594597" y="3606450"/>
              <a:ext cx="313690" cy="236854"/>
            </a:xfrm>
            <a:custGeom>
              <a:rect b="b" l="l" r="r" t="t"/>
              <a:pathLst>
                <a:path extrusionOk="0" h="236854" w="313690">
                  <a:moveTo>
                    <a:pt x="251459" y="95"/>
                  </a:moveTo>
                  <a:lnTo>
                    <a:pt x="241303" y="11"/>
                  </a:lnTo>
                  <a:lnTo>
                    <a:pt x="231362" y="0"/>
                  </a:lnTo>
                  <a:lnTo>
                    <a:pt x="221563" y="416"/>
                  </a:lnTo>
                  <a:lnTo>
                    <a:pt x="173450" y="10858"/>
                  </a:lnTo>
                  <a:lnTo>
                    <a:pt x="135635" y="22955"/>
                  </a:lnTo>
                  <a:lnTo>
                    <a:pt x="122110" y="26622"/>
                  </a:lnTo>
                  <a:lnTo>
                    <a:pt x="106298" y="31146"/>
                  </a:lnTo>
                  <a:lnTo>
                    <a:pt x="91058" y="37099"/>
                  </a:lnTo>
                  <a:lnTo>
                    <a:pt x="79247" y="45053"/>
                  </a:lnTo>
                  <a:lnTo>
                    <a:pt x="77723" y="46577"/>
                  </a:lnTo>
                  <a:lnTo>
                    <a:pt x="76961" y="46577"/>
                  </a:lnTo>
                  <a:lnTo>
                    <a:pt x="116585" y="55721"/>
                  </a:lnTo>
                  <a:lnTo>
                    <a:pt x="157448" y="59435"/>
                  </a:lnTo>
                  <a:lnTo>
                    <a:pt x="178200" y="60971"/>
                  </a:lnTo>
                  <a:lnTo>
                    <a:pt x="198881" y="62579"/>
                  </a:lnTo>
                  <a:lnTo>
                    <a:pt x="218312" y="64329"/>
                  </a:lnTo>
                  <a:lnTo>
                    <a:pt x="237743" y="66293"/>
                  </a:lnTo>
                  <a:lnTo>
                    <a:pt x="257174" y="68687"/>
                  </a:lnTo>
                  <a:lnTo>
                    <a:pt x="276605" y="71723"/>
                  </a:lnTo>
                  <a:lnTo>
                    <a:pt x="286511" y="73247"/>
                  </a:lnTo>
                  <a:lnTo>
                    <a:pt x="290321" y="73247"/>
                  </a:lnTo>
                  <a:lnTo>
                    <a:pt x="297179" y="80105"/>
                  </a:lnTo>
                  <a:lnTo>
                    <a:pt x="291155" y="88332"/>
                  </a:lnTo>
                  <a:lnTo>
                    <a:pt x="282130" y="95059"/>
                  </a:lnTo>
                  <a:lnTo>
                    <a:pt x="271676" y="100786"/>
                  </a:lnTo>
                  <a:lnTo>
                    <a:pt x="261365" y="106013"/>
                  </a:lnTo>
                  <a:lnTo>
                    <a:pt x="239518" y="117645"/>
                  </a:lnTo>
                  <a:lnTo>
                    <a:pt x="217455" y="128777"/>
                  </a:lnTo>
                  <a:lnTo>
                    <a:pt x="195250" y="139767"/>
                  </a:lnTo>
                  <a:lnTo>
                    <a:pt x="172973" y="150971"/>
                  </a:lnTo>
                  <a:lnTo>
                    <a:pt x="121443" y="176117"/>
                  </a:lnTo>
                  <a:lnTo>
                    <a:pt x="69341" y="201263"/>
                  </a:lnTo>
                  <a:lnTo>
                    <a:pt x="36671" y="215931"/>
                  </a:lnTo>
                  <a:lnTo>
                    <a:pt x="20371" y="223551"/>
                  </a:lnTo>
                  <a:lnTo>
                    <a:pt x="4571" y="231743"/>
                  </a:lnTo>
                  <a:lnTo>
                    <a:pt x="1523" y="234029"/>
                  </a:lnTo>
                  <a:lnTo>
                    <a:pt x="0" y="234029"/>
                  </a:lnTo>
                  <a:lnTo>
                    <a:pt x="0" y="236315"/>
                  </a:lnTo>
                  <a:lnTo>
                    <a:pt x="15763" y="235898"/>
                  </a:lnTo>
                  <a:lnTo>
                    <a:pt x="62483" y="230219"/>
                  </a:lnTo>
                  <a:lnTo>
                    <a:pt x="124205" y="219360"/>
                  </a:lnTo>
                  <a:lnTo>
                    <a:pt x="155066" y="213288"/>
                  </a:lnTo>
                  <a:lnTo>
                    <a:pt x="185927" y="207359"/>
                  </a:lnTo>
                  <a:lnTo>
                    <a:pt x="214383" y="202572"/>
                  </a:lnTo>
                  <a:lnTo>
                    <a:pt x="242696" y="197643"/>
                  </a:lnTo>
                  <a:lnTo>
                    <a:pt x="271010" y="193000"/>
                  </a:lnTo>
                  <a:lnTo>
                    <a:pt x="299465" y="189071"/>
                  </a:lnTo>
                  <a:lnTo>
                    <a:pt x="307085" y="188309"/>
                  </a:lnTo>
                  <a:lnTo>
                    <a:pt x="308609" y="187547"/>
                  </a:lnTo>
                  <a:lnTo>
                    <a:pt x="313181" y="187547"/>
                  </a:lnTo>
                  <a:lnTo>
                    <a:pt x="305871" y="187678"/>
                  </a:lnTo>
                  <a:lnTo>
                    <a:pt x="298703" y="188023"/>
                  </a:lnTo>
                  <a:lnTo>
                    <a:pt x="291536" y="188511"/>
                  </a:lnTo>
                  <a:lnTo>
                    <a:pt x="284225" y="189071"/>
                  </a:lnTo>
                  <a:lnTo>
                    <a:pt x="277367" y="189071"/>
                  </a:lnTo>
                  <a:lnTo>
                    <a:pt x="270509" y="189071"/>
                  </a:lnTo>
                  <a:lnTo>
                    <a:pt x="263651" y="189833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18"/>
            <p:cNvSpPr/>
            <p:nvPr/>
          </p:nvSpPr>
          <p:spPr>
            <a:xfrm>
              <a:off x="8670797" y="3891533"/>
              <a:ext cx="20320" cy="0"/>
            </a:xfrm>
            <a:custGeom>
              <a:rect b="b" l="l" r="r" t="t"/>
              <a:pathLst>
                <a:path extrusionOk="0" h="120000" w="20320">
                  <a:moveTo>
                    <a:pt x="0" y="0"/>
                  </a:moveTo>
                  <a:lnTo>
                    <a:pt x="11430" y="0"/>
                  </a:lnTo>
                  <a:lnTo>
                    <a:pt x="12954" y="0"/>
                  </a:lnTo>
                  <a:lnTo>
                    <a:pt x="19812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18"/>
            <p:cNvSpPr/>
            <p:nvPr/>
          </p:nvSpPr>
          <p:spPr>
            <a:xfrm>
              <a:off x="8682799" y="3950969"/>
              <a:ext cx="5715" cy="64135"/>
            </a:xfrm>
            <a:custGeom>
              <a:rect b="b" l="l" r="r" t="t"/>
              <a:pathLst>
                <a:path extrusionOk="0" h="64135" w="5715">
                  <a:moveTo>
                    <a:pt x="1714" y="0"/>
                  </a:moveTo>
                  <a:lnTo>
                    <a:pt x="642" y="8882"/>
                  </a:lnTo>
                  <a:lnTo>
                    <a:pt x="0" y="16764"/>
                  </a:lnTo>
                  <a:lnTo>
                    <a:pt x="214" y="24645"/>
                  </a:lnTo>
                  <a:lnTo>
                    <a:pt x="1714" y="33528"/>
                  </a:lnTo>
                  <a:lnTo>
                    <a:pt x="3036" y="39231"/>
                  </a:lnTo>
                  <a:lnTo>
                    <a:pt x="4857" y="47720"/>
                  </a:lnTo>
                  <a:lnTo>
                    <a:pt x="5679" y="56352"/>
                  </a:lnTo>
                  <a:lnTo>
                    <a:pt x="4000" y="62484"/>
                  </a:lnTo>
                  <a:lnTo>
                    <a:pt x="2476" y="64008"/>
                  </a:lnTo>
                  <a:lnTo>
                    <a:pt x="190" y="6400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72" name="Google Shape;2472;p18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8759939" y="3926954"/>
              <a:ext cx="73939" cy="642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3" name="Google Shape;2473;p18"/>
            <p:cNvSpPr/>
            <p:nvPr/>
          </p:nvSpPr>
          <p:spPr>
            <a:xfrm>
              <a:off x="8884348" y="3908297"/>
              <a:ext cx="1905" cy="64135"/>
            </a:xfrm>
            <a:custGeom>
              <a:rect b="b" l="l" r="r" t="t"/>
              <a:pathLst>
                <a:path extrusionOk="0" h="64135" w="1904">
                  <a:moveTo>
                    <a:pt x="571" y="0"/>
                  </a:moveTo>
                  <a:lnTo>
                    <a:pt x="142" y="9596"/>
                  </a:lnTo>
                  <a:lnTo>
                    <a:pt x="0" y="19050"/>
                  </a:lnTo>
                  <a:lnTo>
                    <a:pt x="142" y="28503"/>
                  </a:lnTo>
                  <a:lnTo>
                    <a:pt x="571" y="38100"/>
                  </a:lnTo>
                  <a:lnTo>
                    <a:pt x="1012" y="44505"/>
                  </a:lnTo>
                  <a:lnTo>
                    <a:pt x="1238" y="51053"/>
                  </a:lnTo>
                  <a:lnTo>
                    <a:pt x="1321" y="57602"/>
                  </a:lnTo>
                  <a:lnTo>
                    <a:pt x="1333" y="6400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4" name="Google Shape;2474;p18"/>
          <p:cNvSpPr/>
          <p:nvPr/>
        </p:nvSpPr>
        <p:spPr>
          <a:xfrm>
            <a:off x="8704326" y="3430523"/>
            <a:ext cx="48260" cy="77470"/>
          </a:xfrm>
          <a:custGeom>
            <a:rect b="b" l="l" r="r" t="t"/>
            <a:pathLst>
              <a:path extrusionOk="0" h="77470" w="48259">
                <a:moveTo>
                  <a:pt x="3809" y="4572"/>
                </a:moveTo>
                <a:lnTo>
                  <a:pt x="5333" y="44958"/>
                </a:lnTo>
                <a:lnTo>
                  <a:pt x="5333" y="51816"/>
                </a:lnTo>
                <a:lnTo>
                  <a:pt x="6095" y="57912"/>
                </a:lnTo>
                <a:lnTo>
                  <a:pt x="3809" y="64770"/>
                </a:lnTo>
                <a:lnTo>
                  <a:pt x="3047" y="65532"/>
                </a:lnTo>
                <a:lnTo>
                  <a:pt x="2285" y="66294"/>
                </a:lnTo>
                <a:lnTo>
                  <a:pt x="1523" y="59436"/>
                </a:lnTo>
                <a:lnTo>
                  <a:pt x="761" y="53340"/>
                </a:lnTo>
                <a:lnTo>
                  <a:pt x="761" y="46482"/>
                </a:lnTo>
                <a:lnTo>
                  <a:pt x="166" y="37683"/>
                </a:lnTo>
                <a:lnTo>
                  <a:pt x="0" y="28670"/>
                </a:lnTo>
                <a:lnTo>
                  <a:pt x="976" y="19800"/>
                </a:lnTo>
                <a:lnTo>
                  <a:pt x="3809" y="11430"/>
                </a:lnTo>
                <a:lnTo>
                  <a:pt x="7619" y="4572"/>
                </a:lnTo>
                <a:lnTo>
                  <a:pt x="15239" y="0"/>
                </a:lnTo>
                <a:lnTo>
                  <a:pt x="23621" y="3048"/>
                </a:lnTo>
                <a:lnTo>
                  <a:pt x="45636" y="37730"/>
                </a:lnTo>
                <a:lnTo>
                  <a:pt x="47243" y="62484"/>
                </a:lnTo>
                <a:lnTo>
                  <a:pt x="47243" y="67056"/>
                </a:lnTo>
                <a:lnTo>
                  <a:pt x="47243" y="73152"/>
                </a:lnTo>
                <a:lnTo>
                  <a:pt x="48005" y="76962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5" name="Google Shape;2475;p1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8982312" y="3530333"/>
            <a:ext cx="162462" cy="2507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6" name="Google Shape;2476;p18"/>
          <p:cNvGrpSpPr/>
          <p:nvPr/>
        </p:nvGrpSpPr>
        <p:grpSpPr>
          <a:xfrm>
            <a:off x="9231617" y="3438131"/>
            <a:ext cx="270535" cy="312445"/>
            <a:chOff x="9231617" y="3438131"/>
            <a:chExt cx="270535" cy="312445"/>
          </a:xfrm>
        </p:grpSpPr>
        <p:pic>
          <p:nvPicPr>
            <p:cNvPr id="2477" name="Google Shape;2477;p18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9231617" y="3541763"/>
              <a:ext cx="162331" cy="2088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8" name="Google Shape;2478;p18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9422879" y="3438131"/>
              <a:ext cx="79273" cy="1006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79" name="Google Shape;2479;p18"/>
          <p:cNvSpPr/>
          <p:nvPr/>
        </p:nvSpPr>
        <p:spPr>
          <a:xfrm>
            <a:off x="1562100" y="4447794"/>
            <a:ext cx="7908290" cy="210185"/>
          </a:xfrm>
          <a:custGeom>
            <a:rect b="b" l="l" r="r" t="t"/>
            <a:pathLst>
              <a:path extrusionOk="0" h="210185" w="7908290">
                <a:moveTo>
                  <a:pt x="0" y="204978"/>
                </a:moveTo>
                <a:lnTo>
                  <a:pt x="14287" y="204954"/>
                </a:lnTo>
                <a:lnTo>
                  <a:pt x="28575" y="204787"/>
                </a:lnTo>
                <a:lnTo>
                  <a:pt x="42862" y="204335"/>
                </a:lnTo>
                <a:lnTo>
                  <a:pt x="57150" y="203454"/>
                </a:lnTo>
                <a:lnTo>
                  <a:pt x="94428" y="201882"/>
                </a:lnTo>
                <a:lnTo>
                  <a:pt x="169556" y="199596"/>
                </a:lnTo>
                <a:lnTo>
                  <a:pt x="240994" y="198429"/>
                </a:lnTo>
                <a:lnTo>
                  <a:pt x="308740" y="197810"/>
                </a:lnTo>
                <a:lnTo>
                  <a:pt x="342900" y="197358"/>
                </a:lnTo>
                <a:lnTo>
                  <a:pt x="381762" y="196917"/>
                </a:lnTo>
                <a:lnTo>
                  <a:pt x="420623" y="196691"/>
                </a:lnTo>
                <a:lnTo>
                  <a:pt x="459486" y="196607"/>
                </a:lnTo>
                <a:lnTo>
                  <a:pt x="498348" y="196596"/>
                </a:lnTo>
                <a:lnTo>
                  <a:pt x="540639" y="196750"/>
                </a:lnTo>
                <a:lnTo>
                  <a:pt x="582930" y="197262"/>
                </a:lnTo>
                <a:lnTo>
                  <a:pt x="625221" y="198203"/>
                </a:lnTo>
                <a:lnTo>
                  <a:pt x="667512" y="199644"/>
                </a:lnTo>
                <a:lnTo>
                  <a:pt x="714375" y="201465"/>
                </a:lnTo>
                <a:lnTo>
                  <a:pt x="761238" y="203358"/>
                </a:lnTo>
                <a:lnTo>
                  <a:pt x="808101" y="205108"/>
                </a:lnTo>
                <a:lnTo>
                  <a:pt x="854963" y="206502"/>
                </a:lnTo>
                <a:lnTo>
                  <a:pt x="906399" y="207942"/>
                </a:lnTo>
                <a:lnTo>
                  <a:pt x="957834" y="208883"/>
                </a:lnTo>
                <a:lnTo>
                  <a:pt x="1009269" y="209395"/>
                </a:lnTo>
                <a:lnTo>
                  <a:pt x="1060704" y="209550"/>
                </a:lnTo>
                <a:lnTo>
                  <a:pt x="1108341" y="209829"/>
                </a:lnTo>
                <a:lnTo>
                  <a:pt x="1155911" y="210016"/>
                </a:lnTo>
                <a:lnTo>
                  <a:pt x="1203442" y="210109"/>
                </a:lnTo>
                <a:lnTo>
                  <a:pt x="1250959" y="210109"/>
                </a:lnTo>
                <a:lnTo>
                  <a:pt x="1298490" y="210016"/>
                </a:lnTo>
                <a:lnTo>
                  <a:pt x="1346060" y="209829"/>
                </a:lnTo>
                <a:lnTo>
                  <a:pt x="1393698" y="209550"/>
                </a:lnTo>
                <a:lnTo>
                  <a:pt x="1443224" y="209363"/>
                </a:lnTo>
                <a:lnTo>
                  <a:pt x="1492729" y="208816"/>
                </a:lnTo>
                <a:lnTo>
                  <a:pt x="1542192" y="207930"/>
                </a:lnTo>
                <a:lnTo>
                  <a:pt x="1591592" y="206727"/>
                </a:lnTo>
                <a:lnTo>
                  <a:pt x="1640907" y="205228"/>
                </a:lnTo>
                <a:lnTo>
                  <a:pt x="1690116" y="203454"/>
                </a:lnTo>
                <a:lnTo>
                  <a:pt x="1738957" y="201539"/>
                </a:lnTo>
                <a:lnTo>
                  <a:pt x="1787688" y="199479"/>
                </a:lnTo>
                <a:lnTo>
                  <a:pt x="1836383" y="197309"/>
                </a:lnTo>
                <a:lnTo>
                  <a:pt x="1885114" y="195065"/>
                </a:lnTo>
                <a:lnTo>
                  <a:pt x="1933956" y="192786"/>
                </a:lnTo>
                <a:lnTo>
                  <a:pt x="1981962" y="190969"/>
                </a:lnTo>
                <a:lnTo>
                  <a:pt x="2029968" y="189225"/>
                </a:lnTo>
                <a:lnTo>
                  <a:pt x="2077974" y="187628"/>
                </a:lnTo>
                <a:lnTo>
                  <a:pt x="2125980" y="186251"/>
                </a:lnTo>
                <a:lnTo>
                  <a:pt x="2173986" y="185166"/>
                </a:lnTo>
                <a:lnTo>
                  <a:pt x="2221077" y="184032"/>
                </a:lnTo>
                <a:lnTo>
                  <a:pt x="2268169" y="183227"/>
                </a:lnTo>
                <a:lnTo>
                  <a:pt x="2315260" y="182532"/>
                </a:lnTo>
                <a:lnTo>
                  <a:pt x="2362352" y="181727"/>
                </a:lnTo>
                <a:lnTo>
                  <a:pt x="2409444" y="180594"/>
                </a:lnTo>
                <a:lnTo>
                  <a:pt x="2456535" y="179673"/>
                </a:lnTo>
                <a:lnTo>
                  <a:pt x="2503627" y="178716"/>
                </a:lnTo>
                <a:lnTo>
                  <a:pt x="2550718" y="177686"/>
                </a:lnTo>
                <a:lnTo>
                  <a:pt x="2597810" y="176546"/>
                </a:lnTo>
                <a:lnTo>
                  <a:pt x="2644902" y="175260"/>
                </a:lnTo>
                <a:lnTo>
                  <a:pt x="2693673" y="174117"/>
                </a:lnTo>
                <a:lnTo>
                  <a:pt x="2742466" y="172974"/>
                </a:lnTo>
                <a:lnTo>
                  <a:pt x="2791301" y="171831"/>
                </a:lnTo>
                <a:lnTo>
                  <a:pt x="2840199" y="170688"/>
                </a:lnTo>
                <a:lnTo>
                  <a:pt x="2889182" y="169545"/>
                </a:lnTo>
                <a:lnTo>
                  <a:pt x="2938272" y="168402"/>
                </a:lnTo>
                <a:lnTo>
                  <a:pt x="2985448" y="166938"/>
                </a:lnTo>
                <a:lnTo>
                  <a:pt x="3032772" y="165293"/>
                </a:lnTo>
                <a:lnTo>
                  <a:pt x="3080205" y="163464"/>
                </a:lnTo>
                <a:lnTo>
                  <a:pt x="3127711" y="161452"/>
                </a:lnTo>
                <a:lnTo>
                  <a:pt x="3175254" y="159258"/>
                </a:lnTo>
                <a:lnTo>
                  <a:pt x="3223711" y="156789"/>
                </a:lnTo>
                <a:lnTo>
                  <a:pt x="3272131" y="153954"/>
                </a:lnTo>
                <a:lnTo>
                  <a:pt x="3320479" y="150754"/>
                </a:lnTo>
                <a:lnTo>
                  <a:pt x="3368716" y="147187"/>
                </a:lnTo>
                <a:lnTo>
                  <a:pt x="3416808" y="143256"/>
                </a:lnTo>
                <a:lnTo>
                  <a:pt x="3463978" y="139433"/>
                </a:lnTo>
                <a:lnTo>
                  <a:pt x="3511259" y="135355"/>
                </a:lnTo>
                <a:lnTo>
                  <a:pt x="3558576" y="131131"/>
                </a:lnTo>
                <a:lnTo>
                  <a:pt x="3605857" y="126869"/>
                </a:lnTo>
                <a:lnTo>
                  <a:pt x="3653028" y="122682"/>
                </a:lnTo>
                <a:lnTo>
                  <a:pt x="3700056" y="118481"/>
                </a:lnTo>
                <a:lnTo>
                  <a:pt x="3747098" y="114359"/>
                </a:lnTo>
                <a:lnTo>
                  <a:pt x="3794166" y="110305"/>
                </a:lnTo>
                <a:lnTo>
                  <a:pt x="3841275" y="106304"/>
                </a:lnTo>
                <a:lnTo>
                  <a:pt x="3888437" y="102343"/>
                </a:lnTo>
                <a:lnTo>
                  <a:pt x="3935665" y="98409"/>
                </a:lnTo>
                <a:lnTo>
                  <a:pt x="3982974" y="94488"/>
                </a:lnTo>
                <a:lnTo>
                  <a:pt x="4035111" y="90392"/>
                </a:lnTo>
                <a:lnTo>
                  <a:pt x="4087463" y="86296"/>
                </a:lnTo>
                <a:lnTo>
                  <a:pt x="4139957" y="82486"/>
                </a:lnTo>
                <a:lnTo>
                  <a:pt x="4192524" y="79248"/>
                </a:lnTo>
                <a:lnTo>
                  <a:pt x="4243518" y="75961"/>
                </a:lnTo>
                <a:lnTo>
                  <a:pt x="4294727" y="72961"/>
                </a:lnTo>
                <a:lnTo>
                  <a:pt x="4346078" y="70246"/>
                </a:lnTo>
                <a:lnTo>
                  <a:pt x="4397502" y="67818"/>
                </a:lnTo>
                <a:lnTo>
                  <a:pt x="4449244" y="65690"/>
                </a:lnTo>
                <a:lnTo>
                  <a:pt x="4501097" y="63782"/>
                </a:lnTo>
                <a:lnTo>
                  <a:pt x="4552986" y="61947"/>
                </a:lnTo>
                <a:lnTo>
                  <a:pt x="4604839" y="60039"/>
                </a:lnTo>
                <a:lnTo>
                  <a:pt x="4656582" y="57912"/>
                </a:lnTo>
                <a:lnTo>
                  <a:pt x="4709148" y="55614"/>
                </a:lnTo>
                <a:lnTo>
                  <a:pt x="4761642" y="53244"/>
                </a:lnTo>
                <a:lnTo>
                  <a:pt x="4813994" y="50732"/>
                </a:lnTo>
                <a:lnTo>
                  <a:pt x="4866132" y="48006"/>
                </a:lnTo>
                <a:lnTo>
                  <a:pt x="4919853" y="44565"/>
                </a:lnTo>
                <a:lnTo>
                  <a:pt x="4973574" y="41052"/>
                </a:lnTo>
                <a:lnTo>
                  <a:pt x="5027295" y="37397"/>
                </a:lnTo>
                <a:lnTo>
                  <a:pt x="5081016" y="33528"/>
                </a:lnTo>
                <a:lnTo>
                  <a:pt x="5133673" y="28901"/>
                </a:lnTo>
                <a:lnTo>
                  <a:pt x="5186440" y="24310"/>
                </a:lnTo>
                <a:lnTo>
                  <a:pt x="5239243" y="19976"/>
                </a:lnTo>
                <a:lnTo>
                  <a:pt x="5292010" y="16117"/>
                </a:lnTo>
                <a:lnTo>
                  <a:pt x="5344668" y="12954"/>
                </a:lnTo>
                <a:lnTo>
                  <a:pt x="5394507" y="10132"/>
                </a:lnTo>
                <a:lnTo>
                  <a:pt x="5444490" y="7524"/>
                </a:lnTo>
                <a:lnTo>
                  <a:pt x="5494472" y="5345"/>
                </a:lnTo>
                <a:lnTo>
                  <a:pt x="5544312" y="3810"/>
                </a:lnTo>
                <a:lnTo>
                  <a:pt x="5590151" y="2369"/>
                </a:lnTo>
                <a:lnTo>
                  <a:pt x="5636133" y="1428"/>
                </a:lnTo>
                <a:lnTo>
                  <a:pt x="5682114" y="916"/>
                </a:lnTo>
                <a:lnTo>
                  <a:pt x="5727954" y="762"/>
                </a:lnTo>
                <a:lnTo>
                  <a:pt x="5783508" y="321"/>
                </a:lnTo>
                <a:lnTo>
                  <a:pt x="5839206" y="95"/>
                </a:lnTo>
                <a:lnTo>
                  <a:pt x="5894903" y="11"/>
                </a:lnTo>
                <a:lnTo>
                  <a:pt x="5950458" y="0"/>
                </a:lnTo>
                <a:lnTo>
                  <a:pt x="5995606" y="11"/>
                </a:lnTo>
                <a:lnTo>
                  <a:pt x="6040755" y="95"/>
                </a:lnTo>
                <a:lnTo>
                  <a:pt x="6085903" y="321"/>
                </a:lnTo>
                <a:lnTo>
                  <a:pt x="6131052" y="762"/>
                </a:lnTo>
                <a:lnTo>
                  <a:pt x="6176081" y="1178"/>
                </a:lnTo>
                <a:lnTo>
                  <a:pt x="6220968" y="2381"/>
                </a:lnTo>
                <a:lnTo>
                  <a:pt x="6265854" y="4298"/>
                </a:lnTo>
                <a:lnTo>
                  <a:pt x="6310884" y="6858"/>
                </a:lnTo>
                <a:lnTo>
                  <a:pt x="6354318" y="9846"/>
                </a:lnTo>
                <a:lnTo>
                  <a:pt x="6397752" y="13049"/>
                </a:lnTo>
                <a:lnTo>
                  <a:pt x="6441186" y="16394"/>
                </a:lnTo>
                <a:lnTo>
                  <a:pt x="6484620" y="19812"/>
                </a:lnTo>
                <a:lnTo>
                  <a:pt x="6526910" y="23348"/>
                </a:lnTo>
                <a:lnTo>
                  <a:pt x="6569202" y="26955"/>
                </a:lnTo>
                <a:lnTo>
                  <a:pt x="6611493" y="30420"/>
                </a:lnTo>
                <a:lnTo>
                  <a:pt x="6653783" y="33528"/>
                </a:lnTo>
                <a:lnTo>
                  <a:pt x="6708648" y="36649"/>
                </a:lnTo>
                <a:lnTo>
                  <a:pt x="6763512" y="39660"/>
                </a:lnTo>
                <a:lnTo>
                  <a:pt x="6818376" y="42635"/>
                </a:lnTo>
                <a:lnTo>
                  <a:pt x="6873240" y="45646"/>
                </a:lnTo>
                <a:lnTo>
                  <a:pt x="6928104" y="48768"/>
                </a:lnTo>
                <a:lnTo>
                  <a:pt x="6984682" y="51851"/>
                </a:lnTo>
                <a:lnTo>
                  <a:pt x="7041261" y="55149"/>
                </a:lnTo>
                <a:lnTo>
                  <a:pt x="7097839" y="58304"/>
                </a:lnTo>
                <a:lnTo>
                  <a:pt x="7154418" y="60959"/>
                </a:lnTo>
                <a:lnTo>
                  <a:pt x="7198435" y="62650"/>
                </a:lnTo>
                <a:lnTo>
                  <a:pt x="7242524" y="64198"/>
                </a:lnTo>
                <a:lnTo>
                  <a:pt x="7286755" y="65460"/>
                </a:lnTo>
                <a:lnTo>
                  <a:pt x="7331202" y="66293"/>
                </a:lnTo>
                <a:lnTo>
                  <a:pt x="7376231" y="66853"/>
                </a:lnTo>
                <a:lnTo>
                  <a:pt x="7421117" y="67341"/>
                </a:lnTo>
                <a:lnTo>
                  <a:pt x="7466004" y="67687"/>
                </a:lnTo>
                <a:lnTo>
                  <a:pt x="7511033" y="67817"/>
                </a:lnTo>
                <a:lnTo>
                  <a:pt x="7555491" y="67722"/>
                </a:lnTo>
                <a:lnTo>
                  <a:pt x="7599807" y="67627"/>
                </a:lnTo>
                <a:lnTo>
                  <a:pt x="7644122" y="67817"/>
                </a:lnTo>
                <a:lnTo>
                  <a:pt x="7688580" y="68579"/>
                </a:lnTo>
                <a:lnTo>
                  <a:pt x="7759541" y="71246"/>
                </a:lnTo>
                <a:lnTo>
                  <a:pt x="7831074" y="76199"/>
                </a:lnTo>
                <a:lnTo>
                  <a:pt x="7848992" y="76807"/>
                </a:lnTo>
                <a:lnTo>
                  <a:pt x="7870412" y="77628"/>
                </a:lnTo>
                <a:lnTo>
                  <a:pt x="7891402" y="80593"/>
                </a:lnTo>
                <a:lnTo>
                  <a:pt x="7908035" y="87629"/>
                </a:lnTo>
                <a:lnTo>
                  <a:pt x="7908035" y="88391"/>
                </a:lnTo>
                <a:lnTo>
                  <a:pt x="7908035" y="89153"/>
                </a:lnTo>
                <a:lnTo>
                  <a:pt x="7908035" y="89915"/>
                </a:lnTo>
                <a:lnTo>
                  <a:pt x="7896225" y="91737"/>
                </a:lnTo>
                <a:lnTo>
                  <a:pt x="7883271" y="92487"/>
                </a:lnTo>
                <a:lnTo>
                  <a:pt x="7870317" y="91951"/>
                </a:lnTo>
                <a:lnTo>
                  <a:pt x="7858506" y="89915"/>
                </a:lnTo>
                <a:lnTo>
                  <a:pt x="7852338" y="88082"/>
                </a:lnTo>
                <a:lnTo>
                  <a:pt x="7846313" y="86105"/>
                </a:lnTo>
                <a:lnTo>
                  <a:pt x="7840289" y="84129"/>
                </a:lnTo>
                <a:lnTo>
                  <a:pt x="7834122" y="82295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0" name="Google Shape;2480;p18"/>
          <p:cNvGrpSpPr/>
          <p:nvPr/>
        </p:nvGrpSpPr>
        <p:grpSpPr>
          <a:xfrm>
            <a:off x="3583673" y="3728466"/>
            <a:ext cx="230149" cy="306336"/>
            <a:chOff x="3583673" y="3728466"/>
            <a:chExt cx="230149" cy="306336"/>
          </a:xfrm>
        </p:grpSpPr>
        <p:pic>
          <p:nvPicPr>
            <p:cNvPr id="2481" name="Google Shape;2481;p18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3583673" y="3852659"/>
              <a:ext cx="230149" cy="1821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2" name="Google Shape;2482;p18"/>
            <p:cNvSpPr/>
            <p:nvPr/>
          </p:nvSpPr>
          <p:spPr>
            <a:xfrm>
              <a:off x="3745991" y="3728466"/>
              <a:ext cx="1905" cy="89535"/>
            </a:xfrm>
            <a:custGeom>
              <a:rect b="b" l="l" r="r" t="t"/>
              <a:pathLst>
                <a:path extrusionOk="0" h="89535" w="1904">
                  <a:moveTo>
                    <a:pt x="0" y="0"/>
                  </a:moveTo>
                  <a:lnTo>
                    <a:pt x="440" y="10287"/>
                  </a:lnTo>
                  <a:lnTo>
                    <a:pt x="666" y="20574"/>
                  </a:lnTo>
                  <a:lnTo>
                    <a:pt x="750" y="30861"/>
                  </a:lnTo>
                  <a:lnTo>
                    <a:pt x="762" y="41148"/>
                  </a:lnTo>
                  <a:lnTo>
                    <a:pt x="881" y="52447"/>
                  </a:lnTo>
                  <a:lnTo>
                    <a:pt x="1143" y="63531"/>
                  </a:lnTo>
                  <a:lnTo>
                    <a:pt x="1404" y="74473"/>
                  </a:lnTo>
                  <a:lnTo>
                    <a:pt x="1524" y="85344"/>
                  </a:lnTo>
                  <a:lnTo>
                    <a:pt x="1524" y="86868"/>
                  </a:lnTo>
                  <a:lnTo>
                    <a:pt x="1524" y="88392"/>
                  </a:lnTo>
                  <a:lnTo>
                    <a:pt x="1524" y="8915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3" name="Google Shape;2483;p18"/>
          <p:cNvGrpSpPr/>
          <p:nvPr/>
        </p:nvGrpSpPr>
        <p:grpSpPr>
          <a:xfrm>
            <a:off x="4037075" y="3824465"/>
            <a:ext cx="361963" cy="134137"/>
            <a:chOff x="4037075" y="3824465"/>
            <a:chExt cx="361963" cy="134137"/>
          </a:xfrm>
        </p:grpSpPr>
        <p:sp>
          <p:nvSpPr>
            <p:cNvPr id="2484" name="Google Shape;2484;p18"/>
            <p:cNvSpPr/>
            <p:nvPr/>
          </p:nvSpPr>
          <p:spPr>
            <a:xfrm>
              <a:off x="4037075" y="3886200"/>
              <a:ext cx="261620" cy="22860"/>
            </a:xfrm>
            <a:custGeom>
              <a:rect b="b" l="l" r="r" t="t"/>
              <a:pathLst>
                <a:path extrusionOk="0" h="22860" w="261620">
                  <a:moveTo>
                    <a:pt x="0" y="21336"/>
                  </a:moveTo>
                  <a:lnTo>
                    <a:pt x="30849" y="21669"/>
                  </a:lnTo>
                  <a:lnTo>
                    <a:pt x="61626" y="22288"/>
                  </a:lnTo>
                  <a:lnTo>
                    <a:pt x="92261" y="22621"/>
                  </a:lnTo>
                  <a:lnTo>
                    <a:pt x="147006" y="20883"/>
                  </a:lnTo>
                  <a:lnTo>
                    <a:pt x="194798" y="15882"/>
                  </a:lnTo>
                  <a:lnTo>
                    <a:pt x="218694" y="12954"/>
                  </a:lnTo>
                  <a:lnTo>
                    <a:pt x="228290" y="11834"/>
                  </a:lnTo>
                  <a:lnTo>
                    <a:pt x="237744" y="10858"/>
                  </a:lnTo>
                  <a:lnTo>
                    <a:pt x="247197" y="10167"/>
                  </a:lnTo>
                  <a:lnTo>
                    <a:pt x="256794" y="9906"/>
                  </a:lnTo>
                  <a:lnTo>
                    <a:pt x="261365" y="9906"/>
                  </a:lnTo>
                  <a:lnTo>
                    <a:pt x="259842" y="3810"/>
                  </a:lnTo>
                  <a:lnTo>
                    <a:pt x="259842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85" name="Google Shape;2485;p18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4305287" y="3824465"/>
              <a:ext cx="93751" cy="1341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6" name="Google Shape;2486;p18"/>
          <p:cNvGrpSpPr/>
          <p:nvPr/>
        </p:nvGrpSpPr>
        <p:grpSpPr>
          <a:xfrm>
            <a:off x="4696955" y="3689604"/>
            <a:ext cx="224957" cy="297192"/>
            <a:chOff x="4696955" y="3689604"/>
            <a:chExt cx="224957" cy="297192"/>
          </a:xfrm>
        </p:grpSpPr>
        <p:pic>
          <p:nvPicPr>
            <p:cNvPr id="2487" name="Google Shape;2487;p18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4696955" y="3795759"/>
              <a:ext cx="138709" cy="1239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8" name="Google Shape;2488;p18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4857379" y="3897617"/>
              <a:ext cx="64533" cy="891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9" name="Google Shape;2489;p18"/>
            <p:cNvSpPr/>
            <p:nvPr/>
          </p:nvSpPr>
          <p:spPr>
            <a:xfrm>
              <a:off x="4892801" y="3689604"/>
              <a:ext cx="3810" cy="79375"/>
            </a:xfrm>
            <a:custGeom>
              <a:rect b="b" l="l" r="r" t="t"/>
              <a:pathLst>
                <a:path extrusionOk="0" h="79375" w="3810">
                  <a:moveTo>
                    <a:pt x="3810" y="0"/>
                  </a:moveTo>
                  <a:lnTo>
                    <a:pt x="3000" y="12132"/>
                  </a:lnTo>
                  <a:lnTo>
                    <a:pt x="1905" y="24479"/>
                  </a:lnTo>
                  <a:lnTo>
                    <a:pt x="809" y="36968"/>
                  </a:lnTo>
                  <a:lnTo>
                    <a:pt x="0" y="49530"/>
                  </a:lnTo>
                  <a:lnTo>
                    <a:pt x="35" y="56959"/>
                  </a:lnTo>
                  <a:lnTo>
                    <a:pt x="285" y="64388"/>
                  </a:lnTo>
                  <a:lnTo>
                    <a:pt x="964" y="71818"/>
                  </a:lnTo>
                  <a:lnTo>
                    <a:pt x="2286" y="7924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90" name="Google Shape;2490;p18"/>
          <p:cNvSpPr/>
          <p:nvPr/>
        </p:nvSpPr>
        <p:spPr>
          <a:xfrm>
            <a:off x="5097779" y="3825240"/>
            <a:ext cx="80010" cy="5715"/>
          </a:xfrm>
          <a:custGeom>
            <a:rect b="b" l="l" r="r" t="t"/>
            <a:pathLst>
              <a:path extrusionOk="0" h="5714" w="80010">
                <a:moveTo>
                  <a:pt x="0" y="0"/>
                </a:moveTo>
                <a:lnTo>
                  <a:pt x="9239" y="1762"/>
                </a:lnTo>
                <a:lnTo>
                  <a:pt x="17906" y="2666"/>
                </a:lnTo>
                <a:lnTo>
                  <a:pt x="26574" y="3000"/>
                </a:lnTo>
                <a:lnTo>
                  <a:pt x="35814" y="3047"/>
                </a:lnTo>
                <a:lnTo>
                  <a:pt x="44386" y="3036"/>
                </a:lnTo>
                <a:lnTo>
                  <a:pt x="52959" y="2952"/>
                </a:lnTo>
                <a:lnTo>
                  <a:pt x="61531" y="2726"/>
                </a:lnTo>
                <a:lnTo>
                  <a:pt x="70104" y="2285"/>
                </a:lnTo>
                <a:lnTo>
                  <a:pt x="73152" y="2285"/>
                </a:lnTo>
                <a:lnTo>
                  <a:pt x="80010" y="3047"/>
                </a:lnTo>
                <a:lnTo>
                  <a:pt x="77724" y="5333"/>
                </a:lnTo>
                <a:lnTo>
                  <a:pt x="76962" y="5333"/>
                </a:lnTo>
                <a:lnTo>
                  <a:pt x="76200" y="5333"/>
                </a:lnTo>
                <a:lnTo>
                  <a:pt x="75438" y="5333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1" name="Google Shape;2491;p18"/>
          <p:cNvGrpSpPr/>
          <p:nvPr/>
        </p:nvGrpSpPr>
        <p:grpSpPr>
          <a:xfrm>
            <a:off x="5449252" y="3492995"/>
            <a:ext cx="471357" cy="439052"/>
            <a:chOff x="5449252" y="3492995"/>
            <a:chExt cx="471357" cy="439052"/>
          </a:xfrm>
        </p:grpSpPr>
        <p:sp>
          <p:nvSpPr>
            <p:cNvPr id="2492" name="Google Shape;2492;p18"/>
            <p:cNvSpPr/>
            <p:nvPr/>
          </p:nvSpPr>
          <p:spPr>
            <a:xfrm>
              <a:off x="5449252" y="3692652"/>
              <a:ext cx="76200" cy="239395"/>
            </a:xfrm>
            <a:custGeom>
              <a:rect b="b" l="l" r="r" t="t"/>
              <a:pathLst>
                <a:path extrusionOk="0" h="239395" w="76200">
                  <a:moveTo>
                    <a:pt x="47815" y="0"/>
                  </a:moveTo>
                  <a:lnTo>
                    <a:pt x="15811" y="37338"/>
                  </a:lnTo>
                  <a:lnTo>
                    <a:pt x="4476" y="87439"/>
                  </a:lnTo>
                  <a:lnTo>
                    <a:pt x="571" y="138684"/>
                  </a:lnTo>
                  <a:lnTo>
                    <a:pt x="0" y="160139"/>
                  </a:lnTo>
                  <a:lnTo>
                    <a:pt x="571" y="181736"/>
                  </a:lnTo>
                  <a:lnTo>
                    <a:pt x="12001" y="222504"/>
                  </a:lnTo>
                  <a:lnTo>
                    <a:pt x="41683" y="238898"/>
                  </a:lnTo>
                  <a:lnTo>
                    <a:pt x="53149" y="236982"/>
                  </a:lnTo>
                  <a:lnTo>
                    <a:pt x="61007" y="232100"/>
                  </a:lnTo>
                  <a:lnTo>
                    <a:pt x="66865" y="228219"/>
                  </a:lnTo>
                  <a:lnTo>
                    <a:pt x="71580" y="224337"/>
                  </a:lnTo>
                  <a:lnTo>
                    <a:pt x="76009" y="21945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93" name="Google Shape;2493;p18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5516105" y="3636264"/>
              <a:ext cx="181381" cy="243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4" name="Google Shape;2494;p18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5689079" y="3492995"/>
              <a:ext cx="71653" cy="118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5" name="Google Shape;2495;p18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5801855" y="3633203"/>
              <a:ext cx="118754" cy="15852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6" name="Google Shape;2496;p18"/>
          <p:cNvGrpSpPr/>
          <p:nvPr/>
        </p:nvGrpSpPr>
        <p:grpSpPr>
          <a:xfrm>
            <a:off x="5973032" y="3518916"/>
            <a:ext cx="133254" cy="387350"/>
            <a:chOff x="5973032" y="3518916"/>
            <a:chExt cx="133254" cy="387350"/>
          </a:xfrm>
        </p:grpSpPr>
        <p:sp>
          <p:nvSpPr>
            <p:cNvPr id="2497" name="Google Shape;2497;p18"/>
            <p:cNvSpPr/>
            <p:nvPr/>
          </p:nvSpPr>
          <p:spPr>
            <a:xfrm>
              <a:off x="5973032" y="3730752"/>
              <a:ext cx="7620" cy="89535"/>
            </a:xfrm>
            <a:custGeom>
              <a:rect b="b" l="l" r="r" t="t"/>
              <a:pathLst>
                <a:path extrusionOk="0" h="89535" w="7620">
                  <a:moveTo>
                    <a:pt x="2571" y="0"/>
                  </a:moveTo>
                  <a:lnTo>
                    <a:pt x="1142" y="11310"/>
                  </a:lnTo>
                  <a:lnTo>
                    <a:pt x="285" y="22478"/>
                  </a:lnTo>
                  <a:lnTo>
                    <a:pt x="0" y="33647"/>
                  </a:lnTo>
                  <a:lnTo>
                    <a:pt x="285" y="44958"/>
                  </a:lnTo>
                  <a:lnTo>
                    <a:pt x="4857" y="84582"/>
                  </a:lnTo>
                  <a:lnTo>
                    <a:pt x="5619" y="87630"/>
                  </a:lnTo>
                  <a:lnTo>
                    <a:pt x="4857" y="89154"/>
                  </a:lnTo>
                  <a:lnTo>
                    <a:pt x="7143" y="8839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18"/>
            <p:cNvSpPr/>
            <p:nvPr/>
          </p:nvSpPr>
          <p:spPr>
            <a:xfrm>
              <a:off x="6001511" y="3518916"/>
              <a:ext cx="104775" cy="387350"/>
            </a:xfrm>
            <a:custGeom>
              <a:rect b="b" l="l" r="r" t="t"/>
              <a:pathLst>
                <a:path extrusionOk="0" h="387350" w="104775">
                  <a:moveTo>
                    <a:pt x="0" y="0"/>
                  </a:moveTo>
                  <a:lnTo>
                    <a:pt x="28956" y="27717"/>
                  </a:lnTo>
                  <a:lnTo>
                    <a:pt x="55626" y="57149"/>
                  </a:lnTo>
                  <a:lnTo>
                    <a:pt x="84201" y="102679"/>
                  </a:lnTo>
                  <a:lnTo>
                    <a:pt x="101346" y="153923"/>
                  </a:lnTo>
                  <a:lnTo>
                    <a:pt x="104548" y="183737"/>
                  </a:lnTo>
                  <a:lnTo>
                    <a:pt x="104108" y="213550"/>
                  </a:lnTo>
                  <a:lnTo>
                    <a:pt x="93726" y="272034"/>
                  </a:lnTo>
                  <a:lnTo>
                    <a:pt x="76390" y="321278"/>
                  </a:lnTo>
                  <a:lnTo>
                    <a:pt x="55626" y="368808"/>
                  </a:lnTo>
                  <a:lnTo>
                    <a:pt x="45720" y="387096"/>
                  </a:lnTo>
                  <a:lnTo>
                    <a:pt x="42672" y="38709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9" name="Google Shape;2499;p18"/>
          <p:cNvGrpSpPr/>
          <p:nvPr/>
        </p:nvGrpSpPr>
        <p:grpSpPr>
          <a:xfrm>
            <a:off x="6183141" y="3627107"/>
            <a:ext cx="155548" cy="151777"/>
            <a:chOff x="6183141" y="3627107"/>
            <a:chExt cx="155548" cy="151777"/>
          </a:xfrm>
        </p:grpSpPr>
        <p:pic>
          <p:nvPicPr>
            <p:cNvPr id="2500" name="Google Shape;2500;p18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6183141" y="3627107"/>
              <a:ext cx="106991" cy="1075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1" name="Google Shape;2501;p18"/>
            <p:cNvSpPr/>
            <p:nvPr/>
          </p:nvSpPr>
          <p:spPr>
            <a:xfrm>
              <a:off x="6334244" y="3680459"/>
              <a:ext cx="4445" cy="98425"/>
            </a:xfrm>
            <a:custGeom>
              <a:rect b="b" l="l" r="r" t="t"/>
              <a:pathLst>
                <a:path extrusionOk="0" h="98425" w="4445">
                  <a:moveTo>
                    <a:pt x="4071" y="0"/>
                  </a:moveTo>
                  <a:lnTo>
                    <a:pt x="1762" y="9786"/>
                  </a:lnTo>
                  <a:lnTo>
                    <a:pt x="452" y="18288"/>
                  </a:lnTo>
                  <a:lnTo>
                    <a:pt x="0" y="26789"/>
                  </a:lnTo>
                  <a:lnTo>
                    <a:pt x="261" y="36576"/>
                  </a:lnTo>
                  <a:lnTo>
                    <a:pt x="940" y="47434"/>
                  </a:lnTo>
                  <a:lnTo>
                    <a:pt x="1690" y="58293"/>
                  </a:lnTo>
                  <a:lnTo>
                    <a:pt x="2297" y="69151"/>
                  </a:lnTo>
                  <a:lnTo>
                    <a:pt x="2547" y="80010"/>
                  </a:lnTo>
                  <a:lnTo>
                    <a:pt x="2547" y="89916"/>
                  </a:lnTo>
                  <a:lnTo>
                    <a:pt x="2547" y="92202"/>
                  </a:lnTo>
                  <a:lnTo>
                    <a:pt x="2547" y="9829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2" name="Google Shape;2502;p18"/>
          <p:cNvGrpSpPr/>
          <p:nvPr/>
        </p:nvGrpSpPr>
        <p:grpSpPr>
          <a:xfrm>
            <a:off x="2783871" y="5013198"/>
            <a:ext cx="809257" cy="307860"/>
            <a:chOff x="2783871" y="5013198"/>
            <a:chExt cx="809257" cy="307860"/>
          </a:xfrm>
        </p:grpSpPr>
        <p:sp>
          <p:nvSpPr>
            <p:cNvPr id="2503" name="Google Shape;2503;p18"/>
            <p:cNvSpPr/>
            <p:nvPr/>
          </p:nvSpPr>
          <p:spPr>
            <a:xfrm>
              <a:off x="2783871" y="5013198"/>
              <a:ext cx="122555" cy="248920"/>
            </a:xfrm>
            <a:custGeom>
              <a:rect b="b" l="l" r="r" t="t"/>
              <a:pathLst>
                <a:path extrusionOk="0" h="248920" w="122555">
                  <a:moveTo>
                    <a:pt x="22574" y="4572"/>
                  </a:moveTo>
                  <a:lnTo>
                    <a:pt x="2643" y="52363"/>
                  </a:lnTo>
                  <a:lnTo>
                    <a:pt x="226" y="98917"/>
                  </a:lnTo>
                  <a:lnTo>
                    <a:pt x="0" y="125730"/>
                  </a:lnTo>
                  <a:lnTo>
                    <a:pt x="1345" y="152542"/>
                  </a:lnTo>
                  <a:lnTo>
                    <a:pt x="9429" y="196429"/>
                  </a:lnTo>
                  <a:lnTo>
                    <a:pt x="38576" y="240792"/>
                  </a:lnTo>
                  <a:lnTo>
                    <a:pt x="62198" y="248602"/>
                  </a:lnTo>
                  <a:lnTo>
                    <a:pt x="74580" y="247007"/>
                  </a:lnTo>
                  <a:lnTo>
                    <a:pt x="107727" y="215741"/>
                  </a:lnTo>
                  <a:lnTo>
                    <a:pt x="122134" y="162960"/>
                  </a:lnTo>
                  <a:lnTo>
                    <a:pt x="121634" y="142208"/>
                  </a:lnTo>
                  <a:lnTo>
                    <a:pt x="112490" y="101346"/>
                  </a:lnTo>
                  <a:lnTo>
                    <a:pt x="95154" y="61436"/>
                  </a:lnTo>
                  <a:lnTo>
                    <a:pt x="72104" y="24384"/>
                  </a:lnTo>
                  <a:lnTo>
                    <a:pt x="40862" y="0"/>
                  </a:lnTo>
                  <a:lnTo>
                    <a:pt x="35385" y="2286"/>
                  </a:lnTo>
                  <a:lnTo>
                    <a:pt x="33051" y="8572"/>
                  </a:lnTo>
                  <a:lnTo>
                    <a:pt x="32718" y="16287"/>
                  </a:lnTo>
                  <a:lnTo>
                    <a:pt x="33242" y="22860"/>
                  </a:lnTo>
                  <a:lnTo>
                    <a:pt x="33242" y="25908"/>
                  </a:lnTo>
                  <a:lnTo>
                    <a:pt x="34004" y="28956"/>
                  </a:lnTo>
                  <a:lnTo>
                    <a:pt x="34766" y="3200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04" name="Google Shape;2504;p18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2832341" y="5077955"/>
              <a:ext cx="247484" cy="2431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5" name="Google Shape;2505;p18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3106792" y="5057381"/>
              <a:ext cx="89048" cy="1935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6" name="Google Shape;2506;p18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3234391" y="5078717"/>
              <a:ext cx="97847" cy="1698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7" name="Google Shape;2507;p18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3356597" y="5068049"/>
              <a:ext cx="129565" cy="1638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8" name="Google Shape;2508;p18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3513474" y="5094719"/>
              <a:ext cx="79654" cy="12258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09" name="Google Shape;2509;p18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3642347" y="5007089"/>
            <a:ext cx="108229" cy="208813"/>
          </a:xfrm>
          <a:prstGeom prst="rect">
            <a:avLst/>
          </a:prstGeom>
          <a:noFill/>
          <a:ln>
            <a:noFill/>
          </a:ln>
        </p:spPr>
      </p:pic>
      <p:sp>
        <p:nvSpPr>
          <p:cNvPr id="2510" name="Google Shape;2510;p18"/>
          <p:cNvSpPr/>
          <p:nvPr/>
        </p:nvSpPr>
        <p:spPr>
          <a:xfrm>
            <a:off x="3847338" y="5100828"/>
            <a:ext cx="5080" cy="17145"/>
          </a:xfrm>
          <a:custGeom>
            <a:rect b="b" l="l" r="r" t="t"/>
            <a:pathLst>
              <a:path extrusionOk="0" h="17145" w="5079">
                <a:moveTo>
                  <a:pt x="0" y="0"/>
                </a:moveTo>
                <a:lnTo>
                  <a:pt x="1524" y="9905"/>
                </a:lnTo>
                <a:lnTo>
                  <a:pt x="1524" y="12191"/>
                </a:lnTo>
                <a:lnTo>
                  <a:pt x="4572" y="16763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1" name="Google Shape;2511;p18"/>
          <p:cNvSpPr/>
          <p:nvPr/>
        </p:nvSpPr>
        <p:spPr>
          <a:xfrm>
            <a:off x="2878073" y="5324855"/>
            <a:ext cx="860425" cy="85725"/>
          </a:xfrm>
          <a:custGeom>
            <a:rect b="b" l="l" r="r" t="t"/>
            <a:pathLst>
              <a:path extrusionOk="0" h="85725" w="860425">
                <a:moveTo>
                  <a:pt x="0" y="83819"/>
                </a:moveTo>
                <a:lnTo>
                  <a:pt x="16573" y="83819"/>
                </a:lnTo>
                <a:lnTo>
                  <a:pt x="33147" y="83819"/>
                </a:lnTo>
                <a:lnTo>
                  <a:pt x="49720" y="83819"/>
                </a:lnTo>
                <a:lnTo>
                  <a:pt x="66294" y="83819"/>
                </a:lnTo>
                <a:lnTo>
                  <a:pt x="92594" y="83939"/>
                </a:lnTo>
                <a:lnTo>
                  <a:pt x="118967" y="84200"/>
                </a:lnTo>
                <a:lnTo>
                  <a:pt x="145482" y="84462"/>
                </a:lnTo>
                <a:lnTo>
                  <a:pt x="172212" y="84581"/>
                </a:lnTo>
                <a:lnTo>
                  <a:pt x="216348" y="84701"/>
                </a:lnTo>
                <a:lnTo>
                  <a:pt x="260699" y="84962"/>
                </a:lnTo>
                <a:lnTo>
                  <a:pt x="305192" y="85224"/>
                </a:lnTo>
                <a:lnTo>
                  <a:pt x="349758" y="85343"/>
                </a:lnTo>
                <a:lnTo>
                  <a:pt x="391346" y="84748"/>
                </a:lnTo>
                <a:lnTo>
                  <a:pt x="432720" y="82867"/>
                </a:lnTo>
                <a:lnTo>
                  <a:pt x="473952" y="79557"/>
                </a:lnTo>
                <a:lnTo>
                  <a:pt x="515112" y="74675"/>
                </a:lnTo>
                <a:lnTo>
                  <a:pt x="554866" y="69020"/>
                </a:lnTo>
                <a:lnTo>
                  <a:pt x="594264" y="62579"/>
                </a:lnTo>
                <a:lnTo>
                  <a:pt x="633519" y="55709"/>
                </a:lnTo>
                <a:lnTo>
                  <a:pt x="672846" y="48767"/>
                </a:lnTo>
                <a:lnTo>
                  <a:pt x="701421" y="43183"/>
                </a:lnTo>
                <a:lnTo>
                  <a:pt x="729996" y="37814"/>
                </a:lnTo>
                <a:lnTo>
                  <a:pt x="787146" y="27431"/>
                </a:lnTo>
                <a:lnTo>
                  <a:pt x="830329" y="21216"/>
                </a:lnTo>
                <a:lnTo>
                  <a:pt x="845058" y="19049"/>
                </a:lnTo>
                <a:lnTo>
                  <a:pt x="850391" y="19049"/>
                </a:lnTo>
                <a:lnTo>
                  <a:pt x="854963" y="18287"/>
                </a:lnTo>
                <a:lnTo>
                  <a:pt x="860297" y="17525"/>
                </a:lnTo>
                <a:lnTo>
                  <a:pt x="858012" y="10667"/>
                </a:lnTo>
                <a:lnTo>
                  <a:pt x="854202" y="6095"/>
                </a:lnTo>
                <a:lnTo>
                  <a:pt x="849630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2" name="Google Shape;2512;p18"/>
          <p:cNvGrpSpPr/>
          <p:nvPr/>
        </p:nvGrpSpPr>
        <p:grpSpPr>
          <a:xfrm>
            <a:off x="4741151" y="5036045"/>
            <a:ext cx="498373" cy="228625"/>
            <a:chOff x="4741151" y="5036045"/>
            <a:chExt cx="498373" cy="228625"/>
          </a:xfrm>
        </p:grpSpPr>
        <p:pic>
          <p:nvPicPr>
            <p:cNvPr id="2513" name="Google Shape;2513;p18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4741151" y="5045189"/>
              <a:ext cx="273190" cy="2194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4" name="Google Shape;2514;p18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5058619" y="5036045"/>
              <a:ext cx="180905" cy="1900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15" name="Google Shape;2515;p18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5541763" y="5033080"/>
            <a:ext cx="264963" cy="177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6" name="Google Shape;2516;p18"/>
          <p:cNvGrpSpPr/>
          <p:nvPr/>
        </p:nvGrpSpPr>
        <p:grpSpPr>
          <a:xfrm>
            <a:off x="6057125" y="5023615"/>
            <a:ext cx="239578" cy="149615"/>
            <a:chOff x="6057125" y="5023615"/>
            <a:chExt cx="239578" cy="149615"/>
          </a:xfrm>
        </p:grpSpPr>
        <p:pic>
          <p:nvPicPr>
            <p:cNvPr id="2517" name="Google Shape;2517;p18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057125" y="5038331"/>
              <a:ext cx="133375" cy="134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8" name="Google Shape;2518;p18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6220657" y="5023615"/>
              <a:ext cx="76046" cy="13208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19" name="Google Shape;2519;p18"/>
          <p:cNvGrpSpPr/>
          <p:nvPr/>
        </p:nvGrpSpPr>
        <p:grpSpPr>
          <a:xfrm>
            <a:off x="6611861" y="5001005"/>
            <a:ext cx="289791" cy="247650"/>
            <a:chOff x="6611861" y="5001005"/>
            <a:chExt cx="289791" cy="247650"/>
          </a:xfrm>
        </p:grpSpPr>
        <p:pic>
          <p:nvPicPr>
            <p:cNvPr id="2520" name="Google Shape;2520;p18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6611861" y="5002517"/>
              <a:ext cx="98323" cy="1466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1" name="Google Shape;2521;p18"/>
            <p:cNvSpPr/>
            <p:nvPr/>
          </p:nvSpPr>
          <p:spPr>
            <a:xfrm>
              <a:off x="6731472" y="5001005"/>
              <a:ext cx="170180" cy="247650"/>
            </a:xfrm>
            <a:custGeom>
              <a:rect b="b" l="l" r="r" t="t"/>
              <a:pathLst>
                <a:path extrusionOk="0" h="247650" w="170179">
                  <a:moveTo>
                    <a:pt x="39659" y="79248"/>
                  </a:moveTo>
                  <a:lnTo>
                    <a:pt x="35087" y="39624"/>
                  </a:lnTo>
                  <a:lnTo>
                    <a:pt x="25943" y="30480"/>
                  </a:lnTo>
                  <a:lnTo>
                    <a:pt x="20669" y="32289"/>
                  </a:lnTo>
                  <a:lnTo>
                    <a:pt x="3369" y="75152"/>
                  </a:lnTo>
                  <a:lnTo>
                    <a:pt x="0" y="108323"/>
                  </a:lnTo>
                  <a:lnTo>
                    <a:pt x="892" y="115062"/>
                  </a:lnTo>
                  <a:lnTo>
                    <a:pt x="4214" y="120086"/>
                  </a:lnTo>
                  <a:lnTo>
                    <a:pt x="11465" y="122682"/>
                  </a:lnTo>
                  <a:lnTo>
                    <a:pt x="20288" y="122431"/>
                  </a:lnTo>
                  <a:lnTo>
                    <a:pt x="51565" y="86963"/>
                  </a:lnTo>
                  <a:lnTo>
                    <a:pt x="57376" y="45172"/>
                  </a:lnTo>
                  <a:lnTo>
                    <a:pt x="56423" y="38862"/>
                  </a:lnTo>
                  <a:lnTo>
                    <a:pt x="55661" y="38100"/>
                  </a:lnTo>
                  <a:lnTo>
                    <a:pt x="55661" y="43434"/>
                  </a:lnTo>
                  <a:lnTo>
                    <a:pt x="54899" y="51816"/>
                  </a:lnTo>
                  <a:lnTo>
                    <a:pt x="54899" y="57912"/>
                  </a:lnTo>
                  <a:lnTo>
                    <a:pt x="71663" y="94488"/>
                  </a:lnTo>
                  <a:lnTo>
                    <a:pt x="76997" y="96774"/>
                  </a:lnTo>
                  <a:lnTo>
                    <a:pt x="86141" y="96774"/>
                  </a:lnTo>
                  <a:lnTo>
                    <a:pt x="94523" y="97536"/>
                  </a:lnTo>
                  <a:lnTo>
                    <a:pt x="105953" y="57912"/>
                  </a:lnTo>
                  <a:lnTo>
                    <a:pt x="106715" y="64008"/>
                  </a:lnTo>
                  <a:lnTo>
                    <a:pt x="140184" y="83379"/>
                  </a:lnTo>
                  <a:lnTo>
                    <a:pt x="149947" y="42683"/>
                  </a:lnTo>
                  <a:lnTo>
                    <a:pt x="144815" y="0"/>
                  </a:lnTo>
                  <a:lnTo>
                    <a:pt x="144827" y="5976"/>
                  </a:lnTo>
                  <a:lnTo>
                    <a:pt x="148244" y="45767"/>
                  </a:lnTo>
                  <a:lnTo>
                    <a:pt x="155007" y="84629"/>
                  </a:lnTo>
                  <a:lnTo>
                    <a:pt x="162341" y="123515"/>
                  </a:lnTo>
                  <a:lnTo>
                    <a:pt x="165580" y="143256"/>
                  </a:lnTo>
                  <a:lnTo>
                    <a:pt x="167961" y="162996"/>
                  </a:lnTo>
                  <a:lnTo>
                    <a:pt x="169199" y="182880"/>
                  </a:lnTo>
                  <a:lnTo>
                    <a:pt x="169664" y="196988"/>
                  </a:lnTo>
                  <a:lnTo>
                    <a:pt x="168913" y="210597"/>
                  </a:lnTo>
                  <a:lnTo>
                    <a:pt x="138624" y="245745"/>
                  </a:lnTo>
                  <a:lnTo>
                    <a:pt x="127444" y="247245"/>
                  </a:lnTo>
                  <a:lnTo>
                    <a:pt x="116621" y="246888"/>
                  </a:lnTo>
                  <a:lnTo>
                    <a:pt x="80617" y="222349"/>
                  </a:lnTo>
                  <a:lnTo>
                    <a:pt x="68699" y="181367"/>
                  </a:lnTo>
                  <a:lnTo>
                    <a:pt x="68615" y="17145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2" name="Google Shape;2522;p18"/>
          <p:cNvGrpSpPr/>
          <p:nvPr/>
        </p:nvGrpSpPr>
        <p:grpSpPr>
          <a:xfrm>
            <a:off x="7335380" y="4895075"/>
            <a:ext cx="541426" cy="237007"/>
            <a:chOff x="7335380" y="4895075"/>
            <a:chExt cx="541426" cy="237007"/>
          </a:xfrm>
        </p:grpSpPr>
        <p:pic>
          <p:nvPicPr>
            <p:cNvPr id="2523" name="Google Shape;2523;p18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7335380" y="4930127"/>
              <a:ext cx="330828" cy="2019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4" name="Google Shape;2524;p18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7687043" y="4895075"/>
              <a:ext cx="189763" cy="1720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5" name="Google Shape;2525;p18"/>
          <p:cNvGrpSpPr/>
          <p:nvPr/>
        </p:nvGrpSpPr>
        <p:grpSpPr>
          <a:xfrm>
            <a:off x="5916250" y="5616689"/>
            <a:ext cx="204895" cy="195085"/>
            <a:chOff x="5916250" y="5616689"/>
            <a:chExt cx="204895" cy="195085"/>
          </a:xfrm>
        </p:grpSpPr>
        <p:pic>
          <p:nvPicPr>
            <p:cNvPr id="2526" name="Google Shape;2526;p18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5916250" y="5616689"/>
              <a:ext cx="154616" cy="1653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7" name="Google Shape;2527;p18"/>
            <p:cNvSpPr/>
            <p:nvPr/>
          </p:nvSpPr>
          <p:spPr>
            <a:xfrm>
              <a:off x="6109715" y="5724144"/>
              <a:ext cx="11430" cy="87630"/>
            </a:xfrm>
            <a:custGeom>
              <a:rect b="b" l="l" r="r" t="t"/>
              <a:pathLst>
                <a:path extrusionOk="0" h="87629" w="11429">
                  <a:moveTo>
                    <a:pt x="0" y="0"/>
                  </a:moveTo>
                  <a:lnTo>
                    <a:pt x="464" y="10620"/>
                  </a:lnTo>
                  <a:lnTo>
                    <a:pt x="857" y="20955"/>
                  </a:lnTo>
                  <a:lnTo>
                    <a:pt x="1393" y="31289"/>
                  </a:lnTo>
                  <a:lnTo>
                    <a:pt x="2286" y="41910"/>
                  </a:lnTo>
                  <a:lnTo>
                    <a:pt x="2774" y="51173"/>
                  </a:lnTo>
                  <a:lnTo>
                    <a:pt x="3333" y="60579"/>
                  </a:lnTo>
                  <a:lnTo>
                    <a:pt x="4321" y="69984"/>
                  </a:lnTo>
                  <a:lnTo>
                    <a:pt x="6096" y="79248"/>
                  </a:lnTo>
                  <a:lnTo>
                    <a:pt x="7620" y="84582"/>
                  </a:lnTo>
                  <a:lnTo>
                    <a:pt x="9144" y="85344"/>
                  </a:lnTo>
                  <a:lnTo>
                    <a:pt x="11430" y="8763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28" name="Google Shape;2528;p18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6353221" y="5535917"/>
            <a:ext cx="323434" cy="20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9" name="Google Shape;2529;p18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6875513" y="5532869"/>
            <a:ext cx="234721" cy="20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0" name="Google Shape;2530;p18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7205459" y="5509795"/>
            <a:ext cx="74046" cy="112253"/>
          </a:xfrm>
          <a:prstGeom prst="rect">
            <a:avLst/>
          </a:prstGeom>
          <a:noFill/>
          <a:ln>
            <a:noFill/>
          </a:ln>
        </p:spPr>
      </p:pic>
      <p:sp>
        <p:nvSpPr>
          <p:cNvPr id="2531" name="Google Shape;2531;p18"/>
          <p:cNvSpPr/>
          <p:nvPr/>
        </p:nvSpPr>
        <p:spPr>
          <a:xfrm>
            <a:off x="7246619" y="5711952"/>
            <a:ext cx="24130" cy="24130"/>
          </a:xfrm>
          <a:custGeom>
            <a:rect b="b" l="l" r="r" t="t"/>
            <a:pathLst>
              <a:path extrusionOk="0" h="24129" w="24129">
                <a:moveTo>
                  <a:pt x="6096" y="9143"/>
                </a:moveTo>
                <a:lnTo>
                  <a:pt x="15787" y="2786"/>
                </a:lnTo>
                <a:lnTo>
                  <a:pt x="18478" y="1142"/>
                </a:lnTo>
                <a:lnTo>
                  <a:pt x="19169" y="1214"/>
                </a:lnTo>
                <a:lnTo>
                  <a:pt x="22860" y="0"/>
                </a:lnTo>
                <a:lnTo>
                  <a:pt x="22860" y="3809"/>
                </a:lnTo>
                <a:lnTo>
                  <a:pt x="23622" y="9143"/>
                </a:lnTo>
                <a:lnTo>
                  <a:pt x="21336" y="12953"/>
                </a:lnTo>
                <a:lnTo>
                  <a:pt x="18288" y="17525"/>
                </a:lnTo>
                <a:lnTo>
                  <a:pt x="12192" y="22859"/>
                </a:lnTo>
                <a:lnTo>
                  <a:pt x="7620" y="23621"/>
                </a:lnTo>
                <a:lnTo>
                  <a:pt x="4572" y="23621"/>
                </a:lnTo>
                <a:lnTo>
                  <a:pt x="3810" y="23621"/>
                </a:lnTo>
                <a:lnTo>
                  <a:pt x="2286" y="23621"/>
                </a:lnTo>
                <a:lnTo>
                  <a:pt x="1524" y="22097"/>
                </a:lnTo>
                <a:lnTo>
                  <a:pt x="0" y="17525"/>
                </a:lnTo>
                <a:lnTo>
                  <a:pt x="1524" y="15239"/>
                </a:lnTo>
                <a:lnTo>
                  <a:pt x="3048" y="12191"/>
                </a:lnTo>
                <a:lnTo>
                  <a:pt x="9906" y="13715"/>
                </a:lnTo>
                <a:lnTo>
                  <a:pt x="9906" y="9905"/>
                </a:lnTo>
                <a:lnTo>
                  <a:pt x="9906" y="8381"/>
                </a:lnTo>
                <a:lnTo>
                  <a:pt x="17526" y="15239"/>
                </a:lnTo>
                <a:lnTo>
                  <a:pt x="7620" y="7619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5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6" name="Google Shape;2536;p19"/>
          <p:cNvGrpSpPr/>
          <p:nvPr/>
        </p:nvGrpSpPr>
        <p:grpSpPr>
          <a:xfrm>
            <a:off x="6714743" y="2348484"/>
            <a:ext cx="95377" cy="68199"/>
            <a:chOff x="6714743" y="2348484"/>
            <a:chExt cx="95377" cy="68199"/>
          </a:xfrm>
        </p:grpSpPr>
        <p:sp>
          <p:nvSpPr>
            <p:cNvPr id="2537" name="Google Shape;2537;p19"/>
            <p:cNvSpPr/>
            <p:nvPr/>
          </p:nvSpPr>
          <p:spPr>
            <a:xfrm>
              <a:off x="6714743" y="2348484"/>
              <a:ext cx="66675" cy="0"/>
            </a:xfrm>
            <a:custGeom>
              <a:rect b="b" l="l" r="r" t="t"/>
              <a:pathLst>
                <a:path extrusionOk="0" h="120000" w="66675">
                  <a:moveTo>
                    <a:pt x="0" y="0"/>
                  </a:moveTo>
                  <a:lnTo>
                    <a:pt x="14168" y="0"/>
                  </a:lnTo>
                  <a:lnTo>
                    <a:pt x="28194" y="0"/>
                  </a:lnTo>
                  <a:lnTo>
                    <a:pt x="42219" y="0"/>
                  </a:lnTo>
                  <a:lnTo>
                    <a:pt x="56388" y="0"/>
                  </a:lnTo>
                  <a:lnTo>
                    <a:pt x="61722" y="0"/>
                  </a:lnTo>
                  <a:lnTo>
                    <a:pt x="63246" y="0"/>
                  </a:lnTo>
                  <a:lnTo>
                    <a:pt x="66294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p19"/>
            <p:cNvSpPr/>
            <p:nvPr/>
          </p:nvSpPr>
          <p:spPr>
            <a:xfrm>
              <a:off x="6738365" y="2403348"/>
              <a:ext cx="71755" cy="13335"/>
            </a:xfrm>
            <a:custGeom>
              <a:rect b="b" l="l" r="r" t="t"/>
              <a:pathLst>
                <a:path extrusionOk="0" h="13335" w="71754">
                  <a:moveTo>
                    <a:pt x="0" y="10667"/>
                  </a:moveTo>
                  <a:lnTo>
                    <a:pt x="12061" y="13204"/>
                  </a:lnTo>
                  <a:lnTo>
                    <a:pt x="22193" y="13239"/>
                  </a:lnTo>
                  <a:lnTo>
                    <a:pt x="32468" y="11418"/>
                  </a:lnTo>
                  <a:lnTo>
                    <a:pt x="44958" y="8381"/>
                  </a:lnTo>
                  <a:lnTo>
                    <a:pt x="51696" y="6536"/>
                  </a:lnTo>
                  <a:lnTo>
                    <a:pt x="58293" y="4476"/>
                  </a:lnTo>
                  <a:lnTo>
                    <a:pt x="64889" y="2274"/>
                  </a:lnTo>
                  <a:lnTo>
                    <a:pt x="71628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9" name="Google Shape;2539;p19"/>
          <p:cNvGrpSpPr/>
          <p:nvPr/>
        </p:nvGrpSpPr>
        <p:grpSpPr>
          <a:xfrm>
            <a:off x="6063234" y="2085546"/>
            <a:ext cx="1024890" cy="711200"/>
            <a:chOff x="6063234" y="2085546"/>
            <a:chExt cx="1024890" cy="711200"/>
          </a:xfrm>
        </p:grpSpPr>
        <p:pic>
          <p:nvPicPr>
            <p:cNvPr id="2540" name="Google Shape;254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12089" y="2296286"/>
              <a:ext cx="139185" cy="1399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1" name="Google Shape;2541;p19"/>
            <p:cNvSpPr/>
            <p:nvPr/>
          </p:nvSpPr>
          <p:spPr>
            <a:xfrm>
              <a:off x="6063234" y="2085546"/>
              <a:ext cx="1024890" cy="711200"/>
            </a:xfrm>
            <a:custGeom>
              <a:rect b="b" l="l" r="r" t="t"/>
              <a:pathLst>
                <a:path extrusionOk="0" h="711200" w="1024890">
                  <a:moveTo>
                    <a:pt x="37337" y="638603"/>
                  </a:moveTo>
                  <a:lnTo>
                    <a:pt x="33992" y="626137"/>
                  </a:lnTo>
                  <a:lnTo>
                    <a:pt x="31718" y="613743"/>
                  </a:lnTo>
                  <a:lnTo>
                    <a:pt x="30158" y="601206"/>
                  </a:lnTo>
                  <a:lnTo>
                    <a:pt x="28955" y="588311"/>
                  </a:lnTo>
                  <a:lnTo>
                    <a:pt x="26110" y="566713"/>
                  </a:lnTo>
                  <a:lnTo>
                    <a:pt x="20704" y="523803"/>
                  </a:lnTo>
                  <a:lnTo>
                    <a:pt x="13144" y="451913"/>
                  </a:lnTo>
                  <a:lnTo>
                    <a:pt x="9143" y="401621"/>
                  </a:lnTo>
                  <a:lnTo>
                    <a:pt x="6286" y="351329"/>
                  </a:lnTo>
                  <a:lnTo>
                    <a:pt x="4571" y="301037"/>
                  </a:lnTo>
                  <a:lnTo>
                    <a:pt x="4190" y="241220"/>
                  </a:lnTo>
                  <a:lnTo>
                    <a:pt x="4143" y="211240"/>
                  </a:lnTo>
                  <a:lnTo>
                    <a:pt x="3809" y="181403"/>
                  </a:lnTo>
                  <a:lnTo>
                    <a:pt x="3679" y="167116"/>
                  </a:lnTo>
                  <a:lnTo>
                    <a:pt x="3333" y="152828"/>
                  </a:lnTo>
                  <a:lnTo>
                    <a:pt x="2845" y="138541"/>
                  </a:lnTo>
                  <a:lnTo>
                    <a:pt x="2285" y="124253"/>
                  </a:lnTo>
                  <a:lnTo>
                    <a:pt x="2285" y="122729"/>
                  </a:lnTo>
                  <a:lnTo>
                    <a:pt x="0" y="113585"/>
                  </a:lnTo>
                  <a:lnTo>
                    <a:pt x="1523" y="111299"/>
                  </a:lnTo>
                  <a:lnTo>
                    <a:pt x="3809" y="108251"/>
                  </a:lnTo>
                  <a:lnTo>
                    <a:pt x="11429" y="108251"/>
                  </a:lnTo>
                  <a:lnTo>
                    <a:pt x="15239" y="108251"/>
                  </a:lnTo>
                  <a:lnTo>
                    <a:pt x="24836" y="107787"/>
                  </a:lnTo>
                  <a:lnTo>
                    <a:pt x="34289" y="107394"/>
                  </a:lnTo>
                  <a:lnTo>
                    <a:pt x="43743" y="106858"/>
                  </a:lnTo>
                  <a:lnTo>
                    <a:pt x="53339" y="105965"/>
                  </a:lnTo>
                  <a:lnTo>
                    <a:pt x="73461" y="104429"/>
                  </a:lnTo>
                  <a:lnTo>
                    <a:pt x="93725" y="102250"/>
                  </a:lnTo>
                  <a:lnTo>
                    <a:pt x="134111" y="96821"/>
                  </a:lnTo>
                  <a:lnTo>
                    <a:pt x="187142" y="88439"/>
                  </a:lnTo>
                  <a:lnTo>
                    <a:pt x="240029" y="79486"/>
                  </a:lnTo>
                  <a:lnTo>
                    <a:pt x="292917" y="70246"/>
                  </a:lnTo>
                  <a:lnTo>
                    <a:pt x="345947" y="61007"/>
                  </a:lnTo>
                  <a:lnTo>
                    <a:pt x="391560" y="53042"/>
                  </a:lnTo>
                  <a:lnTo>
                    <a:pt x="437102" y="45291"/>
                  </a:lnTo>
                  <a:lnTo>
                    <a:pt x="482786" y="37969"/>
                  </a:lnTo>
                  <a:lnTo>
                    <a:pt x="528827" y="31289"/>
                  </a:lnTo>
                  <a:lnTo>
                    <a:pt x="574633" y="25327"/>
                  </a:lnTo>
                  <a:lnTo>
                    <a:pt x="620584" y="20170"/>
                  </a:lnTo>
                  <a:lnTo>
                    <a:pt x="666646" y="15708"/>
                  </a:lnTo>
                  <a:lnTo>
                    <a:pt x="712780" y="11831"/>
                  </a:lnTo>
                  <a:lnTo>
                    <a:pt x="758951" y="8429"/>
                  </a:lnTo>
                  <a:lnTo>
                    <a:pt x="825341" y="5000"/>
                  </a:lnTo>
                  <a:lnTo>
                    <a:pt x="892301" y="3857"/>
                  </a:lnTo>
                  <a:lnTo>
                    <a:pt x="911280" y="2381"/>
                  </a:lnTo>
                  <a:lnTo>
                    <a:pt x="940688" y="47"/>
                  </a:lnTo>
                  <a:lnTo>
                    <a:pt x="970097" y="0"/>
                  </a:lnTo>
                  <a:lnTo>
                    <a:pt x="989075" y="5381"/>
                  </a:lnTo>
                  <a:lnTo>
                    <a:pt x="994409" y="9953"/>
                  </a:lnTo>
                  <a:lnTo>
                    <a:pt x="992885" y="19859"/>
                  </a:lnTo>
                  <a:lnTo>
                    <a:pt x="993647" y="25193"/>
                  </a:lnTo>
                  <a:lnTo>
                    <a:pt x="993564" y="55602"/>
                  </a:lnTo>
                  <a:lnTo>
                    <a:pt x="992981" y="86153"/>
                  </a:lnTo>
                  <a:lnTo>
                    <a:pt x="993112" y="116705"/>
                  </a:lnTo>
                  <a:lnTo>
                    <a:pt x="995171" y="147113"/>
                  </a:lnTo>
                  <a:lnTo>
                    <a:pt x="999458" y="175129"/>
                  </a:lnTo>
                  <a:lnTo>
                    <a:pt x="1004887" y="203215"/>
                  </a:lnTo>
                  <a:lnTo>
                    <a:pt x="1010602" y="231445"/>
                  </a:lnTo>
                  <a:lnTo>
                    <a:pt x="1015746" y="259889"/>
                  </a:lnTo>
                  <a:lnTo>
                    <a:pt x="1020163" y="291464"/>
                  </a:lnTo>
                  <a:lnTo>
                    <a:pt x="1023080" y="323326"/>
                  </a:lnTo>
                  <a:lnTo>
                    <a:pt x="1024425" y="355472"/>
                  </a:lnTo>
                  <a:lnTo>
                    <a:pt x="1024128" y="387905"/>
                  </a:lnTo>
                  <a:lnTo>
                    <a:pt x="1022282" y="416921"/>
                  </a:lnTo>
                  <a:lnTo>
                    <a:pt x="1018508" y="445722"/>
                  </a:lnTo>
                  <a:lnTo>
                    <a:pt x="1013733" y="474380"/>
                  </a:lnTo>
                  <a:lnTo>
                    <a:pt x="1008888" y="502967"/>
                  </a:lnTo>
                  <a:lnTo>
                    <a:pt x="1007244" y="516778"/>
                  </a:lnTo>
                  <a:lnTo>
                    <a:pt x="999744" y="557069"/>
                  </a:lnTo>
                  <a:lnTo>
                    <a:pt x="986028" y="581453"/>
                  </a:lnTo>
                  <a:lnTo>
                    <a:pt x="981456" y="586787"/>
                  </a:lnTo>
                  <a:lnTo>
                    <a:pt x="975360" y="590597"/>
                  </a:lnTo>
                  <a:lnTo>
                    <a:pt x="968501" y="592121"/>
                  </a:lnTo>
                  <a:lnTo>
                    <a:pt x="961965" y="593895"/>
                  </a:lnTo>
                  <a:lnTo>
                    <a:pt x="912590" y="597455"/>
                  </a:lnTo>
                  <a:lnTo>
                    <a:pt x="898528" y="598074"/>
                  </a:lnTo>
                  <a:lnTo>
                    <a:pt x="856809" y="601075"/>
                  </a:lnTo>
                  <a:lnTo>
                    <a:pt x="801635" y="606694"/>
                  </a:lnTo>
                  <a:lnTo>
                    <a:pt x="774192" y="609647"/>
                  </a:lnTo>
                  <a:lnTo>
                    <a:pt x="736937" y="613421"/>
                  </a:lnTo>
                  <a:lnTo>
                    <a:pt x="662428" y="620684"/>
                  </a:lnTo>
                  <a:lnTo>
                    <a:pt x="574738" y="631316"/>
                  </a:lnTo>
                  <a:lnTo>
                    <a:pt x="523875" y="638032"/>
                  </a:lnTo>
                  <a:lnTo>
                    <a:pt x="473011" y="645032"/>
                  </a:lnTo>
                  <a:lnTo>
                    <a:pt x="422147" y="652319"/>
                  </a:lnTo>
                  <a:lnTo>
                    <a:pt x="379856" y="659320"/>
                  </a:lnTo>
                  <a:lnTo>
                    <a:pt x="337566" y="666607"/>
                  </a:lnTo>
                  <a:lnTo>
                    <a:pt x="295275" y="674179"/>
                  </a:lnTo>
                  <a:lnTo>
                    <a:pt x="252983" y="682037"/>
                  </a:lnTo>
                  <a:lnTo>
                    <a:pt x="183546" y="695467"/>
                  </a:lnTo>
                  <a:lnTo>
                    <a:pt x="148720" y="701861"/>
                  </a:lnTo>
                  <a:lnTo>
                    <a:pt x="113537" y="707183"/>
                  </a:lnTo>
                  <a:lnTo>
                    <a:pt x="96678" y="709136"/>
                  </a:lnTo>
                  <a:lnTo>
                    <a:pt x="78104" y="710803"/>
                  </a:lnTo>
                  <a:lnTo>
                    <a:pt x="59531" y="711041"/>
                  </a:lnTo>
                  <a:lnTo>
                    <a:pt x="42671" y="708707"/>
                  </a:lnTo>
                  <a:lnTo>
                    <a:pt x="41147" y="707945"/>
                  </a:lnTo>
                  <a:lnTo>
                    <a:pt x="38099" y="707945"/>
                  </a:lnTo>
                  <a:lnTo>
                    <a:pt x="37337" y="707183"/>
                  </a:lnTo>
                  <a:lnTo>
                    <a:pt x="36575" y="707183"/>
                  </a:lnTo>
                  <a:lnTo>
                    <a:pt x="35813" y="706421"/>
                  </a:lnTo>
                  <a:lnTo>
                    <a:pt x="35051" y="705659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2" name="Google Shape;2542;p19"/>
          <p:cNvGrpSpPr/>
          <p:nvPr/>
        </p:nvGrpSpPr>
        <p:grpSpPr>
          <a:xfrm>
            <a:off x="4840973" y="2093963"/>
            <a:ext cx="144380" cy="114325"/>
            <a:chOff x="4840973" y="2093963"/>
            <a:chExt cx="144380" cy="114325"/>
          </a:xfrm>
        </p:grpSpPr>
        <p:pic>
          <p:nvPicPr>
            <p:cNvPr id="2543" name="Google Shape;2543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40973" y="2093963"/>
              <a:ext cx="105252" cy="114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4" name="Google Shape;2544;p19"/>
            <p:cNvSpPr/>
            <p:nvPr/>
          </p:nvSpPr>
          <p:spPr>
            <a:xfrm>
              <a:off x="4977098" y="2135123"/>
              <a:ext cx="8255" cy="59690"/>
            </a:xfrm>
            <a:custGeom>
              <a:rect b="b" l="l" r="r" t="t"/>
              <a:pathLst>
                <a:path extrusionOk="0" h="59689" w="8254">
                  <a:moveTo>
                    <a:pt x="1047" y="0"/>
                  </a:moveTo>
                  <a:lnTo>
                    <a:pt x="416" y="7310"/>
                  </a:lnTo>
                  <a:lnTo>
                    <a:pt x="0" y="14477"/>
                  </a:lnTo>
                  <a:lnTo>
                    <a:pt x="297" y="21645"/>
                  </a:lnTo>
                  <a:lnTo>
                    <a:pt x="1809" y="28956"/>
                  </a:lnTo>
                  <a:lnTo>
                    <a:pt x="4095" y="36576"/>
                  </a:lnTo>
                  <a:lnTo>
                    <a:pt x="7143" y="44196"/>
                  </a:lnTo>
                  <a:lnTo>
                    <a:pt x="7905" y="52577"/>
                  </a:lnTo>
                  <a:lnTo>
                    <a:pt x="7905" y="56388"/>
                  </a:lnTo>
                  <a:lnTo>
                    <a:pt x="7905" y="57150"/>
                  </a:lnTo>
                  <a:lnTo>
                    <a:pt x="7905" y="5943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45" name="Google Shape;25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3933" y="3343643"/>
            <a:ext cx="248234" cy="2496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6" name="Google Shape;2546;p19"/>
          <p:cNvGrpSpPr/>
          <p:nvPr/>
        </p:nvGrpSpPr>
        <p:grpSpPr>
          <a:xfrm>
            <a:off x="6184093" y="3324605"/>
            <a:ext cx="764668" cy="246806"/>
            <a:chOff x="6184093" y="3324605"/>
            <a:chExt cx="764668" cy="246806"/>
          </a:xfrm>
        </p:grpSpPr>
        <p:pic>
          <p:nvPicPr>
            <p:cNvPr id="2547" name="Google Shape;2547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184093" y="3326117"/>
              <a:ext cx="347021" cy="1904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8" name="Google Shape;2548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60807" y="3372599"/>
              <a:ext cx="211099" cy="9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9" name="Google Shape;2549;p19"/>
            <p:cNvSpPr/>
            <p:nvPr/>
          </p:nvSpPr>
          <p:spPr>
            <a:xfrm>
              <a:off x="6725411" y="3324605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50" name="Google Shape;2550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792455" y="3327641"/>
              <a:ext cx="156306" cy="24377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51" name="Google Shape;255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62787" y="3275825"/>
            <a:ext cx="237007" cy="122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2" name="Google Shape;2552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76457" y="3221473"/>
            <a:ext cx="469512" cy="1602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3" name="Google Shape;2553;p19"/>
          <p:cNvGrpSpPr/>
          <p:nvPr/>
        </p:nvGrpSpPr>
        <p:grpSpPr>
          <a:xfrm>
            <a:off x="8370570" y="3124187"/>
            <a:ext cx="897648" cy="323354"/>
            <a:chOff x="8370570" y="3124187"/>
            <a:chExt cx="897648" cy="323354"/>
          </a:xfrm>
        </p:grpSpPr>
        <p:sp>
          <p:nvSpPr>
            <p:cNvPr id="2554" name="Google Shape;2554;p19"/>
            <p:cNvSpPr/>
            <p:nvPr/>
          </p:nvSpPr>
          <p:spPr>
            <a:xfrm>
              <a:off x="8370570" y="3182111"/>
              <a:ext cx="35560" cy="265430"/>
            </a:xfrm>
            <a:custGeom>
              <a:rect b="b" l="l" r="r" t="t"/>
              <a:pathLst>
                <a:path extrusionOk="0" h="265429" w="35559">
                  <a:moveTo>
                    <a:pt x="0" y="0"/>
                  </a:moveTo>
                  <a:lnTo>
                    <a:pt x="12287" y="40862"/>
                  </a:lnTo>
                  <a:lnTo>
                    <a:pt x="22860" y="82296"/>
                  </a:lnTo>
                  <a:lnTo>
                    <a:pt x="31242" y="132588"/>
                  </a:lnTo>
                  <a:lnTo>
                    <a:pt x="35052" y="182880"/>
                  </a:lnTo>
                  <a:lnTo>
                    <a:pt x="35171" y="200346"/>
                  </a:lnTo>
                  <a:lnTo>
                    <a:pt x="34290" y="217455"/>
                  </a:lnTo>
                  <a:lnTo>
                    <a:pt x="32265" y="234422"/>
                  </a:lnTo>
                  <a:lnTo>
                    <a:pt x="28956" y="251460"/>
                  </a:lnTo>
                  <a:lnTo>
                    <a:pt x="26670" y="259842"/>
                  </a:lnTo>
                  <a:lnTo>
                    <a:pt x="26670" y="261365"/>
                  </a:lnTo>
                  <a:lnTo>
                    <a:pt x="22860" y="265176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55" name="Google Shape;2555;p1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374367" y="3236117"/>
              <a:ext cx="175285" cy="1159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6" name="Google Shape;2556;p1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580869" y="3236201"/>
              <a:ext cx="71653" cy="962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7" name="Google Shape;2557;p1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687549" y="3124187"/>
              <a:ext cx="480085" cy="2016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8" name="Google Shape;2558;p1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188945" y="3147713"/>
              <a:ext cx="79273" cy="1158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59" name="Google Shape;2559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313913" y="3221723"/>
            <a:ext cx="83083" cy="77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0" name="Google Shape;2560;p19"/>
          <p:cNvGrpSpPr/>
          <p:nvPr/>
        </p:nvGrpSpPr>
        <p:grpSpPr>
          <a:xfrm>
            <a:off x="6165460" y="2408669"/>
            <a:ext cx="177681" cy="134251"/>
            <a:chOff x="6165460" y="2408669"/>
            <a:chExt cx="177681" cy="134251"/>
          </a:xfrm>
        </p:grpSpPr>
        <p:pic>
          <p:nvPicPr>
            <p:cNvPr id="2561" name="Google Shape;2561;p1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165460" y="2408669"/>
              <a:ext cx="129589" cy="113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2" name="Google Shape;2562;p19"/>
            <p:cNvSpPr/>
            <p:nvPr/>
          </p:nvSpPr>
          <p:spPr>
            <a:xfrm>
              <a:off x="6336791" y="2471165"/>
              <a:ext cx="6350" cy="71755"/>
            </a:xfrm>
            <a:custGeom>
              <a:rect b="b" l="l" r="r" t="t"/>
              <a:pathLst>
                <a:path extrusionOk="0" h="71755" w="6350">
                  <a:moveTo>
                    <a:pt x="0" y="0"/>
                  </a:moveTo>
                  <a:lnTo>
                    <a:pt x="11" y="9155"/>
                  </a:lnTo>
                  <a:lnTo>
                    <a:pt x="95" y="18383"/>
                  </a:lnTo>
                  <a:lnTo>
                    <a:pt x="321" y="27753"/>
                  </a:lnTo>
                  <a:lnTo>
                    <a:pt x="762" y="37338"/>
                  </a:lnTo>
                  <a:lnTo>
                    <a:pt x="1047" y="44636"/>
                  </a:lnTo>
                  <a:lnTo>
                    <a:pt x="1905" y="51720"/>
                  </a:lnTo>
                  <a:lnTo>
                    <a:pt x="3333" y="58662"/>
                  </a:lnTo>
                  <a:lnTo>
                    <a:pt x="5334" y="65532"/>
                  </a:lnTo>
                  <a:lnTo>
                    <a:pt x="6096" y="69342"/>
                  </a:lnTo>
                  <a:lnTo>
                    <a:pt x="6096" y="7162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3" name="Google Shape;2563;p19"/>
          <p:cNvSpPr/>
          <p:nvPr/>
        </p:nvSpPr>
        <p:spPr>
          <a:xfrm>
            <a:off x="6090665" y="2705100"/>
            <a:ext cx="11430" cy="93980"/>
          </a:xfrm>
          <a:custGeom>
            <a:rect b="b" l="l" r="r" t="t"/>
            <a:pathLst>
              <a:path extrusionOk="0" h="93980" w="11429">
                <a:moveTo>
                  <a:pt x="0" y="0"/>
                </a:moveTo>
                <a:lnTo>
                  <a:pt x="1404" y="11763"/>
                </a:lnTo>
                <a:lnTo>
                  <a:pt x="3238" y="23241"/>
                </a:lnTo>
                <a:lnTo>
                  <a:pt x="5357" y="34718"/>
                </a:lnTo>
                <a:lnTo>
                  <a:pt x="7620" y="46482"/>
                </a:lnTo>
                <a:lnTo>
                  <a:pt x="9179" y="58364"/>
                </a:lnTo>
                <a:lnTo>
                  <a:pt x="10382" y="70104"/>
                </a:lnTo>
                <a:lnTo>
                  <a:pt x="11156" y="81843"/>
                </a:lnTo>
                <a:lnTo>
                  <a:pt x="11430" y="93726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4" name="Google Shape;2564;p19"/>
          <p:cNvGrpSpPr/>
          <p:nvPr/>
        </p:nvGrpSpPr>
        <p:grpSpPr>
          <a:xfrm>
            <a:off x="6284963" y="2240267"/>
            <a:ext cx="245389" cy="244627"/>
            <a:chOff x="6284963" y="2240267"/>
            <a:chExt cx="245389" cy="244627"/>
          </a:xfrm>
        </p:grpSpPr>
        <p:pic>
          <p:nvPicPr>
            <p:cNvPr id="2565" name="Google Shape;2565;p1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284963" y="2240267"/>
              <a:ext cx="92227" cy="1074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6" name="Google Shape;2566;p1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409169" y="2349233"/>
              <a:ext cx="121183" cy="13566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67" name="Google Shape;2567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550138" y="2440959"/>
            <a:ext cx="99085" cy="117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8" name="Google Shape;2568;p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226474" y="3621011"/>
            <a:ext cx="66438" cy="96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9" name="Google Shape;2569;p1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323057" y="3537953"/>
            <a:ext cx="81559" cy="1623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0" name="Google Shape;2570;p19"/>
          <p:cNvGrpSpPr/>
          <p:nvPr/>
        </p:nvGrpSpPr>
        <p:grpSpPr>
          <a:xfrm>
            <a:off x="5894057" y="3904475"/>
            <a:ext cx="242341" cy="144805"/>
            <a:chOff x="5894057" y="3904475"/>
            <a:chExt cx="242341" cy="144805"/>
          </a:xfrm>
        </p:grpSpPr>
        <p:pic>
          <p:nvPicPr>
            <p:cNvPr id="2571" name="Google Shape;2571;p19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894057" y="3904475"/>
              <a:ext cx="134137" cy="144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2" name="Google Shape;2572;p19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049505" y="3907523"/>
              <a:ext cx="86893" cy="1230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73" name="Google Shape;2573;p19"/>
          <p:cNvGrpSpPr/>
          <p:nvPr/>
        </p:nvGrpSpPr>
        <p:grpSpPr>
          <a:xfrm>
            <a:off x="6344399" y="3870947"/>
            <a:ext cx="288823" cy="214242"/>
            <a:chOff x="6344399" y="3870947"/>
            <a:chExt cx="288823" cy="214242"/>
          </a:xfrm>
        </p:grpSpPr>
        <p:pic>
          <p:nvPicPr>
            <p:cNvPr id="2574" name="Google Shape;2574;p19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344399" y="3885901"/>
              <a:ext cx="98323" cy="199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5" name="Google Shape;2575;p19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467081" y="3870947"/>
              <a:ext cx="166141" cy="1482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6" name="Google Shape;2576;p19"/>
          <p:cNvSpPr/>
          <p:nvPr/>
        </p:nvSpPr>
        <p:spPr>
          <a:xfrm>
            <a:off x="6856476" y="3729990"/>
            <a:ext cx="109855" cy="462280"/>
          </a:xfrm>
          <a:custGeom>
            <a:rect b="b" l="l" r="r" t="t"/>
            <a:pathLst>
              <a:path extrusionOk="0" h="462279" w="109854">
                <a:moveTo>
                  <a:pt x="96011" y="31241"/>
                </a:moveTo>
                <a:lnTo>
                  <a:pt x="85844" y="25538"/>
                </a:lnTo>
                <a:lnTo>
                  <a:pt x="75818" y="19907"/>
                </a:lnTo>
                <a:lnTo>
                  <a:pt x="65793" y="14418"/>
                </a:lnTo>
                <a:lnTo>
                  <a:pt x="55625" y="9143"/>
                </a:lnTo>
                <a:lnTo>
                  <a:pt x="49434" y="5464"/>
                </a:lnTo>
                <a:lnTo>
                  <a:pt x="43243" y="2571"/>
                </a:lnTo>
                <a:lnTo>
                  <a:pt x="36766" y="678"/>
                </a:lnTo>
                <a:lnTo>
                  <a:pt x="29717" y="0"/>
                </a:lnTo>
                <a:lnTo>
                  <a:pt x="23038" y="2309"/>
                </a:lnTo>
                <a:lnTo>
                  <a:pt x="10298" y="42802"/>
                </a:lnTo>
                <a:lnTo>
                  <a:pt x="9239" y="62007"/>
                </a:lnTo>
                <a:lnTo>
                  <a:pt x="10608" y="81069"/>
                </a:lnTo>
                <a:lnTo>
                  <a:pt x="27146" y="126777"/>
                </a:lnTo>
                <a:lnTo>
                  <a:pt x="52554" y="159448"/>
                </a:lnTo>
                <a:lnTo>
                  <a:pt x="60007" y="167258"/>
                </a:lnTo>
                <a:lnTo>
                  <a:pt x="66603" y="175640"/>
                </a:lnTo>
                <a:lnTo>
                  <a:pt x="71627" y="185165"/>
                </a:lnTo>
                <a:lnTo>
                  <a:pt x="73675" y="193798"/>
                </a:lnTo>
                <a:lnTo>
                  <a:pt x="73151" y="201644"/>
                </a:lnTo>
                <a:lnTo>
                  <a:pt x="46196" y="235838"/>
                </a:lnTo>
                <a:lnTo>
                  <a:pt x="18645" y="257591"/>
                </a:lnTo>
                <a:lnTo>
                  <a:pt x="12001" y="262413"/>
                </a:lnTo>
                <a:lnTo>
                  <a:pt x="5643" y="267664"/>
                </a:lnTo>
                <a:lnTo>
                  <a:pt x="0" y="273557"/>
                </a:lnTo>
                <a:lnTo>
                  <a:pt x="3047" y="278129"/>
                </a:lnTo>
                <a:lnTo>
                  <a:pt x="6095" y="278129"/>
                </a:lnTo>
                <a:lnTo>
                  <a:pt x="13715" y="278891"/>
                </a:lnTo>
                <a:lnTo>
                  <a:pt x="57947" y="285380"/>
                </a:lnTo>
                <a:lnTo>
                  <a:pt x="67270" y="315348"/>
                </a:lnTo>
                <a:lnTo>
                  <a:pt x="65912" y="326707"/>
                </a:lnTo>
                <a:lnTo>
                  <a:pt x="63412" y="337780"/>
                </a:lnTo>
                <a:lnTo>
                  <a:pt x="60197" y="348995"/>
                </a:lnTo>
                <a:lnTo>
                  <a:pt x="55828" y="363640"/>
                </a:lnTo>
                <a:lnTo>
                  <a:pt x="52101" y="378142"/>
                </a:lnTo>
                <a:lnTo>
                  <a:pt x="49375" y="392930"/>
                </a:lnTo>
                <a:lnTo>
                  <a:pt x="48005" y="408431"/>
                </a:lnTo>
                <a:lnTo>
                  <a:pt x="48256" y="417302"/>
                </a:lnTo>
                <a:lnTo>
                  <a:pt x="70103" y="451675"/>
                </a:lnTo>
                <a:lnTo>
                  <a:pt x="94487" y="461771"/>
                </a:lnTo>
                <a:lnTo>
                  <a:pt x="100583" y="461009"/>
                </a:lnTo>
                <a:lnTo>
                  <a:pt x="109727" y="460247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7" name="Google Shape;2577;p19"/>
          <p:cNvGrpSpPr/>
          <p:nvPr/>
        </p:nvGrpSpPr>
        <p:grpSpPr>
          <a:xfrm>
            <a:off x="7082776" y="3854183"/>
            <a:ext cx="165748" cy="163335"/>
            <a:chOff x="7082776" y="3854183"/>
            <a:chExt cx="165748" cy="163335"/>
          </a:xfrm>
        </p:grpSpPr>
        <p:pic>
          <p:nvPicPr>
            <p:cNvPr id="2578" name="Google Shape;2578;p19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7082776" y="3854183"/>
              <a:ext cx="117944" cy="1272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9" name="Google Shape;2579;p19"/>
            <p:cNvSpPr/>
            <p:nvPr/>
          </p:nvSpPr>
          <p:spPr>
            <a:xfrm>
              <a:off x="7242809" y="3946398"/>
              <a:ext cx="5715" cy="71120"/>
            </a:xfrm>
            <a:custGeom>
              <a:rect b="b" l="l" r="r" t="t"/>
              <a:pathLst>
                <a:path extrusionOk="0" h="71120" w="5715">
                  <a:moveTo>
                    <a:pt x="0" y="0"/>
                  </a:moveTo>
                  <a:lnTo>
                    <a:pt x="2095" y="41076"/>
                  </a:lnTo>
                  <a:lnTo>
                    <a:pt x="2667" y="48768"/>
                  </a:lnTo>
                  <a:lnTo>
                    <a:pt x="3238" y="56459"/>
                  </a:lnTo>
                  <a:lnTo>
                    <a:pt x="3810" y="64008"/>
                  </a:lnTo>
                  <a:lnTo>
                    <a:pt x="4572" y="68580"/>
                  </a:lnTo>
                  <a:lnTo>
                    <a:pt x="3810" y="69342"/>
                  </a:lnTo>
                  <a:lnTo>
                    <a:pt x="5334" y="70866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0" name="Google Shape;2580;p19"/>
          <p:cNvSpPr/>
          <p:nvPr/>
        </p:nvSpPr>
        <p:spPr>
          <a:xfrm>
            <a:off x="7312914" y="3959352"/>
            <a:ext cx="35560" cy="64135"/>
          </a:xfrm>
          <a:custGeom>
            <a:rect b="b" l="l" r="r" t="t"/>
            <a:pathLst>
              <a:path extrusionOk="0" h="64135" w="35559">
                <a:moveTo>
                  <a:pt x="22859" y="0"/>
                </a:moveTo>
                <a:lnTo>
                  <a:pt x="28086" y="7238"/>
                </a:lnTo>
                <a:lnTo>
                  <a:pt x="32670" y="14477"/>
                </a:lnTo>
                <a:lnTo>
                  <a:pt x="35397" y="22288"/>
                </a:lnTo>
                <a:lnTo>
                  <a:pt x="35051" y="31242"/>
                </a:lnTo>
                <a:lnTo>
                  <a:pt x="6095" y="62484"/>
                </a:lnTo>
                <a:lnTo>
                  <a:pt x="4571" y="64008"/>
                </a:lnTo>
                <a:lnTo>
                  <a:pt x="0" y="63246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1" name="Google Shape;2581;p19"/>
          <p:cNvGrpSpPr/>
          <p:nvPr/>
        </p:nvGrpSpPr>
        <p:grpSpPr>
          <a:xfrm>
            <a:off x="7478255" y="3819893"/>
            <a:ext cx="227101" cy="166141"/>
            <a:chOff x="7478255" y="3819893"/>
            <a:chExt cx="227101" cy="166141"/>
          </a:xfrm>
        </p:grpSpPr>
        <p:pic>
          <p:nvPicPr>
            <p:cNvPr id="2582" name="Google Shape;2582;p19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478255" y="3819893"/>
              <a:ext cx="127279" cy="110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3" name="Google Shape;2583;p19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7629893" y="3881615"/>
              <a:ext cx="75463" cy="1044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4" name="Google Shape;2584;p19"/>
          <p:cNvSpPr/>
          <p:nvPr/>
        </p:nvSpPr>
        <p:spPr>
          <a:xfrm>
            <a:off x="7771638" y="3900678"/>
            <a:ext cx="40005" cy="67945"/>
          </a:xfrm>
          <a:custGeom>
            <a:rect b="b" l="l" r="r" t="t"/>
            <a:pathLst>
              <a:path extrusionOk="0" h="67945" w="40004">
                <a:moveTo>
                  <a:pt x="20574" y="1524"/>
                </a:moveTo>
                <a:lnTo>
                  <a:pt x="30480" y="1524"/>
                </a:lnTo>
                <a:lnTo>
                  <a:pt x="37338" y="0"/>
                </a:lnTo>
                <a:lnTo>
                  <a:pt x="39624" y="12954"/>
                </a:lnTo>
                <a:lnTo>
                  <a:pt x="24610" y="49887"/>
                </a:lnTo>
                <a:lnTo>
                  <a:pt x="0" y="67818"/>
                </a:lnTo>
                <a:lnTo>
                  <a:pt x="2286" y="60198"/>
                </a:lnTo>
                <a:lnTo>
                  <a:pt x="1524" y="58674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5" name="Google Shape;2585;p19"/>
          <p:cNvSpPr/>
          <p:nvPr/>
        </p:nvSpPr>
        <p:spPr>
          <a:xfrm>
            <a:off x="8065769" y="3857244"/>
            <a:ext cx="3175" cy="7620"/>
          </a:xfrm>
          <a:custGeom>
            <a:rect b="b" l="l" r="r" t="t"/>
            <a:pathLst>
              <a:path extrusionOk="0" h="7620" w="3175">
                <a:moveTo>
                  <a:pt x="0" y="7620"/>
                </a:moveTo>
                <a:lnTo>
                  <a:pt x="761" y="4572"/>
                </a:lnTo>
                <a:lnTo>
                  <a:pt x="2285" y="2286"/>
                </a:lnTo>
                <a:lnTo>
                  <a:pt x="3047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6" name="Google Shape;2586;p19"/>
          <p:cNvSpPr/>
          <p:nvPr/>
        </p:nvSpPr>
        <p:spPr>
          <a:xfrm>
            <a:off x="8378952" y="3893058"/>
            <a:ext cx="29209" cy="63500"/>
          </a:xfrm>
          <a:custGeom>
            <a:rect b="b" l="l" r="r" t="t"/>
            <a:pathLst>
              <a:path extrusionOk="0" h="63500" w="29209">
                <a:moveTo>
                  <a:pt x="17525" y="0"/>
                </a:moveTo>
                <a:lnTo>
                  <a:pt x="25241" y="7346"/>
                </a:lnTo>
                <a:lnTo>
                  <a:pt x="28955" y="13620"/>
                </a:lnTo>
                <a:lnTo>
                  <a:pt x="28670" y="20895"/>
                </a:lnTo>
                <a:lnTo>
                  <a:pt x="8846" y="55352"/>
                </a:lnTo>
                <a:lnTo>
                  <a:pt x="2285" y="61722"/>
                </a:lnTo>
                <a:lnTo>
                  <a:pt x="1523" y="62484"/>
                </a:lnTo>
                <a:lnTo>
                  <a:pt x="761" y="63246"/>
                </a:lnTo>
                <a:lnTo>
                  <a:pt x="0" y="63246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7" name="Google Shape;2587;p19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491715" y="3715499"/>
            <a:ext cx="152425" cy="1321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8" name="Google Shape;2588;p19"/>
          <p:cNvGrpSpPr/>
          <p:nvPr/>
        </p:nvGrpSpPr>
        <p:grpSpPr>
          <a:xfrm>
            <a:off x="8694407" y="3562064"/>
            <a:ext cx="249567" cy="419734"/>
            <a:chOff x="8694407" y="3562064"/>
            <a:chExt cx="249567" cy="419734"/>
          </a:xfrm>
        </p:grpSpPr>
        <p:pic>
          <p:nvPicPr>
            <p:cNvPr id="2589" name="Google Shape;2589;p19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8694407" y="3793985"/>
              <a:ext cx="95275" cy="1501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0" name="Google Shape;2590;p19"/>
            <p:cNvSpPr/>
            <p:nvPr/>
          </p:nvSpPr>
          <p:spPr>
            <a:xfrm>
              <a:off x="8808719" y="3562064"/>
              <a:ext cx="135255" cy="419734"/>
            </a:xfrm>
            <a:custGeom>
              <a:rect b="b" l="l" r="r" t="t"/>
              <a:pathLst>
                <a:path extrusionOk="0" h="419735" w="135254">
                  <a:moveTo>
                    <a:pt x="0" y="7905"/>
                  </a:moveTo>
                  <a:lnTo>
                    <a:pt x="9370" y="2702"/>
                  </a:lnTo>
                  <a:lnTo>
                    <a:pt x="17811" y="0"/>
                  </a:lnTo>
                  <a:lnTo>
                    <a:pt x="26681" y="297"/>
                  </a:lnTo>
                  <a:lnTo>
                    <a:pt x="65305" y="32277"/>
                  </a:lnTo>
                  <a:lnTo>
                    <a:pt x="77247" y="79629"/>
                  </a:lnTo>
                  <a:lnTo>
                    <a:pt x="77188" y="97952"/>
                  </a:lnTo>
                  <a:lnTo>
                    <a:pt x="76200" y="115347"/>
                  </a:lnTo>
                  <a:lnTo>
                    <a:pt x="74080" y="134088"/>
                  </a:lnTo>
                  <a:lnTo>
                    <a:pt x="70675" y="152685"/>
                  </a:lnTo>
                  <a:lnTo>
                    <a:pt x="66984" y="171283"/>
                  </a:lnTo>
                  <a:lnTo>
                    <a:pt x="64008" y="190023"/>
                  </a:lnTo>
                  <a:lnTo>
                    <a:pt x="62769" y="201572"/>
                  </a:lnTo>
                  <a:lnTo>
                    <a:pt x="62103" y="213836"/>
                  </a:lnTo>
                  <a:lnTo>
                    <a:pt x="63150" y="225813"/>
                  </a:lnTo>
                  <a:lnTo>
                    <a:pt x="96012" y="253269"/>
                  </a:lnTo>
                  <a:lnTo>
                    <a:pt x="111537" y="254317"/>
                  </a:lnTo>
                  <a:lnTo>
                    <a:pt x="119264" y="253805"/>
                  </a:lnTo>
                  <a:lnTo>
                    <a:pt x="126492" y="252507"/>
                  </a:lnTo>
                  <a:lnTo>
                    <a:pt x="130302" y="251745"/>
                  </a:lnTo>
                  <a:lnTo>
                    <a:pt x="131826" y="250221"/>
                  </a:lnTo>
                  <a:lnTo>
                    <a:pt x="134874" y="248697"/>
                  </a:lnTo>
                  <a:lnTo>
                    <a:pt x="105370" y="282392"/>
                  </a:lnTo>
                  <a:lnTo>
                    <a:pt x="103239" y="302073"/>
                  </a:lnTo>
                  <a:lnTo>
                    <a:pt x="103346" y="312229"/>
                  </a:lnTo>
                  <a:lnTo>
                    <a:pt x="104167" y="322242"/>
                  </a:lnTo>
                  <a:lnTo>
                    <a:pt x="105918" y="331755"/>
                  </a:lnTo>
                  <a:lnTo>
                    <a:pt x="109894" y="345709"/>
                  </a:lnTo>
                  <a:lnTo>
                    <a:pt x="113157" y="359949"/>
                  </a:lnTo>
                  <a:lnTo>
                    <a:pt x="114704" y="374189"/>
                  </a:lnTo>
                  <a:lnTo>
                    <a:pt x="113538" y="388143"/>
                  </a:lnTo>
                  <a:lnTo>
                    <a:pt x="111454" y="395620"/>
                  </a:lnTo>
                  <a:lnTo>
                    <a:pt x="80772" y="419385"/>
                  </a:lnTo>
                  <a:lnTo>
                    <a:pt x="72390" y="419385"/>
                  </a:lnTo>
                  <a:lnTo>
                    <a:pt x="41148" y="417861"/>
                  </a:lnTo>
                  <a:lnTo>
                    <a:pt x="32004" y="417099"/>
                  </a:lnTo>
                  <a:lnTo>
                    <a:pt x="28194" y="413289"/>
                  </a:lnTo>
                  <a:lnTo>
                    <a:pt x="25908" y="408717"/>
                  </a:lnTo>
                  <a:lnTo>
                    <a:pt x="25146" y="406431"/>
                  </a:lnTo>
                  <a:lnTo>
                    <a:pt x="26670" y="402621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1" name="Google Shape;2591;p19"/>
          <p:cNvGrpSpPr/>
          <p:nvPr/>
        </p:nvGrpSpPr>
        <p:grpSpPr>
          <a:xfrm>
            <a:off x="6829793" y="4474451"/>
            <a:ext cx="798601" cy="169927"/>
            <a:chOff x="6829793" y="4474451"/>
            <a:chExt cx="798601" cy="169927"/>
          </a:xfrm>
        </p:grpSpPr>
        <p:pic>
          <p:nvPicPr>
            <p:cNvPr id="2592" name="Google Shape;2592;p19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6829793" y="4511789"/>
              <a:ext cx="94310" cy="132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3" name="Google Shape;2593;p19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6965429" y="4475213"/>
              <a:ext cx="210337" cy="153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4" name="Google Shape;2594;p19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7200887" y="4474451"/>
              <a:ext cx="188310" cy="1364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5" name="Google Shape;2595;p19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7425939" y="4474451"/>
              <a:ext cx="202455" cy="1357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96" name="Google Shape;2596;p19"/>
          <p:cNvGrpSpPr/>
          <p:nvPr/>
        </p:nvGrpSpPr>
        <p:grpSpPr>
          <a:xfrm>
            <a:off x="7684770" y="4424159"/>
            <a:ext cx="358152" cy="153556"/>
            <a:chOff x="7684770" y="4424159"/>
            <a:chExt cx="358152" cy="153556"/>
          </a:xfrm>
        </p:grpSpPr>
        <p:sp>
          <p:nvSpPr>
            <p:cNvPr id="2597" name="Google Shape;2597;p19"/>
            <p:cNvSpPr/>
            <p:nvPr/>
          </p:nvSpPr>
          <p:spPr>
            <a:xfrm>
              <a:off x="7684770" y="4491990"/>
              <a:ext cx="2540" cy="85725"/>
            </a:xfrm>
            <a:custGeom>
              <a:rect b="b" l="l" r="r" t="t"/>
              <a:pathLst>
                <a:path extrusionOk="0" h="85725" w="2540">
                  <a:moveTo>
                    <a:pt x="0" y="0"/>
                  </a:moveTo>
                  <a:lnTo>
                    <a:pt x="762" y="41910"/>
                  </a:lnTo>
                  <a:lnTo>
                    <a:pt x="1321" y="50482"/>
                  </a:lnTo>
                  <a:lnTo>
                    <a:pt x="1809" y="59054"/>
                  </a:lnTo>
                  <a:lnTo>
                    <a:pt x="2155" y="67627"/>
                  </a:lnTo>
                  <a:lnTo>
                    <a:pt x="2286" y="76200"/>
                  </a:lnTo>
                  <a:lnTo>
                    <a:pt x="2286" y="79248"/>
                  </a:lnTo>
                  <a:lnTo>
                    <a:pt x="2286" y="82296"/>
                  </a:lnTo>
                  <a:lnTo>
                    <a:pt x="2286" y="8534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p19"/>
            <p:cNvSpPr/>
            <p:nvPr/>
          </p:nvSpPr>
          <p:spPr>
            <a:xfrm>
              <a:off x="7687056" y="4452366"/>
              <a:ext cx="88900" cy="106045"/>
            </a:xfrm>
            <a:custGeom>
              <a:rect b="b" l="l" r="r" t="t"/>
              <a:pathLst>
                <a:path extrusionOk="0" h="106045" w="88900">
                  <a:moveTo>
                    <a:pt x="0" y="53339"/>
                  </a:moveTo>
                  <a:lnTo>
                    <a:pt x="33218" y="74235"/>
                  </a:lnTo>
                  <a:lnTo>
                    <a:pt x="53530" y="85355"/>
                  </a:lnTo>
                  <a:lnTo>
                    <a:pt x="62103" y="90011"/>
                  </a:lnTo>
                  <a:lnTo>
                    <a:pt x="70675" y="94809"/>
                  </a:lnTo>
                  <a:lnTo>
                    <a:pt x="79248" y="99821"/>
                  </a:lnTo>
                  <a:lnTo>
                    <a:pt x="82296" y="102107"/>
                  </a:lnTo>
                  <a:lnTo>
                    <a:pt x="85344" y="103631"/>
                  </a:lnTo>
                  <a:lnTo>
                    <a:pt x="88392" y="105917"/>
                  </a:lnTo>
                  <a:lnTo>
                    <a:pt x="88392" y="97535"/>
                  </a:lnTo>
                  <a:lnTo>
                    <a:pt x="85344" y="92201"/>
                  </a:lnTo>
                  <a:lnTo>
                    <a:pt x="83820" y="83819"/>
                  </a:lnTo>
                  <a:lnTo>
                    <a:pt x="81224" y="71806"/>
                  </a:lnTo>
                  <a:lnTo>
                    <a:pt x="79057" y="59721"/>
                  </a:lnTo>
                  <a:lnTo>
                    <a:pt x="77176" y="47494"/>
                  </a:lnTo>
                  <a:lnTo>
                    <a:pt x="75438" y="35051"/>
                  </a:lnTo>
                  <a:lnTo>
                    <a:pt x="74330" y="28074"/>
                  </a:lnTo>
                  <a:lnTo>
                    <a:pt x="73437" y="20954"/>
                  </a:lnTo>
                  <a:lnTo>
                    <a:pt x="72973" y="13835"/>
                  </a:lnTo>
                  <a:lnTo>
                    <a:pt x="73151" y="6857"/>
                  </a:lnTo>
                  <a:lnTo>
                    <a:pt x="73151" y="3047"/>
                  </a:lnTo>
                  <a:lnTo>
                    <a:pt x="73913" y="1523"/>
                  </a:lnTo>
                  <a:lnTo>
                    <a:pt x="76961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99" name="Google Shape;2599;p19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7817345" y="4424159"/>
              <a:ext cx="225577" cy="1470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0" name="Google Shape;2600;p19"/>
          <p:cNvGrpSpPr/>
          <p:nvPr/>
        </p:nvGrpSpPr>
        <p:grpSpPr>
          <a:xfrm>
            <a:off x="8312645" y="4283951"/>
            <a:ext cx="744499" cy="209575"/>
            <a:chOff x="8312645" y="4283951"/>
            <a:chExt cx="744499" cy="209575"/>
          </a:xfrm>
        </p:grpSpPr>
        <p:pic>
          <p:nvPicPr>
            <p:cNvPr id="2601" name="Google Shape;2601;p19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8312645" y="4370819"/>
              <a:ext cx="74701" cy="1227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2" name="Google Shape;2602;p19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8417801" y="4338053"/>
              <a:ext cx="281965" cy="153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3" name="Google Shape;2603;p19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721077" y="4283951"/>
              <a:ext cx="336067" cy="1752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4" name="Google Shape;2604;p19"/>
          <p:cNvGrpSpPr/>
          <p:nvPr/>
        </p:nvGrpSpPr>
        <p:grpSpPr>
          <a:xfrm>
            <a:off x="6889229" y="4861547"/>
            <a:ext cx="337591" cy="220243"/>
            <a:chOff x="6889229" y="4861547"/>
            <a:chExt cx="337591" cy="220243"/>
          </a:xfrm>
        </p:grpSpPr>
        <p:pic>
          <p:nvPicPr>
            <p:cNvPr id="2605" name="Google Shape;2605;p19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6889229" y="4861547"/>
              <a:ext cx="75463" cy="2202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6" name="Google Shape;2606;p19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7000112" y="4916411"/>
              <a:ext cx="95096" cy="134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7" name="Google Shape;2607;p19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7123163" y="4888026"/>
              <a:ext cx="103657" cy="14042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08" name="Google Shape;2608;p19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1613141" y="2138159"/>
            <a:ext cx="3102163" cy="20543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9" name="Google Shape;2609;p19"/>
          <p:cNvGrpSpPr/>
          <p:nvPr/>
        </p:nvGrpSpPr>
        <p:grpSpPr>
          <a:xfrm>
            <a:off x="7264895" y="4882883"/>
            <a:ext cx="259391" cy="122707"/>
            <a:chOff x="7264895" y="4882883"/>
            <a:chExt cx="259391" cy="122707"/>
          </a:xfrm>
        </p:grpSpPr>
        <p:pic>
          <p:nvPicPr>
            <p:cNvPr id="2610" name="Google Shape;2610;p19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7264895" y="4882883"/>
              <a:ext cx="65557" cy="115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1" name="Google Shape;2611;p19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7352525" y="4885169"/>
              <a:ext cx="171761" cy="12042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12" name="Google Shape;2612;p19"/>
          <p:cNvGrpSpPr/>
          <p:nvPr/>
        </p:nvGrpSpPr>
        <p:grpSpPr>
          <a:xfrm>
            <a:off x="7578076" y="4857737"/>
            <a:ext cx="200444" cy="131089"/>
            <a:chOff x="7578076" y="4857737"/>
            <a:chExt cx="200444" cy="131089"/>
          </a:xfrm>
        </p:grpSpPr>
        <p:pic>
          <p:nvPicPr>
            <p:cNvPr id="2613" name="Google Shape;2613;p19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7578076" y="4857737"/>
              <a:ext cx="108991" cy="131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4" name="Google Shape;2614;p19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7709998" y="4869929"/>
              <a:ext cx="68522" cy="876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15" name="Google Shape;2615;p19"/>
          <p:cNvGrpSpPr/>
          <p:nvPr/>
        </p:nvGrpSpPr>
        <p:grpSpPr>
          <a:xfrm>
            <a:off x="7829549" y="4695432"/>
            <a:ext cx="540512" cy="303530"/>
            <a:chOff x="7829549" y="4695432"/>
            <a:chExt cx="540512" cy="303530"/>
          </a:xfrm>
        </p:grpSpPr>
        <p:sp>
          <p:nvSpPr>
            <p:cNvPr id="2616" name="Google Shape;2616;p19"/>
            <p:cNvSpPr/>
            <p:nvPr/>
          </p:nvSpPr>
          <p:spPr>
            <a:xfrm>
              <a:off x="7831835" y="4857750"/>
              <a:ext cx="2540" cy="86360"/>
            </a:xfrm>
            <a:custGeom>
              <a:rect b="b" l="l" r="r" t="t"/>
              <a:pathLst>
                <a:path extrusionOk="0" h="86360" w="2540">
                  <a:moveTo>
                    <a:pt x="0" y="0"/>
                  </a:moveTo>
                  <a:lnTo>
                    <a:pt x="1000" y="10620"/>
                  </a:lnTo>
                  <a:lnTo>
                    <a:pt x="1714" y="20955"/>
                  </a:lnTo>
                  <a:lnTo>
                    <a:pt x="2143" y="31289"/>
                  </a:lnTo>
                  <a:lnTo>
                    <a:pt x="2286" y="41910"/>
                  </a:lnTo>
                  <a:lnTo>
                    <a:pt x="2166" y="51494"/>
                  </a:lnTo>
                  <a:lnTo>
                    <a:pt x="1905" y="60864"/>
                  </a:lnTo>
                  <a:lnTo>
                    <a:pt x="1643" y="70092"/>
                  </a:lnTo>
                  <a:lnTo>
                    <a:pt x="1524" y="79248"/>
                  </a:lnTo>
                  <a:lnTo>
                    <a:pt x="1524" y="82296"/>
                  </a:lnTo>
                  <a:lnTo>
                    <a:pt x="2286" y="85344"/>
                  </a:lnTo>
                  <a:lnTo>
                    <a:pt x="2286" y="8610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19"/>
            <p:cNvSpPr/>
            <p:nvPr/>
          </p:nvSpPr>
          <p:spPr>
            <a:xfrm>
              <a:off x="7829549" y="4848439"/>
              <a:ext cx="86360" cy="93345"/>
            </a:xfrm>
            <a:custGeom>
              <a:rect b="b" l="l" r="r" t="t"/>
              <a:pathLst>
                <a:path extrusionOk="0" h="93345" w="86359">
                  <a:moveTo>
                    <a:pt x="0" y="22264"/>
                  </a:moveTo>
                  <a:lnTo>
                    <a:pt x="41528" y="166"/>
                  </a:lnTo>
                  <a:lnTo>
                    <a:pt x="53554" y="0"/>
                  </a:lnTo>
                  <a:lnTo>
                    <a:pt x="64008" y="1690"/>
                  </a:lnTo>
                  <a:lnTo>
                    <a:pt x="69187" y="5417"/>
                  </a:lnTo>
                  <a:lnTo>
                    <a:pt x="70580" y="10358"/>
                  </a:lnTo>
                  <a:lnTo>
                    <a:pt x="69258" y="15728"/>
                  </a:lnTo>
                  <a:lnTo>
                    <a:pt x="66294" y="20740"/>
                  </a:lnTo>
                  <a:lnTo>
                    <a:pt x="56614" y="31063"/>
                  </a:lnTo>
                  <a:lnTo>
                    <a:pt x="45434" y="39885"/>
                  </a:lnTo>
                  <a:lnTo>
                    <a:pt x="33825" y="48279"/>
                  </a:lnTo>
                  <a:lnTo>
                    <a:pt x="22860" y="57316"/>
                  </a:lnTo>
                  <a:lnTo>
                    <a:pt x="23622" y="62650"/>
                  </a:lnTo>
                  <a:lnTo>
                    <a:pt x="25146" y="63412"/>
                  </a:lnTo>
                  <a:lnTo>
                    <a:pt x="30480" y="66460"/>
                  </a:lnTo>
                  <a:lnTo>
                    <a:pt x="37457" y="70199"/>
                  </a:lnTo>
                  <a:lnTo>
                    <a:pt x="44577" y="73509"/>
                  </a:lnTo>
                  <a:lnTo>
                    <a:pt x="51696" y="76533"/>
                  </a:lnTo>
                  <a:lnTo>
                    <a:pt x="58674" y="79414"/>
                  </a:lnTo>
                  <a:lnTo>
                    <a:pt x="66294" y="83224"/>
                  </a:lnTo>
                  <a:lnTo>
                    <a:pt x="73152" y="87796"/>
                  </a:lnTo>
                  <a:lnTo>
                    <a:pt x="80010" y="91606"/>
                  </a:lnTo>
                  <a:lnTo>
                    <a:pt x="83058" y="92368"/>
                  </a:lnTo>
                  <a:lnTo>
                    <a:pt x="83820" y="93130"/>
                  </a:lnTo>
                  <a:lnTo>
                    <a:pt x="86106" y="9236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18" name="Google Shape;2618;p19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7942670" y="4824971"/>
              <a:ext cx="102633" cy="1074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9" name="Google Shape;2619;p19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8069126" y="4793729"/>
              <a:ext cx="197061" cy="1257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0" name="Google Shape;2620;p19"/>
            <p:cNvSpPr/>
            <p:nvPr/>
          </p:nvSpPr>
          <p:spPr>
            <a:xfrm>
              <a:off x="8257031" y="4695432"/>
              <a:ext cx="113030" cy="303530"/>
            </a:xfrm>
            <a:custGeom>
              <a:rect b="b" l="l" r="r" t="t"/>
              <a:pathLst>
                <a:path extrusionOk="0" h="303529" w="113029">
                  <a:moveTo>
                    <a:pt x="0" y="1535"/>
                  </a:moveTo>
                  <a:lnTo>
                    <a:pt x="11441" y="0"/>
                  </a:lnTo>
                  <a:lnTo>
                    <a:pt x="20669" y="1250"/>
                  </a:lnTo>
                  <a:lnTo>
                    <a:pt x="29467" y="5500"/>
                  </a:lnTo>
                  <a:lnTo>
                    <a:pt x="62674" y="36016"/>
                  </a:lnTo>
                  <a:lnTo>
                    <a:pt x="90189" y="77069"/>
                  </a:lnTo>
                  <a:lnTo>
                    <a:pt x="107442" y="124217"/>
                  </a:lnTo>
                  <a:lnTo>
                    <a:pt x="112906" y="171152"/>
                  </a:lnTo>
                  <a:lnTo>
                    <a:pt x="112014" y="186701"/>
                  </a:lnTo>
                  <a:lnTo>
                    <a:pt x="96476" y="231921"/>
                  </a:lnTo>
                  <a:lnTo>
                    <a:pt x="72009" y="267950"/>
                  </a:lnTo>
                  <a:lnTo>
                    <a:pt x="42386" y="297191"/>
                  </a:lnTo>
                  <a:lnTo>
                    <a:pt x="36826" y="300382"/>
                  </a:lnTo>
                  <a:lnTo>
                    <a:pt x="30480" y="30328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5" name="Google Shape;2625;p20"/>
          <p:cNvGrpSpPr/>
          <p:nvPr/>
        </p:nvGrpSpPr>
        <p:grpSpPr>
          <a:xfrm>
            <a:off x="4253471" y="2102345"/>
            <a:ext cx="910615" cy="253770"/>
            <a:chOff x="4253471" y="2102345"/>
            <a:chExt cx="910615" cy="253770"/>
          </a:xfrm>
        </p:grpSpPr>
        <p:pic>
          <p:nvPicPr>
            <p:cNvPr id="2626" name="Google Shape;262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53471" y="2131110"/>
              <a:ext cx="140995" cy="2250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7" name="Google Shape;2627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23218" y="2131301"/>
              <a:ext cx="198323" cy="1935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8" name="Google Shape;2628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50473" y="2145779"/>
              <a:ext cx="170618" cy="159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9" name="Google Shape;2629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57261" y="2143493"/>
              <a:ext cx="80868" cy="131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0" name="Google Shape;2630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962131" y="2102345"/>
              <a:ext cx="201955" cy="1836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31" name="Google Shape;2631;p20"/>
          <p:cNvGrpSpPr/>
          <p:nvPr/>
        </p:nvGrpSpPr>
        <p:grpSpPr>
          <a:xfrm>
            <a:off x="5695580" y="2102345"/>
            <a:ext cx="467405" cy="191001"/>
            <a:chOff x="5695580" y="2102345"/>
            <a:chExt cx="467405" cy="191001"/>
          </a:xfrm>
        </p:grpSpPr>
        <p:pic>
          <p:nvPicPr>
            <p:cNvPr id="2632" name="Google Shape;2632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695580" y="2102345"/>
              <a:ext cx="219838" cy="191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3" name="Google Shape;2633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943587" y="2116823"/>
              <a:ext cx="219398" cy="1577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34" name="Google Shape;2634;p20"/>
          <p:cNvGrpSpPr/>
          <p:nvPr/>
        </p:nvGrpSpPr>
        <p:grpSpPr>
          <a:xfrm>
            <a:off x="6431267" y="2082533"/>
            <a:ext cx="454653" cy="167665"/>
            <a:chOff x="6431267" y="2082533"/>
            <a:chExt cx="454653" cy="167665"/>
          </a:xfrm>
        </p:grpSpPr>
        <p:pic>
          <p:nvPicPr>
            <p:cNvPr id="2635" name="Google Shape;2635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431267" y="2082533"/>
              <a:ext cx="131089" cy="1676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6" name="Google Shape;2636;p20"/>
            <p:cNvSpPr/>
            <p:nvPr/>
          </p:nvSpPr>
          <p:spPr>
            <a:xfrm>
              <a:off x="6592061" y="2130552"/>
              <a:ext cx="48260" cy="94615"/>
            </a:xfrm>
            <a:custGeom>
              <a:rect b="b" l="l" r="r" t="t"/>
              <a:pathLst>
                <a:path extrusionOk="0" h="94614" w="48259">
                  <a:moveTo>
                    <a:pt x="3048" y="22860"/>
                  </a:moveTo>
                  <a:lnTo>
                    <a:pt x="1285" y="31658"/>
                  </a:lnTo>
                  <a:lnTo>
                    <a:pt x="381" y="40100"/>
                  </a:lnTo>
                  <a:lnTo>
                    <a:pt x="47" y="48684"/>
                  </a:lnTo>
                  <a:lnTo>
                    <a:pt x="0" y="57912"/>
                  </a:lnTo>
                  <a:lnTo>
                    <a:pt x="285" y="67020"/>
                  </a:lnTo>
                  <a:lnTo>
                    <a:pt x="1714" y="76485"/>
                  </a:lnTo>
                  <a:lnTo>
                    <a:pt x="5143" y="85236"/>
                  </a:lnTo>
                  <a:lnTo>
                    <a:pt x="11430" y="92202"/>
                  </a:lnTo>
                  <a:lnTo>
                    <a:pt x="17347" y="94166"/>
                  </a:lnTo>
                  <a:lnTo>
                    <a:pt x="23336" y="93630"/>
                  </a:lnTo>
                  <a:lnTo>
                    <a:pt x="46815" y="60948"/>
                  </a:lnTo>
                  <a:lnTo>
                    <a:pt x="48065" y="40719"/>
                  </a:lnTo>
                  <a:lnTo>
                    <a:pt x="46767" y="31242"/>
                  </a:lnTo>
                  <a:lnTo>
                    <a:pt x="43612" y="22336"/>
                  </a:lnTo>
                  <a:lnTo>
                    <a:pt x="38100" y="13716"/>
                  </a:lnTo>
                  <a:lnTo>
                    <a:pt x="33528" y="7620"/>
                  </a:lnTo>
                  <a:lnTo>
                    <a:pt x="28194" y="3810"/>
                  </a:lnTo>
                  <a:lnTo>
                    <a:pt x="21336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37" name="Google Shape;2637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679679" y="2083950"/>
              <a:ext cx="206241" cy="12052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38" name="Google Shape;2638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31900" y="2021573"/>
            <a:ext cx="97561" cy="143971"/>
          </a:xfrm>
          <a:prstGeom prst="rect">
            <a:avLst/>
          </a:prstGeom>
          <a:noFill/>
          <a:ln>
            <a:noFill/>
          </a:ln>
        </p:spPr>
      </p:pic>
      <p:sp>
        <p:nvSpPr>
          <p:cNvPr id="2639" name="Google Shape;2639;p20"/>
          <p:cNvSpPr/>
          <p:nvPr/>
        </p:nvSpPr>
        <p:spPr>
          <a:xfrm>
            <a:off x="7161276" y="2024633"/>
            <a:ext cx="10160" cy="118110"/>
          </a:xfrm>
          <a:custGeom>
            <a:rect b="b" l="l" r="r" t="t"/>
            <a:pathLst>
              <a:path extrusionOk="0" h="118110" w="10159">
                <a:moveTo>
                  <a:pt x="0" y="0"/>
                </a:moveTo>
                <a:lnTo>
                  <a:pt x="1262" y="12573"/>
                </a:lnTo>
                <a:lnTo>
                  <a:pt x="2667" y="25146"/>
                </a:lnTo>
                <a:lnTo>
                  <a:pt x="4071" y="37719"/>
                </a:lnTo>
                <a:lnTo>
                  <a:pt x="5334" y="50292"/>
                </a:lnTo>
                <a:lnTo>
                  <a:pt x="7620" y="96774"/>
                </a:lnTo>
                <a:lnTo>
                  <a:pt x="7620" y="105918"/>
                </a:lnTo>
                <a:lnTo>
                  <a:pt x="9906" y="115062"/>
                </a:lnTo>
                <a:lnTo>
                  <a:pt x="1524" y="11811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0" name="Google Shape;2640;p20"/>
          <p:cNvSpPr/>
          <p:nvPr/>
        </p:nvSpPr>
        <p:spPr>
          <a:xfrm>
            <a:off x="3208020" y="2591561"/>
            <a:ext cx="114300" cy="582930"/>
          </a:xfrm>
          <a:custGeom>
            <a:rect b="b" l="l" r="r" t="t"/>
            <a:pathLst>
              <a:path extrusionOk="0" h="582930" w="114300">
                <a:moveTo>
                  <a:pt x="114300" y="55625"/>
                </a:moveTo>
                <a:lnTo>
                  <a:pt x="93725" y="17525"/>
                </a:lnTo>
                <a:lnTo>
                  <a:pt x="67817" y="0"/>
                </a:lnTo>
                <a:lnTo>
                  <a:pt x="56054" y="964"/>
                </a:lnTo>
                <a:lnTo>
                  <a:pt x="15216" y="37052"/>
                </a:lnTo>
                <a:lnTo>
                  <a:pt x="1833" y="73723"/>
                </a:lnTo>
                <a:lnTo>
                  <a:pt x="0" y="94487"/>
                </a:lnTo>
                <a:lnTo>
                  <a:pt x="1488" y="111561"/>
                </a:lnTo>
                <a:lnTo>
                  <a:pt x="19812" y="158495"/>
                </a:lnTo>
                <a:lnTo>
                  <a:pt x="43279" y="198358"/>
                </a:lnTo>
                <a:lnTo>
                  <a:pt x="51054" y="211836"/>
                </a:lnTo>
                <a:lnTo>
                  <a:pt x="58316" y="226492"/>
                </a:lnTo>
                <a:lnTo>
                  <a:pt x="64008" y="241077"/>
                </a:lnTo>
                <a:lnTo>
                  <a:pt x="67984" y="256091"/>
                </a:lnTo>
                <a:lnTo>
                  <a:pt x="70104" y="272033"/>
                </a:lnTo>
                <a:lnTo>
                  <a:pt x="69925" y="283630"/>
                </a:lnTo>
                <a:lnTo>
                  <a:pt x="52673" y="321968"/>
                </a:lnTo>
                <a:lnTo>
                  <a:pt x="31242" y="340613"/>
                </a:lnTo>
                <a:lnTo>
                  <a:pt x="27432" y="343661"/>
                </a:lnTo>
                <a:lnTo>
                  <a:pt x="22098" y="345185"/>
                </a:lnTo>
                <a:lnTo>
                  <a:pt x="18288" y="347471"/>
                </a:lnTo>
                <a:lnTo>
                  <a:pt x="18288" y="348233"/>
                </a:lnTo>
                <a:lnTo>
                  <a:pt x="18288" y="348995"/>
                </a:lnTo>
                <a:lnTo>
                  <a:pt x="21336" y="352043"/>
                </a:lnTo>
                <a:lnTo>
                  <a:pt x="25908" y="355091"/>
                </a:lnTo>
                <a:lnTo>
                  <a:pt x="28956" y="357377"/>
                </a:lnTo>
                <a:lnTo>
                  <a:pt x="50387" y="399002"/>
                </a:lnTo>
                <a:lnTo>
                  <a:pt x="51054" y="418338"/>
                </a:lnTo>
                <a:lnTo>
                  <a:pt x="50506" y="431113"/>
                </a:lnTo>
                <a:lnTo>
                  <a:pt x="48958" y="443388"/>
                </a:lnTo>
                <a:lnTo>
                  <a:pt x="46553" y="455521"/>
                </a:lnTo>
                <a:lnTo>
                  <a:pt x="43434" y="467867"/>
                </a:lnTo>
                <a:lnTo>
                  <a:pt x="40612" y="478405"/>
                </a:lnTo>
                <a:lnTo>
                  <a:pt x="38004" y="489299"/>
                </a:lnTo>
                <a:lnTo>
                  <a:pt x="35825" y="500336"/>
                </a:lnTo>
                <a:lnTo>
                  <a:pt x="34290" y="511302"/>
                </a:lnTo>
                <a:lnTo>
                  <a:pt x="33682" y="519779"/>
                </a:lnTo>
                <a:lnTo>
                  <a:pt x="33432" y="529399"/>
                </a:lnTo>
                <a:lnTo>
                  <a:pt x="34182" y="538733"/>
                </a:lnTo>
                <a:lnTo>
                  <a:pt x="57912" y="569213"/>
                </a:lnTo>
                <a:lnTo>
                  <a:pt x="88392" y="582930"/>
                </a:lnTo>
                <a:lnTo>
                  <a:pt x="90678" y="582930"/>
                </a:lnTo>
                <a:lnTo>
                  <a:pt x="92964" y="582930"/>
                </a:lnTo>
                <a:lnTo>
                  <a:pt x="95250" y="58293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1" name="Google Shape;2641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545573" y="2792717"/>
            <a:ext cx="176047" cy="184429"/>
          </a:xfrm>
          <a:prstGeom prst="rect">
            <a:avLst/>
          </a:prstGeom>
          <a:noFill/>
          <a:ln>
            <a:noFill/>
          </a:ln>
        </p:spPr>
      </p:pic>
      <p:sp>
        <p:nvSpPr>
          <p:cNvPr id="2642" name="Google Shape;2642;p20"/>
          <p:cNvSpPr/>
          <p:nvPr/>
        </p:nvSpPr>
        <p:spPr>
          <a:xfrm>
            <a:off x="3826002" y="2854451"/>
            <a:ext cx="64135" cy="10160"/>
          </a:xfrm>
          <a:custGeom>
            <a:rect b="b" l="l" r="r" t="t"/>
            <a:pathLst>
              <a:path extrusionOk="0" h="10160" w="64135">
                <a:moveTo>
                  <a:pt x="0" y="9905"/>
                </a:moveTo>
                <a:lnTo>
                  <a:pt x="10953" y="9048"/>
                </a:lnTo>
                <a:lnTo>
                  <a:pt x="21335" y="7619"/>
                </a:lnTo>
                <a:lnTo>
                  <a:pt x="31718" y="5619"/>
                </a:lnTo>
                <a:lnTo>
                  <a:pt x="42672" y="3047"/>
                </a:lnTo>
                <a:lnTo>
                  <a:pt x="47244" y="2285"/>
                </a:lnTo>
                <a:lnTo>
                  <a:pt x="57912" y="3047"/>
                </a:lnTo>
                <a:lnTo>
                  <a:pt x="62484" y="1523"/>
                </a:lnTo>
                <a:lnTo>
                  <a:pt x="63246" y="1523"/>
                </a:lnTo>
                <a:lnTo>
                  <a:pt x="64008" y="761"/>
                </a:lnTo>
                <a:lnTo>
                  <a:pt x="63246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3" name="Google Shape;2643;p20"/>
          <p:cNvGrpSpPr/>
          <p:nvPr/>
        </p:nvGrpSpPr>
        <p:grpSpPr>
          <a:xfrm>
            <a:off x="4035754" y="2675369"/>
            <a:ext cx="686613" cy="341515"/>
            <a:chOff x="4035754" y="2675369"/>
            <a:chExt cx="686613" cy="341515"/>
          </a:xfrm>
        </p:grpSpPr>
        <p:sp>
          <p:nvSpPr>
            <p:cNvPr id="2644" name="Google Shape;2644;p20"/>
            <p:cNvSpPr/>
            <p:nvPr/>
          </p:nvSpPr>
          <p:spPr>
            <a:xfrm>
              <a:off x="4035754" y="2712719"/>
              <a:ext cx="132715" cy="304165"/>
            </a:xfrm>
            <a:custGeom>
              <a:rect b="b" l="l" r="r" t="t"/>
              <a:pathLst>
                <a:path extrusionOk="0" h="304164" w="132714">
                  <a:moveTo>
                    <a:pt x="10465" y="0"/>
                  </a:moveTo>
                  <a:lnTo>
                    <a:pt x="2940" y="40100"/>
                  </a:lnTo>
                  <a:lnTo>
                    <a:pt x="559" y="80772"/>
                  </a:lnTo>
                  <a:lnTo>
                    <a:pt x="0" y="108311"/>
                  </a:lnTo>
                  <a:lnTo>
                    <a:pt x="83" y="135921"/>
                  </a:lnTo>
                  <a:lnTo>
                    <a:pt x="5893" y="190500"/>
                  </a:lnTo>
                  <a:lnTo>
                    <a:pt x="21038" y="237744"/>
                  </a:lnTo>
                  <a:lnTo>
                    <a:pt x="49327" y="278130"/>
                  </a:lnTo>
                  <a:lnTo>
                    <a:pt x="87999" y="299370"/>
                  </a:lnTo>
                  <a:lnTo>
                    <a:pt x="109335" y="302668"/>
                  </a:lnTo>
                  <a:lnTo>
                    <a:pt x="132385" y="30403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45" name="Google Shape;2645;p2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043921" y="2675369"/>
              <a:ext cx="480085" cy="2575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6" name="Google Shape;2646;p2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568177" y="2757665"/>
              <a:ext cx="119278" cy="10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7" name="Google Shape;2647;p20"/>
            <p:cNvSpPr/>
            <p:nvPr/>
          </p:nvSpPr>
          <p:spPr>
            <a:xfrm>
              <a:off x="4719827" y="2809493"/>
              <a:ext cx="2540" cy="87630"/>
            </a:xfrm>
            <a:custGeom>
              <a:rect b="b" l="l" r="r" t="t"/>
              <a:pathLst>
                <a:path extrusionOk="0" h="87630" w="2539">
                  <a:moveTo>
                    <a:pt x="2286" y="0"/>
                  </a:moveTo>
                  <a:lnTo>
                    <a:pt x="1285" y="9608"/>
                  </a:lnTo>
                  <a:lnTo>
                    <a:pt x="571" y="19145"/>
                  </a:lnTo>
                  <a:lnTo>
                    <a:pt x="142" y="28825"/>
                  </a:lnTo>
                  <a:lnTo>
                    <a:pt x="0" y="38862"/>
                  </a:lnTo>
                  <a:lnTo>
                    <a:pt x="238" y="49732"/>
                  </a:lnTo>
                  <a:lnTo>
                    <a:pt x="762" y="60674"/>
                  </a:lnTo>
                  <a:lnTo>
                    <a:pt x="1285" y="71758"/>
                  </a:lnTo>
                  <a:lnTo>
                    <a:pt x="1524" y="83058"/>
                  </a:lnTo>
                  <a:lnTo>
                    <a:pt x="1524" y="84582"/>
                  </a:lnTo>
                  <a:lnTo>
                    <a:pt x="1524" y="86106"/>
                  </a:lnTo>
                  <a:lnTo>
                    <a:pt x="1524" y="8763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8" name="Google Shape;2648;p20"/>
          <p:cNvSpPr/>
          <p:nvPr/>
        </p:nvSpPr>
        <p:spPr>
          <a:xfrm>
            <a:off x="4911090" y="2851404"/>
            <a:ext cx="24130" cy="60960"/>
          </a:xfrm>
          <a:custGeom>
            <a:rect b="b" l="l" r="r" t="t"/>
            <a:pathLst>
              <a:path extrusionOk="0" h="60960" w="24129">
                <a:moveTo>
                  <a:pt x="0" y="0"/>
                </a:moveTo>
                <a:lnTo>
                  <a:pt x="11513" y="1321"/>
                </a:lnTo>
                <a:lnTo>
                  <a:pt x="18383" y="4286"/>
                </a:lnTo>
                <a:lnTo>
                  <a:pt x="21967" y="10822"/>
                </a:lnTo>
                <a:lnTo>
                  <a:pt x="23622" y="22859"/>
                </a:lnTo>
                <a:lnTo>
                  <a:pt x="23610" y="31837"/>
                </a:lnTo>
                <a:lnTo>
                  <a:pt x="22383" y="39814"/>
                </a:lnTo>
                <a:lnTo>
                  <a:pt x="19871" y="47505"/>
                </a:lnTo>
                <a:lnTo>
                  <a:pt x="16002" y="55626"/>
                </a:lnTo>
                <a:lnTo>
                  <a:pt x="13716" y="58674"/>
                </a:lnTo>
                <a:lnTo>
                  <a:pt x="13716" y="59436"/>
                </a:lnTo>
                <a:lnTo>
                  <a:pt x="11430" y="6096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9" name="Google Shape;2649;p20"/>
          <p:cNvSpPr/>
          <p:nvPr/>
        </p:nvSpPr>
        <p:spPr>
          <a:xfrm>
            <a:off x="5125211" y="2798064"/>
            <a:ext cx="15240" cy="15240"/>
          </a:xfrm>
          <a:custGeom>
            <a:rect b="b" l="l" r="r" t="t"/>
            <a:pathLst>
              <a:path extrusionOk="0" h="15239" w="15239">
                <a:moveTo>
                  <a:pt x="0" y="3048"/>
                </a:moveTo>
                <a:lnTo>
                  <a:pt x="0" y="11430"/>
                </a:lnTo>
                <a:lnTo>
                  <a:pt x="3809" y="15240"/>
                </a:lnTo>
                <a:lnTo>
                  <a:pt x="12191" y="15240"/>
                </a:lnTo>
                <a:lnTo>
                  <a:pt x="15239" y="11430"/>
                </a:lnTo>
                <a:lnTo>
                  <a:pt x="15239" y="7620"/>
                </a:lnTo>
                <a:lnTo>
                  <a:pt x="15239" y="3048"/>
                </a:lnTo>
                <a:lnTo>
                  <a:pt x="12191" y="0"/>
                </a:lnTo>
                <a:lnTo>
                  <a:pt x="3809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0" name="Google Shape;2650;p20"/>
          <p:cNvSpPr/>
          <p:nvPr/>
        </p:nvSpPr>
        <p:spPr>
          <a:xfrm>
            <a:off x="5311902" y="2784348"/>
            <a:ext cx="15240" cy="15240"/>
          </a:xfrm>
          <a:custGeom>
            <a:rect b="b" l="l" r="r" t="t"/>
            <a:pathLst>
              <a:path extrusionOk="0" h="15239" w="15239">
                <a:moveTo>
                  <a:pt x="0" y="3048"/>
                </a:moveTo>
                <a:lnTo>
                  <a:pt x="0" y="11430"/>
                </a:lnTo>
                <a:lnTo>
                  <a:pt x="3809" y="15240"/>
                </a:lnTo>
                <a:lnTo>
                  <a:pt x="12191" y="15240"/>
                </a:lnTo>
                <a:lnTo>
                  <a:pt x="15239" y="11430"/>
                </a:lnTo>
                <a:lnTo>
                  <a:pt x="15239" y="7620"/>
                </a:lnTo>
                <a:lnTo>
                  <a:pt x="15239" y="3048"/>
                </a:lnTo>
                <a:lnTo>
                  <a:pt x="12191" y="0"/>
                </a:lnTo>
                <a:lnTo>
                  <a:pt x="3809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1" name="Google Shape;2651;p20"/>
          <p:cNvSpPr/>
          <p:nvPr/>
        </p:nvSpPr>
        <p:spPr>
          <a:xfrm>
            <a:off x="5472684" y="2776727"/>
            <a:ext cx="15240" cy="15240"/>
          </a:xfrm>
          <a:custGeom>
            <a:rect b="b" l="l" r="r" t="t"/>
            <a:pathLst>
              <a:path extrusionOk="0" h="15239" w="15239">
                <a:moveTo>
                  <a:pt x="0" y="3048"/>
                </a:moveTo>
                <a:lnTo>
                  <a:pt x="0" y="11430"/>
                </a:lnTo>
                <a:lnTo>
                  <a:pt x="3809" y="15240"/>
                </a:lnTo>
                <a:lnTo>
                  <a:pt x="12191" y="15240"/>
                </a:lnTo>
                <a:lnTo>
                  <a:pt x="15239" y="11430"/>
                </a:lnTo>
                <a:lnTo>
                  <a:pt x="15239" y="7620"/>
                </a:lnTo>
                <a:lnTo>
                  <a:pt x="15239" y="3048"/>
                </a:lnTo>
                <a:lnTo>
                  <a:pt x="12191" y="0"/>
                </a:lnTo>
                <a:lnTo>
                  <a:pt x="3809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2" name="Google Shape;2652;p20"/>
          <p:cNvSpPr/>
          <p:nvPr/>
        </p:nvSpPr>
        <p:spPr>
          <a:xfrm>
            <a:off x="6010655" y="2824733"/>
            <a:ext cx="41910" cy="81280"/>
          </a:xfrm>
          <a:custGeom>
            <a:rect b="b" l="l" r="r" t="t"/>
            <a:pathLst>
              <a:path extrusionOk="0" h="81280" w="41910">
                <a:moveTo>
                  <a:pt x="30479" y="0"/>
                </a:moveTo>
                <a:lnTo>
                  <a:pt x="38552" y="13525"/>
                </a:lnTo>
                <a:lnTo>
                  <a:pt x="41909" y="24193"/>
                </a:lnTo>
                <a:lnTo>
                  <a:pt x="40124" y="35147"/>
                </a:lnTo>
                <a:lnTo>
                  <a:pt x="32765" y="49530"/>
                </a:lnTo>
                <a:lnTo>
                  <a:pt x="26253" y="59769"/>
                </a:lnTo>
                <a:lnTo>
                  <a:pt x="18954" y="68580"/>
                </a:lnTo>
                <a:lnTo>
                  <a:pt x="10370" y="75676"/>
                </a:lnTo>
                <a:lnTo>
                  <a:pt x="0" y="80772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3" name="Google Shape;2653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368021" y="2658605"/>
            <a:ext cx="212623" cy="167665"/>
          </a:xfrm>
          <a:prstGeom prst="rect">
            <a:avLst/>
          </a:prstGeom>
          <a:noFill/>
          <a:ln>
            <a:noFill/>
          </a:ln>
        </p:spPr>
      </p:pic>
      <p:sp>
        <p:nvSpPr>
          <p:cNvPr id="2654" name="Google Shape;2654;p20"/>
          <p:cNvSpPr/>
          <p:nvPr/>
        </p:nvSpPr>
        <p:spPr>
          <a:xfrm>
            <a:off x="6645402" y="2710433"/>
            <a:ext cx="54610" cy="2540"/>
          </a:xfrm>
          <a:custGeom>
            <a:rect b="b" l="l" r="r" t="t"/>
            <a:pathLst>
              <a:path extrusionOk="0" h="2539" w="54609">
                <a:moveTo>
                  <a:pt x="0" y="0"/>
                </a:moveTo>
                <a:lnTo>
                  <a:pt x="8786" y="1321"/>
                </a:lnTo>
                <a:lnTo>
                  <a:pt x="17145" y="2000"/>
                </a:lnTo>
                <a:lnTo>
                  <a:pt x="25503" y="2250"/>
                </a:lnTo>
                <a:lnTo>
                  <a:pt x="34290" y="2285"/>
                </a:lnTo>
                <a:lnTo>
                  <a:pt x="38862" y="2285"/>
                </a:lnTo>
                <a:lnTo>
                  <a:pt x="52577" y="2285"/>
                </a:lnTo>
                <a:lnTo>
                  <a:pt x="54102" y="2285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5" name="Google Shape;2655;p20"/>
          <p:cNvGrpSpPr/>
          <p:nvPr/>
        </p:nvGrpSpPr>
        <p:grpSpPr>
          <a:xfrm>
            <a:off x="6817018" y="2494013"/>
            <a:ext cx="706461" cy="345579"/>
            <a:chOff x="6817018" y="2494013"/>
            <a:chExt cx="706461" cy="345579"/>
          </a:xfrm>
        </p:grpSpPr>
        <p:pic>
          <p:nvPicPr>
            <p:cNvPr id="2656" name="Google Shape;2656;p2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846557" y="2494013"/>
              <a:ext cx="195097" cy="2575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7" name="Google Shape;2657;p2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064489" y="2591549"/>
              <a:ext cx="103752" cy="998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8" name="Google Shape;2658;p2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7194029" y="2510015"/>
              <a:ext cx="128886" cy="2194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9" name="Google Shape;2659;p20"/>
            <p:cNvSpPr/>
            <p:nvPr/>
          </p:nvSpPr>
          <p:spPr>
            <a:xfrm>
              <a:off x="6817018" y="2551937"/>
              <a:ext cx="148590" cy="287655"/>
            </a:xfrm>
            <a:custGeom>
              <a:rect b="b" l="l" r="r" t="t"/>
              <a:pathLst>
                <a:path extrusionOk="0" h="287655" w="148590">
                  <a:moveTo>
                    <a:pt x="38695" y="0"/>
                  </a:moveTo>
                  <a:lnTo>
                    <a:pt x="34051" y="18168"/>
                  </a:lnTo>
                  <a:lnTo>
                    <a:pt x="30122" y="36195"/>
                  </a:lnTo>
                  <a:lnTo>
                    <a:pt x="26479" y="54221"/>
                  </a:lnTo>
                  <a:lnTo>
                    <a:pt x="22693" y="72390"/>
                  </a:lnTo>
                  <a:lnTo>
                    <a:pt x="16573" y="98131"/>
                  </a:lnTo>
                  <a:lnTo>
                    <a:pt x="10310" y="124015"/>
                  </a:lnTo>
                  <a:lnTo>
                    <a:pt x="4905" y="150185"/>
                  </a:lnTo>
                  <a:lnTo>
                    <a:pt x="1357" y="176784"/>
                  </a:lnTo>
                  <a:lnTo>
                    <a:pt x="0" y="198072"/>
                  </a:lnTo>
                  <a:lnTo>
                    <a:pt x="1357" y="218503"/>
                  </a:lnTo>
                  <a:lnTo>
                    <a:pt x="17359" y="256794"/>
                  </a:lnTo>
                  <a:lnTo>
                    <a:pt x="51744" y="281178"/>
                  </a:lnTo>
                  <a:lnTo>
                    <a:pt x="93559" y="287274"/>
                  </a:lnTo>
                  <a:lnTo>
                    <a:pt x="111240" y="286154"/>
                  </a:lnTo>
                  <a:lnTo>
                    <a:pt x="124706" y="284607"/>
                  </a:lnTo>
                  <a:lnTo>
                    <a:pt x="136314" y="281916"/>
                  </a:lnTo>
                  <a:lnTo>
                    <a:pt x="148423" y="27736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60" name="Google Shape;2660;p2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355858" y="2549639"/>
              <a:ext cx="116325" cy="960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1" name="Google Shape;2661;p20"/>
            <p:cNvSpPr/>
            <p:nvPr/>
          </p:nvSpPr>
          <p:spPr>
            <a:xfrm>
              <a:off x="7513319" y="2612135"/>
              <a:ext cx="10160" cy="71755"/>
            </a:xfrm>
            <a:custGeom>
              <a:rect b="b" l="l" r="r" t="t"/>
              <a:pathLst>
                <a:path extrusionOk="0" h="71755" w="10159">
                  <a:moveTo>
                    <a:pt x="9144" y="0"/>
                  </a:moveTo>
                  <a:lnTo>
                    <a:pt x="9346" y="11537"/>
                  </a:lnTo>
                  <a:lnTo>
                    <a:pt x="9620" y="23145"/>
                  </a:lnTo>
                  <a:lnTo>
                    <a:pt x="9465" y="34611"/>
                  </a:lnTo>
                  <a:lnTo>
                    <a:pt x="1524" y="71628"/>
                  </a:lnTo>
                  <a:lnTo>
                    <a:pt x="762" y="71628"/>
                  </a:lnTo>
                  <a:lnTo>
                    <a:pt x="0" y="7162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2" name="Google Shape;2662;p20"/>
          <p:cNvSpPr/>
          <p:nvPr/>
        </p:nvSpPr>
        <p:spPr>
          <a:xfrm>
            <a:off x="7678673" y="2332470"/>
            <a:ext cx="156210" cy="364490"/>
          </a:xfrm>
          <a:custGeom>
            <a:rect b="b" l="l" r="r" t="t"/>
            <a:pathLst>
              <a:path extrusionOk="0" h="364489" w="156209">
                <a:moveTo>
                  <a:pt x="0" y="23633"/>
                </a:moveTo>
                <a:lnTo>
                  <a:pt x="29229" y="0"/>
                </a:lnTo>
                <a:lnTo>
                  <a:pt x="39909" y="107"/>
                </a:lnTo>
                <a:lnTo>
                  <a:pt x="83629" y="26967"/>
                </a:lnTo>
                <a:lnTo>
                  <a:pt x="105108" y="72866"/>
                </a:lnTo>
                <a:lnTo>
                  <a:pt x="108966" y="129551"/>
                </a:lnTo>
                <a:lnTo>
                  <a:pt x="108561" y="147030"/>
                </a:lnTo>
                <a:lnTo>
                  <a:pt x="106870" y="164222"/>
                </a:lnTo>
                <a:lnTo>
                  <a:pt x="104894" y="181415"/>
                </a:lnTo>
                <a:lnTo>
                  <a:pt x="103632" y="198893"/>
                </a:lnTo>
                <a:lnTo>
                  <a:pt x="102989" y="208216"/>
                </a:lnTo>
                <a:lnTo>
                  <a:pt x="103060" y="217467"/>
                </a:lnTo>
                <a:lnTo>
                  <a:pt x="105132" y="226004"/>
                </a:lnTo>
                <a:lnTo>
                  <a:pt x="144780" y="235469"/>
                </a:lnTo>
                <a:lnTo>
                  <a:pt x="156210" y="222515"/>
                </a:lnTo>
                <a:lnTo>
                  <a:pt x="156210" y="221753"/>
                </a:lnTo>
                <a:lnTo>
                  <a:pt x="125634" y="261377"/>
                </a:lnTo>
                <a:lnTo>
                  <a:pt x="120205" y="310145"/>
                </a:lnTo>
                <a:lnTo>
                  <a:pt x="124968" y="348245"/>
                </a:lnTo>
                <a:lnTo>
                  <a:pt x="116586" y="352817"/>
                </a:lnTo>
                <a:lnTo>
                  <a:pt x="73914" y="363485"/>
                </a:lnTo>
                <a:lnTo>
                  <a:pt x="56007" y="364152"/>
                </a:lnTo>
                <a:lnTo>
                  <a:pt x="46267" y="362521"/>
                </a:lnTo>
                <a:lnTo>
                  <a:pt x="40386" y="357389"/>
                </a:lnTo>
                <a:lnTo>
                  <a:pt x="40647" y="350031"/>
                </a:lnTo>
                <a:lnTo>
                  <a:pt x="45339" y="343102"/>
                </a:lnTo>
                <a:lnTo>
                  <a:pt x="51744" y="337030"/>
                </a:lnTo>
                <a:lnTo>
                  <a:pt x="57150" y="332243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20"/>
          <p:cNvSpPr/>
          <p:nvPr/>
        </p:nvSpPr>
        <p:spPr>
          <a:xfrm>
            <a:off x="7922514" y="2603754"/>
            <a:ext cx="17145" cy="2540"/>
          </a:xfrm>
          <a:custGeom>
            <a:rect b="b" l="l" r="r" t="t"/>
            <a:pathLst>
              <a:path extrusionOk="0" h="2539" w="17145">
                <a:moveTo>
                  <a:pt x="16764" y="2286"/>
                </a:moveTo>
                <a:lnTo>
                  <a:pt x="11430" y="1524"/>
                </a:lnTo>
                <a:lnTo>
                  <a:pt x="5334" y="762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4" name="Google Shape;2664;p20"/>
          <p:cNvGrpSpPr/>
          <p:nvPr/>
        </p:nvGrpSpPr>
        <p:grpSpPr>
          <a:xfrm>
            <a:off x="4412419" y="3434321"/>
            <a:ext cx="283037" cy="164617"/>
            <a:chOff x="4412419" y="3434321"/>
            <a:chExt cx="283037" cy="164617"/>
          </a:xfrm>
        </p:grpSpPr>
        <p:pic>
          <p:nvPicPr>
            <p:cNvPr id="2665" name="Google Shape;2665;p2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412419" y="3434321"/>
              <a:ext cx="160354" cy="1275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6" name="Google Shape;2666;p2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607039" y="3492185"/>
              <a:ext cx="88417" cy="10675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67" name="Google Shape;2667;p2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829543" y="3395459"/>
            <a:ext cx="167665" cy="113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8" name="Google Shape;2668;p20"/>
          <p:cNvGrpSpPr/>
          <p:nvPr/>
        </p:nvGrpSpPr>
        <p:grpSpPr>
          <a:xfrm>
            <a:off x="5192255" y="3324593"/>
            <a:ext cx="334543" cy="195859"/>
            <a:chOff x="5192255" y="3324593"/>
            <a:chExt cx="334543" cy="195859"/>
          </a:xfrm>
        </p:grpSpPr>
        <p:pic>
          <p:nvPicPr>
            <p:cNvPr id="2669" name="Google Shape;2669;p2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192255" y="3324593"/>
              <a:ext cx="163093" cy="1958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0" name="Google Shape;2670;p20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393423" y="3350501"/>
              <a:ext cx="133375" cy="1509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1" name="Google Shape;2671;p20"/>
          <p:cNvGrpSpPr/>
          <p:nvPr/>
        </p:nvGrpSpPr>
        <p:grpSpPr>
          <a:xfrm>
            <a:off x="5816238" y="3263633"/>
            <a:ext cx="745546" cy="198145"/>
            <a:chOff x="5816238" y="3263633"/>
            <a:chExt cx="745546" cy="198145"/>
          </a:xfrm>
        </p:grpSpPr>
        <p:pic>
          <p:nvPicPr>
            <p:cNvPr id="2672" name="Google Shape;2672;p20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816238" y="3312306"/>
              <a:ext cx="323208" cy="1494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3" name="Google Shape;2673;p20"/>
            <p:cNvSpPr/>
            <p:nvPr/>
          </p:nvSpPr>
          <p:spPr>
            <a:xfrm>
              <a:off x="6111239" y="3272790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74" name="Google Shape;2674;p20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6175235" y="3263633"/>
              <a:ext cx="386549" cy="1605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5" name="Google Shape;2675;p20"/>
          <p:cNvSpPr/>
          <p:nvPr/>
        </p:nvSpPr>
        <p:spPr>
          <a:xfrm>
            <a:off x="6639306" y="3383279"/>
            <a:ext cx="40005" cy="43180"/>
          </a:xfrm>
          <a:custGeom>
            <a:rect b="b" l="l" r="r" t="t"/>
            <a:pathLst>
              <a:path extrusionOk="0" h="43179" w="40004">
                <a:moveTo>
                  <a:pt x="37338" y="0"/>
                </a:moveTo>
                <a:lnTo>
                  <a:pt x="39338" y="10846"/>
                </a:lnTo>
                <a:lnTo>
                  <a:pt x="39624" y="19907"/>
                </a:lnTo>
                <a:lnTo>
                  <a:pt x="36480" y="27967"/>
                </a:lnTo>
                <a:lnTo>
                  <a:pt x="28194" y="35814"/>
                </a:lnTo>
                <a:lnTo>
                  <a:pt x="21431" y="39350"/>
                </a:lnTo>
                <a:lnTo>
                  <a:pt x="14668" y="41243"/>
                </a:lnTo>
                <a:lnTo>
                  <a:pt x="7620" y="42136"/>
                </a:lnTo>
                <a:lnTo>
                  <a:pt x="0" y="42672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6" name="Google Shape;2676;p20"/>
          <p:cNvGrpSpPr/>
          <p:nvPr/>
        </p:nvGrpSpPr>
        <p:grpSpPr>
          <a:xfrm>
            <a:off x="7576553" y="3093135"/>
            <a:ext cx="818400" cy="255866"/>
            <a:chOff x="7576553" y="3093135"/>
            <a:chExt cx="818400" cy="255866"/>
          </a:xfrm>
        </p:grpSpPr>
        <p:pic>
          <p:nvPicPr>
            <p:cNvPr id="2677" name="Google Shape;2677;p20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7576553" y="3093135"/>
              <a:ext cx="492277" cy="2558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8" name="Google Shape;2678;p20"/>
            <p:cNvSpPr/>
            <p:nvPr/>
          </p:nvSpPr>
          <p:spPr>
            <a:xfrm>
              <a:off x="8105393" y="3166526"/>
              <a:ext cx="71755" cy="5715"/>
            </a:xfrm>
            <a:custGeom>
              <a:rect b="b" l="l" r="r" t="t"/>
              <a:pathLst>
                <a:path extrusionOk="0" h="5714" w="71754">
                  <a:moveTo>
                    <a:pt x="0" y="5679"/>
                  </a:moveTo>
                  <a:lnTo>
                    <a:pt x="12787" y="3024"/>
                  </a:lnTo>
                  <a:lnTo>
                    <a:pt x="25146" y="1012"/>
                  </a:lnTo>
                  <a:lnTo>
                    <a:pt x="37504" y="0"/>
                  </a:lnTo>
                  <a:lnTo>
                    <a:pt x="50292" y="345"/>
                  </a:lnTo>
                  <a:lnTo>
                    <a:pt x="57912" y="1107"/>
                  </a:lnTo>
                  <a:lnTo>
                    <a:pt x="64769" y="3393"/>
                  </a:lnTo>
                  <a:lnTo>
                    <a:pt x="71628" y="567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9" name="Google Shape;2679;p20"/>
            <p:cNvSpPr/>
            <p:nvPr/>
          </p:nvSpPr>
          <p:spPr>
            <a:xfrm>
              <a:off x="8129015" y="3221736"/>
              <a:ext cx="64135" cy="6985"/>
            </a:xfrm>
            <a:custGeom>
              <a:rect b="b" l="l" r="r" t="t"/>
              <a:pathLst>
                <a:path extrusionOk="0" h="6985" w="64134">
                  <a:moveTo>
                    <a:pt x="0" y="6096"/>
                  </a:moveTo>
                  <a:lnTo>
                    <a:pt x="12215" y="6810"/>
                  </a:lnTo>
                  <a:lnTo>
                    <a:pt x="24002" y="6667"/>
                  </a:lnTo>
                  <a:lnTo>
                    <a:pt x="35790" y="5667"/>
                  </a:lnTo>
                  <a:lnTo>
                    <a:pt x="48006" y="3810"/>
                  </a:lnTo>
                  <a:lnTo>
                    <a:pt x="56388" y="2286"/>
                  </a:lnTo>
                  <a:lnTo>
                    <a:pt x="58674" y="2286"/>
                  </a:lnTo>
                  <a:lnTo>
                    <a:pt x="64008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80" name="Google Shape;2680;p20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8236826" y="3133331"/>
              <a:ext cx="100526" cy="1254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1" name="Google Shape;2681;p20"/>
            <p:cNvSpPr/>
            <p:nvPr/>
          </p:nvSpPr>
          <p:spPr>
            <a:xfrm>
              <a:off x="8379713" y="318516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2" name="Google Shape;2682;p20"/>
          <p:cNvSpPr/>
          <p:nvPr/>
        </p:nvSpPr>
        <p:spPr>
          <a:xfrm>
            <a:off x="1996439" y="3913334"/>
            <a:ext cx="7006590" cy="87630"/>
          </a:xfrm>
          <a:custGeom>
            <a:rect b="b" l="l" r="r" t="t"/>
            <a:pathLst>
              <a:path extrusionOk="0" h="87629" w="7006590">
                <a:moveTo>
                  <a:pt x="0" y="86403"/>
                </a:moveTo>
                <a:lnTo>
                  <a:pt x="48567" y="86525"/>
                </a:lnTo>
                <a:lnTo>
                  <a:pt x="97228" y="86817"/>
                </a:lnTo>
                <a:lnTo>
                  <a:pt x="145965" y="87165"/>
                </a:lnTo>
                <a:lnTo>
                  <a:pt x="194758" y="87457"/>
                </a:lnTo>
                <a:lnTo>
                  <a:pt x="243589" y="87579"/>
                </a:lnTo>
                <a:lnTo>
                  <a:pt x="292438" y="87419"/>
                </a:lnTo>
                <a:lnTo>
                  <a:pt x="341288" y="86864"/>
                </a:lnTo>
                <a:lnTo>
                  <a:pt x="390118" y="85801"/>
                </a:lnTo>
                <a:lnTo>
                  <a:pt x="438912" y="84117"/>
                </a:lnTo>
                <a:lnTo>
                  <a:pt x="486009" y="81587"/>
                </a:lnTo>
                <a:lnTo>
                  <a:pt x="533143" y="78692"/>
                </a:lnTo>
                <a:lnTo>
                  <a:pt x="580351" y="75613"/>
                </a:lnTo>
                <a:lnTo>
                  <a:pt x="627668" y="72535"/>
                </a:lnTo>
                <a:lnTo>
                  <a:pt x="675132" y="69639"/>
                </a:lnTo>
                <a:lnTo>
                  <a:pt x="729703" y="66701"/>
                </a:lnTo>
                <a:lnTo>
                  <a:pt x="784530" y="64238"/>
                </a:lnTo>
                <a:lnTo>
                  <a:pt x="839504" y="62178"/>
                </a:lnTo>
                <a:lnTo>
                  <a:pt x="894514" y="60446"/>
                </a:lnTo>
                <a:lnTo>
                  <a:pt x="949452" y="58971"/>
                </a:lnTo>
                <a:lnTo>
                  <a:pt x="1000068" y="57941"/>
                </a:lnTo>
                <a:lnTo>
                  <a:pt x="1050600" y="57080"/>
                </a:lnTo>
                <a:lnTo>
                  <a:pt x="1101090" y="56304"/>
                </a:lnTo>
                <a:lnTo>
                  <a:pt x="1151579" y="55528"/>
                </a:lnTo>
                <a:lnTo>
                  <a:pt x="1202111" y="54667"/>
                </a:lnTo>
                <a:lnTo>
                  <a:pt x="1252728" y="53637"/>
                </a:lnTo>
                <a:lnTo>
                  <a:pt x="1307913" y="52258"/>
                </a:lnTo>
                <a:lnTo>
                  <a:pt x="1362992" y="50476"/>
                </a:lnTo>
                <a:lnTo>
                  <a:pt x="1417986" y="48398"/>
                </a:lnTo>
                <a:lnTo>
                  <a:pt x="1472917" y="46130"/>
                </a:lnTo>
                <a:lnTo>
                  <a:pt x="1527806" y="43777"/>
                </a:lnTo>
                <a:lnTo>
                  <a:pt x="1582674" y="41445"/>
                </a:lnTo>
                <a:lnTo>
                  <a:pt x="1632921" y="39117"/>
                </a:lnTo>
                <a:lnTo>
                  <a:pt x="1683089" y="36722"/>
                </a:lnTo>
                <a:lnTo>
                  <a:pt x="1733190" y="34287"/>
                </a:lnTo>
                <a:lnTo>
                  <a:pt x="1783237" y="31839"/>
                </a:lnTo>
                <a:lnTo>
                  <a:pt x="1833245" y="29404"/>
                </a:lnTo>
                <a:lnTo>
                  <a:pt x="1883226" y="27009"/>
                </a:lnTo>
                <a:lnTo>
                  <a:pt x="1933194" y="24681"/>
                </a:lnTo>
                <a:lnTo>
                  <a:pt x="1985118" y="22768"/>
                </a:lnTo>
                <a:lnTo>
                  <a:pt x="2037043" y="20949"/>
                </a:lnTo>
                <a:lnTo>
                  <a:pt x="2088968" y="19223"/>
                </a:lnTo>
                <a:lnTo>
                  <a:pt x="2140893" y="17590"/>
                </a:lnTo>
                <a:lnTo>
                  <a:pt x="2192818" y="16050"/>
                </a:lnTo>
                <a:lnTo>
                  <a:pt x="2244743" y="14604"/>
                </a:lnTo>
                <a:lnTo>
                  <a:pt x="2296668" y="13251"/>
                </a:lnTo>
                <a:lnTo>
                  <a:pt x="2349246" y="11992"/>
                </a:lnTo>
                <a:lnTo>
                  <a:pt x="2401823" y="10825"/>
                </a:lnTo>
                <a:lnTo>
                  <a:pt x="2454401" y="9752"/>
                </a:lnTo>
                <a:lnTo>
                  <a:pt x="2506979" y="8772"/>
                </a:lnTo>
                <a:lnTo>
                  <a:pt x="2559557" y="7886"/>
                </a:lnTo>
                <a:lnTo>
                  <a:pt x="2612135" y="7093"/>
                </a:lnTo>
                <a:lnTo>
                  <a:pt x="2664714" y="6393"/>
                </a:lnTo>
                <a:lnTo>
                  <a:pt x="2717247" y="5829"/>
                </a:lnTo>
                <a:lnTo>
                  <a:pt x="2769701" y="5425"/>
                </a:lnTo>
                <a:lnTo>
                  <a:pt x="2822088" y="5154"/>
                </a:lnTo>
                <a:lnTo>
                  <a:pt x="2874421" y="4989"/>
                </a:lnTo>
                <a:lnTo>
                  <a:pt x="2926715" y="4905"/>
                </a:lnTo>
                <a:lnTo>
                  <a:pt x="2978982" y="4874"/>
                </a:lnTo>
                <a:lnTo>
                  <a:pt x="3031236" y="4869"/>
                </a:lnTo>
                <a:lnTo>
                  <a:pt x="3082549" y="4865"/>
                </a:lnTo>
                <a:lnTo>
                  <a:pt x="3133930" y="4834"/>
                </a:lnTo>
                <a:lnTo>
                  <a:pt x="3185351" y="4749"/>
                </a:lnTo>
                <a:lnTo>
                  <a:pt x="3236784" y="4585"/>
                </a:lnTo>
                <a:lnTo>
                  <a:pt x="3288205" y="4314"/>
                </a:lnTo>
                <a:lnTo>
                  <a:pt x="3339586" y="3909"/>
                </a:lnTo>
                <a:lnTo>
                  <a:pt x="3390900" y="3345"/>
                </a:lnTo>
                <a:lnTo>
                  <a:pt x="3441191" y="2936"/>
                </a:lnTo>
                <a:lnTo>
                  <a:pt x="3491483" y="2408"/>
                </a:lnTo>
                <a:lnTo>
                  <a:pt x="3541775" y="1826"/>
                </a:lnTo>
                <a:lnTo>
                  <a:pt x="3592067" y="1257"/>
                </a:lnTo>
                <a:lnTo>
                  <a:pt x="3642359" y="768"/>
                </a:lnTo>
                <a:lnTo>
                  <a:pt x="3692651" y="426"/>
                </a:lnTo>
                <a:lnTo>
                  <a:pt x="3742944" y="297"/>
                </a:lnTo>
                <a:lnTo>
                  <a:pt x="3790905" y="62"/>
                </a:lnTo>
                <a:lnTo>
                  <a:pt x="3838787" y="0"/>
                </a:lnTo>
                <a:lnTo>
                  <a:pt x="3886602" y="97"/>
                </a:lnTo>
                <a:lnTo>
                  <a:pt x="3934363" y="342"/>
                </a:lnTo>
                <a:lnTo>
                  <a:pt x="3982085" y="719"/>
                </a:lnTo>
                <a:lnTo>
                  <a:pt x="4029780" y="1217"/>
                </a:lnTo>
                <a:lnTo>
                  <a:pt x="4077462" y="1821"/>
                </a:lnTo>
                <a:lnTo>
                  <a:pt x="4130745" y="2640"/>
                </a:lnTo>
                <a:lnTo>
                  <a:pt x="4183944" y="3543"/>
                </a:lnTo>
                <a:lnTo>
                  <a:pt x="4237100" y="4488"/>
                </a:lnTo>
                <a:lnTo>
                  <a:pt x="4290257" y="5434"/>
                </a:lnTo>
                <a:lnTo>
                  <a:pt x="4343456" y="6337"/>
                </a:lnTo>
                <a:lnTo>
                  <a:pt x="4396740" y="7155"/>
                </a:lnTo>
                <a:lnTo>
                  <a:pt x="4448171" y="7857"/>
                </a:lnTo>
                <a:lnTo>
                  <a:pt x="4499581" y="8453"/>
                </a:lnTo>
                <a:lnTo>
                  <a:pt x="4550949" y="8965"/>
                </a:lnTo>
                <a:lnTo>
                  <a:pt x="4602254" y="9413"/>
                </a:lnTo>
                <a:lnTo>
                  <a:pt x="4653474" y="9819"/>
                </a:lnTo>
                <a:lnTo>
                  <a:pt x="4704588" y="10203"/>
                </a:lnTo>
                <a:lnTo>
                  <a:pt x="4754058" y="10644"/>
                </a:lnTo>
                <a:lnTo>
                  <a:pt x="4803422" y="11191"/>
                </a:lnTo>
                <a:lnTo>
                  <a:pt x="4852701" y="11822"/>
                </a:lnTo>
                <a:lnTo>
                  <a:pt x="4901917" y="12517"/>
                </a:lnTo>
                <a:lnTo>
                  <a:pt x="4951091" y="13255"/>
                </a:lnTo>
                <a:lnTo>
                  <a:pt x="5000244" y="14013"/>
                </a:lnTo>
                <a:lnTo>
                  <a:pt x="5047488" y="14451"/>
                </a:lnTo>
                <a:lnTo>
                  <a:pt x="5094732" y="14973"/>
                </a:lnTo>
                <a:lnTo>
                  <a:pt x="5141976" y="15537"/>
                </a:lnTo>
                <a:lnTo>
                  <a:pt x="5189220" y="16102"/>
                </a:lnTo>
                <a:lnTo>
                  <a:pt x="5236464" y="16624"/>
                </a:lnTo>
                <a:lnTo>
                  <a:pt x="5283708" y="17061"/>
                </a:lnTo>
                <a:lnTo>
                  <a:pt x="5339486" y="17732"/>
                </a:lnTo>
                <a:lnTo>
                  <a:pt x="5395264" y="18037"/>
                </a:lnTo>
                <a:lnTo>
                  <a:pt x="5451043" y="18158"/>
                </a:lnTo>
                <a:lnTo>
                  <a:pt x="5506821" y="18280"/>
                </a:lnTo>
                <a:lnTo>
                  <a:pt x="5562600" y="18585"/>
                </a:lnTo>
                <a:lnTo>
                  <a:pt x="5617470" y="19500"/>
                </a:lnTo>
                <a:lnTo>
                  <a:pt x="5672376" y="20414"/>
                </a:lnTo>
                <a:lnTo>
                  <a:pt x="5727356" y="21328"/>
                </a:lnTo>
                <a:lnTo>
                  <a:pt x="5782446" y="22243"/>
                </a:lnTo>
                <a:lnTo>
                  <a:pt x="5837682" y="23157"/>
                </a:lnTo>
                <a:lnTo>
                  <a:pt x="5889271" y="24427"/>
                </a:lnTo>
                <a:lnTo>
                  <a:pt x="5940910" y="25697"/>
                </a:lnTo>
                <a:lnTo>
                  <a:pt x="5992593" y="26967"/>
                </a:lnTo>
                <a:lnTo>
                  <a:pt x="6044314" y="28237"/>
                </a:lnTo>
                <a:lnTo>
                  <a:pt x="6096066" y="29507"/>
                </a:lnTo>
                <a:lnTo>
                  <a:pt x="6147844" y="30777"/>
                </a:lnTo>
                <a:lnTo>
                  <a:pt x="6199640" y="32047"/>
                </a:lnTo>
                <a:lnTo>
                  <a:pt x="6251449" y="33317"/>
                </a:lnTo>
                <a:lnTo>
                  <a:pt x="6303264" y="34587"/>
                </a:lnTo>
                <a:lnTo>
                  <a:pt x="6351647" y="35959"/>
                </a:lnTo>
                <a:lnTo>
                  <a:pt x="6399922" y="37330"/>
                </a:lnTo>
                <a:lnTo>
                  <a:pt x="6448159" y="38702"/>
                </a:lnTo>
                <a:lnTo>
                  <a:pt x="6496434" y="40074"/>
                </a:lnTo>
                <a:lnTo>
                  <a:pt x="6544818" y="41445"/>
                </a:lnTo>
                <a:lnTo>
                  <a:pt x="6596693" y="43053"/>
                </a:lnTo>
                <a:lnTo>
                  <a:pt x="6648354" y="44588"/>
                </a:lnTo>
                <a:lnTo>
                  <a:pt x="6699873" y="46267"/>
                </a:lnTo>
                <a:lnTo>
                  <a:pt x="6751320" y="48303"/>
                </a:lnTo>
                <a:lnTo>
                  <a:pt x="6791765" y="50149"/>
                </a:lnTo>
                <a:lnTo>
                  <a:pt x="6831996" y="52208"/>
                </a:lnTo>
                <a:lnTo>
                  <a:pt x="6872085" y="54411"/>
                </a:lnTo>
                <a:lnTo>
                  <a:pt x="6912102" y="56685"/>
                </a:lnTo>
                <a:lnTo>
                  <a:pt x="6935974" y="58269"/>
                </a:lnTo>
                <a:lnTo>
                  <a:pt x="6959631" y="59638"/>
                </a:lnTo>
                <a:lnTo>
                  <a:pt x="6983146" y="60864"/>
                </a:lnTo>
                <a:lnTo>
                  <a:pt x="7006590" y="62019"/>
                </a:lnTo>
                <a:lnTo>
                  <a:pt x="6998624" y="61293"/>
                </a:lnTo>
                <a:lnTo>
                  <a:pt x="6991445" y="60209"/>
                </a:lnTo>
                <a:lnTo>
                  <a:pt x="6984408" y="58697"/>
                </a:lnTo>
                <a:lnTo>
                  <a:pt x="6976872" y="56685"/>
                </a:lnTo>
                <a:lnTo>
                  <a:pt x="6970014" y="55161"/>
                </a:lnTo>
                <a:lnTo>
                  <a:pt x="6963918" y="53637"/>
                </a:lnTo>
                <a:lnTo>
                  <a:pt x="6957822" y="51351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3" name="Google Shape;2683;p20"/>
          <p:cNvGrpSpPr/>
          <p:nvPr/>
        </p:nvGrpSpPr>
        <p:grpSpPr>
          <a:xfrm>
            <a:off x="4251185" y="4190987"/>
            <a:ext cx="376453" cy="183667"/>
            <a:chOff x="4251185" y="4190987"/>
            <a:chExt cx="376453" cy="183667"/>
          </a:xfrm>
        </p:grpSpPr>
        <p:pic>
          <p:nvPicPr>
            <p:cNvPr id="2684" name="Google Shape;2684;p20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4251185" y="4190987"/>
              <a:ext cx="208051" cy="1836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5" name="Google Shape;2685;p20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4491215" y="4190987"/>
              <a:ext cx="136423" cy="1516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6" name="Google Shape;2686;p20"/>
          <p:cNvGrpSpPr/>
          <p:nvPr/>
        </p:nvGrpSpPr>
        <p:grpSpPr>
          <a:xfrm>
            <a:off x="4686299" y="4158221"/>
            <a:ext cx="471691" cy="169064"/>
            <a:chOff x="4686299" y="4158221"/>
            <a:chExt cx="471691" cy="169064"/>
          </a:xfrm>
        </p:grpSpPr>
        <p:sp>
          <p:nvSpPr>
            <p:cNvPr id="2687" name="Google Shape;2687;p20"/>
            <p:cNvSpPr/>
            <p:nvPr/>
          </p:nvSpPr>
          <p:spPr>
            <a:xfrm>
              <a:off x="4707635" y="4207764"/>
              <a:ext cx="5080" cy="117475"/>
            </a:xfrm>
            <a:custGeom>
              <a:rect b="b" l="l" r="r" t="t"/>
              <a:pathLst>
                <a:path extrusionOk="0" h="117475" w="5079">
                  <a:moveTo>
                    <a:pt x="0" y="0"/>
                  </a:moveTo>
                  <a:lnTo>
                    <a:pt x="809" y="12584"/>
                  </a:lnTo>
                  <a:lnTo>
                    <a:pt x="1905" y="25241"/>
                  </a:lnTo>
                  <a:lnTo>
                    <a:pt x="3000" y="38040"/>
                  </a:lnTo>
                  <a:lnTo>
                    <a:pt x="4476" y="78867"/>
                  </a:lnTo>
                  <a:lnTo>
                    <a:pt x="4572" y="110489"/>
                  </a:lnTo>
                  <a:lnTo>
                    <a:pt x="4572" y="113538"/>
                  </a:lnTo>
                  <a:lnTo>
                    <a:pt x="4572" y="11734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8" name="Google Shape;2688;p20"/>
            <p:cNvSpPr/>
            <p:nvPr/>
          </p:nvSpPr>
          <p:spPr>
            <a:xfrm>
              <a:off x="4686299" y="4213621"/>
              <a:ext cx="111760" cy="113664"/>
            </a:xfrm>
            <a:custGeom>
              <a:rect b="b" l="l" r="r" t="t"/>
              <a:pathLst>
                <a:path extrusionOk="0" h="113664" w="111760">
                  <a:moveTo>
                    <a:pt x="0" y="238"/>
                  </a:moveTo>
                  <a:lnTo>
                    <a:pt x="53149" y="5810"/>
                  </a:lnTo>
                  <a:lnTo>
                    <a:pt x="92773" y="24622"/>
                  </a:lnTo>
                  <a:lnTo>
                    <a:pt x="111240" y="54875"/>
                  </a:lnTo>
                  <a:lnTo>
                    <a:pt x="109442" y="64722"/>
                  </a:lnTo>
                  <a:lnTo>
                    <a:pt x="74866" y="98821"/>
                  </a:lnTo>
                  <a:lnTo>
                    <a:pt x="35528" y="113204"/>
                  </a:lnTo>
                  <a:lnTo>
                    <a:pt x="28420" y="112228"/>
                  </a:lnTo>
                  <a:lnTo>
                    <a:pt x="24384" y="107680"/>
                  </a:lnTo>
                  <a:lnTo>
                    <a:pt x="24384" y="100822"/>
                  </a:lnTo>
                  <a:lnTo>
                    <a:pt x="24384" y="98536"/>
                  </a:lnTo>
                  <a:lnTo>
                    <a:pt x="24384" y="9320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89" name="Google Shape;2689;p20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4844783" y="4204703"/>
              <a:ext cx="68843" cy="1181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0" name="Google Shape;2690;p20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4946891" y="4158221"/>
              <a:ext cx="211099" cy="1676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1" name="Google Shape;2691;p20"/>
          <p:cNvGrpSpPr/>
          <p:nvPr/>
        </p:nvGrpSpPr>
        <p:grpSpPr>
          <a:xfrm>
            <a:off x="5609831" y="4100309"/>
            <a:ext cx="496087" cy="194335"/>
            <a:chOff x="5609831" y="4100309"/>
            <a:chExt cx="496087" cy="194335"/>
          </a:xfrm>
        </p:grpSpPr>
        <p:pic>
          <p:nvPicPr>
            <p:cNvPr id="2692" name="Google Shape;2692;p20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5609831" y="4143612"/>
              <a:ext cx="115849" cy="1510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3" name="Google Shape;2693;p20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5750801" y="4100309"/>
              <a:ext cx="355117" cy="1935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4" name="Google Shape;2694;p20"/>
          <p:cNvGrpSpPr/>
          <p:nvPr/>
        </p:nvGrpSpPr>
        <p:grpSpPr>
          <a:xfrm>
            <a:off x="6436601" y="4037063"/>
            <a:ext cx="598194" cy="209575"/>
            <a:chOff x="6436601" y="4037063"/>
            <a:chExt cx="598194" cy="209575"/>
          </a:xfrm>
        </p:grpSpPr>
        <p:pic>
          <p:nvPicPr>
            <p:cNvPr id="2695" name="Google Shape;2695;p20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6436601" y="4070496"/>
              <a:ext cx="222529" cy="1761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6" name="Google Shape;2696;p20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6688823" y="4104405"/>
              <a:ext cx="221350" cy="121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7" name="Google Shape;2697;p20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6953558" y="4037063"/>
              <a:ext cx="81237" cy="1589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98" name="Google Shape;2698;p20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7155929" y="4051255"/>
            <a:ext cx="120421" cy="133661"/>
          </a:xfrm>
          <a:prstGeom prst="rect">
            <a:avLst/>
          </a:prstGeom>
          <a:noFill/>
          <a:ln>
            <a:noFill/>
          </a:ln>
        </p:spPr>
      </p:pic>
      <p:sp>
        <p:nvSpPr>
          <p:cNvPr id="2699" name="Google Shape;2699;p20"/>
          <p:cNvSpPr/>
          <p:nvPr/>
        </p:nvSpPr>
        <p:spPr>
          <a:xfrm>
            <a:off x="7324343" y="4152900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2192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2192"/>
                </a:lnTo>
                <a:lnTo>
                  <a:pt x="15240" y="7620"/>
                </a:lnTo>
                <a:lnTo>
                  <a:pt x="15240" y="3048"/>
                </a:lnTo>
                <a:lnTo>
                  <a:pt x="12192" y="0"/>
                </a:lnTo>
                <a:lnTo>
                  <a:pt x="3810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0" name="Google Shape;2700;p20"/>
          <p:cNvSpPr/>
          <p:nvPr/>
        </p:nvSpPr>
        <p:spPr>
          <a:xfrm>
            <a:off x="3623309" y="3036570"/>
            <a:ext cx="871219" cy="83185"/>
          </a:xfrm>
          <a:custGeom>
            <a:rect b="b" l="l" r="r" t="t"/>
            <a:pathLst>
              <a:path extrusionOk="0" h="83185" w="871220">
                <a:moveTo>
                  <a:pt x="0" y="70866"/>
                </a:moveTo>
                <a:lnTo>
                  <a:pt x="37338" y="78486"/>
                </a:lnTo>
                <a:lnTo>
                  <a:pt x="95726" y="82677"/>
                </a:lnTo>
                <a:lnTo>
                  <a:pt x="125313" y="82772"/>
                </a:lnTo>
                <a:lnTo>
                  <a:pt x="154686" y="82296"/>
                </a:lnTo>
                <a:lnTo>
                  <a:pt x="181546" y="81200"/>
                </a:lnTo>
                <a:lnTo>
                  <a:pt x="208407" y="79248"/>
                </a:lnTo>
                <a:lnTo>
                  <a:pt x="235267" y="76723"/>
                </a:lnTo>
                <a:lnTo>
                  <a:pt x="262128" y="73914"/>
                </a:lnTo>
                <a:lnTo>
                  <a:pt x="295286" y="70485"/>
                </a:lnTo>
                <a:lnTo>
                  <a:pt x="328517" y="67056"/>
                </a:lnTo>
                <a:lnTo>
                  <a:pt x="361890" y="63627"/>
                </a:lnTo>
                <a:lnTo>
                  <a:pt x="395478" y="60198"/>
                </a:lnTo>
                <a:lnTo>
                  <a:pt x="448175" y="54006"/>
                </a:lnTo>
                <a:lnTo>
                  <a:pt x="501015" y="47815"/>
                </a:lnTo>
                <a:lnTo>
                  <a:pt x="553854" y="41338"/>
                </a:lnTo>
                <a:lnTo>
                  <a:pt x="606552" y="34290"/>
                </a:lnTo>
                <a:lnTo>
                  <a:pt x="680847" y="23336"/>
                </a:lnTo>
                <a:lnTo>
                  <a:pt x="717994" y="17895"/>
                </a:lnTo>
                <a:lnTo>
                  <a:pt x="755142" y="12954"/>
                </a:lnTo>
                <a:lnTo>
                  <a:pt x="775156" y="10441"/>
                </a:lnTo>
                <a:lnTo>
                  <a:pt x="795242" y="7715"/>
                </a:lnTo>
                <a:lnTo>
                  <a:pt x="815470" y="5131"/>
                </a:lnTo>
                <a:lnTo>
                  <a:pt x="835913" y="3048"/>
                </a:lnTo>
                <a:lnTo>
                  <a:pt x="844045" y="2035"/>
                </a:lnTo>
                <a:lnTo>
                  <a:pt x="852392" y="1238"/>
                </a:lnTo>
                <a:lnTo>
                  <a:pt x="860881" y="583"/>
                </a:lnTo>
                <a:lnTo>
                  <a:pt x="869441" y="0"/>
                </a:lnTo>
                <a:lnTo>
                  <a:pt x="870204" y="0"/>
                </a:lnTo>
                <a:lnTo>
                  <a:pt x="870966" y="0"/>
                </a:lnTo>
                <a:lnTo>
                  <a:pt x="861822" y="0"/>
                </a:lnTo>
                <a:lnTo>
                  <a:pt x="852678" y="0"/>
                </a:lnTo>
                <a:lnTo>
                  <a:pt x="843534" y="0"/>
                </a:lnTo>
                <a:lnTo>
                  <a:pt x="834390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1" name="Google Shape;2701;p20"/>
          <p:cNvSpPr/>
          <p:nvPr/>
        </p:nvSpPr>
        <p:spPr>
          <a:xfrm>
            <a:off x="6421373" y="2859023"/>
            <a:ext cx="908050" cy="77470"/>
          </a:xfrm>
          <a:custGeom>
            <a:rect b="b" l="l" r="r" t="t"/>
            <a:pathLst>
              <a:path extrusionOk="0" h="77469" w="908050">
                <a:moveTo>
                  <a:pt x="0" y="76962"/>
                </a:moveTo>
                <a:lnTo>
                  <a:pt x="15882" y="76009"/>
                </a:lnTo>
                <a:lnTo>
                  <a:pt x="31623" y="74485"/>
                </a:lnTo>
                <a:lnTo>
                  <a:pt x="47363" y="72675"/>
                </a:lnTo>
                <a:lnTo>
                  <a:pt x="63246" y="70866"/>
                </a:lnTo>
                <a:lnTo>
                  <a:pt x="112871" y="66770"/>
                </a:lnTo>
                <a:lnTo>
                  <a:pt x="163068" y="63245"/>
                </a:lnTo>
                <a:lnTo>
                  <a:pt x="234410" y="59245"/>
                </a:lnTo>
                <a:lnTo>
                  <a:pt x="306324" y="56387"/>
                </a:lnTo>
                <a:lnTo>
                  <a:pt x="347341" y="54411"/>
                </a:lnTo>
                <a:lnTo>
                  <a:pt x="388143" y="52006"/>
                </a:lnTo>
                <a:lnTo>
                  <a:pt x="428803" y="49315"/>
                </a:lnTo>
                <a:lnTo>
                  <a:pt x="469392" y="46481"/>
                </a:lnTo>
                <a:lnTo>
                  <a:pt x="504253" y="44053"/>
                </a:lnTo>
                <a:lnTo>
                  <a:pt x="539115" y="41338"/>
                </a:lnTo>
                <a:lnTo>
                  <a:pt x="573976" y="38338"/>
                </a:lnTo>
                <a:lnTo>
                  <a:pt x="608838" y="35051"/>
                </a:lnTo>
                <a:lnTo>
                  <a:pt x="640711" y="32301"/>
                </a:lnTo>
                <a:lnTo>
                  <a:pt x="672369" y="29622"/>
                </a:lnTo>
                <a:lnTo>
                  <a:pt x="703885" y="26800"/>
                </a:lnTo>
                <a:lnTo>
                  <a:pt x="735330" y="23621"/>
                </a:lnTo>
                <a:lnTo>
                  <a:pt x="761035" y="20776"/>
                </a:lnTo>
                <a:lnTo>
                  <a:pt x="786669" y="18002"/>
                </a:lnTo>
                <a:lnTo>
                  <a:pt x="812161" y="15370"/>
                </a:lnTo>
                <a:lnTo>
                  <a:pt x="837438" y="12953"/>
                </a:lnTo>
                <a:lnTo>
                  <a:pt x="852166" y="11334"/>
                </a:lnTo>
                <a:lnTo>
                  <a:pt x="866679" y="9715"/>
                </a:lnTo>
                <a:lnTo>
                  <a:pt x="881050" y="7810"/>
                </a:lnTo>
                <a:lnTo>
                  <a:pt x="895350" y="5333"/>
                </a:lnTo>
                <a:lnTo>
                  <a:pt x="899160" y="4571"/>
                </a:lnTo>
                <a:lnTo>
                  <a:pt x="903732" y="3809"/>
                </a:lnTo>
                <a:lnTo>
                  <a:pt x="907541" y="3047"/>
                </a:lnTo>
                <a:lnTo>
                  <a:pt x="906018" y="2285"/>
                </a:lnTo>
                <a:lnTo>
                  <a:pt x="888491" y="2285"/>
                </a:lnTo>
                <a:lnTo>
                  <a:pt x="883158" y="1523"/>
                </a:lnTo>
                <a:lnTo>
                  <a:pt x="877824" y="761"/>
                </a:lnTo>
                <a:lnTo>
                  <a:pt x="872490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2" name="Google Shape;2702;p20"/>
          <p:cNvSpPr/>
          <p:nvPr/>
        </p:nvSpPr>
        <p:spPr>
          <a:xfrm>
            <a:off x="4409694" y="3655314"/>
            <a:ext cx="267970" cy="26670"/>
          </a:xfrm>
          <a:custGeom>
            <a:rect b="b" l="l" r="r" t="t"/>
            <a:pathLst>
              <a:path extrusionOk="0" h="26670" w="267970">
                <a:moveTo>
                  <a:pt x="0" y="25908"/>
                </a:moveTo>
                <a:lnTo>
                  <a:pt x="13013" y="26348"/>
                </a:lnTo>
                <a:lnTo>
                  <a:pt x="25812" y="26574"/>
                </a:lnTo>
                <a:lnTo>
                  <a:pt x="38469" y="26658"/>
                </a:lnTo>
                <a:lnTo>
                  <a:pt x="51053" y="26670"/>
                </a:lnTo>
                <a:lnTo>
                  <a:pt x="70485" y="26646"/>
                </a:lnTo>
                <a:lnTo>
                  <a:pt x="109347" y="26027"/>
                </a:lnTo>
                <a:lnTo>
                  <a:pt x="148209" y="23717"/>
                </a:lnTo>
                <a:lnTo>
                  <a:pt x="187071" y="19145"/>
                </a:lnTo>
                <a:lnTo>
                  <a:pt x="230028" y="11525"/>
                </a:lnTo>
                <a:lnTo>
                  <a:pt x="262890" y="0"/>
                </a:lnTo>
                <a:lnTo>
                  <a:pt x="265176" y="2286"/>
                </a:lnTo>
                <a:lnTo>
                  <a:pt x="267462" y="3810"/>
                </a:lnTo>
                <a:lnTo>
                  <a:pt x="261365" y="3048"/>
                </a:lnTo>
                <a:lnTo>
                  <a:pt x="259079" y="381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3" name="Google Shape;2703;p20"/>
          <p:cNvSpPr/>
          <p:nvPr/>
        </p:nvSpPr>
        <p:spPr>
          <a:xfrm>
            <a:off x="3626358" y="3048761"/>
            <a:ext cx="859790" cy="71755"/>
          </a:xfrm>
          <a:custGeom>
            <a:rect b="b" l="l" r="r" t="t"/>
            <a:pathLst>
              <a:path extrusionOk="0" h="71755" w="859789">
                <a:moveTo>
                  <a:pt x="0" y="71627"/>
                </a:moveTo>
                <a:lnTo>
                  <a:pt x="46482" y="64769"/>
                </a:lnTo>
                <a:lnTo>
                  <a:pt x="63627" y="64627"/>
                </a:lnTo>
                <a:lnTo>
                  <a:pt x="80772" y="64198"/>
                </a:lnTo>
                <a:lnTo>
                  <a:pt x="97917" y="63484"/>
                </a:lnTo>
                <a:lnTo>
                  <a:pt x="115062" y="62483"/>
                </a:lnTo>
                <a:lnTo>
                  <a:pt x="138493" y="61340"/>
                </a:lnTo>
                <a:lnTo>
                  <a:pt x="161925" y="60197"/>
                </a:lnTo>
                <a:lnTo>
                  <a:pt x="185356" y="59054"/>
                </a:lnTo>
                <a:lnTo>
                  <a:pt x="208788" y="57911"/>
                </a:lnTo>
                <a:lnTo>
                  <a:pt x="234624" y="56768"/>
                </a:lnTo>
                <a:lnTo>
                  <a:pt x="286583" y="54482"/>
                </a:lnTo>
                <a:lnTo>
                  <a:pt x="350127" y="50649"/>
                </a:lnTo>
                <a:lnTo>
                  <a:pt x="425255" y="43267"/>
                </a:lnTo>
                <a:lnTo>
                  <a:pt x="462534" y="38861"/>
                </a:lnTo>
                <a:lnTo>
                  <a:pt x="482548" y="36587"/>
                </a:lnTo>
                <a:lnTo>
                  <a:pt x="502634" y="34385"/>
                </a:lnTo>
                <a:lnTo>
                  <a:pt x="522862" y="32325"/>
                </a:lnTo>
                <a:lnTo>
                  <a:pt x="543306" y="30479"/>
                </a:lnTo>
                <a:lnTo>
                  <a:pt x="559438" y="29015"/>
                </a:lnTo>
                <a:lnTo>
                  <a:pt x="575786" y="27908"/>
                </a:lnTo>
                <a:lnTo>
                  <a:pt x="592276" y="26943"/>
                </a:lnTo>
                <a:lnTo>
                  <a:pt x="608838" y="25907"/>
                </a:lnTo>
                <a:lnTo>
                  <a:pt x="629983" y="24741"/>
                </a:lnTo>
                <a:lnTo>
                  <a:pt x="651129" y="23431"/>
                </a:lnTo>
                <a:lnTo>
                  <a:pt x="672274" y="21836"/>
                </a:lnTo>
                <a:lnTo>
                  <a:pt x="693420" y="19811"/>
                </a:lnTo>
                <a:lnTo>
                  <a:pt x="713303" y="18085"/>
                </a:lnTo>
                <a:lnTo>
                  <a:pt x="733044" y="16287"/>
                </a:lnTo>
                <a:lnTo>
                  <a:pt x="752784" y="14347"/>
                </a:lnTo>
                <a:lnTo>
                  <a:pt x="772668" y="12191"/>
                </a:lnTo>
                <a:lnTo>
                  <a:pt x="785812" y="10489"/>
                </a:lnTo>
                <a:lnTo>
                  <a:pt x="798957" y="8858"/>
                </a:lnTo>
                <a:lnTo>
                  <a:pt x="840866" y="5048"/>
                </a:lnTo>
                <a:lnTo>
                  <a:pt x="856488" y="4571"/>
                </a:lnTo>
                <a:lnTo>
                  <a:pt x="859786" y="4441"/>
                </a:lnTo>
                <a:lnTo>
                  <a:pt x="856583" y="4095"/>
                </a:lnTo>
                <a:lnTo>
                  <a:pt x="851237" y="3607"/>
                </a:lnTo>
                <a:lnTo>
                  <a:pt x="848106" y="3047"/>
                </a:lnTo>
                <a:lnTo>
                  <a:pt x="844296" y="2285"/>
                </a:lnTo>
                <a:lnTo>
                  <a:pt x="841247" y="761"/>
                </a:lnTo>
                <a:lnTo>
                  <a:pt x="837438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4" name="Google Shape;2704;p20"/>
          <p:cNvSpPr/>
          <p:nvPr/>
        </p:nvSpPr>
        <p:spPr>
          <a:xfrm>
            <a:off x="7876031" y="4848605"/>
            <a:ext cx="46990" cy="83185"/>
          </a:xfrm>
          <a:custGeom>
            <a:rect b="b" l="l" r="r" t="t"/>
            <a:pathLst>
              <a:path extrusionOk="0" h="83185" w="46990">
                <a:moveTo>
                  <a:pt x="26670" y="0"/>
                </a:moveTo>
                <a:lnTo>
                  <a:pt x="46922" y="37492"/>
                </a:lnTo>
                <a:lnTo>
                  <a:pt x="44862" y="45624"/>
                </a:lnTo>
                <a:lnTo>
                  <a:pt x="18573" y="74295"/>
                </a:lnTo>
                <a:lnTo>
                  <a:pt x="762" y="83058"/>
                </a:lnTo>
                <a:lnTo>
                  <a:pt x="0" y="83058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5" name="Google Shape;2705;p20"/>
          <p:cNvSpPr/>
          <p:nvPr/>
        </p:nvSpPr>
        <p:spPr>
          <a:xfrm>
            <a:off x="3394709" y="4679096"/>
            <a:ext cx="135890" cy="668655"/>
          </a:xfrm>
          <a:custGeom>
            <a:rect b="b" l="l" r="r" t="t"/>
            <a:pathLst>
              <a:path extrusionOk="0" h="668654" w="135889">
                <a:moveTo>
                  <a:pt x="135636" y="27777"/>
                </a:moveTo>
                <a:lnTo>
                  <a:pt x="103632" y="1869"/>
                </a:lnTo>
                <a:lnTo>
                  <a:pt x="90499" y="0"/>
                </a:lnTo>
                <a:lnTo>
                  <a:pt x="77438" y="59"/>
                </a:lnTo>
                <a:lnTo>
                  <a:pt x="39147" y="11120"/>
                </a:lnTo>
                <a:lnTo>
                  <a:pt x="9144" y="38445"/>
                </a:lnTo>
                <a:lnTo>
                  <a:pt x="678" y="86344"/>
                </a:lnTo>
                <a:lnTo>
                  <a:pt x="1524" y="102453"/>
                </a:lnTo>
                <a:lnTo>
                  <a:pt x="10572" y="146077"/>
                </a:lnTo>
                <a:lnTo>
                  <a:pt x="25908" y="188559"/>
                </a:lnTo>
                <a:lnTo>
                  <a:pt x="40576" y="226373"/>
                </a:lnTo>
                <a:lnTo>
                  <a:pt x="47767" y="245459"/>
                </a:lnTo>
                <a:lnTo>
                  <a:pt x="54102" y="264759"/>
                </a:lnTo>
                <a:lnTo>
                  <a:pt x="59507" y="287309"/>
                </a:lnTo>
                <a:lnTo>
                  <a:pt x="62484" y="310860"/>
                </a:lnTo>
                <a:lnTo>
                  <a:pt x="62031" y="334410"/>
                </a:lnTo>
                <a:lnTo>
                  <a:pt x="43529" y="383250"/>
                </a:lnTo>
                <a:lnTo>
                  <a:pt x="20181" y="413420"/>
                </a:lnTo>
                <a:lnTo>
                  <a:pt x="1524" y="432399"/>
                </a:lnTo>
                <a:lnTo>
                  <a:pt x="762" y="433923"/>
                </a:lnTo>
                <a:lnTo>
                  <a:pt x="0" y="435447"/>
                </a:lnTo>
                <a:lnTo>
                  <a:pt x="7846" y="438614"/>
                </a:lnTo>
                <a:lnTo>
                  <a:pt x="15335" y="442495"/>
                </a:lnTo>
                <a:lnTo>
                  <a:pt x="43422" y="475476"/>
                </a:lnTo>
                <a:lnTo>
                  <a:pt x="47184" y="496776"/>
                </a:lnTo>
                <a:lnTo>
                  <a:pt x="47148" y="509266"/>
                </a:lnTo>
                <a:lnTo>
                  <a:pt x="39635" y="547461"/>
                </a:lnTo>
                <a:lnTo>
                  <a:pt x="30896" y="574893"/>
                </a:lnTo>
                <a:lnTo>
                  <a:pt x="26670" y="588609"/>
                </a:lnTo>
                <a:lnTo>
                  <a:pt x="24669" y="597527"/>
                </a:lnTo>
                <a:lnTo>
                  <a:pt x="23241" y="606230"/>
                </a:lnTo>
                <a:lnTo>
                  <a:pt x="22383" y="615076"/>
                </a:lnTo>
                <a:lnTo>
                  <a:pt x="22098" y="624423"/>
                </a:lnTo>
                <a:lnTo>
                  <a:pt x="23038" y="631209"/>
                </a:lnTo>
                <a:lnTo>
                  <a:pt x="53054" y="660427"/>
                </a:lnTo>
                <a:lnTo>
                  <a:pt x="84582" y="668619"/>
                </a:lnTo>
                <a:lnTo>
                  <a:pt x="88392" y="668619"/>
                </a:lnTo>
                <a:lnTo>
                  <a:pt x="95250" y="667095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06" name="Google Shape;2706;p20"/>
          <p:cNvGrpSpPr/>
          <p:nvPr/>
        </p:nvGrpSpPr>
        <p:grpSpPr>
          <a:xfrm>
            <a:off x="3662159" y="4969751"/>
            <a:ext cx="187528" cy="181877"/>
            <a:chOff x="3662159" y="4969751"/>
            <a:chExt cx="187528" cy="181877"/>
          </a:xfrm>
        </p:grpSpPr>
        <p:pic>
          <p:nvPicPr>
            <p:cNvPr id="2707" name="Google Shape;2707;p20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3662159" y="4969751"/>
              <a:ext cx="153949" cy="1486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8" name="Google Shape;2708;p20"/>
            <p:cNvSpPr/>
            <p:nvPr/>
          </p:nvSpPr>
          <p:spPr>
            <a:xfrm>
              <a:off x="3847147" y="5066538"/>
              <a:ext cx="2540" cy="85090"/>
            </a:xfrm>
            <a:custGeom>
              <a:rect b="b" l="l" r="r" t="t"/>
              <a:pathLst>
                <a:path extrusionOk="0" h="85089" w="2539">
                  <a:moveTo>
                    <a:pt x="190" y="0"/>
                  </a:moveTo>
                  <a:lnTo>
                    <a:pt x="95" y="12453"/>
                  </a:lnTo>
                  <a:lnTo>
                    <a:pt x="0" y="24765"/>
                  </a:lnTo>
                  <a:lnTo>
                    <a:pt x="190" y="37076"/>
                  </a:lnTo>
                  <a:lnTo>
                    <a:pt x="952" y="49530"/>
                  </a:lnTo>
                  <a:lnTo>
                    <a:pt x="1512" y="58102"/>
                  </a:lnTo>
                  <a:lnTo>
                    <a:pt x="2000" y="66675"/>
                  </a:lnTo>
                  <a:lnTo>
                    <a:pt x="2345" y="75247"/>
                  </a:lnTo>
                  <a:lnTo>
                    <a:pt x="2476" y="83820"/>
                  </a:lnTo>
                  <a:lnTo>
                    <a:pt x="2476" y="8458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9" name="Google Shape;2709;p20"/>
          <p:cNvSpPr/>
          <p:nvPr/>
        </p:nvSpPr>
        <p:spPr>
          <a:xfrm>
            <a:off x="3976115" y="5052821"/>
            <a:ext cx="63500" cy="5080"/>
          </a:xfrm>
          <a:custGeom>
            <a:rect b="b" l="l" r="r" t="t"/>
            <a:pathLst>
              <a:path extrusionOk="0" h="5079" w="63500">
                <a:moveTo>
                  <a:pt x="0" y="4572"/>
                </a:moveTo>
                <a:lnTo>
                  <a:pt x="48006" y="1524"/>
                </a:lnTo>
                <a:lnTo>
                  <a:pt x="53340" y="762"/>
                </a:lnTo>
                <a:lnTo>
                  <a:pt x="60960" y="0"/>
                </a:lnTo>
                <a:lnTo>
                  <a:pt x="63246" y="3048"/>
                </a:lnTo>
                <a:lnTo>
                  <a:pt x="63246" y="3810"/>
                </a:lnTo>
                <a:lnTo>
                  <a:pt x="63246" y="4572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0" name="Google Shape;2710;p20"/>
          <p:cNvGrpSpPr/>
          <p:nvPr/>
        </p:nvGrpSpPr>
        <p:grpSpPr>
          <a:xfrm>
            <a:off x="4201668" y="4864595"/>
            <a:ext cx="650875" cy="340119"/>
            <a:chOff x="4201668" y="4864595"/>
            <a:chExt cx="650875" cy="340119"/>
          </a:xfrm>
        </p:grpSpPr>
        <p:sp>
          <p:nvSpPr>
            <p:cNvPr id="2711" name="Google Shape;2711;p20"/>
            <p:cNvSpPr/>
            <p:nvPr/>
          </p:nvSpPr>
          <p:spPr>
            <a:xfrm>
              <a:off x="4201668" y="4912614"/>
              <a:ext cx="167640" cy="292100"/>
            </a:xfrm>
            <a:custGeom>
              <a:rect b="b" l="l" r="r" t="t"/>
              <a:pathLst>
                <a:path extrusionOk="0" h="292100" w="167639">
                  <a:moveTo>
                    <a:pt x="41910" y="0"/>
                  </a:moveTo>
                  <a:lnTo>
                    <a:pt x="18442" y="33004"/>
                  </a:lnTo>
                  <a:lnTo>
                    <a:pt x="6429" y="71187"/>
                  </a:lnTo>
                  <a:lnTo>
                    <a:pt x="523" y="121169"/>
                  </a:lnTo>
                  <a:lnTo>
                    <a:pt x="0" y="146304"/>
                  </a:lnTo>
                  <a:lnTo>
                    <a:pt x="369" y="169783"/>
                  </a:lnTo>
                  <a:lnTo>
                    <a:pt x="8251" y="214455"/>
                  </a:lnTo>
                  <a:lnTo>
                    <a:pt x="26741" y="252984"/>
                  </a:lnTo>
                  <a:lnTo>
                    <a:pt x="54697" y="279082"/>
                  </a:lnTo>
                  <a:lnTo>
                    <a:pt x="96702" y="291786"/>
                  </a:lnTo>
                  <a:lnTo>
                    <a:pt x="120586" y="291369"/>
                  </a:lnTo>
                  <a:lnTo>
                    <a:pt x="144184" y="287381"/>
                  </a:lnTo>
                  <a:lnTo>
                    <a:pt x="167640" y="28117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12" name="Google Shape;2712;p20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4233659" y="4873739"/>
              <a:ext cx="303301" cy="2636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3" name="Google Shape;2713;p20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4562843" y="4864595"/>
              <a:ext cx="237102" cy="227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4" name="Google Shape;2714;p20"/>
            <p:cNvSpPr/>
            <p:nvPr/>
          </p:nvSpPr>
          <p:spPr>
            <a:xfrm>
              <a:off x="4845558" y="4996434"/>
              <a:ext cx="6985" cy="94615"/>
            </a:xfrm>
            <a:custGeom>
              <a:rect b="b" l="l" r="r" t="t"/>
              <a:pathLst>
                <a:path extrusionOk="0" h="94614" w="6985">
                  <a:moveTo>
                    <a:pt x="5334" y="0"/>
                  </a:moveTo>
                  <a:lnTo>
                    <a:pt x="3488" y="10477"/>
                  </a:lnTo>
                  <a:lnTo>
                    <a:pt x="2571" y="19812"/>
                  </a:lnTo>
                  <a:lnTo>
                    <a:pt x="2655" y="29146"/>
                  </a:lnTo>
                  <a:lnTo>
                    <a:pt x="3810" y="39624"/>
                  </a:lnTo>
                  <a:lnTo>
                    <a:pt x="5131" y="49791"/>
                  </a:lnTo>
                  <a:lnTo>
                    <a:pt x="5810" y="59817"/>
                  </a:lnTo>
                  <a:lnTo>
                    <a:pt x="6060" y="69842"/>
                  </a:lnTo>
                  <a:lnTo>
                    <a:pt x="6096" y="80010"/>
                  </a:lnTo>
                  <a:lnTo>
                    <a:pt x="6096" y="89154"/>
                  </a:lnTo>
                  <a:lnTo>
                    <a:pt x="6858" y="90678"/>
                  </a:lnTo>
                  <a:lnTo>
                    <a:pt x="0" y="9448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5" name="Google Shape;2715;p20"/>
          <p:cNvSpPr/>
          <p:nvPr/>
        </p:nvSpPr>
        <p:spPr>
          <a:xfrm>
            <a:off x="5169408" y="4934711"/>
            <a:ext cx="163830" cy="21590"/>
          </a:xfrm>
          <a:custGeom>
            <a:rect b="b" l="l" r="r" t="t"/>
            <a:pathLst>
              <a:path extrusionOk="0" h="21589" w="163829">
                <a:moveTo>
                  <a:pt x="5334" y="20574"/>
                </a:moveTo>
                <a:lnTo>
                  <a:pt x="3048" y="20574"/>
                </a:lnTo>
                <a:lnTo>
                  <a:pt x="1524" y="20574"/>
                </a:lnTo>
                <a:lnTo>
                  <a:pt x="0" y="20574"/>
                </a:lnTo>
                <a:lnTo>
                  <a:pt x="3810" y="21336"/>
                </a:lnTo>
                <a:lnTo>
                  <a:pt x="11430" y="21336"/>
                </a:lnTo>
                <a:lnTo>
                  <a:pt x="16764" y="21336"/>
                </a:lnTo>
                <a:lnTo>
                  <a:pt x="29682" y="20943"/>
                </a:lnTo>
                <a:lnTo>
                  <a:pt x="42386" y="19907"/>
                </a:lnTo>
                <a:lnTo>
                  <a:pt x="55233" y="18442"/>
                </a:lnTo>
                <a:lnTo>
                  <a:pt x="68580" y="16764"/>
                </a:lnTo>
                <a:lnTo>
                  <a:pt x="84462" y="14025"/>
                </a:lnTo>
                <a:lnTo>
                  <a:pt x="100203" y="11430"/>
                </a:lnTo>
                <a:lnTo>
                  <a:pt x="115943" y="8834"/>
                </a:lnTo>
                <a:lnTo>
                  <a:pt x="131826" y="6096"/>
                </a:lnTo>
                <a:lnTo>
                  <a:pt x="139136" y="4631"/>
                </a:lnTo>
                <a:lnTo>
                  <a:pt x="146304" y="3524"/>
                </a:lnTo>
                <a:lnTo>
                  <a:pt x="153471" y="2559"/>
                </a:lnTo>
                <a:lnTo>
                  <a:pt x="160782" y="1524"/>
                </a:lnTo>
                <a:lnTo>
                  <a:pt x="163830" y="762"/>
                </a:lnTo>
                <a:lnTo>
                  <a:pt x="160020" y="762"/>
                </a:lnTo>
                <a:lnTo>
                  <a:pt x="157734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6" name="Google Shape;2716;p20"/>
          <p:cNvGrpSpPr/>
          <p:nvPr/>
        </p:nvGrpSpPr>
        <p:grpSpPr>
          <a:xfrm>
            <a:off x="5590924" y="4738878"/>
            <a:ext cx="340674" cy="460375"/>
            <a:chOff x="5590924" y="4738878"/>
            <a:chExt cx="340674" cy="460375"/>
          </a:xfrm>
        </p:grpSpPr>
        <p:sp>
          <p:nvSpPr>
            <p:cNvPr id="2717" name="Google Shape;2717;p20"/>
            <p:cNvSpPr/>
            <p:nvPr/>
          </p:nvSpPr>
          <p:spPr>
            <a:xfrm>
              <a:off x="5590924" y="4738878"/>
              <a:ext cx="186690" cy="460375"/>
            </a:xfrm>
            <a:custGeom>
              <a:rect b="b" l="l" r="r" t="t"/>
              <a:pathLst>
                <a:path extrusionOk="0" h="460375" w="186689">
                  <a:moveTo>
                    <a:pt x="59305" y="0"/>
                  </a:moveTo>
                  <a:lnTo>
                    <a:pt x="31873" y="42672"/>
                  </a:lnTo>
                  <a:lnTo>
                    <a:pt x="17776" y="100774"/>
                  </a:lnTo>
                  <a:lnTo>
                    <a:pt x="8251" y="160020"/>
                  </a:lnTo>
                  <a:lnTo>
                    <a:pt x="1107" y="229838"/>
                  </a:lnTo>
                  <a:lnTo>
                    <a:pt x="0" y="265140"/>
                  </a:lnTo>
                  <a:lnTo>
                    <a:pt x="1393" y="300228"/>
                  </a:lnTo>
                  <a:lnTo>
                    <a:pt x="11584" y="352425"/>
                  </a:lnTo>
                  <a:lnTo>
                    <a:pt x="34921" y="400050"/>
                  </a:lnTo>
                  <a:lnTo>
                    <a:pt x="64639" y="429291"/>
                  </a:lnTo>
                  <a:lnTo>
                    <a:pt x="101215" y="448818"/>
                  </a:lnTo>
                  <a:lnTo>
                    <a:pt x="143601" y="457962"/>
                  </a:lnTo>
                  <a:lnTo>
                    <a:pt x="164973" y="459533"/>
                  </a:lnTo>
                  <a:lnTo>
                    <a:pt x="186559" y="46024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p20"/>
            <p:cNvSpPr/>
            <p:nvPr/>
          </p:nvSpPr>
          <p:spPr>
            <a:xfrm>
              <a:off x="5660802" y="4829556"/>
              <a:ext cx="74295" cy="257175"/>
            </a:xfrm>
            <a:custGeom>
              <a:rect b="b" l="l" r="r" t="t"/>
              <a:pathLst>
                <a:path extrusionOk="0" h="257175" w="74295">
                  <a:moveTo>
                    <a:pt x="22193" y="0"/>
                  </a:moveTo>
                  <a:lnTo>
                    <a:pt x="6953" y="42672"/>
                  </a:lnTo>
                  <a:lnTo>
                    <a:pt x="416" y="98178"/>
                  </a:lnTo>
                  <a:lnTo>
                    <a:pt x="0" y="135969"/>
                  </a:lnTo>
                  <a:lnTo>
                    <a:pt x="1047" y="154305"/>
                  </a:lnTo>
                  <a:lnTo>
                    <a:pt x="12287" y="203430"/>
                  </a:lnTo>
                  <a:lnTo>
                    <a:pt x="32861" y="236220"/>
                  </a:lnTo>
                  <a:lnTo>
                    <a:pt x="67151" y="256794"/>
                  </a:lnTo>
                  <a:lnTo>
                    <a:pt x="69437" y="256794"/>
                  </a:lnTo>
                  <a:lnTo>
                    <a:pt x="71723" y="256794"/>
                  </a:lnTo>
                  <a:lnTo>
                    <a:pt x="74009" y="25603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19" name="Google Shape;2719;p20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5780519" y="4875263"/>
              <a:ext cx="120421" cy="1227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0" name="Google Shape;2720;p20"/>
            <p:cNvSpPr/>
            <p:nvPr/>
          </p:nvSpPr>
          <p:spPr>
            <a:xfrm>
              <a:off x="5929693" y="4960620"/>
              <a:ext cx="1905" cy="64135"/>
            </a:xfrm>
            <a:custGeom>
              <a:rect b="b" l="l" r="r" t="t"/>
              <a:pathLst>
                <a:path extrusionOk="0" h="64135" w="1904">
                  <a:moveTo>
                    <a:pt x="1714" y="0"/>
                  </a:moveTo>
                  <a:lnTo>
                    <a:pt x="833" y="8334"/>
                  </a:lnTo>
                  <a:lnTo>
                    <a:pt x="380" y="16383"/>
                  </a:lnTo>
                  <a:lnTo>
                    <a:pt x="214" y="24431"/>
                  </a:lnTo>
                  <a:lnTo>
                    <a:pt x="190" y="32766"/>
                  </a:lnTo>
                  <a:lnTo>
                    <a:pt x="95" y="39171"/>
                  </a:lnTo>
                  <a:lnTo>
                    <a:pt x="0" y="45720"/>
                  </a:lnTo>
                  <a:lnTo>
                    <a:pt x="190" y="52268"/>
                  </a:lnTo>
                  <a:lnTo>
                    <a:pt x="952" y="58674"/>
                  </a:lnTo>
                  <a:lnTo>
                    <a:pt x="1714" y="61722"/>
                  </a:lnTo>
                  <a:lnTo>
                    <a:pt x="1714" y="6400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21" name="Google Shape;2721;p20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6020549" y="4735817"/>
            <a:ext cx="470084" cy="293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2" name="Google Shape;2722;p20"/>
          <p:cNvGrpSpPr/>
          <p:nvPr/>
        </p:nvGrpSpPr>
        <p:grpSpPr>
          <a:xfrm>
            <a:off x="6546329" y="4587989"/>
            <a:ext cx="282727" cy="380632"/>
            <a:chOff x="6546329" y="4587989"/>
            <a:chExt cx="282727" cy="380632"/>
          </a:xfrm>
        </p:grpSpPr>
        <p:pic>
          <p:nvPicPr>
            <p:cNvPr id="2723" name="Google Shape;2723;p20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6546329" y="4785347"/>
              <a:ext cx="120897" cy="969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4" name="Google Shape;2724;p20"/>
            <p:cNvSpPr/>
            <p:nvPr/>
          </p:nvSpPr>
          <p:spPr>
            <a:xfrm>
              <a:off x="6697979" y="4840986"/>
              <a:ext cx="0" cy="81915"/>
            </a:xfrm>
            <a:custGeom>
              <a:rect b="b" l="l" r="r" t="t"/>
              <a:pathLst>
                <a:path extrusionOk="0" h="81914" w="120000">
                  <a:moveTo>
                    <a:pt x="0" y="0"/>
                  </a:moveTo>
                  <a:lnTo>
                    <a:pt x="0" y="20454"/>
                  </a:lnTo>
                  <a:lnTo>
                    <a:pt x="0" y="40766"/>
                  </a:lnTo>
                  <a:lnTo>
                    <a:pt x="0" y="61079"/>
                  </a:lnTo>
                  <a:lnTo>
                    <a:pt x="0" y="81533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5" name="Google Shape;2725;p20"/>
            <p:cNvSpPr/>
            <p:nvPr/>
          </p:nvSpPr>
          <p:spPr>
            <a:xfrm>
              <a:off x="6720077" y="4692396"/>
              <a:ext cx="74295" cy="276225"/>
            </a:xfrm>
            <a:custGeom>
              <a:rect b="b" l="l" r="r" t="t"/>
              <a:pathLst>
                <a:path extrusionOk="0" h="276225" w="74295">
                  <a:moveTo>
                    <a:pt x="0" y="0"/>
                  </a:moveTo>
                  <a:lnTo>
                    <a:pt x="30646" y="32896"/>
                  </a:lnTo>
                  <a:lnTo>
                    <a:pt x="59245" y="82010"/>
                  </a:lnTo>
                  <a:lnTo>
                    <a:pt x="70866" y="121920"/>
                  </a:lnTo>
                  <a:lnTo>
                    <a:pt x="73723" y="167163"/>
                  </a:lnTo>
                  <a:lnTo>
                    <a:pt x="71508" y="189964"/>
                  </a:lnTo>
                  <a:lnTo>
                    <a:pt x="60781" y="226861"/>
                  </a:lnTo>
                  <a:lnTo>
                    <a:pt x="35814" y="268224"/>
                  </a:lnTo>
                  <a:lnTo>
                    <a:pt x="30027" y="273903"/>
                  </a:lnTo>
                  <a:lnTo>
                    <a:pt x="26670" y="275844"/>
                  </a:lnTo>
                  <a:lnTo>
                    <a:pt x="26670" y="269748"/>
                  </a:lnTo>
                  <a:lnTo>
                    <a:pt x="27432" y="266700"/>
                  </a:lnTo>
                  <a:lnTo>
                    <a:pt x="29718" y="26212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26" name="Google Shape;2726;p20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742163" y="4587989"/>
              <a:ext cx="86893" cy="800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27" name="Google Shape;2727;p20"/>
          <p:cNvGrpSpPr/>
          <p:nvPr/>
        </p:nvGrpSpPr>
        <p:grpSpPr>
          <a:xfrm>
            <a:off x="6914291" y="4533137"/>
            <a:ext cx="408782" cy="397510"/>
            <a:chOff x="6914291" y="4533137"/>
            <a:chExt cx="408782" cy="397510"/>
          </a:xfrm>
        </p:grpSpPr>
        <p:pic>
          <p:nvPicPr>
            <p:cNvPr id="2728" name="Google Shape;2728;p20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914291" y="4737341"/>
              <a:ext cx="237852" cy="163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9" name="Google Shape;2729;p20"/>
            <p:cNvSpPr/>
            <p:nvPr/>
          </p:nvSpPr>
          <p:spPr>
            <a:xfrm>
              <a:off x="7183373" y="4533137"/>
              <a:ext cx="139700" cy="397510"/>
            </a:xfrm>
            <a:custGeom>
              <a:rect b="b" l="l" r="r" t="t"/>
              <a:pathLst>
                <a:path extrusionOk="0" h="397510" w="139700">
                  <a:moveTo>
                    <a:pt x="0" y="0"/>
                  </a:moveTo>
                  <a:lnTo>
                    <a:pt x="38790" y="14358"/>
                  </a:lnTo>
                  <a:lnTo>
                    <a:pt x="79200" y="49768"/>
                  </a:lnTo>
                  <a:lnTo>
                    <a:pt x="101917" y="81533"/>
                  </a:lnTo>
                  <a:lnTo>
                    <a:pt x="119205" y="116728"/>
                  </a:lnTo>
                  <a:lnTo>
                    <a:pt x="131064" y="153923"/>
                  </a:lnTo>
                  <a:lnTo>
                    <a:pt x="139446" y="218217"/>
                  </a:lnTo>
                  <a:lnTo>
                    <a:pt x="137064" y="250686"/>
                  </a:lnTo>
                  <a:lnTo>
                    <a:pt x="119610" y="307002"/>
                  </a:lnTo>
                  <a:lnTo>
                    <a:pt x="92892" y="355127"/>
                  </a:lnTo>
                  <a:lnTo>
                    <a:pt x="76962" y="377189"/>
                  </a:lnTo>
                  <a:lnTo>
                    <a:pt x="72913" y="382857"/>
                  </a:lnTo>
                  <a:lnTo>
                    <a:pt x="66294" y="390524"/>
                  </a:lnTo>
                  <a:lnTo>
                    <a:pt x="58531" y="396478"/>
                  </a:lnTo>
                  <a:lnTo>
                    <a:pt x="51054" y="397001"/>
                  </a:lnTo>
                  <a:lnTo>
                    <a:pt x="50292" y="395477"/>
                  </a:lnTo>
                  <a:lnTo>
                    <a:pt x="48768" y="394715"/>
                  </a:lnTo>
                  <a:lnTo>
                    <a:pt x="48006" y="393191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30" name="Google Shape;2730;p20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7490638" y="4665713"/>
            <a:ext cx="239102" cy="200431"/>
          </a:xfrm>
          <a:prstGeom prst="rect">
            <a:avLst/>
          </a:prstGeom>
          <a:noFill/>
          <a:ln>
            <a:noFill/>
          </a:ln>
        </p:spPr>
      </p:pic>
      <p:sp>
        <p:nvSpPr>
          <p:cNvPr id="2731" name="Google Shape;2731;p20"/>
          <p:cNvSpPr/>
          <p:nvPr/>
        </p:nvSpPr>
        <p:spPr>
          <a:xfrm>
            <a:off x="3715511" y="5583173"/>
            <a:ext cx="135890" cy="558165"/>
          </a:xfrm>
          <a:custGeom>
            <a:rect b="b" l="l" r="r" t="t"/>
            <a:pathLst>
              <a:path extrusionOk="0" h="558164" w="135889">
                <a:moveTo>
                  <a:pt x="110489" y="38862"/>
                </a:moveTo>
                <a:lnTo>
                  <a:pt x="110716" y="30480"/>
                </a:lnTo>
                <a:lnTo>
                  <a:pt x="110585" y="23241"/>
                </a:lnTo>
                <a:lnTo>
                  <a:pt x="108882" y="16573"/>
                </a:lnTo>
                <a:lnTo>
                  <a:pt x="75437" y="0"/>
                </a:lnTo>
                <a:lnTo>
                  <a:pt x="62984" y="2416"/>
                </a:lnTo>
                <a:lnTo>
                  <a:pt x="20800" y="40147"/>
                </a:lnTo>
                <a:lnTo>
                  <a:pt x="7619" y="93726"/>
                </a:lnTo>
                <a:lnTo>
                  <a:pt x="9191" y="111252"/>
                </a:lnTo>
                <a:lnTo>
                  <a:pt x="25907" y="159258"/>
                </a:lnTo>
                <a:lnTo>
                  <a:pt x="40004" y="189547"/>
                </a:lnTo>
                <a:lnTo>
                  <a:pt x="46481" y="204906"/>
                </a:lnTo>
                <a:lnTo>
                  <a:pt x="51815" y="220980"/>
                </a:lnTo>
                <a:lnTo>
                  <a:pt x="54887" y="235660"/>
                </a:lnTo>
                <a:lnTo>
                  <a:pt x="56959" y="251555"/>
                </a:lnTo>
                <a:lnTo>
                  <a:pt x="57602" y="267592"/>
                </a:lnTo>
                <a:lnTo>
                  <a:pt x="56387" y="282702"/>
                </a:lnTo>
                <a:lnTo>
                  <a:pt x="38171" y="326314"/>
                </a:lnTo>
                <a:lnTo>
                  <a:pt x="11715" y="361807"/>
                </a:lnTo>
                <a:lnTo>
                  <a:pt x="3047" y="368808"/>
                </a:lnTo>
                <a:lnTo>
                  <a:pt x="1523" y="370332"/>
                </a:lnTo>
                <a:lnTo>
                  <a:pt x="0" y="371094"/>
                </a:lnTo>
                <a:lnTo>
                  <a:pt x="6095" y="373380"/>
                </a:lnTo>
                <a:lnTo>
                  <a:pt x="12191" y="375666"/>
                </a:lnTo>
                <a:lnTo>
                  <a:pt x="17525" y="377952"/>
                </a:lnTo>
                <a:lnTo>
                  <a:pt x="56340" y="406574"/>
                </a:lnTo>
                <a:lnTo>
                  <a:pt x="67055" y="440436"/>
                </a:lnTo>
                <a:lnTo>
                  <a:pt x="66936" y="452389"/>
                </a:lnTo>
                <a:lnTo>
                  <a:pt x="65531" y="463486"/>
                </a:lnTo>
                <a:lnTo>
                  <a:pt x="62984" y="474297"/>
                </a:lnTo>
                <a:lnTo>
                  <a:pt x="59435" y="485394"/>
                </a:lnTo>
                <a:lnTo>
                  <a:pt x="56387" y="493990"/>
                </a:lnTo>
                <a:lnTo>
                  <a:pt x="53339" y="502729"/>
                </a:lnTo>
                <a:lnTo>
                  <a:pt x="50863" y="511754"/>
                </a:lnTo>
                <a:lnTo>
                  <a:pt x="49529" y="521208"/>
                </a:lnTo>
                <a:lnTo>
                  <a:pt x="49220" y="528482"/>
                </a:lnTo>
                <a:lnTo>
                  <a:pt x="49910" y="535400"/>
                </a:lnTo>
                <a:lnTo>
                  <a:pt x="85975" y="557200"/>
                </a:lnTo>
                <a:lnTo>
                  <a:pt x="106596" y="557795"/>
                </a:lnTo>
                <a:lnTo>
                  <a:pt x="116109" y="556736"/>
                </a:lnTo>
                <a:lnTo>
                  <a:pt x="125479" y="554676"/>
                </a:lnTo>
                <a:lnTo>
                  <a:pt x="135635" y="551688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2" name="Google Shape;2732;p20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3961625" y="5778995"/>
            <a:ext cx="186715" cy="218719"/>
          </a:xfrm>
          <a:prstGeom prst="rect">
            <a:avLst/>
          </a:prstGeom>
          <a:noFill/>
          <a:ln>
            <a:noFill/>
          </a:ln>
        </p:spPr>
      </p:pic>
      <p:sp>
        <p:nvSpPr>
          <p:cNvPr id="2733" name="Google Shape;2733;p20"/>
          <p:cNvSpPr/>
          <p:nvPr/>
        </p:nvSpPr>
        <p:spPr>
          <a:xfrm>
            <a:off x="4249673" y="5830823"/>
            <a:ext cx="106045" cy="15875"/>
          </a:xfrm>
          <a:custGeom>
            <a:rect b="b" l="l" r="r" t="t"/>
            <a:pathLst>
              <a:path extrusionOk="0" h="15875" w="106045">
                <a:moveTo>
                  <a:pt x="0" y="15239"/>
                </a:moveTo>
                <a:lnTo>
                  <a:pt x="16549" y="15597"/>
                </a:lnTo>
                <a:lnTo>
                  <a:pt x="32384" y="14668"/>
                </a:lnTo>
                <a:lnTo>
                  <a:pt x="48220" y="12882"/>
                </a:lnTo>
                <a:lnTo>
                  <a:pt x="64769" y="10667"/>
                </a:lnTo>
                <a:lnTo>
                  <a:pt x="72890" y="9786"/>
                </a:lnTo>
                <a:lnTo>
                  <a:pt x="81153" y="9334"/>
                </a:lnTo>
                <a:lnTo>
                  <a:pt x="89415" y="9167"/>
                </a:lnTo>
                <a:lnTo>
                  <a:pt x="97536" y="9143"/>
                </a:lnTo>
                <a:lnTo>
                  <a:pt x="104394" y="9143"/>
                </a:lnTo>
                <a:lnTo>
                  <a:pt x="103632" y="6095"/>
                </a:lnTo>
                <a:lnTo>
                  <a:pt x="105918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4" name="Google Shape;2734;p20"/>
          <p:cNvGrpSpPr/>
          <p:nvPr/>
        </p:nvGrpSpPr>
        <p:grpSpPr>
          <a:xfrm>
            <a:off x="4536186" y="5598401"/>
            <a:ext cx="660273" cy="422161"/>
            <a:chOff x="4536186" y="5598401"/>
            <a:chExt cx="660273" cy="422161"/>
          </a:xfrm>
        </p:grpSpPr>
        <p:sp>
          <p:nvSpPr>
            <p:cNvPr id="2735" name="Google Shape;2735;p20"/>
            <p:cNvSpPr/>
            <p:nvPr/>
          </p:nvSpPr>
          <p:spPr>
            <a:xfrm>
              <a:off x="4536186" y="5673852"/>
              <a:ext cx="138430" cy="346710"/>
            </a:xfrm>
            <a:custGeom>
              <a:rect b="b" l="l" r="r" t="t"/>
              <a:pathLst>
                <a:path extrusionOk="0" h="346710" w="138429">
                  <a:moveTo>
                    <a:pt x="21336" y="0"/>
                  </a:moveTo>
                  <a:lnTo>
                    <a:pt x="12287" y="39719"/>
                  </a:lnTo>
                  <a:lnTo>
                    <a:pt x="6096" y="80009"/>
                  </a:lnTo>
                  <a:lnTo>
                    <a:pt x="1047" y="136778"/>
                  </a:lnTo>
                  <a:lnTo>
                    <a:pt x="0" y="193547"/>
                  </a:lnTo>
                  <a:lnTo>
                    <a:pt x="1404" y="220682"/>
                  </a:lnTo>
                  <a:lnTo>
                    <a:pt x="11358" y="272950"/>
                  </a:lnTo>
                  <a:lnTo>
                    <a:pt x="33528" y="317027"/>
                  </a:lnTo>
                  <a:lnTo>
                    <a:pt x="66770" y="341768"/>
                  </a:lnTo>
                  <a:lnTo>
                    <a:pt x="88392" y="346709"/>
                  </a:lnTo>
                  <a:lnTo>
                    <a:pt x="104167" y="346614"/>
                  </a:lnTo>
                  <a:lnTo>
                    <a:pt x="116300" y="345947"/>
                  </a:lnTo>
                  <a:lnTo>
                    <a:pt x="126861" y="344138"/>
                  </a:lnTo>
                  <a:lnTo>
                    <a:pt x="137922" y="340613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36" name="Google Shape;2736;p20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4562081" y="5761469"/>
              <a:ext cx="166903" cy="159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7" name="Google Shape;2737;p20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4653521" y="5598401"/>
              <a:ext cx="104419" cy="12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8" name="Google Shape;2738;p20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4773155" y="5744705"/>
              <a:ext cx="124779" cy="1165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9" name="Google Shape;2739;p20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4919459" y="5645645"/>
              <a:ext cx="233459" cy="2469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0" name="Google Shape;2740;p20"/>
            <p:cNvSpPr/>
            <p:nvPr/>
          </p:nvSpPr>
          <p:spPr>
            <a:xfrm>
              <a:off x="5183124" y="5785865"/>
              <a:ext cx="13335" cy="115570"/>
            </a:xfrm>
            <a:custGeom>
              <a:rect b="b" l="l" r="r" t="t"/>
              <a:pathLst>
                <a:path extrusionOk="0" h="115570" w="13335">
                  <a:moveTo>
                    <a:pt x="12953" y="0"/>
                  </a:moveTo>
                  <a:lnTo>
                    <a:pt x="10072" y="10727"/>
                  </a:lnTo>
                  <a:lnTo>
                    <a:pt x="8191" y="20669"/>
                  </a:lnTo>
                  <a:lnTo>
                    <a:pt x="7167" y="30753"/>
                  </a:lnTo>
                  <a:lnTo>
                    <a:pt x="6857" y="41910"/>
                  </a:lnTo>
                  <a:lnTo>
                    <a:pt x="7048" y="55173"/>
                  </a:lnTo>
                  <a:lnTo>
                    <a:pt x="7238" y="68580"/>
                  </a:lnTo>
                  <a:lnTo>
                    <a:pt x="6857" y="81986"/>
                  </a:lnTo>
                  <a:lnTo>
                    <a:pt x="5333" y="95250"/>
                  </a:lnTo>
                  <a:lnTo>
                    <a:pt x="3809" y="102108"/>
                  </a:lnTo>
                  <a:lnTo>
                    <a:pt x="2285" y="108204"/>
                  </a:lnTo>
                  <a:lnTo>
                    <a:pt x="0" y="11506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41" name="Google Shape;2741;p20"/>
          <p:cNvSpPr/>
          <p:nvPr/>
        </p:nvSpPr>
        <p:spPr>
          <a:xfrm>
            <a:off x="5503926" y="5755385"/>
            <a:ext cx="102870" cy="15240"/>
          </a:xfrm>
          <a:custGeom>
            <a:rect b="b" l="l" r="r" t="t"/>
            <a:pathLst>
              <a:path extrusionOk="0" h="15239" w="102870">
                <a:moveTo>
                  <a:pt x="0" y="15239"/>
                </a:moveTo>
                <a:lnTo>
                  <a:pt x="12334" y="14156"/>
                </a:lnTo>
                <a:lnTo>
                  <a:pt x="24384" y="12287"/>
                </a:lnTo>
                <a:lnTo>
                  <a:pt x="36433" y="9989"/>
                </a:lnTo>
                <a:lnTo>
                  <a:pt x="48768" y="7619"/>
                </a:lnTo>
                <a:lnTo>
                  <a:pt x="60781" y="5810"/>
                </a:lnTo>
                <a:lnTo>
                  <a:pt x="72866" y="4000"/>
                </a:lnTo>
                <a:lnTo>
                  <a:pt x="85093" y="2476"/>
                </a:lnTo>
                <a:lnTo>
                  <a:pt x="97536" y="1523"/>
                </a:lnTo>
                <a:lnTo>
                  <a:pt x="102870" y="0"/>
                </a:lnTo>
                <a:lnTo>
                  <a:pt x="102107" y="761"/>
                </a:lnTo>
                <a:lnTo>
                  <a:pt x="101346" y="1523"/>
                </a:lnTo>
                <a:lnTo>
                  <a:pt x="100584" y="1523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2" name="Google Shape;2742;p20"/>
          <p:cNvSpPr/>
          <p:nvPr/>
        </p:nvSpPr>
        <p:spPr>
          <a:xfrm>
            <a:off x="5743991" y="5560314"/>
            <a:ext cx="107950" cy="421640"/>
          </a:xfrm>
          <a:custGeom>
            <a:rect b="b" l="l" r="r" t="t"/>
            <a:pathLst>
              <a:path extrusionOk="0" h="421639" w="107950">
                <a:moveTo>
                  <a:pt x="55590" y="0"/>
                </a:moveTo>
                <a:lnTo>
                  <a:pt x="33397" y="31908"/>
                </a:lnTo>
                <a:lnTo>
                  <a:pt x="15835" y="94249"/>
                </a:lnTo>
                <a:lnTo>
                  <a:pt x="3571" y="166258"/>
                </a:lnTo>
                <a:lnTo>
                  <a:pt x="0" y="231695"/>
                </a:lnTo>
                <a:lnTo>
                  <a:pt x="631" y="260413"/>
                </a:lnTo>
                <a:lnTo>
                  <a:pt x="9108" y="316992"/>
                </a:lnTo>
                <a:lnTo>
                  <a:pt x="21586" y="354234"/>
                </a:lnTo>
                <a:lnTo>
                  <a:pt x="40350" y="388620"/>
                </a:lnTo>
                <a:lnTo>
                  <a:pt x="67996" y="416266"/>
                </a:lnTo>
                <a:lnTo>
                  <a:pt x="89404" y="421290"/>
                </a:lnTo>
                <a:lnTo>
                  <a:pt x="95976" y="419100"/>
                </a:lnTo>
                <a:lnTo>
                  <a:pt x="101405" y="414623"/>
                </a:lnTo>
                <a:lnTo>
                  <a:pt x="107406" y="408431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3" name="Google Shape;2743;p20"/>
          <p:cNvGrpSpPr/>
          <p:nvPr/>
        </p:nvGrpSpPr>
        <p:grpSpPr>
          <a:xfrm>
            <a:off x="5935218" y="5695187"/>
            <a:ext cx="101631" cy="96965"/>
            <a:chOff x="5935218" y="5695187"/>
            <a:chExt cx="101631" cy="96965"/>
          </a:xfrm>
        </p:grpSpPr>
        <p:sp>
          <p:nvSpPr>
            <p:cNvPr id="2744" name="Google Shape;2744;p20"/>
            <p:cNvSpPr/>
            <p:nvPr/>
          </p:nvSpPr>
          <p:spPr>
            <a:xfrm>
              <a:off x="5935218" y="5698807"/>
              <a:ext cx="53340" cy="93345"/>
            </a:xfrm>
            <a:custGeom>
              <a:rect b="b" l="l" r="r" t="t"/>
              <a:pathLst>
                <a:path extrusionOk="0" h="93345" w="53339">
                  <a:moveTo>
                    <a:pt x="0" y="7048"/>
                  </a:moveTo>
                  <a:lnTo>
                    <a:pt x="12001" y="2166"/>
                  </a:lnTo>
                  <a:lnTo>
                    <a:pt x="21717" y="0"/>
                  </a:lnTo>
                  <a:lnTo>
                    <a:pt x="30861" y="2119"/>
                  </a:lnTo>
                  <a:lnTo>
                    <a:pt x="41148" y="10096"/>
                  </a:lnTo>
                  <a:lnTo>
                    <a:pt x="47839" y="19014"/>
                  </a:lnTo>
                  <a:lnTo>
                    <a:pt x="51816" y="30003"/>
                  </a:lnTo>
                  <a:lnTo>
                    <a:pt x="52935" y="41707"/>
                  </a:lnTo>
                  <a:lnTo>
                    <a:pt x="51054" y="52768"/>
                  </a:lnTo>
                  <a:lnTo>
                    <a:pt x="45553" y="64841"/>
                  </a:lnTo>
                  <a:lnTo>
                    <a:pt x="36766" y="75628"/>
                  </a:lnTo>
                  <a:lnTo>
                    <a:pt x="25979" y="84701"/>
                  </a:lnTo>
                  <a:lnTo>
                    <a:pt x="14478" y="91630"/>
                  </a:lnTo>
                  <a:lnTo>
                    <a:pt x="12192" y="93154"/>
                  </a:lnTo>
                  <a:lnTo>
                    <a:pt x="11430" y="93154"/>
                  </a:lnTo>
                  <a:lnTo>
                    <a:pt x="9906" y="93154"/>
                  </a:lnTo>
                  <a:lnTo>
                    <a:pt x="9906" y="84772"/>
                  </a:lnTo>
                  <a:lnTo>
                    <a:pt x="10668" y="84772"/>
                  </a:lnTo>
                  <a:lnTo>
                    <a:pt x="14478" y="7715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5" name="Google Shape;2745;p20"/>
            <p:cNvSpPr/>
            <p:nvPr/>
          </p:nvSpPr>
          <p:spPr>
            <a:xfrm>
              <a:off x="5991129" y="5695187"/>
              <a:ext cx="45720" cy="88265"/>
            </a:xfrm>
            <a:custGeom>
              <a:rect b="b" l="l" r="r" t="t"/>
              <a:pathLst>
                <a:path extrusionOk="0" h="88264" w="45720">
                  <a:moveTo>
                    <a:pt x="18764" y="0"/>
                  </a:moveTo>
                  <a:lnTo>
                    <a:pt x="297" y="40135"/>
                  </a:lnTo>
                  <a:lnTo>
                    <a:pt x="0" y="51339"/>
                  </a:lnTo>
                  <a:lnTo>
                    <a:pt x="702" y="62400"/>
                  </a:lnTo>
                  <a:lnTo>
                    <a:pt x="22752" y="88201"/>
                  </a:lnTo>
                  <a:lnTo>
                    <a:pt x="28956" y="87630"/>
                  </a:lnTo>
                  <a:lnTo>
                    <a:pt x="35016" y="85915"/>
                  </a:lnTo>
                  <a:lnTo>
                    <a:pt x="40862" y="83058"/>
                  </a:lnTo>
                  <a:lnTo>
                    <a:pt x="42386" y="82296"/>
                  </a:lnTo>
                  <a:lnTo>
                    <a:pt x="43910" y="80772"/>
                  </a:lnTo>
                  <a:lnTo>
                    <a:pt x="45434" y="7924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46" name="Google Shape;2746;p20"/>
          <p:cNvPicPr preferRelativeResize="0"/>
          <p:nvPr/>
        </p:nvPicPr>
        <p:blipFill rotWithShape="1">
          <a:blip r:embed="rId54">
            <a:alphaModFix/>
          </a:blip>
          <a:srcRect b="0" l="0" r="0" t="0"/>
          <a:stretch/>
        </p:blipFill>
        <p:spPr>
          <a:xfrm>
            <a:off x="6008357" y="5542775"/>
            <a:ext cx="76987" cy="94513"/>
          </a:xfrm>
          <a:prstGeom prst="rect">
            <a:avLst/>
          </a:prstGeom>
          <a:noFill/>
          <a:ln>
            <a:noFill/>
          </a:ln>
        </p:spPr>
      </p:pic>
      <p:sp>
        <p:nvSpPr>
          <p:cNvPr id="2747" name="Google Shape;2747;p20"/>
          <p:cNvSpPr/>
          <p:nvPr/>
        </p:nvSpPr>
        <p:spPr>
          <a:xfrm>
            <a:off x="6061709" y="5757671"/>
            <a:ext cx="5080" cy="66675"/>
          </a:xfrm>
          <a:custGeom>
            <a:rect b="b" l="l" r="r" t="t"/>
            <a:pathLst>
              <a:path extrusionOk="0" h="66675" w="5079">
                <a:moveTo>
                  <a:pt x="0" y="0"/>
                </a:moveTo>
                <a:lnTo>
                  <a:pt x="1250" y="8012"/>
                </a:lnTo>
                <a:lnTo>
                  <a:pt x="2571" y="16097"/>
                </a:lnTo>
                <a:lnTo>
                  <a:pt x="3750" y="24324"/>
                </a:lnTo>
                <a:lnTo>
                  <a:pt x="4572" y="32766"/>
                </a:lnTo>
                <a:lnTo>
                  <a:pt x="4572" y="39743"/>
                </a:lnTo>
                <a:lnTo>
                  <a:pt x="4572" y="46863"/>
                </a:lnTo>
                <a:lnTo>
                  <a:pt x="4572" y="53982"/>
                </a:lnTo>
                <a:lnTo>
                  <a:pt x="4572" y="60960"/>
                </a:lnTo>
                <a:lnTo>
                  <a:pt x="4572" y="63246"/>
                </a:lnTo>
                <a:lnTo>
                  <a:pt x="4572" y="64008"/>
                </a:lnTo>
                <a:lnTo>
                  <a:pt x="4572" y="66294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8" name="Google Shape;2748;p20"/>
          <p:cNvGrpSpPr/>
          <p:nvPr/>
        </p:nvGrpSpPr>
        <p:grpSpPr>
          <a:xfrm>
            <a:off x="6130277" y="5663171"/>
            <a:ext cx="212623" cy="164617"/>
            <a:chOff x="6130277" y="5663171"/>
            <a:chExt cx="212623" cy="164617"/>
          </a:xfrm>
        </p:grpSpPr>
        <p:pic>
          <p:nvPicPr>
            <p:cNvPr id="2749" name="Google Shape;2749;p20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6130277" y="5663171"/>
              <a:ext cx="106038" cy="1059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0" name="Google Shape;2750;p20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6265151" y="5713463"/>
              <a:ext cx="77749" cy="114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51" name="Google Shape;2751;p20"/>
          <p:cNvSpPr/>
          <p:nvPr/>
        </p:nvSpPr>
        <p:spPr>
          <a:xfrm>
            <a:off x="6530340" y="5684520"/>
            <a:ext cx="102235" cy="20320"/>
          </a:xfrm>
          <a:custGeom>
            <a:rect b="b" l="l" r="r" t="t"/>
            <a:pathLst>
              <a:path extrusionOk="0" h="20320" w="102234">
                <a:moveTo>
                  <a:pt x="0" y="19812"/>
                </a:moveTo>
                <a:lnTo>
                  <a:pt x="13596" y="18847"/>
                </a:lnTo>
                <a:lnTo>
                  <a:pt x="27051" y="17240"/>
                </a:lnTo>
                <a:lnTo>
                  <a:pt x="40505" y="15204"/>
                </a:lnTo>
                <a:lnTo>
                  <a:pt x="54102" y="12954"/>
                </a:lnTo>
                <a:lnTo>
                  <a:pt x="64508" y="11477"/>
                </a:lnTo>
                <a:lnTo>
                  <a:pt x="75057" y="10287"/>
                </a:lnTo>
                <a:lnTo>
                  <a:pt x="85605" y="9096"/>
                </a:lnTo>
                <a:lnTo>
                  <a:pt x="96012" y="7620"/>
                </a:lnTo>
                <a:lnTo>
                  <a:pt x="97536" y="7620"/>
                </a:lnTo>
                <a:lnTo>
                  <a:pt x="99822" y="7620"/>
                </a:lnTo>
                <a:lnTo>
                  <a:pt x="99822" y="6858"/>
                </a:lnTo>
                <a:lnTo>
                  <a:pt x="102107" y="5334"/>
                </a:lnTo>
                <a:lnTo>
                  <a:pt x="100584" y="2286"/>
                </a:lnTo>
                <a:lnTo>
                  <a:pt x="101346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2" name="Google Shape;2752;p20"/>
          <p:cNvGrpSpPr/>
          <p:nvPr/>
        </p:nvGrpSpPr>
        <p:grpSpPr>
          <a:xfrm>
            <a:off x="6802576" y="5465051"/>
            <a:ext cx="208597" cy="360058"/>
            <a:chOff x="6802576" y="5465051"/>
            <a:chExt cx="208597" cy="360058"/>
          </a:xfrm>
        </p:grpSpPr>
        <p:sp>
          <p:nvSpPr>
            <p:cNvPr id="2753" name="Google Shape;2753;p20"/>
            <p:cNvSpPr/>
            <p:nvPr/>
          </p:nvSpPr>
          <p:spPr>
            <a:xfrm>
              <a:off x="6802576" y="5548884"/>
              <a:ext cx="127635" cy="276225"/>
            </a:xfrm>
            <a:custGeom>
              <a:rect b="b" l="l" r="r" t="t"/>
              <a:pathLst>
                <a:path extrusionOk="0" h="276225" w="127634">
                  <a:moveTo>
                    <a:pt x="27991" y="0"/>
                  </a:moveTo>
                  <a:lnTo>
                    <a:pt x="16930" y="10608"/>
                  </a:lnTo>
                  <a:lnTo>
                    <a:pt x="10941" y="23145"/>
                  </a:lnTo>
                  <a:lnTo>
                    <a:pt x="7953" y="37826"/>
                  </a:lnTo>
                  <a:lnTo>
                    <a:pt x="5893" y="54864"/>
                  </a:lnTo>
                  <a:lnTo>
                    <a:pt x="2500" y="81629"/>
                  </a:lnTo>
                  <a:lnTo>
                    <a:pt x="464" y="108966"/>
                  </a:lnTo>
                  <a:lnTo>
                    <a:pt x="0" y="136302"/>
                  </a:lnTo>
                  <a:lnTo>
                    <a:pt x="1321" y="163068"/>
                  </a:lnTo>
                  <a:lnTo>
                    <a:pt x="10275" y="208692"/>
                  </a:lnTo>
                  <a:lnTo>
                    <a:pt x="31801" y="249174"/>
                  </a:lnTo>
                  <a:lnTo>
                    <a:pt x="76271" y="274462"/>
                  </a:lnTo>
                  <a:lnTo>
                    <a:pt x="94285" y="275844"/>
                  </a:lnTo>
                  <a:lnTo>
                    <a:pt x="104977" y="275189"/>
                  </a:lnTo>
                  <a:lnTo>
                    <a:pt x="112954" y="274034"/>
                  </a:lnTo>
                  <a:lnTo>
                    <a:pt x="119788" y="271879"/>
                  </a:lnTo>
                  <a:lnTo>
                    <a:pt x="127051" y="26822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54" name="Google Shape;2754;p20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6813028" y="5465051"/>
              <a:ext cx="198145" cy="2568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55" name="Google Shape;2755;p20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7058107" y="5454383"/>
            <a:ext cx="238721" cy="2789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56" name="Google Shape;2756;p20"/>
          <p:cNvGrpSpPr/>
          <p:nvPr/>
        </p:nvGrpSpPr>
        <p:grpSpPr>
          <a:xfrm>
            <a:off x="7338619" y="5407913"/>
            <a:ext cx="471131" cy="297688"/>
            <a:chOff x="7338619" y="5407913"/>
            <a:chExt cx="471131" cy="297688"/>
          </a:xfrm>
        </p:grpSpPr>
        <p:sp>
          <p:nvSpPr>
            <p:cNvPr id="2757" name="Google Shape;2757;p20"/>
            <p:cNvSpPr/>
            <p:nvPr/>
          </p:nvSpPr>
          <p:spPr>
            <a:xfrm>
              <a:off x="7387780" y="5524499"/>
              <a:ext cx="86360" cy="96520"/>
            </a:xfrm>
            <a:custGeom>
              <a:rect b="b" l="l" r="r" t="t"/>
              <a:pathLst>
                <a:path extrusionOk="0" h="96520" w="86359">
                  <a:moveTo>
                    <a:pt x="1333" y="0"/>
                  </a:moveTo>
                  <a:lnTo>
                    <a:pt x="0" y="15644"/>
                  </a:lnTo>
                  <a:lnTo>
                    <a:pt x="381" y="30861"/>
                  </a:lnTo>
                  <a:lnTo>
                    <a:pt x="2190" y="46077"/>
                  </a:lnTo>
                  <a:lnTo>
                    <a:pt x="11894" y="85403"/>
                  </a:lnTo>
                  <a:lnTo>
                    <a:pt x="24193" y="96012"/>
                  </a:lnTo>
                  <a:lnTo>
                    <a:pt x="28003" y="87630"/>
                  </a:lnTo>
                  <a:lnTo>
                    <a:pt x="29527" y="82296"/>
                  </a:lnTo>
                  <a:lnTo>
                    <a:pt x="32301" y="73711"/>
                  </a:lnTo>
                  <a:lnTo>
                    <a:pt x="34004" y="65055"/>
                  </a:lnTo>
                  <a:lnTo>
                    <a:pt x="34992" y="56257"/>
                  </a:lnTo>
                  <a:lnTo>
                    <a:pt x="35623" y="47243"/>
                  </a:lnTo>
                  <a:lnTo>
                    <a:pt x="36385" y="43433"/>
                  </a:lnTo>
                  <a:lnTo>
                    <a:pt x="36385" y="40386"/>
                  </a:lnTo>
                  <a:lnTo>
                    <a:pt x="37147" y="37337"/>
                  </a:lnTo>
                  <a:lnTo>
                    <a:pt x="40195" y="41148"/>
                  </a:lnTo>
                  <a:lnTo>
                    <a:pt x="44005" y="48767"/>
                  </a:lnTo>
                  <a:lnTo>
                    <a:pt x="46291" y="54101"/>
                  </a:lnTo>
                  <a:lnTo>
                    <a:pt x="49791" y="61340"/>
                  </a:lnTo>
                  <a:lnTo>
                    <a:pt x="77533" y="83057"/>
                  </a:lnTo>
                  <a:lnTo>
                    <a:pt x="81343" y="78485"/>
                  </a:lnTo>
                  <a:lnTo>
                    <a:pt x="85915" y="71627"/>
                  </a:lnTo>
                  <a:lnTo>
                    <a:pt x="84391" y="60959"/>
                  </a:lnTo>
                  <a:lnTo>
                    <a:pt x="84391" y="54101"/>
                  </a:lnTo>
                  <a:lnTo>
                    <a:pt x="79057" y="24383"/>
                  </a:lnTo>
                  <a:lnTo>
                    <a:pt x="80581" y="22859"/>
                  </a:lnTo>
                  <a:lnTo>
                    <a:pt x="81343" y="22859"/>
                  </a:lnTo>
                  <a:lnTo>
                    <a:pt x="82105" y="22859"/>
                  </a:lnTo>
                  <a:lnTo>
                    <a:pt x="82867" y="2285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p20"/>
            <p:cNvSpPr/>
            <p:nvPr/>
          </p:nvSpPr>
          <p:spPr>
            <a:xfrm>
              <a:off x="7511033" y="5583173"/>
              <a:ext cx="5080" cy="78740"/>
            </a:xfrm>
            <a:custGeom>
              <a:rect b="b" l="l" r="r" t="t"/>
              <a:pathLst>
                <a:path extrusionOk="0" h="78739" w="5079">
                  <a:moveTo>
                    <a:pt x="0" y="0"/>
                  </a:moveTo>
                  <a:lnTo>
                    <a:pt x="762" y="40386"/>
                  </a:lnTo>
                  <a:lnTo>
                    <a:pt x="3119" y="62353"/>
                  </a:lnTo>
                  <a:lnTo>
                    <a:pt x="3810" y="69342"/>
                  </a:lnTo>
                  <a:lnTo>
                    <a:pt x="4572" y="72390"/>
                  </a:lnTo>
                  <a:lnTo>
                    <a:pt x="3810" y="75438"/>
                  </a:lnTo>
                  <a:lnTo>
                    <a:pt x="3810" y="7848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p20"/>
            <p:cNvSpPr/>
            <p:nvPr/>
          </p:nvSpPr>
          <p:spPr>
            <a:xfrm>
              <a:off x="7472171" y="5407913"/>
              <a:ext cx="60960" cy="93345"/>
            </a:xfrm>
            <a:custGeom>
              <a:rect b="b" l="l" r="r" t="t"/>
              <a:pathLst>
                <a:path extrusionOk="0" h="93345" w="60959">
                  <a:moveTo>
                    <a:pt x="0" y="10668"/>
                  </a:moveTo>
                  <a:lnTo>
                    <a:pt x="10036" y="7453"/>
                  </a:lnTo>
                  <a:lnTo>
                    <a:pt x="19145" y="5524"/>
                  </a:lnTo>
                  <a:lnTo>
                    <a:pt x="28396" y="4452"/>
                  </a:lnTo>
                  <a:lnTo>
                    <a:pt x="38862" y="3810"/>
                  </a:lnTo>
                  <a:lnTo>
                    <a:pt x="45720" y="3048"/>
                  </a:lnTo>
                  <a:lnTo>
                    <a:pt x="53340" y="3810"/>
                  </a:lnTo>
                  <a:lnTo>
                    <a:pt x="60198" y="2286"/>
                  </a:lnTo>
                  <a:lnTo>
                    <a:pt x="60198" y="1524"/>
                  </a:lnTo>
                  <a:lnTo>
                    <a:pt x="60960" y="1524"/>
                  </a:lnTo>
                  <a:lnTo>
                    <a:pt x="55626" y="1524"/>
                  </a:lnTo>
                  <a:lnTo>
                    <a:pt x="48006" y="0"/>
                  </a:lnTo>
                  <a:lnTo>
                    <a:pt x="43434" y="2286"/>
                  </a:lnTo>
                  <a:lnTo>
                    <a:pt x="37338" y="6096"/>
                  </a:lnTo>
                  <a:lnTo>
                    <a:pt x="35814" y="13716"/>
                  </a:lnTo>
                  <a:lnTo>
                    <a:pt x="34290" y="20574"/>
                  </a:lnTo>
                  <a:lnTo>
                    <a:pt x="33432" y="27670"/>
                  </a:lnTo>
                  <a:lnTo>
                    <a:pt x="33147" y="35052"/>
                  </a:lnTo>
                  <a:lnTo>
                    <a:pt x="33432" y="42433"/>
                  </a:lnTo>
                  <a:lnTo>
                    <a:pt x="44196" y="83058"/>
                  </a:lnTo>
                  <a:lnTo>
                    <a:pt x="48006" y="88392"/>
                  </a:lnTo>
                  <a:lnTo>
                    <a:pt x="51054" y="9296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60" name="Google Shape;2760;p20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7567409" y="5419295"/>
              <a:ext cx="242341" cy="2400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1" name="Google Shape;2761;p20"/>
            <p:cNvSpPr/>
            <p:nvPr/>
          </p:nvSpPr>
          <p:spPr>
            <a:xfrm>
              <a:off x="7338619" y="5460491"/>
              <a:ext cx="121920" cy="245110"/>
            </a:xfrm>
            <a:custGeom>
              <a:rect b="b" l="l" r="r" t="t"/>
              <a:pathLst>
                <a:path extrusionOk="0" h="245110" w="121920">
                  <a:moveTo>
                    <a:pt x="14680" y="0"/>
                  </a:moveTo>
                  <a:lnTo>
                    <a:pt x="5024" y="500"/>
                  </a:lnTo>
                  <a:lnTo>
                    <a:pt x="869" y="2857"/>
                  </a:lnTo>
                  <a:lnTo>
                    <a:pt x="0" y="8358"/>
                  </a:lnTo>
                  <a:lnTo>
                    <a:pt x="202" y="18288"/>
                  </a:lnTo>
                  <a:lnTo>
                    <a:pt x="809" y="39183"/>
                  </a:lnTo>
                  <a:lnTo>
                    <a:pt x="3345" y="59721"/>
                  </a:lnTo>
                  <a:lnTo>
                    <a:pt x="7167" y="80117"/>
                  </a:lnTo>
                  <a:lnTo>
                    <a:pt x="11632" y="100584"/>
                  </a:lnTo>
                  <a:lnTo>
                    <a:pt x="16954" y="126075"/>
                  </a:lnTo>
                  <a:lnTo>
                    <a:pt x="28455" y="177629"/>
                  </a:lnTo>
                  <a:lnTo>
                    <a:pt x="44041" y="218134"/>
                  </a:lnTo>
                  <a:lnTo>
                    <a:pt x="83260" y="244602"/>
                  </a:lnTo>
                  <a:lnTo>
                    <a:pt x="95428" y="244542"/>
                  </a:lnTo>
                  <a:lnTo>
                    <a:pt x="104596" y="244125"/>
                  </a:lnTo>
                  <a:lnTo>
                    <a:pt x="112621" y="242994"/>
                  </a:lnTo>
                  <a:lnTo>
                    <a:pt x="121360" y="24079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2" name="Google Shape;2762;p20"/>
          <p:cNvSpPr/>
          <p:nvPr/>
        </p:nvSpPr>
        <p:spPr>
          <a:xfrm>
            <a:off x="7884414" y="5276850"/>
            <a:ext cx="88900" cy="451484"/>
          </a:xfrm>
          <a:custGeom>
            <a:rect b="b" l="l" r="r" t="t"/>
            <a:pathLst>
              <a:path extrusionOk="0" h="451485" w="88900">
                <a:moveTo>
                  <a:pt x="0" y="0"/>
                </a:moveTo>
                <a:lnTo>
                  <a:pt x="23717" y="33051"/>
                </a:lnTo>
                <a:lnTo>
                  <a:pt x="41148" y="70104"/>
                </a:lnTo>
                <a:lnTo>
                  <a:pt x="62007" y="130873"/>
                </a:lnTo>
                <a:lnTo>
                  <a:pt x="77724" y="192786"/>
                </a:lnTo>
                <a:lnTo>
                  <a:pt x="86963" y="253079"/>
                </a:lnTo>
                <a:lnTo>
                  <a:pt x="88546" y="283547"/>
                </a:lnTo>
                <a:lnTo>
                  <a:pt x="87630" y="313944"/>
                </a:lnTo>
                <a:lnTo>
                  <a:pt x="74580" y="370332"/>
                </a:lnTo>
                <a:lnTo>
                  <a:pt x="47244" y="422148"/>
                </a:lnTo>
                <a:lnTo>
                  <a:pt x="22860" y="451104"/>
                </a:lnTo>
                <a:lnTo>
                  <a:pt x="19050" y="446532"/>
                </a:lnTo>
                <a:lnTo>
                  <a:pt x="27432" y="421386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3" name="Google Shape;2763;p20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8046707" y="5434571"/>
            <a:ext cx="243103" cy="16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4" name="Google Shape;2764;p20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8496287" y="5558777"/>
            <a:ext cx="70129" cy="102133"/>
          </a:xfrm>
          <a:prstGeom prst="rect">
            <a:avLst/>
          </a:prstGeom>
          <a:noFill/>
          <a:ln>
            <a:noFill/>
          </a:ln>
        </p:spPr>
      </p:pic>
      <p:sp>
        <p:nvSpPr>
          <p:cNvPr id="2765" name="Google Shape;2765;p20"/>
          <p:cNvSpPr/>
          <p:nvPr/>
        </p:nvSpPr>
        <p:spPr>
          <a:xfrm>
            <a:off x="8728709" y="5514594"/>
            <a:ext cx="14604" cy="2540"/>
          </a:xfrm>
          <a:custGeom>
            <a:rect b="b" l="l" r="r" t="t"/>
            <a:pathLst>
              <a:path extrusionOk="0" h="2539" w="14604">
                <a:moveTo>
                  <a:pt x="0" y="2285"/>
                </a:moveTo>
                <a:lnTo>
                  <a:pt x="4572" y="1523"/>
                </a:lnTo>
                <a:lnTo>
                  <a:pt x="9906" y="761"/>
                </a:lnTo>
                <a:lnTo>
                  <a:pt x="14478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66" name="Google Shape;2766;p20"/>
          <p:cNvGrpSpPr/>
          <p:nvPr/>
        </p:nvGrpSpPr>
        <p:grpSpPr>
          <a:xfrm>
            <a:off x="6973823" y="5772912"/>
            <a:ext cx="753237" cy="92964"/>
            <a:chOff x="6973823" y="5772912"/>
            <a:chExt cx="753237" cy="92964"/>
          </a:xfrm>
        </p:grpSpPr>
        <p:sp>
          <p:nvSpPr>
            <p:cNvPr id="2767" name="Google Shape;2767;p20"/>
            <p:cNvSpPr/>
            <p:nvPr/>
          </p:nvSpPr>
          <p:spPr>
            <a:xfrm>
              <a:off x="7450835" y="5772912"/>
              <a:ext cx="276225" cy="32384"/>
            </a:xfrm>
            <a:custGeom>
              <a:rect b="b" l="l" r="r" t="t"/>
              <a:pathLst>
                <a:path extrusionOk="0" h="32385" w="276225">
                  <a:moveTo>
                    <a:pt x="17525" y="15240"/>
                  </a:moveTo>
                  <a:lnTo>
                    <a:pt x="34087" y="15763"/>
                  </a:lnTo>
                  <a:lnTo>
                    <a:pt x="50577" y="16002"/>
                  </a:lnTo>
                  <a:lnTo>
                    <a:pt x="66925" y="15668"/>
                  </a:lnTo>
                  <a:lnTo>
                    <a:pt x="83057" y="14478"/>
                  </a:lnTo>
                  <a:lnTo>
                    <a:pt x="100083" y="12977"/>
                  </a:lnTo>
                  <a:lnTo>
                    <a:pt x="116966" y="11049"/>
                  </a:lnTo>
                  <a:lnTo>
                    <a:pt x="133850" y="9120"/>
                  </a:lnTo>
                  <a:lnTo>
                    <a:pt x="180498" y="5905"/>
                  </a:lnTo>
                  <a:lnTo>
                    <a:pt x="209549" y="5334"/>
                  </a:lnTo>
                  <a:lnTo>
                    <a:pt x="212597" y="5334"/>
                  </a:lnTo>
                  <a:lnTo>
                    <a:pt x="213359" y="5334"/>
                  </a:lnTo>
                  <a:lnTo>
                    <a:pt x="214883" y="5334"/>
                  </a:lnTo>
                  <a:lnTo>
                    <a:pt x="208466" y="6905"/>
                  </a:lnTo>
                  <a:lnTo>
                    <a:pt x="201834" y="8191"/>
                  </a:lnTo>
                  <a:lnTo>
                    <a:pt x="195060" y="9191"/>
                  </a:lnTo>
                  <a:lnTo>
                    <a:pt x="188213" y="9906"/>
                  </a:lnTo>
                  <a:lnTo>
                    <a:pt x="174486" y="12049"/>
                  </a:lnTo>
                  <a:lnTo>
                    <a:pt x="160686" y="13906"/>
                  </a:lnTo>
                  <a:lnTo>
                    <a:pt x="146744" y="15478"/>
                  </a:lnTo>
                  <a:lnTo>
                    <a:pt x="132587" y="16764"/>
                  </a:lnTo>
                  <a:lnTo>
                    <a:pt x="113847" y="18478"/>
                  </a:lnTo>
                  <a:lnTo>
                    <a:pt x="95249" y="20193"/>
                  </a:lnTo>
                  <a:lnTo>
                    <a:pt x="76652" y="21907"/>
                  </a:lnTo>
                  <a:lnTo>
                    <a:pt x="57911" y="23622"/>
                  </a:lnTo>
                  <a:lnTo>
                    <a:pt x="43505" y="25360"/>
                  </a:lnTo>
                  <a:lnTo>
                    <a:pt x="28955" y="27241"/>
                  </a:lnTo>
                  <a:lnTo>
                    <a:pt x="14406" y="29408"/>
                  </a:lnTo>
                  <a:lnTo>
                    <a:pt x="0" y="32004"/>
                  </a:lnTo>
                  <a:lnTo>
                    <a:pt x="10620" y="31849"/>
                  </a:lnTo>
                  <a:lnTo>
                    <a:pt x="66032" y="25288"/>
                  </a:lnTo>
                  <a:lnTo>
                    <a:pt x="90296" y="21336"/>
                  </a:lnTo>
                  <a:lnTo>
                    <a:pt x="114561" y="17383"/>
                  </a:lnTo>
                  <a:lnTo>
                    <a:pt x="161532" y="10548"/>
                  </a:lnTo>
                  <a:lnTo>
                    <a:pt x="206942" y="5357"/>
                  </a:lnTo>
                  <a:lnTo>
                    <a:pt x="229361" y="3048"/>
                  </a:lnTo>
                  <a:lnTo>
                    <a:pt x="240220" y="1928"/>
                  </a:lnTo>
                  <a:lnTo>
                    <a:pt x="251078" y="952"/>
                  </a:lnTo>
                  <a:lnTo>
                    <a:pt x="261937" y="261"/>
                  </a:lnTo>
                  <a:lnTo>
                    <a:pt x="272795" y="0"/>
                  </a:lnTo>
                  <a:lnTo>
                    <a:pt x="274319" y="0"/>
                  </a:lnTo>
                  <a:lnTo>
                    <a:pt x="275081" y="0"/>
                  </a:lnTo>
                  <a:lnTo>
                    <a:pt x="275843" y="0"/>
                  </a:lnTo>
                  <a:lnTo>
                    <a:pt x="274319" y="0"/>
                  </a:lnTo>
                  <a:lnTo>
                    <a:pt x="268223" y="762"/>
                  </a:lnTo>
                  <a:lnTo>
                    <a:pt x="265175" y="1524"/>
                  </a:lnTo>
                  <a:lnTo>
                    <a:pt x="258984" y="2738"/>
                  </a:lnTo>
                  <a:lnTo>
                    <a:pt x="252221" y="3810"/>
                  </a:lnTo>
                  <a:lnTo>
                    <a:pt x="245459" y="4310"/>
                  </a:lnTo>
                  <a:lnTo>
                    <a:pt x="239267" y="3810"/>
                  </a:lnTo>
                  <a:lnTo>
                    <a:pt x="236219" y="2286"/>
                  </a:lnTo>
                  <a:lnTo>
                    <a:pt x="233933" y="762"/>
                  </a:lnTo>
                  <a:lnTo>
                    <a:pt x="230885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8" name="Google Shape;2768;p20"/>
            <p:cNvSpPr/>
            <p:nvPr/>
          </p:nvSpPr>
          <p:spPr>
            <a:xfrm>
              <a:off x="6973823" y="5793486"/>
              <a:ext cx="656590" cy="72390"/>
            </a:xfrm>
            <a:custGeom>
              <a:rect b="b" l="l" r="r" t="t"/>
              <a:pathLst>
                <a:path extrusionOk="0" h="72389" w="656590">
                  <a:moveTo>
                    <a:pt x="7620" y="72390"/>
                  </a:moveTo>
                  <a:lnTo>
                    <a:pt x="2893" y="64877"/>
                  </a:lnTo>
                  <a:lnTo>
                    <a:pt x="1238" y="62007"/>
                  </a:lnTo>
                  <a:lnTo>
                    <a:pt x="869" y="60709"/>
                  </a:lnTo>
                  <a:lnTo>
                    <a:pt x="0" y="57912"/>
                  </a:lnTo>
                  <a:lnTo>
                    <a:pt x="6858" y="56388"/>
                  </a:lnTo>
                  <a:lnTo>
                    <a:pt x="15240" y="55626"/>
                  </a:lnTo>
                  <a:lnTo>
                    <a:pt x="22860" y="54864"/>
                  </a:lnTo>
                  <a:lnTo>
                    <a:pt x="37147" y="53030"/>
                  </a:lnTo>
                  <a:lnTo>
                    <a:pt x="51435" y="51054"/>
                  </a:lnTo>
                  <a:lnTo>
                    <a:pt x="65722" y="49077"/>
                  </a:lnTo>
                  <a:lnTo>
                    <a:pt x="80010" y="47244"/>
                  </a:lnTo>
                  <a:lnTo>
                    <a:pt x="98417" y="44529"/>
                  </a:lnTo>
                  <a:lnTo>
                    <a:pt x="116967" y="42100"/>
                  </a:lnTo>
                  <a:lnTo>
                    <a:pt x="135516" y="39957"/>
                  </a:lnTo>
                  <a:lnTo>
                    <a:pt x="153924" y="38100"/>
                  </a:lnTo>
                  <a:lnTo>
                    <a:pt x="173938" y="35683"/>
                  </a:lnTo>
                  <a:lnTo>
                    <a:pt x="194024" y="33051"/>
                  </a:lnTo>
                  <a:lnTo>
                    <a:pt x="214252" y="30277"/>
                  </a:lnTo>
                  <a:lnTo>
                    <a:pt x="234696" y="27432"/>
                  </a:lnTo>
                  <a:lnTo>
                    <a:pt x="262128" y="23348"/>
                  </a:lnTo>
                  <a:lnTo>
                    <a:pt x="289560" y="19335"/>
                  </a:lnTo>
                  <a:lnTo>
                    <a:pt x="344424" y="12954"/>
                  </a:lnTo>
                  <a:lnTo>
                    <a:pt x="397573" y="9739"/>
                  </a:lnTo>
                  <a:lnTo>
                    <a:pt x="428994" y="9132"/>
                  </a:lnTo>
                  <a:lnTo>
                    <a:pt x="442626" y="9048"/>
                  </a:lnTo>
                  <a:lnTo>
                    <a:pt x="480810" y="7679"/>
                  </a:lnTo>
                  <a:lnTo>
                    <a:pt x="523505" y="3000"/>
                  </a:lnTo>
                  <a:lnTo>
                    <a:pt x="532733" y="1714"/>
                  </a:lnTo>
                  <a:lnTo>
                    <a:pt x="542103" y="714"/>
                  </a:lnTo>
                  <a:lnTo>
                    <a:pt x="551688" y="0"/>
                  </a:lnTo>
                  <a:lnTo>
                    <a:pt x="565284" y="11"/>
                  </a:lnTo>
                  <a:lnTo>
                    <a:pt x="578739" y="95"/>
                  </a:lnTo>
                  <a:lnTo>
                    <a:pt x="592193" y="321"/>
                  </a:lnTo>
                  <a:lnTo>
                    <a:pt x="605790" y="762"/>
                  </a:lnTo>
                  <a:lnTo>
                    <a:pt x="613660" y="881"/>
                  </a:lnTo>
                  <a:lnTo>
                    <a:pt x="621315" y="1143"/>
                  </a:lnTo>
                  <a:lnTo>
                    <a:pt x="628828" y="1404"/>
                  </a:lnTo>
                  <a:lnTo>
                    <a:pt x="636270" y="1524"/>
                  </a:lnTo>
                  <a:lnTo>
                    <a:pt x="643128" y="1524"/>
                  </a:lnTo>
                  <a:lnTo>
                    <a:pt x="649224" y="1524"/>
                  </a:lnTo>
                  <a:lnTo>
                    <a:pt x="656082" y="1524"/>
                  </a:lnTo>
                  <a:lnTo>
                    <a:pt x="648462" y="1524"/>
                  </a:lnTo>
                  <a:lnTo>
                    <a:pt x="643890" y="762"/>
                  </a:lnTo>
                  <a:lnTo>
                    <a:pt x="636270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9" name="Google Shape;2769;p20"/>
          <p:cNvSpPr/>
          <p:nvPr/>
        </p:nvSpPr>
        <p:spPr>
          <a:xfrm>
            <a:off x="8307323" y="4754117"/>
            <a:ext cx="29845" cy="1905"/>
          </a:xfrm>
          <a:custGeom>
            <a:rect b="b" l="l" r="r" t="t"/>
            <a:pathLst>
              <a:path extrusionOk="0" h="1904" w="29845">
                <a:moveTo>
                  <a:pt x="0" y="1523"/>
                </a:moveTo>
                <a:lnTo>
                  <a:pt x="7643" y="1821"/>
                </a:lnTo>
                <a:lnTo>
                  <a:pt x="14859" y="1619"/>
                </a:lnTo>
                <a:lnTo>
                  <a:pt x="22074" y="988"/>
                </a:lnTo>
                <a:lnTo>
                  <a:pt x="29718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0" name="Google Shape;2770;p20"/>
          <p:cNvSpPr/>
          <p:nvPr/>
        </p:nvSpPr>
        <p:spPr>
          <a:xfrm>
            <a:off x="8502395" y="4729734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2191"/>
                </a:lnTo>
                <a:lnTo>
                  <a:pt x="3810" y="15239"/>
                </a:lnTo>
                <a:lnTo>
                  <a:pt x="12192" y="15239"/>
                </a:lnTo>
                <a:lnTo>
                  <a:pt x="15240" y="12191"/>
                </a:lnTo>
                <a:lnTo>
                  <a:pt x="15240" y="7619"/>
                </a:lnTo>
                <a:lnTo>
                  <a:pt x="15240" y="3047"/>
                </a:lnTo>
                <a:lnTo>
                  <a:pt x="12192" y="0"/>
                </a:lnTo>
                <a:lnTo>
                  <a:pt x="3810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80008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1" name="Google Shape;2771;p20"/>
          <p:cNvSpPr/>
          <p:nvPr/>
        </p:nvSpPr>
        <p:spPr>
          <a:xfrm>
            <a:off x="8690609" y="4722114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809"/>
                </a:moveTo>
                <a:lnTo>
                  <a:pt x="0" y="12191"/>
                </a:lnTo>
                <a:lnTo>
                  <a:pt x="3810" y="15239"/>
                </a:lnTo>
                <a:lnTo>
                  <a:pt x="12192" y="15239"/>
                </a:lnTo>
                <a:lnTo>
                  <a:pt x="15240" y="12191"/>
                </a:lnTo>
                <a:lnTo>
                  <a:pt x="15240" y="7619"/>
                </a:lnTo>
                <a:lnTo>
                  <a:pt x="15240" y="3809"/>
                </a:lnTo>
                <a:lnTo>
                  <a:pt x="12192" y="0"/>
                </a:lnTo>
                <a:lnTo>
                  <a:pt x="381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80008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2" name="Google Shape;2772;p20"/>
          <p:cNvSpPr/>
          <p:nvPr/>
        </p:nvSpPr>
        <p:spPr>
          <a:xfrm>
            <a:off x="8759952" y="4738878"/>
            <a:ext cx="12700" cy="1270"/>
          </a:xfrm>
          <a:custGeom>
            <a:rect b="b" l="l" r="r" t="t"/>
            <a:pathLst>
              <a:path extrusionOk="0" h="1270" w="12700">
                <a:moveTo>
                  <a:pt x="12192" y="0"/>
                </a:moveTo>
                <a:lnTo>
                  <a:pt x="8382" y="0"/>
                </a:lnTo>
                <a:lnTo>
                  <a:pt x="4572" y="762"/>
                </a:lnTo>
                <a:lnTo>
                  <a:pt x="0" y="762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3" name="Google Shape;2773;p20"/>
          <p:cNvSpPr/>
          <p:nvPr/>
        </p:nvSpPr>
        <p:spPr>
          <a:xfrm>
            <a:off x="9256014" y="4436268"/>
            <a:ext cx="179070" cy="412750"/>
          </a:xfrm>
          <a:custGeom>
            <a:rect b="b" l="l" r="r" t="t"/>
            <a:pathLst>
              <a:path extrusionOk="0" h="412750" w="179070">
                <a:moveTo>
                  <a:pt x="46481" y="22955"/>
                </a:moveTo>
                <a:lnTo>
                  <a:pt x="86856" y="583"/>
                </a:lnTo>
                <a:lnTo>
                  <a:pt x="98583" y="0"/>
                </a:lnTo>
                <a:lnTo>
                  <a:pt x="110168" y="988"/>
                </a:lnTo>
                <a:lnTo>
                  <a:pt x="141934" y="29944"/>
                </a:lnTo>
                <a:lnTo>
                  <a:pt x="146303" y="56780"/>
                </a:lnTo>
                <a:lnTo>
                  <a:pt x="145541" y="72390"/>
                </a:lnTo>
                <a:lnTo>
                  <a:pt x="143065" y="87856"/>
                </a:lnTo>
                <a:lnTo>
                  <a:pt x="139445" y="102965"/>
                </a:lnTo>
                <a:lnTo>
                  <a:pt x="134528" y="120003"/>
                </a:lnTo>
                <a:lnTo>
                  <a:pt x="129254" y="136969"/>
                </a:lnTo>
                <a:lnTo>
                  <a:pt x="124122" y="154078"/>
                </a:lnTo>
                <a:lnTo>
                  <a:pt x="119633" y="171545"/>
                </a:lnTo>
                <a:lnTo>
                  <a:pt x="116978" y="184368"/>
                </a:lnTo>
                <a:lnTo>
                  <a:pt x="114966" y="197548"/>
                </a:lnTo>
                <a:lnTo>
                  <a:pt x="113954" y="210871"/>
                </a:lnTo>
                <a:lnTo>
                  <a:pt x="114299" y="224123"/>
                </a:lnTo>
                <a:lnTo>
                  <a:pt x="150018" y="248316"/>
                </a:lnTo>
                <a:lnTo>
                  <a:pt x="158531" y="247626"/>
                </a:lnTo>
                <a:lnTo>
                  <a:pt x="166115" y="246221"/>
                </a:lnTo>
                <a:lnTo>
                  <a:pt x="172211" y="244697"/>
                </a:lnTo>
                <a:lnTo>
                  <a:pt x="176021" y="242411"/>
                </a:lnTo>
                <a:lnTo>
                  <a:pt x="179069" y="238601"/>
                </a:lnTo>
                <a:lnTo>
                  <a:pt x="179069" y="237839"/>
                </a:lnTo>
                <a:lnTo>
                  <a:pt x="170687" y="238601"/>
                </a:lnTo>
                <a:lnTo>
                  <a:pt x="142958" y="271307"/>
                </a:lnTo>
                <a:lnTo>
                  <a:pt x="138969" y="300323"/>
                </a:lnTo>
                <a:lnTo>
                  <a:pt x="139243" y="310300"/>
                </a:lnTo>
                <a:lnTo>
                  <a:pt x="139445" y="320135"/>
                </a:lnTo>
                <a:lnTo>
                  <a:pt x="139684" y="329850"/>
                </a:lnTo>
                <a:lnTo>
                  <a:pt x="140207" y="339566"/>
                </a:lnTo>
                <a:lnTo>
                  <a:pt x="140731" y="349281"/>
                </a:lnTo>
                <a:lnTo>
                  <a:pt x="140969" y="358997"/>
                </a:lnTo>
                <a:lnTo>
                  <a:pt x="141124" y="366974"/>
                </a:lnTo>
                <a:lnTo>
                  <a:pt x="141065" y="374808"/>
                </a:lnTo>
                <a:lnTo>
                  <a:pt x="115061" y="406241"/>
                </a:lnTo>
                <a:lnTo>
                  <a:pt x="76700" y="412134"/>
                </a:lnTo>
                <a:lnTo>
                  <a:pt x="64007" y="412337"/>
                </a:lnTo>
                <a:lnTo>
                  <a:pt x="55923" y="412265"/>
                </a:lnTo>
                <a:lnTo>
                  <a:pt x="48482" y="411194"/>
                </a:lnTo>
                <a:lnTo>
                  <a:pt x="41183" y="409551"/>
                </a:lnTo>
                <a:lnTo>
                  <a:pt x="33527" y="407765"/>
                </a:lnTo>
                <a:lnTo>
                  <a:pt x="26669" y="406538"/>
                </a:lnTo>
                <a:lnTo>
                  <a:pt x="19811" y="405955"/>
                </a:lnTo>
                <a:lnTo>
                  <a:pt x="12953" y="405514"/>
                </a:lnTo>
                <a:lnTo>
                  <a:pt x="6095" y="404717"/>
                </a:lnTo>
                <a:lnTo>
                  <a:pt x="3809" y="404717"/>
                </a:lnTo>
                <a:lnTo>
                  <a:pt x="2285" y="403955"/>
                </a:lnTo>
                <a:lnTo>
                  <a:pt x="0" y="403193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p20"/>
          <p:cNvSpPr/>
          <p:nvPr/>
        </p:nvSpPr>
        <p:spPr>
          <a:xfrm>
            <a:off x="9201911" y="5210853"/>
            <a:ext cx="157480" cy="416559"/>
          </a:xfrm>
          <a:custGeom>
            <a:rect b="b" l="l" r="r" t="t"/>
            <a:pathLst>
              <a:path extrusionOk="0" h="416560" w="157479">
                <a:moveTo>
                  <a:pt x="35814" y="32468"/>
                </a:moveTo>
                <a:lnTo>
                  <a:pt x="68961" y="559"/>
                </a:lnTo>
                <a:lnTo>
                  <a:pt x="79629" y="0"/>
                </a:lnTo>
                <a:lnTo>
                  <a:pt x="89154" y="1226"/>
                </a:lnTo>
                <a:lnTo>
                  <a:pt x="122682" y="36278"/>
                </a:lnTo>
                <a:lnTo>
                  <a:pt x="133635" y="75426"/>
                </a:lnTo>
                <a:lnTo>
                  <a:pt x="135219" y="95964"/>
                </a:lnTo>
                <a:lnTo>
                  <a:pt x="134874" y="116288"/>
                </a:lnTo>
                <a:lnTo>
                  <a:pt x="128968" y="154959"/>
                </a:lnTo>
                <a:lnTo>
                  <a:pt x="119634" y="192488"/>
                </a:lnTo>
                <a:lnTo>
                  <a:pt x="115454" y="205954"/>
                </a:lnTo>
                <a:lnTo>
                  <a:pt x="111347" y="221920"/>
                </a:lnTo>
                <a:lnTo>
                  <a:pt x="109668" y="238029"/>
                </a:lnTo>
                <a:lnTo>
                  <a:pt x="112776" y="251924"/>
                </a:lnTo>
                <a:lnTo>
                  <a:pt x="116586" y="260306"/>
                </a:lnTo>
                <a:lnTo>
                  <a:pt x="128016" y="260306"/>
                </a:lnTo>
                <a:lnTo>
                  <a:pt x="136398" y="260306"/>
                </a:lnTo>
                <a:lnTo>
                  <a:pt x="143256" y="260306"/>
                </a:lnTo>
                <a:lnTo>
                  <a:pt x="149352" y="259544"/>
                </a:lnTo>
                <a:lnTo>
                  <a:pt x="154686" y="254972"/>
                </a:lnTo>
                <a:lnTo>
                  <a:pt x="156210" y="254210"/>
                </a:lnTo>
                <a:lnTo>
                  <a:pt x="156210" y="253448"/>
                </a:lnTo>
                <a:lnTo>
                  <a:pt x="156972" y="252686"/>
                </a:lnTo>
                <a:lnTo>
                  <a:pt x="153162" y="260306"/>
                </a:lnTo>
                <a:lnTo>
                  <a:pt x="150114" y="267926"/>
                </a:lnTo>
                <a:lnTo>
                  <a:pt x="148590" y="276308"/>
                </a:lnTo>
                <a:lnTo>
                  <a:pt x="147066" y="290595"/>
                </a:lnTo>
                <a:lnTo>
                  <a:pt x="146685" y="304883"/>
                </a:lnTo>
                <a:lnTo>
                  <a:pt x="146875" y="319170"/>
                </a:lnTo>
                <a:lnTo>
                  <a:pt x="147066" y="333458"/>
                </a:lnTo>
                <a:lnTo>
                  <a:pt x="147244" y="347162"/>
                </a:lnTo>
                <a:lnTo>
                  <a:pt x="147351" y="360795"/>
                </a:lnTo>
                <a:lnTo>
                  <a:pt x="146744" y="374284"/>
                </a:lnTo>
                <a:lnTo>
                  <a:pt x="129540" y="411944"/>
                </a:lnTo>
                <a:lnTo>
                  <a:pt x="110013" y="416135"/>
                </a:lnTo>
                <a:lnTo>
                  <a:pt x="99643" y="416016"/>
                </a:lnTo>
                <a:lnTo>
                  <a:pt x="89916" y="415754"/>
                </a:lnTo>
                <a:lnTo>
                  <a:pt x="75426" y="415575"/>
                </a:lnTo>
                <a:lnTo>
                  <a:pt x="33528" y="411182"/>
                </a:lnTo>
                <a:lnTo>
                  <a:pt x="0" y="392894"/>
                </a:lnTo>
                <a:lnTo>
                  <a:pt x="0" y="390608"/>
                </a:lnTo>
                <a:lnTo>
                  <a:pt x="0" y="388322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5" name="Google Shape;2775;p20"/>
          <p:cNvSpPr/>
          <p:nvPr/>
        </p:nvSpPr>
        <p:spPr>
          <a:xfrm>
            <a:off x="8905493" y="5497829"/>
            <a:ext cx="22225" cy="7620"/>
          </a:xfrm>
          <a:custGeom>
            <a:rect b="b" l="l" r="r" t="t"/>
            <a:pathLst>
              <a:path extrusionOk="0" h="7620" w="22225">
                <a:moveTo>
                  <a:pt x="0" y="7620"/>
                </a:moveTo>
                <a:lnTo>
                  <a:pt x="10668" y="5334"/>
                </a:lnTo>
                <a:lnTo>
                  <a:pt x="12954" y="4572"/>
                </a:lnTo>
                <a:lnTo>
                  <a:pt x="22098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20"/>
          <p:cNvSpPr/>
          <p:nvPr/>
        </p:nvSpPr>
        <p:spPr>
          <a:xfrm>
            <a:off x="9009888" y="5487923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1429"/>
                </a:lnTo>
                <a:lnTo>
                  <a:pt x="3048" y="15239"/>
                </a:lnTo>
                <a:lnTo>
                  <a:pt x="11430" y="15239"/>
                </a:lnTo>
                <a:lnTo>
                  <a:pt x="15240" y="11429"/>
                </a:lnTo>
                <a:lnTo>
                  <a:pt x="15240" y="7619"/>
                </a:lnTo>
                <a:lnTo>
                  <a:pt x="15240" y="3047"/>
                </a:lnTo>
                <a:lnTo>
                  <a:pt x="11430" y="0"/>
                </a:lnTo>
                <a:lnTo>
                  <a:pt x="3048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0" name="Shape 2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1" name="Google Shape;2781;p21"/>
          <p:cNvSpPr/>
          <p:nvPr/>
        </p:nvSpPr>
        <p:spPr>
          <a:xfrm>
            <a:off x="3580638" y="2033777"/>
            <a:ext cx="124460" cy="458470"/>
          </a:xfrm>
          <a:custGeom>
            <a:rect b="b" l="l" r="r" t="t"/>
            <a:pathLst>
              <a:path extrusionOk="0" h="458469" w="124460">
                <a:moveTo>
                  <a:pt x="124205" y="38862"/>
                </a:moveTo>
                <a:lnTo>
                  <a:pt x="95547" y="5250"/>
                </a:lnTo>
                <a:lnTo>
                  <a:pt x="66293" y="0"/>
                </a:lnTo>
                <a:lnTo>
                  <a:pt x="56495" y="226"/>
                </a:lnTo>
                <a:lnTo>
                  <a:pt x="15144" y="17811"/>
                </a:lnTo>
                <a:lnTo>
                  <a:pt x="666" y="53625"/>
                </a:lnTo>
                <a:lnTo>
                  <a:pt x="1583" y="64472"/>
                </a:lnTo>
                <a:lnTo>
                  <a:pt x="4571" y="74676"/>
                </a:lnTo>
                <a:lnTo>
                  <a:pt x="9632" y="84843"/>
                </a:lnTo>
                <a:lnTo>
                  <a:pt x="15335" y="94869"/>
                </a:lnTo>
                <a:lnTo>
                  <a:pt x="21181" y="104894"/>
                </a:lnTo>
                <a:lnTo>
                  <a:pt x="26669" y="115062"/>
                </a:lnTo>
                <a:lnTo>
                  <a:pt x="42671" y="162306"/>
                </a:lnTo>
                <a:lnTo>
                  <a:pt x="43755" y="174367"/>
                </a:lnTo>
                <a:lnTo>
                  <a:pt x="43338" y="185642"/>
                </a:lnTo>
                <a:lnTo>
                  <a:pt x="24383" y="225552"/>
                </a:lnTo>
                <a:lnTo>
                  <a:pt x="3047" y="246888"/>
                </a:lnTo>
                <a:lnTo>
                  <a:pt x="0" y="249174"/>
                </a:lnTo>
                <a:lnTo>
                  <a:pt x="6095" y="249174"/>
                </a:lnTo>
                <a:lnTo>
                  <a:pt x="11429" y="249936"/>
                </a:lnTo>
                <a:lnTo>
                  <a:pt x="17525" y="250698"/>
                </a:lnTo>
                <a:lnTo>
                  <a:pt x="50958" y="274605"/>
                </a:lnTo>
                <a:lnTo>
                  <a:pt x="53673" y="297953"/>
                </a:lnTo>
                <a:lnTo>
                  <a:pt x="52577" y="307371"/>
                </a:lnTo>
                <a:lnTo>
                  <a:pt x="50339" y="316646"/>
                </a:lnTo>
                <a:lnTo>
                  <a:pt x="47243" y="326136"/>
                </a:lnTo>
                <a:lnTo>
                  <a:pt x="43005" y="335863"/>
                </a:lnTo>
                <a:lnTo>
                  <a:pt x="38480" y="345662"/>
                </a:lnTo>
                <a:lnTo>
                  <a:pt x="33956" y="355603"/>
                </a:lnTo>
                <a:lnTo>
                  <a:pt x="23288" y="393513"/>
                </a:lnTo>
                <a:lnTo>
                  <a:pt x="22645" y="412075"/>
                </a:lnTo>
                <a:lnTo>
                  <a:pt x="23431" y="420052"/>
                </a:lnTo>
                <a:lnTo>
                  <a:pt x="49541" y="453973"/>
                </a:lnTo>
                <a:lnTo>
                  <a:pt x="67484" y="458307"/>
                </a:lnTo>
                <a:lnTo>
                  <a:pt x="76199" y="457485"/>
                </a:lnTo>
                <a:lnTo>
                  <a:pt x="84915" y="455378"/>
                </a:lnTo>
                <a:lnTo>
                  <a:pt x="94487" y="452628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82" name="Google Shape;2782;p21"/>
          <p:cNvGrpSpPr/>
          <p:nvPr/>
        </p:nvGrpSpPr>
        <p:grpSpPr>
          <a:xfrm>
            <a:off x="3835895" y="2143493"/>
            <a:ext cx="180480" cy="189370"/>
            <a:chOff x="3835895" y="2143493"/>
            <a:chExt cx="180480" cy="189370"/>
          </a:xfrm>
        </p:grpSpPr>
        <p:pic>
          <p:nvPicPr>
            <p:cNvPr id="2783" name="Google Shape;278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35895" y="2143493"/>
              <a:ext cx="141757" cy="1478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4" name="Google Shape;2784;p21"/>
            <p:cNvSpPr/>
            <p:nvPr/>
          </p:nvSpPr>
          <p:spPr>
            <a:xfrm>
              <a:off x="4015740" y="2235708"/>
              <a:ext cx="635" cy="97155"/>
            </a:xfrm>
            <a:custGeom>
              <a:rect b="b" l="l" r="r" t="t"/>
              <a:pathLst>
                <a:path extrusionOk="0" h="97155" w="635">
                  <a:moveTo>
                    <a:pt x="0" y="0"/>
                  </a:moveTo>
                  <a:lnTo>
                    <a:pt x="428" y="16013"/>
                  </a:lnTo>
                  <a:lnTo>
                    <a:pt x="571" y="32099"/>
                  </a:lnTo>
                  <a:lnTo>
                    <a:pt x="428" y="48327"/>
                  </a:lnTo>
                  <a:lnTo>
                    <a:pt x="0" y="64769"/>
                  </a:lnTo>
                  <a:lnTo>
                    <a:pt x="0" y="72556"/>
                  </a:lnTo>
                  <a:lnTo>
                    <a:pt x="0" y="81914"/>
                  </a:lnTo>
                  <a:lnTo>
                    <a:pt x="0" y="90701"/>
                  </a:lnTo>
                  <a:lnTo>
                    <a:pt x="0" y="96774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85" name="Google Shape;2785;p21"/>
          <p:cNvSpPr/>
          <p:nvPr/>
        </p:nvSpPr>
        <p:spPr>
          <a:xfrm>
            <a:off x="4156709" y="2208276"/>
            <a:ext cx="81915" cy="7620"/>
          </a:xfrm>
          <a:custGeom>
            <a:rect b="b" l="l" r="r" t="t"/>
            <a:pathLst>
              <a:path extrusionOk="0" h="7619" w="81914">
                <a:moveTo>
                  <a:pt x="0" y="7620"/>
                </a:moveTo>
                <a:lnTo>
                  <a:pt x="41469" y="7298"/>
                </a:lnTo>
                <a:lnTo>
                  <a:pt x="62484" y="6096"/>
                </a:lnTo>
                <a:lnTo>
                  <a:pt x="71628" y="6858"/>
                </a:lnTo>
                <a:lnTo>
                  <a:pt x="78486" y="4572"/>
                </a:lnTo>
                <a:lnTo>
                  <a:pt x="81534" y="3810"/>
                </a:lnTo>
                <a:lnTo>
                  <a:pt x="80010" y="4572"/>
                </a:lnTo>
                <a:lnTo>
                  <a:pt x="80010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86" name="Google Shape;2786;p21"/>
          <p:cNvGrpSpPr/>
          <p:nvPr/>
        </p:nvGrpSpPr>
        <p:grpSpPr>
          <a:xfrm>
            <a:off x="4450365" y="2008632"/>
            <a:ext cx="526511" cy="369316"/>
            <a:chOff x="4450365" y="2008632"/>
            <a:chExt cx="526511" cy="369316"/>
          </a:xfrm>
        </p:grpSpPr>
        <p:sp>
          <p:nvSpPr>
            <p:cNvPr id="2787" name="Google Shape;2787;p21"/>
            <p:cNvSpPr/>
            <p:nvPr/>
          </p:nvSpPr>
          <p:spPr>
            <a:xfrm>
              <a:off x="4519993" y="2138672"/>
              <a:ext cx="60325" cy="111125"/>
            </a:xfrm>
            <a:custGeom>
              <a:rect b="b" l="l" r="r" t="t"/>
              <a:pathLst>
                <a:path extrusionOk="0" h="111125" w="60325">
                  <a:moveTo>
                    <a:pt x="2476" y="26931"/>
                  </a:moveTo>
                  <a:lnTo>
                    <a:pt x="1023" y="20359"/>
                  </a:lnTo>
                  <a:lnTo>
                    <a:pt x="0" y="14358"/>
                  </a:lnTo>
                  <a:lnTo>
                    <a:pt x="976" y="8929"/>
                  </a:lnTo>
                  <a:lnTo>
                    <a:pt x="5524" y="4071"/>
                  </a:lnTo>
                  <a:lnTo>
                    <a:pt x="11513" y="1666"/>
                  </a:lnTo>
                  <a:lnTo>
                    <a:pt x="18573" y="261"/>
                  </a:lnTo>
                  <a:lnTo>
                    <a:pt x="25777" y="0"/>
                  </a:lnTo>
                  <a:lnTo>
                    <a:pt x="32194" y="1023"/>
                  </a:lnTo>
                  <a:lnTo>
                    <a:pt x="58519" y="35694"/>
                  </a:lnTo>
                  <a:lnTo>
                    <a:pt x="59721" y="46362"/>
                  </a:lnTo>
                  <a:lnTo>
                    <a:pt x="59352" y="57030"/>
                  </a:lnTo>
                  <a:lnTo>
                    <a:pt x="40409" y="93452"/>
                  </a:lnTo>
                  <a:lnTo>
                    <a:pt x="29908" y="103131"/>
                  </a:lnTo>
                  <a:lnTo>
                    <a:pt x="23050" y="110751"/>
                  </a:lnTo>
                  <a:lnTo>
                    <a:pt x="17716" y="108465"/>
                  </a:lnTo>
                  <a:lnTo>
                    <a:pt x="17716" y="104655"/>
                  </a:lnTo>
                  <a:lnTo>
                    <a:pt x="17716" y="102369"/>
                  </a:lnTo>
                  <a:lnTo>
                    <a:pt x="17716" y="99321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8" name="Google Shape;2788;p21"/>
            <p:cNvSpPr/>
            <p:nvPr/>
          </p:nvSpPr>
          <p:spPr>
            <a:xfrm>
              <a:off x="4578024" y="2136648"/>
              <a:ext cx="50800" cy="100330"/>
            </a:xfrm>
            <a:custGeom>
              <a:rect b="b" l="l" r="r" t="t"/>
              <a:pathLst>
                <a:path extrusionOk="0" h="100330" w="50800">
                  <a:moveTo>
                    <a:pt x="23693" y="0"/>
                  </a:moveTo>
                  <a:lnTo>
                    <a:pt x="714" y="35242"/>
                  </a:lnTo>
                  <a:lnTo>
                    <a:pt x="0" y="56959"/>
                  </a:lnTo>
                  <a:lnTo>
                    <a:pt x="71" y="67818"/>
                  </a:lnTo>
                  <a:lnTo>
                    <a:pt x="23121" y="100203"/>
                  </a:lnTo>
                  <a:lnTo>
                    <a:pt x="30027" y="100298"/>
                  </a:lnTo>
                  <a:lnTo>
                    <a:pt x="36647" y="99822"/>
                  </a:lnTo>
                  <a:lnTo>
                    <a:pt x="44267" y="98298"/>
                  </a:lnTo>
                  <a:lnTo>
                    <a:pt x="46553" y="98298"/>
                  </a:lnTo>
                  <a:lnTo>
                    <a:pt x="50363" y="9448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p21"/>
            <p:cNvSpPr/>
            <p:nvPr/>
          </p:nvSpPr>
          <p:spPr>
            <a:xfrm>
              <a:off x="4664202" y="2210562"/>
              <a:ext cx="3810" cy="86360"/>
            </a:xfrm>
            <a:custGeom>
              <a:rect b="b" l="l" r="r" t="t"/>
              <a:pathLst>
                <a:path extrusionOk="0" h="86360" w="3810">
                  <a:moveTo>
                    <a:pt x="0" y="0"/>
                  </a:moveTo>
                  <a:lnTo>
                    <a:pt x="3357" y="46136"/>
                  </a:lnTo>
                  <a:lnTo>
                    <a:pt x="3810" y="57435"/>
                  </a:lnTo>
                  <a:lnTo>
                    <a:pt x="3690" y="68591"/>
                  </a:lnTo>
                  <a:lnTo>
                    <a:pt x="2286" y="79248"/>
                  </a:lnTo>
                  <a:lnTo>
                    <a:pt x="762" y="86106"/>
                  </a:lnTo>
                  <a:lnTo>
                    <a:pt x="762" y="78486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21"/>
            <p:cNvSpPr/>
            <p:nvPr/>
          </p:nvSpPr>
          <p:spPr>
            <a:xfrm>
              <a:off x="4626102" y="2020062"/>
              <a:ext cx="64135" cy="104139"/>
            </a:xfrm>
            <a:custGeom>
              <a:rect b="b" l="l" r="r" t="t"/>
              <a:pathLst>
                <a:path extrusionOk="0" h="104139" w="64135">
                  <a:moveTo>
                    <a:pt x="0" y="3810"/>
                  </a:moveTo>
                  <a:lnTo>
                    <a:pt x="9584" y="4893"/>
                  </a:lnTo>
                  <a:lnTo>
                    <a:pt x="18954" y="5619"/>
                  </a:lnTo>
                  <a:lnTo>
                    <a:pt x="28182" y="5631"/>
                  </a:lnTo>
                  <a:lnTo>
                    <a:pt x="37338" y="4572"/>
                  </a:lnTo>
                  <a:lnTo>
                    <a:pt x="45720" y="3048"/>
                  </a:lnTo>
                  <a:lnTo>
                    <a:pt x="53340" y="762"/>
                  </a:lnTo>
                  <a:lnTo>
                    <a:pt x="61722" y="0"/>
                  </a:lnTo>
                  <a:lnTo>
                    <a:pt x="63246" y="0"/>
                  </a:lnTo>
                  <a:lnTo>
                    <a:pt x="64008" y="0"/>
                  </a:lnTo>
                  <a:lnTo>
                    <a:pt x="62484" y="0"/>
                  </a:lnTo>
                  <a:lnTo>
                    <a:pt x="55626" y="0"/>
                  </a:lnTo>
                  <a:lnTo>
                    <a:pt x="50292" y="1524"/>
                  </a:lnTo>
                  <a:lnTo>
                    <a:pt x="44958" y="5334"/>
                  </a:lnTo>
                  <a:lnTo>
                    <a:pt x="38100" y="10668"/>
                  </a:lnTo>
                  <a:lnTo>
                    <a:pt x="38100" y="16764"/>
                  </a:lnTo>
                  <a:lnTo>
                    <a:pt x="38100" y="24384"/>
                  </a:lnTo>
                  <a:lnTo>
                    <a:pt x="38016" y="32837"/>
                  </a:lnTo>
                  <a:lnTo>
                    <a:pt x="42291" y="72771"/>
                  </a:lnTo>
                  <a:lnTo>
                    <a:pt x="43695" y="80200"/>
                  </a:lnTo>
                  <a:lnTo>
                    <a:pt x="44958" y="87630"/>
                  </a:lnTo>
                  <a:lnTo>
                    <a:pt x="45720" y="93726"/>
                  </a:lnTo>
                  <a:lnTo>
                    <a:pt x="46482" y="98298"/>
                  </a:lnTo>
                  <a:lnTo>
                    <a:pt x="48006" y="10363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91" name="Google Shape;2791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19815" y="2116061"/>
              <a:ext cx="113277" cy="1097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2" name="Google Shape;2792;p21"/>
            <p:cNvSpPr/>
            <p:nvPr/>
          </p:nvSpPr>
          <p:spPr>
            <a:xfrm>
              <a:off x="4866894" y="2156460"/>
              <a:ext cx="5080" cy="87630"/>
            </a:xfrm>
            <a:custGeom>
              <a:rect b="b" l="l" r="r" t="t"/>
              <a:pathLst>
                <a:path extrusionOk="0" h="87630" w="5079">
                  <a:moveTo>
                    <a:pt x="0" y="0"/>
                  </a:moveTo>
                  <a:lnTo>
                    <a:pt x="1250" y="9024"/>
                  </a:lnTo>
                  <a:lnTo>
                    <a:pt x="2571" y="17907"/>
                  </a:lnTo>
                  <a:lnTo>
                    <a:pt x="3750" y="26789"/>
                  </a:lnTo>
                  <a:lnTo>
                    <a:pt x="4572" y="35814"/>
                  </a:lnTo>
                  <a:lnTo>
                    <a:pt x="4667" y="45648"/>
                  </a:lnTo>
                  <a:lnTo>
                    <a:pt x="4762" y="55626"/>
                  </a:lnTo>
                  <a:lnTo>
                    <a:pt x="4572" y="65603"/>
                  </a:lnTo>
                  <a:lnTo>
                    <a:pt x="3810" y="75438"/>
                  </a:lnTo>
                  <a:lnTo>
                    <a:pt x="3810" y="77724"/>
                  </a:lnTo>
                  <a:lnTo>
                    <a:pt x="3048" y="87630"/>
                  </a:lnTo>
                  <a:lnTo>
                    <a:pt x="1524" y="7924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21"/>
            <p:cNvSpPr/>
            <p:nvPr/>
          </p:nvSpPr>
          <p:spPr>
            <a:xfrm>
              <a:off x="4901946" y="2008632"/>
              <a:ext cx="74930" cy="247650"/>
            </a:xfrm>
            <a:custGeom>
              <a:rect b="b" l="l" r="r" t="t"/>
              <a:pathLst>
                <a:path extrusionOk="0" h="247650" w="74929">
                  <a:moveTo>
                    <a:pt x="0" y="0"/>
                  </a:moveTo>
                  <a:lnTo>
                    <a:pt x="35052" y="23621"/>
                  </a:lnTo>
                  <a:lnTo>
                    <a:pt x="60019" y="59733"/>
                  </a:lnTo>
                  <a:lnTo>
                    <a:pt x="73247" y="103822"/>
                  </a:lnTo>
                  <a:lnTo>
                    <a:pt x="74330" y="119872"/>
                  </a:lnTo>
                  <a:lnTo>
                    <a:pt x="73914" y="135635"/>
                  </a:lnTo>
                  <a:lnTo>
                    <a:pt x="56447" y="185999"/>
                  </a:lnTo>
                  <a:lnTo>
                    <a:pt x="36099" y="225933"/>
                  </a:lnTo>
                  <a:lnTo>
                    <a:pt x="28944" y="236862"/>
                  </a:lnTo>
                  <a:lnTo>
                    <a:pt x="20574" y="24765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21"/>
            <p:cNvSpPr/>
            <p:nvPr/>
          </p:nvSpPr>
          <p:spPr>
            <a:xfrm>
              <a:off x="4450365" y="2064258"/>
              <a:ext cx="121285" cy="313690"/>
            </a:xfrm>
            <a:custGeom>
              <a:rect b="b" l="l" r="r" t="t"/>
              <a:pathLst>
                <a:path extrusionOk="0" h="313689" w="121285">
                  <a:moveTo>
                    <a:pt x="48482" y="0"/>
                  </a:moveTo>
                  <a:lnTo>
                    <a:pt x="22979" y="42219"/>
                  </a:lnTo>
                  <a:lnTo>
                    <a:pt x="10656" y="83403"/>
                  </a:lnTo>
                  <a:lnTo>
                    <a:pt x="2345" y="134004"/>
                  </a:lnTo>
                  <a:lnTo>
                    <a:pt x="0" y="187071"/>
                  </a:lnTo>
                  <a:lnTo>
                    <a:pt x="1809" y="214122"/>
                  </a:lnTo>
                  <a:lnTo>
                    <a:pt x="18002" y="265938"/>
                  </a:lnTo>
                  <a:lnTo>
                    <a:pt x="49815" y="298989"/>
                  </a:lnTo>
                  <a:lnTo>
                    <a:pt x="94202" y="313182"/>
                  </a:lnTo>
                  <a:lnTo>
                    <a:pt x="100619" y="313182"/>
                  </a:lnTo>
                  <a:lnTo>
                    <a:pt x="107251" y="313182"/>
                  </a:lnTo>
                  <a:lnTo>
                    <a:pt x="114026" y="313182"/>
                  </a:lnTo>
                  <a:lnTo>
                    <a:pt x="120872" y="31318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5" name="Google Shape;2795;p21"/>
          <p:cNvGrpSpPr/>
          <p:nvPr/>
        </p:nvGrpSpPr>
        <p:grpSpPr>
          <a:xfrm>
            <a:off x="5045986" y="2076151"/>
            <a:ext cx="147170" cy="172130"/>
            <a:chOff x="5045986" y="2076151"/>
            <a:chExt cx="147170" cy="172130"/>
          </a:xfrm>
        </p:grpSpPr>
        <p:pic>
          <p:nvPicPr>
            <p:cNvPr id="2796" name="Google Shape;2796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45986" y="2076151"/>
              <a:ext cx="115432" cy="1069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7" name="Google Shape;2797;p21"/>
            <p:cNvSpPr/>
            <p:nvPr/>
          </p:nvSpPr>
          <p:spPr>
            <a:xfrm>
              <a:off x="5189981" y="2147316"/>
              <a:ext cx="3175" cy="100965"/>
            </a:xfrm>
            <a:custGeom>
              <a:rect b="b" l="l" r="r" t="t"/>
              <a:pathLst>
                <a:path extrusionOk="0" h="100964" w="3175">
                  <a:moveTo>
                    <a:pt x="2286" y="0"/>
                  </a:moveTo>
                  <a:lnTo>
                    <a:pt x="2726" y="18276"/>
                  </a:lnTo>
                  <a:lnTo>
                    <a:pt x="2952" y="36480"/>
                  </a:lnTo>
                  <a:lnTo>
                    <a:pt x="3036" y="54542"/>
                  </a:lnTo>
                  <a:lnTo>
                    <a:pt x="3048" y="72390"/>
                  </a:lnTo>
                  <a:lnTo>
                    <a:pt x="3119" y="79355"/>
                  </a:lnTo>
                  <a:lnTo>
                    <a:pt x="3048" y="86391"/>
                  </a:lnTo>
                  <a:lnTo>
                    <a:pt x="2405" y="93285"/>
                  </a:lnTo>
                  <a:lnTo>
                    <a:pt x="762" y="99822"/>
                  </a:lnTo>
                  <a:lnTo>
                    <a:pt x="0" y="100584"/>
                  </a:lnTo>
                  <a:lnTo>
                    <a:pt x="762" y="9982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8" name="Google Shape;2798;p21"/>
          <p:cNvSpPr/>
          <p:nvPr/>
        </p:nvSpPr>
        <p:spPr>
          <a:xfrm>
            <a:off x="5570220" y="2091689"/>
            <a:ext cx="107950" cy="21590"/>
          </a:xfrm>
          <a:custGeom>
            <a:rect b="b" l="l" r="r" t="t"/>
            <a:pathLst>
              <a:path extrusionOk="0" h="21589" w="107950">
                <a:moveTo>
                  <a:pt x="0" y="21336"/>
                </a:moveTo>
                <a:lnTo>
                  <a:pt x="12001" y="20050"/>
                </a:lnTo>
                <a:lnTo>
                  <a:pt x="24003" y="18478"/>
                </a:lnTo>
                <a:lnTo>
                  <a:pt x="36004" y="16621"/>
                </a:lnTo>
                <a:lnTo>
                  <a:pt x="48006" y="14478"/>
                </a:lnTo>
                <a:lnTo>
                  <a:pt x="59436" y="12525"/>
                </a:lnTo>
                <a:lnTo>
                  <a:pt x="70865" y="10287"/>
                </a:lnTo>
                <a:lnTo>
                  <a:pt x="82295" y="8048"/>
                </a:lnTo>
                <a:lnTo>
                  <a:pt x="93726" y="6096"/>
                </a:lnTo>
                <a:lnTo>
                  <a:pt x="98298" y="5334"/>
                </a:lnTo>
                <a:lnTo>
                  <a:pt x="107442" y="0"/>
                </a:lnTo>
                <a:lnTo>
                  <a:pt x="106680" y="3810"/>
                </a:lnTo>
                <a:lnTo>
                  <a:pt x="106680" y="6096"/>
                </a:lnTo>
                <a:lnTo>
                  <a:pt x="102870" y="5334"/>
                </a:lnTo>
                <a:lnTo>
                  <a:pt x="102107" y="5334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9" name="Google Shape;2799;p21"/>
          <p:cNvGrpSpPr/>
          <p:nvPr/>
        </p:nvGrpSpPr>
        <p:grpSpPr>
          <a:xfrm>
            <a:off x="5896939" y="1941563"/>
            <a:ext cx="580073" cy="351294"/>
            <a:chOff x="5896939" y="1941563"/>
            <a:chExt cx="580073" cy="351294"/>
          </a:xfrm>
        </p:grpSpPr>
        <p:pic>
          <p:nvPicPr>
            <p:cNvPr id="2800" name="Google Shape;2800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75115" y="2075675"/>
              <a:ext cx="114039" cy="1188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1" name="Google Shape;2801;p21"/>
            <p:cNvSpPr/>
            <p:nvPr/>
          </p:nvSpPr>
          <p:spPr>
            <a:xfrm>
              <a:off x="6128920" y="2138171"/>
              <a:ext cx="5080" cy="62865"/>
            </a:xfrm>
            <a:custGeom>
              <a:rect b="b" l="l" r="r" t="t"/>
              <a:pathLst>
                <a:path extrusionOk="0" h="62864" w="5079">
                  <a:moveTo>
                    <a:pt x="607" y="0"/>
                  </a:moveTo>
                  <a:lnTo>
                    <a:pt x="0" y="9536"/>
                  </a:lnTo>
                  <a:lnTo>
                    <a:pt x="321" y="17430"/>
                  </a:lnTo>
                  <a:lnTo>
                    <a:pt x="1357" y="25181"/>
                  </a:lnTo>
                  <a:lnTo>
                    <a:pt x="2893" y="34290"/>
                  </a:lnTo>
                  <a:lnTo>
                    <a:pt x="3667" y="40362"/>
                  </a:lnTo>
                  <a:lnTo>
                    <a:pt x="4512" y="46863"/>
                  </a:lnTo>
                  <a:lnTo>
                    <a:pt x="4929" y="53363"/>
                  </a:lnTo>
                  <a:lnTo>
                    <a:pt x="4417" y="59436"/>
                  </a:lnTo>
                  <a:lnTo>
                    <a:pt x="4417" y="61722"/>
                  </a:lnTo>
                  <a:lnTo>
                    <a:pt x="4417" y="62484"/>
                  </a:lnTo>
                  <a:lnTo>
                    <a:pt x="2893" y="6172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02" name="Google Shape;2802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054839" y="1953755"/>
              <a:ext cx="90703" cy="10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3" name="Google Shape;2803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185903" y="2042909"/>
              <a:ext cx="103050" cy="998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4" name="Google Shape;2804;p2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314681" y="1941563"/>
              <a:ext cx="162331" cy="2392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5" name="Google Shape;2805;p21"/>
            <p:cNvSpPr/>
            <p:nvPr/>
          </p:nvSpPr>
          <p:spPr>
            <a:xfrm>
              <a:off x="5896939" y="2018537"/>
              <a:ext cx="176530" cy="274320"/>
            </a:xfrm>
            <a:custGeom>
              <a:rect b="b" l="l" r="r" t="t"/>
              <a:pathLst>
                <a:path extrusionOk="0" h="274319" w="176529">
                  <a:moveTo>
                    <a:pt x="18466" y="0"/>
                  </a:moveTo>
                  <a:lnTo>
                    <a:pt x="1643" y="44469"/>
                  </a:lnTo>
                  <a:lnTo>
                    <a:pt x="0" y="87046"/>
                  </a:lnTo>
                  <a:lnTo>
                    <a:pt x="1035" y="111537"/>
                  </a:lnTo>
                  <a:lnTo>
                    <a:pt x="9322" y="160020"/>
                  </a:lnTo>
                  <a:lnTo>
                    <a:pt x="31420" y="209264"/>
                  </a:lnTo>
                  <a:lnTo>
                    <a:pt x="67234" y="249936"/>
                  </a:lnTo>
                  <a:lnTo>
                    <a:pt x="119431" y="271272"/>
                  </a:lnTo>
                  <a:lnTo>
                    <a:pt x="147173" y="273724"/>
                  </a:lnTo>
                  <a:lnTo>
                    <a:pt x="176200" y="27432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6" name="Google Shape;2806;p21"/>
          <p:cNvGrpSpPr/>
          <p:nvPr/>
        </p:nvGrpSpPr>
        <p:grpSpPr>
          <a:xfrm>
            <a:off x="6501180" y="2004047"/>
            <a:ext cx="242532" cy="148150"/>
            <a:chOff x="6501180" y="2004047"/>
            <a:chExt cx="242532" cy="148150"/>
          </a:xfrm>
        </p:grpSpPr>
        <p:pic>
          <p:nvPicPr>
            <p:cNvPr id="2807" name="Google Shape;2807;p2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636245" y="2053672"/>
              <a:ext cx="107467" cy="98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8" name="Google Shape;2808;p2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501180" y="2004047"/>
              <a:ext cx="95465" cy="10213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9" name="Google Shape;2809;p21"/>
          <p:cNvSpPr/>
          <p:nvPr/>
        </p:nvSpPr>
        <p:spPr>
          <a:xfrm>
            <a:off x="6932676" y="2089404"/>
            <a:ext cx="29845" cy="83820"/>
          </a:xfrm>
          <a:custGeom>
            <a:rect b="b" l="l" r="r" t="t"/>
            <a:pathLst>
              <a:path extrusionOk="0" h="83819" w="29845">
                <a:moveTo>
                  <a:pt x="6096" y="762"/>
                </a:moveTo>
                <a:lnTo>
                  <a:pt x="10668" y="0"/>
                </a:lnTo>
                <a:lnTo>
                  <a:pt x="12192" y="762"/>
                </a:lnTo>
                <a:lnTo>
                  <a:pt x="16764" y="4572"/>
                </a:lnTo>
                <a:lnTo>
                  <a:pt x="22217" y="9775"/>
                </a:lnTo>
                <a:lnTo>
                  <a:pt x="26098" y="15335"/>
                </a:lnTo>
                <a:lnTo>
                  <a:pt x="28551" y="21609"/>
                </a:lnTo>
                <a:lnTo>
                  <a:pt x="29718" y="28956"/>
                </a:lnTo>
                <a:lnTo>
                  <a:pt x="29075" y="39493"/>
                </a:lnTo>
                <a:lnTo>
                  <a:pt x="26289" y="48672"/>
                </a:lnTo>
                <a:lnTo>
                  <a:pt x="21788" y="57138"/>
                </a:lnTo>
                <a:lnTo>
                  <a:pt x="16002" y="65532"/>
                </a:lnTo>
                <a:lnTo>
                  <a:pt x="10668" y="71628"/>
                </a:lnTo>
                <a:lnTo>
                  <a:pt x="5334" y="78486"/>
                </a:lnTo>
                <a:lnTo>
                  <a:pt x="0" y="8382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0" name="Google Shape;2810;p21"/>
          <p:cNvSpPr/>
          <p:nvPr/>
        </p:nvSpPr>
        <p:spPr>
          <a:xfrm>
            <a:off x="7227569" y="2077973"/>
            <a:ext cx="10795" cy="1905"/>
          </a:xfrm>
          <a:custGeom>
            <a:rect b="b" l="l" r="r" t="t"/>
            <a:pathLst>
              <a:path extrusionOk="0" h="1905" w="10795">
                <a:moveTo>
                  <a:pt x="0" y="1524"/>
                </a:moveTo>
                <a:lnTo>
                  <a:pt x="3810" y="762"/>
                </a:lnTo>
                <a:lnTo>
                  <a:pt x="6858" y="762"/>
                </a:lnTo>
                <a:lnTo>
                  <a:pt x="10668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1" name="Google Shape;2811;p21"/>
          <p:cNvSpPr/>
          <p:nvPr/>
        </p:nvSpPr>
        <p:spPr>
          <a:xfrm>
            <a:off x="7418831" y="2060448"/>
            <a:ext cx="17145" cy="6985"/>
          </a:xfrm>
          <a:custGeom>
            <a:rect b="b" l="l" r="r" t="t"/>
            <a:pathLst>
              <a:path extrusionOk="0" h="6985" w="17145">
                <a:moveTo>
                  <a:pt x="0" y="6858"/>
                </a:moveTo>
                <a:lnTo>
                  <a:pt x="9906" y="4572"/>
                </a:lnTo>
                <a:lnTo>
                  <a:pt x="12192" y="4572"/>
                </a:lnTo>
                <a:lnTo>
                  <a:pt x="16764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2" name="Google Shape;2812;p21"/>
          <p:cNvSpPr/>
          <p:nvPr/>
        </p:nvSpPr>
        <p:spPr>
          <a:xfrm>
            <a:off x="7591806" y="2054351"/>
            <a:ext cx="24765" cy="6985"/>
          </a:xfrm>
          <a:custGeom>
            <a:rect b="b" l="l" r="r" t="t"/>
            <a:pathLst>
              <a:path extrusionOk="0" h="6985" w="24765">
                <a:moveTo>
                  <a:pt x="0" y="6858"/>
                </a:moveTo>
                <a:lnTo>
                  <a:pt x="10668" y="5334"/>
                </a:lnTo>
                <a:lnTo>
                  <a:pt x="15240" y="3810"/>
                </a:lnTo>
                <a:lnTo>
                  <a:pt x="24384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3" name="Google Shape;2813;p21"/>
          <p:cNvSpPr/>
          <p:nvPr/>
        </p:nvSpPr>
        <p:spPr>
          <a:xfrm>
            <a:off x="7686293" y="2049017"/>
            <a:ext cx="15240" cy="16510"/>
          </a:xfrm>
          <a:custGeom>
            <a:rect b="b" l="l" r="r" t="t"/>
            <a:pathLst>
              <a:path extrusionOk="0" h="16510" w="15240">
                <a:moveTo>
                  <a:pt x="0" y="3810"/>
                </a:moveTo>
                <a:lnTo>
                  <a:pt x="0" y="12192"/>
                </a:lnTo>
                <a:lnTo>
                  <a:pt x="3810" y="16002"/>
                </a:lnTo>
                <a:lnTo>
                  <a:pt x="12192" y="16002"/>
                </a:lnTo>
                <a:lnTo>
                  <a:pt x="15240" y="12192"/>
                </a:lnTo>
                <a:lnTo>
                  <a:pt x="15240" y="8382"/>
                </a:lnTo>
                <a:lnTo>
                  <a:pt x="15240" y="3810"/>
                </a:lnTo>
                <a:lnTo>
                  <a:pt x="12192" y="0"/>
                </a:lnTo>
                <a:lnTo>
                  <a:pt x="3810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4" name="Google Shape;2814;p21"/>
          <p:cNvSpPr/>
          <p:nvPr/>
        </p:nvSpPr>
        <p:spPr>
          <a:xfrm>
            <a:off x="7988045" y="1931670"/>
            <a:ext cx="144780" cy="311150"/>
          </a:xfrm>
          <a:custGeom>
            <a:rect b="b" l="l" r="r" t="t"/>
            <a:pathLst>
              <a:path extrusionOk="0" h="311150" w="144779">
                <a:moveTo>
                  <a:pt x="64770" y="13715"/>
                </a:moveTo>
                <a:lnTo>
                  <a:pt x="70866" y="2285"/>
                </a:lnTo>
                <a:lnTo>
                  <a:pt x="68580" y="0"/>
                </a:lnTo>
                <a:lnTo>
                  <a:pt x="80772" y="761"/>
                </a:lnTo>
                <a:lnTo>
                  <a:pt x="104441" y="33254"/>
                </a:lnTo>
                <a:lnTo>
                  <a:pt x="108061" y="63091"/>
                </a:lnTo>
                <a:lnTo>
                  <a:pt x="107442" y="77723"/>
                </a:lnTo>
                <a:lnTo>
                  <a:pt x="105370" y="91654"/>
                </a:lnTo>
                <a:lnTo>
                  <a:pt x="102298" y="105155"/>
                </a:lnTo>
                <a:lnTo>
                  <a:pt x="99512" y="118657"/>
                </a:lnTo>
                <a:lnTo>
                  <a:pt x="98298" y="132587"/>
                </a:lnTo>
                <a:lnTo>
                  <a:pt x="98821" y="140672"/>
                </a:lnTo>
                <a:lnTo>
                  <a:pt x="100774" y="146970"/>
                </a:lnTo>
                <a:lnTo>
                  <a:pt x="140208" y="160781"/>
                </a:lnTo>
                <a:lnTo>
                  <a:pt x="142494" y="160781"/>
                </a:lnTo>
                <a:lnTo>
                  <a:pt x="143256" y="160781"/>
                </a:lnTo>
                <a:lnTo>
                  <a:pt x="144780" y="160781"/>
                </a:lnTo>
                <a:lnTo>
                  <a:pt x="141732" y="163067"/>
                </a:lnTo>
                <a:lnTo>
                  <a:pt x="139446" y="163829"/>
                </a:lnTo>
                <a:lnTo>
                  <a:pt x="136398" y="166877"/>
                </a:lnTo>
                <a:lnTo>
                  <a:pt x="116919" y="206168"/>
                </a:lnTo>
                <a:lnTo>
                  <a:pt x="116395" y="217550"/>
                </a:lnTo>
                <a:lnTo>
                  <a:pt x="116728" y="228933"/>
                </a:lnTo>
                <a:lnTo>
                  <a:pt x="117348" y="240029"/>
                </a:lnTo>
                <a:lnTo>
                  <a:pt x="119598" y="254031"/>
                </a:lnTo>
                <a:lnTo>
                  <a:pt x="123348" y="269747"/>
                </a:lnTo>
                <a:lnTo>
                  <a:pt x="125813" y="285464"/>
                </a:lnTo>
                <a:lnTo>
                  <a:pt x="91118" y="310895"/>
                </a:lnTo>
                <a:lnTo>
                  <a:pt x="79914" y="311086"/>
                </a:lnTo>
                <a:lnTo>
                  <a:pt x="68568" y="310991"/>
                </a:lnTo>
                <a:lnTo>
                  <a:pt x="57150" y="310895"/>
                </a:lnTo>
                <a:lnTo>
                  <a:pt x="45267" y="309919"/>
                </a:lnTo>
                <a:lnTo>
                  <a:pt x="33528" y="308228"/>
                </a:lnTo>
                <a:lnTo>
                  <a:pt x="21788" y="305966"/>
                </a:lnTo>
                <a:lnTo>
                  <a:pt x="9906" y="303275"/>
                </a:lnTo>
                <a:lnTo>
                  <a:pt x="4572" y="302513"/>
                </a:lnTo>
                <a:lnTo>
                  <a:pt x="3048" y="302513"/>
                </a:lnTo>
                <a:lnTo>
                  <a:pt x="0" y="298703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5" name="Google Shape;2815;p21"/>
          <p:cNvSpPr/>
          <p:nvPr/>
        </p:nvSpPr>
        <p:spPr>
          <a:xfrm>
            <a:off x="3865626" y="2366772"/>
            <a:ext cx="2828290" cy="123825"/>
          </a:xfrm>
          <a:custGeom>
            <a:rect b="b" l="l" r="r" t="t"/>
            <a:pathLst>
              <a:path extrusionOk="0" h="123825" w="2828290">
                <a:moveTo>
                  <a:pt x="0" y="99060"/>
                </a:moveTo>
                <a:lnTo>
                  <a:pt x="48006" y="112776"/>
                </a:lnTo>
                <a:lnTo>
                  <a:pt x="96976" y="117383"/>
                </a:lnTo>
                <a:lnTo>
                  <a:pt x="135255" y="118550"/>
                </a:lnTo>
                <a:lnTo>
                  <a:pt x="178688" y="118860"/>
                </a:lnTo>
                <a:lnTo>
                  <a:pt x="200406" y="118872"/>
                </a:lnTo>
                <a:lnTo>
                  <a:pt x="226575" y="119002"/>
                </a:lnTo>
                <a:lnTo>
                  <a:pt x="252603" y="119348"/>
                </a:lnTo>
                <a:lnTo>
                  <a:pt x="278630" y="119836"/>
                </a:lnTo>
                <a:lnTo>
                  <a:pt x="304800" y="120396"/>
                </a:lnTo>
                <a:lnTo>
                  <a:pt x="346400" y="121074"/>
                </a:lnTo>
                <a:lnTo>
                  <a:pt x="387858" y="121824"/>
                </a:lnTo>
                <a:lnTo>
                  <a:pt x="429315" y="122431"/>
                </a:lnTo>
                <a:lnTo>
                  <a:pt x="470916" y="122682"/>
                </a:lnTo>
                <a:lnTo>
                  <a:pt x="522922" y="122693"/>
                </a:lnTo>
                <a:lnTo>
                  <a:pt x="574929" y="122777"/>
                </a:lnTo>
                <a:lnTo>
                  <a:pt x="626935" y="123003"/>
                </a:lnTo>
                <a:lnTo>
                  <a:pt x="678942" y="123444"/>
                </a:lnTo>
                <a:lnTo>
                  <a:pt x="726495" y="123539"/>
                </a:lnTo>
                <a:lnTo>
                  <a:pt x="774191" y="123634"/>
                </a:lnTo>
                <a:lnTo>
                  <a:pt x="821888" y="123444"/>
                </a:lnTo>
                <a:lnTo>
                  <a:pt x="869441" y="122682"/>
                </a:lnTo>
                <a:lnTo>
                  <a:pt x="940689" y="118395"/>
                </a:lnTo>
                <a:lnTo>
                  <a:pt x="976383" y="115931"/>
                </a:lnTo>
                <a:lnTo>
                  <a:pt x="1011936" y="113538"/>
                </a:lnTo>
                <a:lnTo>
                  <a:pt x="1048392" y="110692"/>
                </a:lnTo>
                <a:lnTo>
                  <a:pt x="1084707" y="107918"/>
                </a:lnTo>
                <a:lnTo>
                  <a:pt x="1121021" y="105286"/>
                </a:lnTo>
                <a:lnTo>
                  <a:pt x="1157478" y="102870"/>
                </a:lnTo>
                <a:lnTo>
                  <a:pt x="1192339" y="100274"/>
                </a:lnTo>
                <a:lnTo>
                  <a:pt x="1227201" y="98107"/>
                </a:lnTo>
                <a:lnTo>
                  <a:pt x="1262062" y="96226"/>
                </a:lnTo>
                <a:lnTo>
                  <a:pt x="1296924" y="94488"/>
                </a:lnTo>
                <a:lnTo>
                  <a:pt x="1331666" y="93202"/>
                </a:lnTo>
                <a:lnTo>
                  <a:pt x="1366266" y="91630"/>
                </a:lnTo>
                <a:lnTo>
                  <a:pt x="1400865" y="89773"/>
                </a:lnTo>
                <a:lnTo>
                  <a:pt x="1435608" y="87630"/>
                </a:lnTo>
                <a:lnTo>
                  <a:pt x="1484757" y="84081"/>
                </a:lnTo>
                <a:lnTo>
                  <a:pt x="1533906" y="80391"/>
                </a:lnTo>
                <a:lnTo>
                  <a:pt x="1583055" y="76700"/>
                </a:lnTo>
                <a:lnTo>
                  <a:pt x="1632204" y="73152"/>
                </a:lnTo>
                <a:lnTo>
                  <a:pt x="1667637" y="71342"/>
                </a:lnTo>
                <a:lnTo>
                  <a:pt x="1703070" y="69532"/>
                </a:lnTo>
                <a:lnTo>
                  <a:pt x="1738502" y="68008"/>
                </a:lnTo>
                <a:lnTo>
                  <a:pt x="1773936" y="67056"/>
                </a:lnTo>
                <a:lnTo>
                  <a:pt x="1800796" y="67032"/>
                </a:lnTo>
                <a:lnTo>
                  <a:pt x="1827657" y="66865"/>
                </a:lnTo>
                <a:lnTo>
                  <a:pt x="1881377" y="65532"/>
                </a:lnTo>
                <a:lnTo>
                  <a:pt x="1938146" y="62007"/>
                </a:lnTo>
                <a:lnTo>
                  <a:pt x="1966460" y="59852"/>
                </a:lnTo>
                <a:lnTo>
                  <a:pt x="1994916" y="57912"/>
                </a:lnTo>
                <a:lnTo>
                  <a:pt x="2032635" y="54935"/>
                </a:lnTo>
                <a:lnTo>
                  <a:pt x="2070354" y="51816"/>
                </a:lnTo>
                <a:lnTo>
                  <a:pt x="2108073" y="48696"/>
                </a:lnTo>
                <a:lnTo>
                  <a:pt x="2145792" y="45720"/>
                </a:lnTo>
                <a:lnTo>
                  <a:pt x="2175962" y="42874"/>
                </a:lnTo>
                <a:lnTo>
                  <a:pt x="2205990" y="40100"/>
                </a:lnTo>
                <a:lnTo>
                  <a:pt x="2236017" y="37468"/>
                </a:lnTo>
                <a:lnTo>
                  <a:pt x="2266188" y="35052"/>
                </a:lnTo>
                <a:lnTo>
                  <a:pt x="2301180" y="31646"/>
                </a:lnTo>
                <a:lnTo>
                  <a:pt x="2336387" y="28384"/>
                </a:lnTo>
                <a:lnTo>
                  <a:pt x="2371736" y="25407"/>
                </a:lnTo>
                <a:lnTo>
                  <a:pt x="2407158" y="22860"/>
                </a:lnTo>
                <a:lnTo>
                  <a:pt x="2448306" y="19740"/>
                </a:lnTo>
                <a:lnTo>
                  <a:pt x="2489454" y="17335"/>
                </a:lnTo>
                <a:lnTo>
                  <a:pt x="2530602" y="15787"/>
                </a:lnTo>
                <a:lnTo>
                  <a:pt x="2571750" y="15240"/>
                </a:lnTo>
                <a:lnTo>
                  <a:pt x="2612778" y="15061"/>
                </a:lnTo>
                <a:lnTo>
                  <a:pt x="2653665" y="14382"/>
                </a:lnTo>
                <a:lnTo>
                  <a:pt x="2694551" y="12989"/>
                </a:lnTo>
                <a:lnTo>
                  <a:pt x="2735580" y="10668"/>
                </a:lnTo>
                <a:lnTo>
                  <a:pt x="2788086" y="6917"/>
                </a:lnTo>
                <a:lnTo>
                  <a:pt x="2812542" y="4572"/>
                </a:lnTo>
                <a:lnTo>
                  <a:pt x="2820162" y="3810"/>
                </a:lnTo>
                <a:lnTo>
                  <a:pt x="2827782" y="3048"/>
                </a:lnTo>
                <a:lnTo>
                  <a:pt x="2820138" y="2893"/>
                </a:lnTo>
                <a:lnTo>
                  <a:pt x="2812922" y="2381"/>
                </a:lnTo>
                <a:lnTo>
                  <a:pt x="2805707" y="1440"/>
                </a:lnTo>
                <a:lnTo>
                  <a:pt x="2798064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6" name="Google Shape;2816;p21"/>
          <p:cNvGrpSpPr/>
          <p:nvPr/>
        </p:nvGrpSpPr>
        <p:grpSpPr>
          <a:xfrm>
            <a:off x="4418063" y="2957322"/>
            <a:ext cx="867181" cy="229672"/>
            <a:chOff x="4418063" y="2957322"/>
            <a:chExt cx="867181" cy="229672"/>
          </a:xfrm>
        </p:grpSpPr>
        <p:pic>
          <p:nvPicPr>
            <p:cNvPr id="2817" name="Google Shape;2817;p2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418063" y="2969501"/>
              <a:ext cx="130327" cy="2174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8" name="Google Shape;2818;p2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571225" y="3016173"/>
              <a:ext cx="92263" cy="1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9" name="Google Shape;2819;p2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700920" y="3007601"/>
              <a:ext cx="104264" cy="1646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0" name="Google Shape;2820;p21"/>
            <p:cNvSpPr/>
            <p:nvPr/>
          </p:nvSpPr>
          <p:spPr>
            <a:xfrm>
              <a:off x="4847081" y="3071622"/>
              <a:ext cx="6350" cy="64135"/>
            </a:xfrm>
            <a:custGeom>
              <a:rect b="b" l="l" r="r" t="t"/>
              <a:pathLst>
                <a:path extrusionOk="0" h="64135" w="6350">
                  <a:moveTo>
                    <a:pt x="0" y="0"/>
                  </a:moveTo>
                  <a:lnTo>
                    <a:pt x="797" y="9144"/>
                  </a:lnTo>
                  <a:lnTo>
                    <a:pt x="1809" y="18288"/>
                  </a:lnTo>
                  <a:lnTo>
                    <a:pt x="2678" y="27432"/>
                  </a:lnTo>
                  <a:lnTo>
                    <a:pt x="3048" y="36576"/>
                  </a:lnTo>
                  <a:lnTo>
                    <a:pt x="3810" y="44196"/>
                  </a:lnTo>
                  <a:lnTo>
                    <a:pt x="2286" y="52577"/>
                  </a:lnTo>
                  <a:lnTo>
                    <a:pt x="4572" y="60198"/>
                  </a:lnTo>
                  <a:lnTo>
                    <a:pt x="5334" y="64008"/>
                  </a:lnTo>
                  <a:lnTo>
                    <a:pt x="4572" y="61722"/>
                  </a:lnTo>
                  <a:lnTo>
                    <a:pt x="6096" y="5943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1" name="Google Shape;2821;p21"/>
            <p:cNvSpPr/>
            <p:nvPr/>
          </p:nvSpPr>
          <p:spPr>
            <a:xfrm>
              <a:off x="4811267" y="2957322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22" name="Google Shape;2822;p2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890479" y="2977121"/>
              <a:ext cx="394765" cy="1817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23" name="Google Shape;2823;p2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623737" y="2896349"/>
            <a:ext cx="445604" cy="204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4" name="Google Shape;2824;p2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704063" y="2897111"/>
            <a:ext cx="84607" cy="113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5" name="Google Shape;2825;p2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366211" y="2856725"/>
            <a:ext cx="116135" cy="1951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6" name="Google Shape;2826;p21"/>
          <p:cNvGrpSpPr/>
          <p:nvPr/>
        </p:nvGrpSpPr>
        <p:grpSpPr>
          <a:xfrm>
            <a:off x="6817518" y="2807957"/>
            <a:ext cx="487788" cy="182905"/>
            <a:chOff x="6817518" y="2807957"/>
            <a:chExt cx="487788" cy="182905"/>
          </a:xfrm>
        </p:grpSpPr>
        <p:sp>
          <p:nvSpPr>
            <p:cNvPr id="2827" name="Google Shape;2827;p21"/>
            <p:cNvSpPr/>
            <p:nvPr/>
          </p:nvSpPr>
          <p:spPr>
            <a:xfrm>
              <a:off x="6817518" y="2906267"/>
              <a:ext cx="41910" cy="79375"/>
            </a:xfrm>
            <a:custGeom>
              <a:rect b="b" l="l" r="r" t="t"/>
              <a:pathLst>
                <a:path extrusionOk="0" h="79375" w="41909">
                  <a:moveTo>
                    <a:pt x="7715" y="3048"/>
                  </a:moveTo>
                  <a:lnTo>
                    <a:pt x="3309" y="12501"/>
                  </a:lnTo>
                  <a:lnTo>
                    <a:pt x="1047" y="20383"/>
                  </a:lnTo>
                  <a:lnTo>
                    <a:pt x="214" y="28551"/>
                  </a:lnTo>
                  <a:lnTo>
                    <a:pt x="95" y="38862"/>
                  </a:lnTo>
                  <a:lnTo>
                    <a:pt x="0" y="46958"/>
                  </a:lnTo>
                  <a:lnTo>
                    <a:pt x="21431" y="79248"/>
                  </a:lnTo>
                  <a:lnTo>
                    <a:pt x="27527" y="76200"/>
                  </a:lnTo>
                  <a:lnTo>
                    <a:pt x="41290" y="39516"/>
                  </a:lnTo>
                  <a:lnTo>
                    <a:pt x="41243" y="30194"/>
                  </a:lnTo>
                  <a:lnTo>
                    <a:pt x="40052" y="21014"/>
                  </a:lnTo>
                  <a:lnTo>
                    <a:pt x="37433" y="12192"/>
                  </a:lnTo>
                  <a:lnTo>
                    <a:pt x="35147" y="6096"/>
                  </a:lnTo>
                  <a:lnTo>
                    <a:pt x="32099" y="0"/>
                  </a:lnTo>
                  <a:lnTo>
                    <a:pt x="25241" y="0"/>
                  </a:lnTo>
                  <a:lnTo>
                    <a:pt x="24479" y="0"/>
                  </a:lnTo>
                  <a:lnTo>
                    <a:pt x="23717" y="0"/>
                  </a:lnTo>
                  <a:lnTo>
                    <a:pt x="24479" y="76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28" name="Google Shape;2828;p2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6897611" y="2870441"/>
              <a:ext cx="200431" cy="120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9" name="Google Shape;2829;p2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117412" y="2807957"/>
              <a:ext cx="187894" cy="1543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30" name="Google Shape;2830;p21"/>
          <p:cNvSpPr/>
          <p:nvPr/>
        </p:nvSpPr>
        <p:spPr>
          <a:xfrm>
            <a:off x="4238244" y="3129533"/>
            <a:ext cx="3120390" cy="249554"/>
          </a:xfrm>
          <a:custGeom>
            <a:rect b="b" l="l" r="r" t="t"/>
            <a:pathLst>
              <a:path extrusionOk="0" h="249554" w="3120390">
                <a:moveTo>
                  <a:pt x="0" y="243078"/>
                </a:moveTo>
                <a:lnTo>
                  <a:pt x="13132" y="240018"/>
                </a:lnTo>
                <a:lnTo>
                  <a:pt x="25622" y="238601"/>
                </a:lnTo>
                <a:lnTo>
                  <a:pt x="38254" y="238470"/>
                </a:lnTo>
                <a:lnTo>
                  <a:pt x="51816" y="239268"/>
                </a:lnTo>
                <a:lnTo>
                  <a:pt x="74795" y="241327"/>
                </a:lnTo>
                <a:lnTo>
                  <a:pt x="97917" y="243744"/>
                </a:lnTo>
                <a:lnTo>
                  <a:pt x="121038" y="246018"/>
                </a:lnTo>
                <a:lnTo>
                  <a:pt x="144018" y="247650"/>
                </a:lnTo>
                <a:lnTo>
                  <a:pt x="177843" y="248638"/>
                </a:lnTo>
                <a:lnTo>
                  <a:pt x="211740" y="249269"/>
                </a:lnTo>
                <a:lnTo>
                  <a:pt x="245494" y="249471"/>
                </a:lnTo>
                <a:lnTo>
                  <a:pt x="278892" y="249174"/>
                </a:lnTo>
                <a:lnTo>
                  <a:pt x="322885" y="246935"/>
                </a:lnTo>
                <a:lnTo>
                  <a:pt x="366807" y="243840"/>
                </a:lnTo>
                <a:lnTo>
                  <a:pt x="410587" y="240172"/>
                </a:lnTo>
                <a:lnTo>
                  <a:pt x="454152" y="236220"/>
                </a:lnTo>
                <a:lnTo>
                  <a:pt x="505598" y="231648"/>
                </a:lnTo>
                <a:lnTo>
                  <a:pt x="557117" y="227076"/>
                </a:lnTo>
                <a:lnTo>
                  <a:pt x="608778" y="222504"/>
                </a:lnTo>
                <a:lnTo>
                  <a:pt x="660654" y="217932"/>
                </a:lnTo>
                <a:lnTo>
                  <a:pt x="715648" y="212752"/>
                </a:lnTo>
                <a:lnTo>
                  <a:pt x="770858" y="207359"/>
                </a:lnTo>
                <a:lnTo>
                  <a:pt x="826210" y="201537"/>
                </a:lnTo>
                <a:lnTo>
                  <a:pt x="881634" y="195072"/>
                </a:lnTo>
                <a:lnTo>
                  <a:pt x="928172" y="189674"/>
                </a:lnTo>
                <a:lnTo>
                  <a:pt x="974795" y="184150"/>
                </a:lnTo>
                <a:lnTo>
                  <a:pt x="1021461" y="178498"/>
                </a:lnTo>
                <a:lnTo>
                  <a:pt x="1068126" y="172720"/>
                </a:lnTo>
                <a:lnTo>
                  <a:pt x="1114749" y="166814"/>
                </a:lnTo>
                <a:lnTo>
                  <a:pt x="1161288" y="160782"/>
                </a:lnTo>
                <a:lnTo>
                  <a:pt x="1217866" y="153614"/>
                </a:lnTo>
                <a:lnTo>
                  <a:pt x="1274445" y="146875"/>
                </a:lnTo>
                <a:lnTo>
                  <a:pt x="1331023" y="140422"/>
                </a:lnTo>
                <a:lnTo>
                  <a:pt x="1387602" y="134112"/>
                </a:lnTo>
                <a:lnTo>
                  <a:pt x="1443049" y="127956"/>
                </a:lnTo>
                <a:lnTo>
                  <a:pt x="1498568" y="122015"/>
                </a:lnTo>
                <a:lnTo>
                  <a:pt x="1554229" y="116216"/>
                </a:lnTo>
                <a:lnTo>
                  <a:pt x="1610106" y="110490"/>
                </a:lnTo>
                <a:lnTo>
                  <a:pt x="1663838" y="105227"/>
                </a:lnTo>
                <a:lnTo>
                  <a:pt x="1717643" y="99822"/>
                </a:lnTo>
                <a:lnTo>
                  <a:pt x="1771590" y="94416"/>
                </a:lnTo>
                <a:lnTo>
                  <a:pt x="1825752" y="89154"/>
                </a:lnTo>
                <a:lnTo>
                  <a:pt x="1877877" y="83760"/>
                </a:lnTo>
                <a:lnTo>
                  <a:pt x="1930145" y="78009"/>
                </a:lnTo>
                <a:lnTo>
                  <a:pt x="1982414" y="72116"/>
                </a:lnTo>
                <a:lnTo>
                  <a:pt x="2034539" y="66294"/>
                </a:lnTo>
                <a:lnTo>
                  <a:pt x="2084593" y="60340"/>
                </a:lnTo>
                <a:lnTo>
                  <a:pt x="2134361" y="54102"/>
                </a:lnTo>
                <a:lnTo>
                  <a:pt x="2184130" y="47863"/>
                </a:lnTo>
                <a:lnTo>
                  <a:pt x="2234184" y="41910"/>
                </a:lnTo>
                <a:lnTo>
                  <a:pt x="2278891" y="37492"/>
                </a:lnTo>
                <a:lnTo>
                  <a:pt x="2323814" y="33432"/>
                </a:lnTo>
                <a:lnTo>
                  <a:pt x="2368879" y="29801"/>
                </a:lnTo>
                <a:lnTo>
                  <a:pt x="2414016" y="26670"/>
                </a:lnTo>
                <a:lnTo>
                  <a:pt x="2456187" y="24395"/>
                </a:lnTo>
                <a:lnTo>
                  <a:pt x="2498217" y="22193"/>
                </a:lnTo>
                <a:lnTo>
                  <a:pt x="2540246" y="20133"/>
                </a:lnTo>
                <a:lnTo>
                  <a:pt x="2582418" y="18288"/>
                </a:lnTo>
                <a:lnTo>
                  <a:pt x="2626423" y="16573"/>
                </a:lnTo>
                <a:lnTo>
                  <a:pt x="2670429" y="14859"/>
                </a:lnTo>
                <a:lnTo>
                  <a:pt x="2714434" y="13144"/>
                </a:lnTo>
                <a:lnTo>
                  <a:pt x="2758440" y="11430"/>
                </a:lnTo>
                <a:lnTo>
                  <a:pt x="2797313" y="9727"/>
                </a:lnTo>
                <a:lnTo>
                  <a:pt x="2836259" y="8096"/>
                </a:lnTo>
                <a:lnTo>
                  <a:pt x="2875347" y="6607"/>
                </a:lnTo>
                <a:lnTo>
                  <a:pt x="2914650" y="5334"/>
                </a:lnTo>
                <a:lnTo>
                  <a:pt x="2943236" y="4191"/>
                </a:lnTo>
                <a:lnTo>
                  <a:pt x="2971895" y="3048"/>
                </a:lnTo>
                <a:lnTo>
                  <a:pt x="3000696" y="1905"/>
                </a:lnTo>
                <a:lnTo>
                  <a:pt x="3029712" y="762"/>
                </a:lnTo>
                <a:lnTo>
                  <a:pt x="3046737" y="642"/>
                </a:lnTo>
                <a:lnTo>
                  <a:pt x="3063621" y="381"/>
                </a:lnTo>
                <a:lnTo>
                  <a:pt x="3080504" y="119"/>
                </a:lnTo>
                <a:lnTo>
                  <a:pt x="3097530" y="0"/>
                </a:lnTo>
                <a:lnTo>
                  <a:pt x="3106674" y="0"/>
                </a:lnTo>
                <a:lnTo>
                  <a:pt x="3114294" y="0"/>
                </a:lnTo>
                <a:lnTo>
                  <a:pt x="3120390" y="6857"/>
                </a:lnTo>
                <a:lnTo>
                  <a:pt x="3114294" y="8381"/>
                </a:lnTo>
                <a:lnTo>
                  <a:pt x="3108198" y="9905"/>
                </a:lnTo>
                <a:lnTo>
                  <a:pt x="3099816" y="9905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1" name="Google Shape;2831;p21"/>
          <p:cNvGrpSpPr/>
          <p:nvPr/>
        </p:nvGrpSpPr>
        <p:grpSpPr>
          <a:xfrm>
            <a:off x="3009125" y="3774185"/>
            <a:ext cx="233959" cy="216421"/>
            <a:chOff x="3009125" y="3774185"/>
            <a:chExt cx="233959" cy="216421"/>
          </a:xfrm>
        </p:grpSpPr>
        <p:pic>
          <p:nvPicPr>
            <p:cNvPr id="2832" name="Google Shape;2832;p2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3009125" y="3816083"/>
              <a:ext cx="137185" cy="1745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3" name="Google Shape;2833;p2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171431" y="3865613"/>
              <a:ext cx="71653" cy="86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4" name="Google Shape;2834;p21"/>
            <p:cNvSpPr/>
            <p:nvPr/>
          </p:nvSpPr>
          <p:spPr>
            <a:xfrm>
              <a:off x="3185159" y="3774185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35" name="Google Shape;2835;p2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817607" y="3814559"/>
            <a:ext cx="149377" cy="17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6" name="Google Shape;2836;p21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097261" y="3810749"/>
            <a:ext cx="281965" cy="1158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7" name="Google Shape;2837;p21"/>
          <p:cNvGrpSpPr/>
          <p:nvPr/>
        </p:nvGrpSpPr>
        <p:grpSpPr>
          <a:xfrm>
            <a:off x="4964417" y="3775697"/>
            <a:ext cx="173748" cy="159652"/>
            <a:chOff x="4964417" y="3775697"/>
            <a:chExt cx="173748" cy="159652"/>
          </a:xfrm>
        </p:grpSpPr>
        <p:pic>
          <p:nvPicPr>
            <p:cNvPr id="2838" name="Google Shape;2838;p2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4964417" y="3775697"/>
              <a:ext cx="128041" cy="1234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9" name="Google Shape;2839;p21"/>
            <p:cNvSpPr/>
            <p:nvPr/>
          </p:nvSpPr>
          <p:spPr>
            <a:xfrm>
              <a:off x="5122354" y="3864864"/>
              <a:ext cx="5715" cy="70485"/>
            </a:xfrm>
            <a:custGeom>
              <a:rect b="b" l="l" r="r" t="t"/>
              <a:pathLst>
                <a:path extrusionOk="0" h="70485" w="5714">
                  <a:moveTo>
                    <a:pt x="2095" y="0"/>
                  </a:moveTo>
                  <a:lnTo>
                    <a:pt x="1262" y="23764"/>
                  </a:lnTo>
                  <a:lnTo>
                    <a:pt x="0" y="51244"/>
                  </a:lnTo>
                  <a:lnTo>
                    <a:pt x="166" y="69865"/>
                  </a:lnTo>
                  <a:lnTo>
                    <a:pt x="3619" y="67056"/>
                  </a:lnTo>
                  <a:lnTo>
                    <a:pt x="4381" y="64769"/>
                  </a:lnTo>
                  <a:lnTo>
                    <a:pt x="5143" y="62484"/>
                  </a:lnTo>
                  <a:lnTo>
                    <a:pt x="5143" y="6019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0" name="Google Shape;2840;p21"/>
            <p:cNvSpPr/>
            <p:nvPr/>
          </p:nvSpPr>
          <p:spPr>
            <a:xfrm>
              <a:off x="5122925" y="3784854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41" name="Google Shape;2841;p21"/>
          <p:cNvSpPr/>
          <p:nvPr/>
        </p:nvSpPr>
        <p:spPr>
          <a:xfrm>
            <a:off x="5283708" y="3818382"/>
            <a:ext cx="99060" cy="13335"/>
          </a:xfrm>
          <a:custGeom>
            <a:rect b="b" l="l" r="r" t="t"/>
            <a:pathLst>
              <a:path extrusionOk="0" h="13335" w="99060">
                <a:moveTo>
                  <a:pt x="0" y="12953"/>
                </a:moveTo>
                <a:lnTo>
                  <a:pt x="13680" y="13227"/>
                </a:lnTo>
                <a:lnTo>
                  <a:pt x="26574" y="12858"/>
                </a:lnTo>
                <a:lnTo>
                  <a:pt x="39326" y="11775"/>
                </a:lnTo>
                <a:lnTo>
                  <a:pt x="52577" y="9905"/>
                </a:lnTo>
                <a:lnTo>
                  <a:pt x="61721" y="8774"/>
                </a:lnTo>
                <a:lnTo>
                  <a:pt x="70865" y="7715"/>
                </a:lnTo>
                <a:lnTo>
                  <a:pt x="80009" y="6798"/>
                </a:lnTo>
                <a:lnTo>
                  <a:pt x="89154" y="6095"/>
                </a:lnTo>
                <a:lnTo>
                  <a:pt x="91440" y="5333"/>
                </a:lnTo>
                <a:lnTo>
                  <a:pt x="99060" y="6857"/>
                </a:lnTo>
                <a:lnTo>
                  <a:pt x="99060" y="3809"/>
                </a:lnTo>
                <a:lnTo>
                  <a:pt x="98298" y="2285"/>
                </a:lnTo>
                <a:lnTo>
                  <a:pt x="98298" y="1523"/>
                </a:lnTo>
                <a:lnTo>
                  <a:pt x="97536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42" name="Google Shape;2842;p21"/>
          <p:cNvGrpSpPr/>
          <p:nvPr/>
        </p:nvGrpSpPr>
        <p:grpSpPr>
          <a:xfrm>
            <a:off x="5643848" y="3609581"/>
            <a:ext cx="280714" cy="344944"/>
            <a:chOff x="5643848" y="3609581"/>
            <a:chExt cx="280714" cy="344944"/>
          </a:xfrm>
        </p:grpSpPr>
        <p:sp>
          <p:nvSpPr>
            <p:cNvPr id="2843" name="Google Shape;2843;p21"/>
            <p:cNvSpPr/>
            <p:nvPr/>
          </p:nvSpPr>
          <p:spPr>
            <a:xfrm>
              <a:off x="5643848" y="3690365"/>
              <a:ext cx="120014" cy="264160"/>
            </a:xfrm>
            <a:custGeom>
              <a:rect b="b" l="l" r="r" t="t"/>
              <a:pathLst>
                <a:path extrusionOk="0" h="264160" w="120014">
                  <a:moveTo>
                    <a:pt x="10191" y="0"/>
                  </a:moveTo>
                  <a:lnTo>
                    <a:pt x="3119" y="45541"/>
                  </a:lnTo>
                  <a:lnTo>
                    <a:pt x="369" y="86225"/>
                  </a:lnTo>
                  <a:lnTo>
                    <a:pt x="0" y="111632"/>
                  </a:lnTo>
                  <a:lnTo>
                    <a:pt x="1488" y="137040"/>
                  </a:lnTo>
                  <a:lnTo>
                    <a:pt x="12251" y="185797"/>
                  </a:lnTo>
                  <a:lnTo>
                    <a:pt x="35516" y="229064"/>
                  </a:lnTo>
                  <a:lnTo>
                    <a:pt x="69127" y="255722"/>
                  </a:lnTo>
                  <a:lnTo>
                    <a:pt x="101941" y="262628"/>
                  </a:lnTo>
                  <a:lnTo>
                    <a:pt x="119919" y="26365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44" name="Google Shape;2844;p2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714987" y="3733799"/>
              <a:ext cx="160032" cy="133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5" name="Google Shape;2845;p21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819381" y="3609581"/>
              <a:ext cx="105181" cy="9756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46" name="Google Shape;2846;p21"/>
          <p:cNvGrpSpPr/>
          <p:nvPr/>
        </p:nvGrpSpPr>
        <p:grpSpPr>
          <a:xfrm>
            <a:off x="5978639" y="3605771"/>
            <a:ext cx="280155" cy="222529"/>
            <a:chOff x="5978639" y="3605771"/>
            <a:chExt cx="280155" cy="222529"/>
          </a:xfrm>
        </p:grpSpPr>
        <p:pic>
          <p:nvPicPr>
            <p:cNvPr id="2847" name="Google Shape;2847;p21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5978639" y="3675113"/>
              <a:ext cx="118897" cy="1303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8" name="Google Shape;2848;p21"/>
            <p:cNvSpPr/>
            <p:nvPr/>
          </p:nvSpPr>
          <p:spPr>
            <a:xfrm>
              <a:off x="6141529" y="3775710"/>
              <a:ext cx="4445" cy="46990"/>
            </a:xfrm>
            <a:custGeom>
              <a:rect b="b" l="l" r="r" t="t"/>
              <a:pathLst>
                <a:path extrusionOk="0" h="46989" w="4445">
                  <a:moveTo>
                    <a:pt x="190" y="0"/>
                  </a:moveTo>
                  <a:lnTo>
                    <a:pt x="95" y="7667"/>
                  </a:lnTo>
                  <a:lnTo>
                    <a:pt x="0" y="15621"/>
                  </a:lnTo>
                  <a:lnTo>
                    <a:pt x="190" y="23574"/>
                  </a:lnTo>
                  <a:lnTo>
                    <a:pt x="952" y="31242"/>
                  </a:lnTo>
                  <a:lnTo>
                    <a:pt x="952" y="32766"/>
                  </a:lnTo>
                  <a:lnTo>
                    <a:pt x="2476" y="46482"/>
                  </a:lnTo>
                  <a:lnTo>
                    <a:pt x="4000" y="45720"/>
                  </a:lnTo>
                  <a:lnTo>
                    <a:pt x="4000" y="44958"/>
                  </a:lnTo>
                  <a:lnTo>
                    <a:pt x="4000" y="4419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49" name="Google Shape;2849;p21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178283" y="3605771"/>
              <a:ext cx="80511" cy="22252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0" name="Google Shape;2850;p21"/>
          <p:cNvGrpSpPr/>
          <p:nvPr/>
        </p:nvGrpSpPr>
        <p:grpSpPr>
          <a:xfrm>
            <a:off x="6347447" y="3663683"/>
            <a:ext cx="153175" cy="150508"/>
            <a:chOff x="6347447" y="3663683"/>
            <a:chExt cx="153175" cy="150508"/>
          </a:xfrm>
        </p:grpSpPr>
        <p:pic>
          <p:nvPicPr>
            <p:cNvPr id="2851" name="Google Shape;2851;p21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6347447" y="3663683"/>
              <a:ext cx="110920" cy="998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2" name="Google Shape;2852;p21"/>
            <p:cNvSpPr/>
            <p:nvPr/>
          </p:nvSpPr>
          <p:spPr>
            <a:xfrm>
              <a:off x="6493002" y="3728466"/>
              <a:ext cx="7620" cy="85725"/>
            </a:xfrm>
            <a:custGeom>
              <a:rect b="b" l="l" r="r" t="t"/>
              <a:pathLst>
                <a:path extrusionOk="0" h="85725" w="7620">
                  <a:moveTo>
                    <a:pt x="0" y="0"/>
                  </a:moveTo>
                  <a:lnTo>
                    <a:pt x="1262" y="8001"/>
                  </a:lnTo>
                  <a:lnTo>
                    <a:pt x="2667" y="16002"/>
                  </a:lnTo>
                  <a:lnTo>
                    <a:pt x="4071" y="24003"/>
                  </a:lnTo>
                  <a:lnTo>
                    <a:pt x="5334" y="32004"/>
                  </a:lnTo>
                  <a:lnTo>
                    <a:pt x="6536" y="40445"/>
                  </a:lnTo>
                  <a:lnTo>
                    <a:pt x="6953" y="48672"/>
                  </a:lnTo>
                  <a:lnTo>
                    <a:pt x="6941" y="56757"/>
                  </a:lnTo>
                  <a:lnTo>
                    <a:pt x="6858" y="64769"/>
                  </a:lnTo>
                  <a:lnTo>
                    <a:pt x="6858" y="71628"/>
                  </a:lnTo>
                  <a:lnTo>
                    <a:pt x="7620" y="78486"/>
                  </a:lnTo>
                  <a:lnTo>
                    <a:pt x="6096" y="85344"/>
                  </a:lnTo>
                  <a:lnTo>
                    <a:pt x="6096" y="8458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3" name="Google Shape;2853;p21"/>
          <p:cNvSpPr/>
          <p:nvPr/>
        </p:nvSpPr>
        <p:spPr>
          <a:xfrm>
            <a:off x="6742938" y="3681984"/>
            <a:ext cx="117475" cy="17145"/>
          </a:xfrm>
          <a:custGeom>
            <a:rect b="b" l="l" r="r" t="t"/>
            <a:pathLst>
              <a:path extrusionOk="0" h="17145" w="117475">
                <a:moveTo>
                  <a:pt x="0" y="16763"/>
                </a:moveTo>
                <a:lnTo>
                  <a:pt x="11870" y="16811"/>
                </a:lnTo>
                <a:lnTo>
                  <a:pt x="23526" y="16001"/>
                </a:lnTo>
                <a:lnTo>
                  <a:pt x="35040" y="14620"/>
                </a:lnTo>
                <a:lnTo>
                  <a:pt x="46482" y="12953"/>
                </a:lnTo>
                <a:lnTo>
                  <a:pt x="59626" y="11370"/>
                </a:lnTo>
                <a:lnTo>
                  <a:pt x="72771" y="10001"/>
                </a:lnTo>
                <a:lnTo>
                  <a:pt x="85915" y="8774"/>
                </a:lnTo>
                <a:lnTo>
                  <a:pt x="99060" y="7619"/>
                </a:lnTo>
                <a:lnTo>
                  <a:pt x="105155" y="7619"/>
                </a:lnTo>
                <a:lnTo>
                  <a:pt x="111252" y="6857"/>
                </a:lnTo>
                <a:lnTo>
                  <a:pt x="117348" y="6095"/>
                </a:lnTo>
                <a:lnTo>
                  <a:pt x="116586" y="6095"/>
                </a:lnTo>
                <a:lnTo>
                  <a:pt x="115062" y="5333"/>
                </a:lnTo>
                <a:lnTo>
                  <a:pt x="114300" y="4571"/>
                </a:lnTo>
                <a:lnTo>
                  <a:pt x="111252" y="3809"/>
                </a:lnTo>
                <a:lnTo>
                  <a:pt x="112014" y="3047"/>
                </a:lnTo>
                <a:lnTo>
                  <a:pt x="109728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4" name="Google Shape;2854;p21"/>
          <p:cNvGrpSpPr/>
          <p:nvPr/>
        </p:nvGrpSpPr>
        <p:grpSpPr>
          <a:xfrm>
            <a:off x="7056214" y="3468611"/>
            <a:ext cx="541175" cy="305066"/>
            <a:chOff x="7056214" y="3468611"/>
            <a:chExt cx="541175" cy="305066"/>
          </a:xfrm>
        </p:grpSpPr>
        <p:sp>
          <p:nvSpPr>
            <p:cNvPr id="2855" name="Google Shape;2855;p21"/>
            <p:cNvSpPr/>
            <p:nvPr/>
          </p:nvSpPr>
          <p:spPr>
            <a:xfrm>
              <a:off x="7133843" y="3624643"/>
              <a:ext cx="41910" cy="76200"/>
            </a:xfrm>
            <a:custGeom>
              <a:rect b="b" l="l" r="r" t="t"/>
              <a:pathLst>
                <a:path extrusionOk="0" h="76200" w="41909">
                  <a:moveTo>
                    <a:pt x="12953" y="5524"/>
                  </a:moveTo>
                  <a:lnTo>
                    <a:pt x="17645" y="1047"/>
                  </a:lnTo>
                  <a:lnTo>
                    <a:pt x="21907" y="0"/>
                  </a:lnTo>
                  <a:lnTo>
                    <a:pt x="26455" y="2095"/>
                  </a:lnTo>
                  <a:lnTo>
                    <a:pt x="41909" y="34480"/>
                  </a:lnTo>
                  <a:lnTo>
                    <a:pt x="40457" y="43076"/>
                  </a:lnTo>
                  <a:lnTo>
                    <a:pt x="36575" y="50673"/>
                  </a:lnTo>
                  <a:lnTo>
                    <a:pt x="30980" y="57411"/>
                  </a:lnTo>
                  <a:lnTo>
                    <a:pt x="24383" y="63436"/>
                  </a:lnTo>
                  <a:lnTo>
                    <a:pt x="20288" y="67270"/>
                  </a:lnTo>
                  <a:lnTo>
                    <a:pt x="14477" y="71818"/>
                  </a:lnTo>
                  <a:lnTo>
                    <a:pt x="8096" y="75223"/>
                  </a:lnTo>
                  <a:lnTo>
                    <a:pt x="2285" y="75628"/>
                  </a:lnTo>
                  <a:lnTo>
                    <a:pt x="0" y="75628"/>
                  </a:lnTo>
                  <a:lnTo>
                    <a:pt x="2285" y="68770"/>
                  </a:lnTo>
                  <a:lnTo>
                    <a:pt x="2285" y="6724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21"/>
            <p:cNvSpPr/>
            <p:nvPr/>
          </p:nvSpPr>
          <p:spPr>
            <a:xfrm>
              <a:off x="7182468" y="3613403"/>
              <a:ext cx="55880" cy="85725"/>
            </a:xfrm>
            <a:custGeom>
              <a:rect b="b" l="l" r="r" t="t"/>
              <a:pathLst>
                <a:path extrusionOk="0" h="85725" w="55879">
                  <a:moveTo>
                    <a:pt x="15382" y="0"/>
                  </a:moveTo>
                  <a:lnTo>
                    <a:pt x="142" y="41910"/>
                  </a:lnTo>
                  <a:lnTo>
                    <a:pt x="0" y="50351"/>
                  </a:lnTo>
                  <a:lnTo>
                    <a:pt x="142" y="58578"/>
                  </a:lnTo>
                  <a:lnTo>
                    <a:pt x="23002" y="85344"/>
                  </a:lnTo>
                  <a:lnTo>
                    <a:pt x="30503" y="85308"/>
                  </a:lnTo>
                  <a:lnTo>
                    <a:pt x="37290" y="83915"/>
                  </a:lnTo>
                  <a:lnTo>
                    <a:pt x="43791" y="80950"/>
                  </a:lnTo>
                  <a:lnTo>
                    <a:pt x="50434" y="76199"/>
                  </a:lnTo>
                  <a:lnTo>
                    <a:pt x="51958" y="74675"/>
                  </a:lnTo>
                  <a:lnTo>
                    <a:pt x="54244" y="73151"/>
                  </a:lnTo>
                  <a:lnTo>
                    <a:pt x="55768" y="70865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21"/>
            <p:cNvSpPr/>
            <p:nvPr/>
          </p:nvSpPr>
          <p:spPr>
            <a:xfrm>
              <a:off x="7269479" y="3685793"/>
              <a:ext cx="2540" cy="50800"/>
            </a:xfrm>
            <a:custGeom>
              <a:rect b="b" l="l" r="r" t="t"/>
              <a:pathLst>
                <a:path extrusionOk="0" h="50800" w="2540">
                  <a:moveTo>
                    <a:pt x="0" y="0"/>
                  </a:moveTo>
                  <a:lnTo>
                    <a:pt x="678" y="8453"/>
                  </a:lnTo>
                  <a:lnTo>
                    <a:pt x="1428" y="16764"/>
                  </a:lnTo>
                  <a:lnTo>
                    <a:pt x="2035" y="25074"/>
                  </a:lnTo>
                  <a:lnTo>
                    <a:pt x="2286" y="33528"/>
                  </a:lnTo>
                  <a:lnTo>
                    <a:pt x="2286" y="38862"/>
                  </a:lnTo>
                  <a:lnTo>
                    <a:pt x="2286" y="46482"/>
                  </a:lnTo>
                  <a:lnTo>
                    <a:pt x="1524" y="5029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21"/>
            <p:cNvSpPr/>
            <p:nvPr/>
          </p:nvSpPr>
          <p:spPr>
            <a:xfrm>
              <a:off x="7249667" y="3625595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59" name="Google Shape;2859;p21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7232890" y="3468611"/>
              <a:ext cx="82321" cy="1059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0" name="Google Shape;2860;p21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7338808" y="3499853"/>
              <a:ext cx="258581" cy="2065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1" name="Google Shape;2861;p21"/>
            <p:cNvSpPr/>
            <p:nvPr/>
          </p:nvSpPr>
          <p:spPr>
            <a:xfrm>
              <a:off x="7056214" y="3553967"/>
              <a:ext cx="137160" cy="219710"/>
            </a:xfrm>
            <a:custGeom>
              <a:rect b="b" l="l" r="r" t="t"/>
              <a:pathLst>
                <a:path extrusionOk="0" h="219710" w="137159">
                  <a:moveTo>
                    <a:pt x="4476" y="0"/>
                  </a:moveTo>
                  <a:lnTo>
                    <a:pt x="631" y="18502"/>
                  </a:lnTo>
                  <a:lnTo>
                    <a:pt x="0" y="36004"/>
                  </a:lnTo>
                  <a:lnTo>
                    <a:pt x="1797" y="53792"/>
                  </a:lnTo>
                  <a:lnTo>
                    <a:pt x="10727" y="96904"/>
                  </a:lnTo>
                  <a:lnTo>
                    <a:pt x="24848" y="144410"/>
                  </a:lnTo>
                  <a:lnTo>
                    <a:pt x="44410" y="184284"/>
                  </a:lnTo>
                  <a:lnTo>
                    <a:pt x="72556" y="210812"/>
                  </a:lnTo>
                  <a:lnTo>
                    <a:pt x="116776" y="219265"/>
                  </a:lnTo>
                  <a:lnTo>
                    <a:pt x="126599" y="218789"/>
                  </a:lnTo>
                  <a:lnTo>
                    <a:pt x="137064" y="21716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62" name="Google Shape;2862;p21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7675458" y="3537191"/>
            <a:ext cx="199062" cy="178333"/>
          </a:xfrm>
          <a:prstGeom prst="rect">
            <a:avLst/>
          </a:prstGeom>
          <a:noFill/>
          <a:ln>
            <a:noFill/>
          </a:ln>
        </p:spPr>
      </p:pic>
      <p:sp>
        <p:nvSpPr>
          <p:cNvPr id="2863" name="Google Shape;2863;p21"/>
          <p:cNvSpPr/>
          <p:nvPr/>
        </p:nvSpPr>
        <p:spPr>
          <a:xfrm>
            <a:off x="8037576" y="3562350"/>
            <a:ext cx="58419" cy="7620"/>
          </a:xfrm>
          <a:custGeom>
            <a:rect b="b" l="l" r="r" t="t"/>
            <a:pathLst>
              <a:path extrusionOk="0" h="7620" w="58420">
                <a:moveTo>
                  <a:pt x="0" y="1524"/>
                </a:moveTo>
                <a:lnTo>
                  <a:pt x="10620" y="2059"/>
                </a:lnTo>
                <a:lnTo>
                  <a:pt x="20955" y="2381"/>
                </a:lnTo>
                <a:lnTo>
                  <a:pt x="31289" y="2274"/>
                </a:lnTo>
                <a:lnTo>
                  <a:pt x="41910" y="1524"/>
                </a:lnTo>
                <a:lnTo>
                  <a:pt x="47244" y="762"/>
                </a:lnTo>
                <a:lnTo>
                  <a:pt x="52577" y="0"/>
                </a:lnTo>
                <a:lnTo>
                  <a:pt x="57912" y="0"/>
                </a:lnTo>
                <a:lnTo>
                  <a:pt x="54864" y="3048"/>
                </a:lnTo>
                <a:lnTo>
                  <a:pt x="52577" y="5334"/>
                </a:lnTo>
                <a:lnTo>
                  <a:pt x="49530" y="762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4" name="Google Shape;2864;p21"/>
          <p:cNvSpPr/>
          <p:nvPr/>
        </p:nvSpPr>
        <p:spPr>
          <a:xfrm>
            <a:off x="8275319" y="3531870"/>
            <a:ext cx="9525" cy="3810"/>
          </a:xfrm>
          <a:custGeom>
            <a:rect b="b" l="l" r="r" t="t"/>
            <a:pathLst>
              <a:path extrusionOk="0" h="3810" w="9525">
                <a:moveTo>
                  <a:pt x="0" y="1524"/>
                </a:moveTo>
                <a:lnTo>
                  <a:pt x="4572" y="3810"/>
                </a:lnTo>
                <a:lnTo>
                  <a:pt x="6096" y="3810"/>
                </a:lnTo>
                <a:lnTo>
                  <a:pt x="9144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5" name="Google Shape;2865;p21"/>
          <p:cNvSpPr/>
          <p:nvPr/>
        </p:nvSpPr>
        <p:spPr>
          <a:xfrm>
            <a:off x="8411718" y="3509771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2192"/>
                </a:lnTo>
                <a:lnTo>
                  <a:pt x="3048" y="15240"/>
                </a:lnTo>
                <a:lnTo>
                  <a:pt x="11430" y="15240"/>
                </a:lnTo>
                <a:lnTo>
                  <a:pt x="15240" y="12192"/>
                </a:lnTo>
                <a:lnTo>
                  <a:pt x="15240" y="7620"/>
                </a:lnTo>
                <a:lnTo>
                  <a:pt x="15240" y="3048"/>
                </a:lnTo>
                <a:lnTo>
                  <a:pt x="11430" y="0"/>
                </a:lnTo>
                <a:lnTo>
                  <a:pt x="3048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6" name="Google Shape;2866;p21"/>
          <p:cNvSpPr/>
          <p:nvPr/>
        </p:nvSpPr>
        <p:spPr>
          <a:xfrm>
            <a:off x="8565642" y="3494532"/>
            <a:ext cx="16510" cy="15240"/>
          </a:xfrm>
          <a:custGeom>
            <a:rect b="b" l="l" r="r" t="t"/>
            <a:pathLst>
              <a:path extrusionOk="0" h="15239" w="16509">
                <a:moveTo>
                  <a:pt x="0" y="3048"/>
                </a:moveTo>
                <a:lnTo>
                  <a:pt x="0" y="11430"/>
                </a:lnTo>
                <a:lnTo>
                  <a:pt x="3809" y="15240"/>
                </a:lnTo>
                <a:lnTo>
                  <a:pt x="12191" y="15240"/>
                </a:lnTo>
                <a:lnTo>
                  <a:pt x="16001" y="11430"/>
                </a:lnTo>
                <a:lnTo>
                  <a:pt x="16001" y="7620"/>
                </a:lnTo>
                <a:lnTo>
                  <a:pt x="16001" y="3048"/>
                </a:lnTo>
                <a:lnTo>
                  <a:pt x="12191" y="0"/>
                </a:lnTo>
                <a:lnTo>
                  <a:pt x="3809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7" name="Google Shape;2867;p21"/>
          <p:cNvSpPr/>
          <p:nvPr/>
        </p:nvSpPr>
        <p:spPr>
          <a:xfrm>
            <a:off x="8795004" y="3479291"/>
            <a:ext cx="68580" cy="5080"/>
          </a:xfrm>
          <a:custGeom>
            <a:rect b="b" l="l" r="r" t="t"/>
            <a:pathLst>
              <a:path extrusionOk="0" h="5079" w="68579">
                <a:moveTo>
                  <a:pt x="0" y="3048"/>
                </a:moveTo>
                <a:lnTo>
                  <a:pt x="9608" y="3607"/>
                </a:lnTo>
                <a:lnTo>
                  <a:pt x="19145" y="4095"/>
                </a:lnTo>
                <a:lnTo>
                  <a:pt x="28825" y="4441"/>
                </a:lnTo>
                <a:lnTo>
                  <a:pt x="38862" y="4572"/>
                </a:lnTo>
                <a:lnTo>
                  <a:pt x="46482" y="4572"/>
                </a:lnTo>
                <a:lnTo>
                  <a:pt x="54864" y="3810"/>
                </a:lnTo>
                <a:lnTo>
                  <a:pt x="63246" y="3810"/>
                </a:lnTo>
                <a:lnTo>
                  <a:pt x="65532" y="3810"/>
                </a:lnTo>
                <a:lnTo>
                  <a:pt x="67818" y="4572"/>
                </a:lnTo>
                <a:lnTo>
                  <a:pt x="68580" y="3048"/>
                </a:lnTo>
                <a:lnTo>
                  <a:pt x="68580" y="2286"/>
                </a:lnTo>
                <a:lnTo>
                  <a:pt x="68580" y="762"/>
                </a:lnTo>
                <a:lnTo>
                  <a:pt x="68580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8" name="Google Shape;2868;p21"/>
          <p:cNvGrpSpPr/>
          <p:nvPr/>
        </p:nvGrpSpPr>
        <p:grpSpPr>
          <a:xfrm>
            <a:off x="8996171" y="3220199"/>
            <a:ext cx="584466" cy="347866"/>
            <a:chOff x="8996171" y="3220199"/>
            <a:chExt cx="584466" cy="347866"/>
          </a:xfrm>
        </p:grpSpPr>
        <p:pic>
          <p:nvPicPr>
            <p:cNvPr id="2869" name="Google Shape;2869;p2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9045688" y="3370326"/>
              <a:ext cx="143924" cy="1417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0" name="Google Shape;2870;p21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9159988" y="3220199"/>
              <a:ext cx="78511" cy="1089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1" name="Google Shape;2871;p21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9276384" y="3237725"/>
              <a:ext cx="304253" cy="2471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2" name="Google Shape;2872;p21"/>
            <p:cNvSpPr/>
            <p:nvPr/>
          </p:nvSpPr>
          <p:spPr>
            <a:xfrm>
              <a:off x="8996171" y="3280410"/>
              <a:ext cx="198120" cy="287655"/>
            </a:xfrm>
            <a:custGeom>
              <a:rect b="b" l="l" r="r" t="t"/>
              <a:pathLst>
                <a:path extrusionOk="0" h="287654" w="198120">
                  <a:moveTo>
                    <a:pt x="56387" y="0"/>
                  </a:moveTo>
                  <a:lnTo>
                    <a:pt x="24991" y="42433"/>
                  </a:lnTo>
                  <a:lnTo>
                    <a:pt x="9644" y="84796"/>
                  </a:lnTo>
                  <a:lnTo>
                    <a:pt x="1023" y="134564"/>
                  </a:lnTo>
                  <a:lnTo>
                    <a:pt x="0" y="160020"/>
                  </a:lnTo>
                  <a:lnTo>
                    <a:pt x="964" y="184249"/>
                  </a:lnTo>
                  <a:lnTo>
                    <a:pt x="14037" y="229564"/>
                  </a:lnTo>
                  <a:lnTo>
                    <a:pt x="43564" y="265616"/>
                  </a:lnTo>
                  <a:lnTo>
                    <a:pt x="84117" y="283261"/>
                  </a:lnTo>
                  <a:lnTo>
                    <a:pt x="130075" y="287357"/>
                  </a:lnTo>
                  <a:lnTo>
                    <a:pt x="152685" y="285845"/>
                  </a:lnTo>
                  <a:lnTo>
                    <a:pt x="175152" y="282761"/>
                  </a:lnTo>
                  <a:lnTo>
                    <a:pt x="198119" y="27889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73" name="Google Shape;2873;p21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9643573" y="3266681"/>
            <a:ext cx="209861" cy="195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4" name="Google Shape;2874;p21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8255495" y="2615183"/>
            <a:ext cx="163855" cy="169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5" name="Google Shape;2875;p21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8492822" y="2622898"/>
            <a:ext cx="112456" cy="1119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6" name="Google Shape;2876;p21"/>
          <p:cNvGrpSpPr/>
          <p:nvPr/>
        </p:nvGrpSpPr>
        <p:grpSpPr>
          <a:xfrm>
            <a:off x="8669261" y="2421623"/>
            <a:ext cx="289192" cy="336067"/>
            <a:chOff x="8669261" y="2421623"/>
            <a:chExt cx="289192" cy="336067"/>
          </a:xfrm>
        </p:grpSpPr>
        <p:pic>
          <p:nvPicPr>
            <p:cNvPr id="2877" name="Google Shape;2877;p21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8669261" y="2421623"/>
              <a:ext cx="230149" cy="3360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8" name="Google Shape;2878;p21"/>
            <p:cNvSpPr/>
            <p:nvPr/>
          </p:nvSpPr>
          <p:spPr>
            <a:xfrm>
              <a:off x="8948928" y="2537460"/>
              <a:ext cx="9525" cy="14604"/>
            </a:xfrm>
            <a:custGeom>
              <a:rect b="b" l="l" r="r" t="t"/>
              <a:pathLst>
                <a:path extrusionOk="0" h="14605" w="9525">
                  <a:moveTo>
                    <a:pt x="9144" y="14477"/>
                  </a:moveTo>
                  <a:lnTo>
                    <a:pt x="6096" y="9143"/>
                  </a:lnTo>
                  <a:lnTo>
                    <a:pt x="3048" y="4571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9" name="Google Shape;2879;p21"/>
          <p:cNvGrpSpPr/>
          <p:nvPr/>
        </p:nvGrpSpPr>
        <p:grpSpPr>
          <a:xfrm>
            <a:off x="8955023" y="3913631"/>
            <a:ext cx="122809" cy="63627"/>
            <a:chOff x="8955023" y="3913631"/>
            <a:chExt cx="122809" cy="63627"/>
          </a:xfrm>
        </p:grpSpPr>
        <p:sp>
          <p:nvSpPr>
            <p:cNvPr id="2880" name="Google Shape;2880;p21"/>
            <p:cNvSpPr/>
            <p:nvPr/>
          </p:nvSpPr>
          <p:spPr>
            <a:xfrm>
              <a:off x="8955023" y="3913631"/>
              <a:ext cx="97790" cy="9525"/>
            </a:xfrm>
            <a:custGeom>
              <a:rect b="b" l="l" r="r" t="t"/>
              <a:pathLst>
                <a:path extrusionOk="0" h="9525" w="97790">
                  <a:moveTo>
                    <a:pt x="0" y="8382"/>
                  </a:moveTo>
                  <a:lnTo>
                    <a:pt x="13132" y="8596"/>
                  </a:lnTo>
                  <a:lnTo>
                    <a:pt x="26193" y="8953"/>
                  </a:lnTo>
                  <a:lnTo>
                    <a:pt x="39112" y="9024"/>
                  </a:lnTo>
                  <a:lnTo>
                    <a:pt x="51816" y="8382"/>
                  </a:lnTo>
                  <a:lnTo>
                    <a:pt x="63674" y="7393"/>
                  </a:lnTo>
                  <a:lnTo>
                    <a:pt x="75247" y="5619"/>
                  </a:lnTo>
                  <a:lnTo>
                    <a:pt x="86534" y="3131"/>
                  </a:lnTo>
                  <a:lnTo>
                    <a:pt x="97536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p21"/>
            <p:cNvSpPr/>
            <p:nvPr/>
          </p:nvSpPr>
          <p:spPr>
            <a:xfrm>
              <a:off x="8990837" y="3963923"/>
              <a:ext cx="86995" cy="13335"/>
            </a:xfrm>
            <a:custGeom>
              <a:rect b="b" l="l" r="r" t="t"/>
              <a:pathLst>
                <a:path extrusionOk="0" h="13335" w="86995">
                  <a:moveTo>
                    <a:pt x="0" y="12191"/>
                  </a:moveTo>
                  <a:lnTo>
                    <a:pt x="12906" y="12894"/>
                  </a:lnTo>
                  <a:lnTo>
                    <a:pt x="25526" y="12668"/>
                  </a:lnTo>
                  <a:lnTo>
                    <a:pt x="38147" y="11441"/>
                  </a:lnTo>
                  <a:lnTo>
                    <a:pt x="51053" y="9143"/>
                  </a:lnTo>
                  <a:lnTo>
                    <a:pt x="60507" y="7608"/>
                  </a:lnTo>
                  <a:lnTo>
                    <a:pt x="69532" y="5429"/>
                  </a:lnTo>
                  <a:lnTo>
                    <a:pt x="78271" y="2821"/>
                  </a:lnTo>
                  <a:lnTo>
                    <a:pt x="8686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82" name="Google Shape;2882;p21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9196541" y="3880091"/>
            <a:ext cx="115301" cy="146972"/>
          </a:xfrm>
          <a:prstGeom prst="rect">
            <a:avLst/>
          </a:prstGeom>
          <a:noFill/>
          <a:ln>
            <a:noFill/>
          </a:ln>
        </p:spPr>
      </p:pic>
      <p:sp>
        <p:nvSpPr>
          <p:cNvPr id="2883" name="Google Shape;2883;p21"/>
          <p:cNvSpPr/>
          <p:nvPr/>
        </p:nvSpPr>
        <p:spPr>
          <a:xfrm>
            <a:off x="9394697" y="3939540"/>
            <a:ext cx="18415" cy="2540"/>
          </a:xfrm>
          <a:custGeom>
            <a:rect b="b" l="l" r="r" t="t"/>
            <a:pathLst>
              <a:path extrusionOk="0" h="2539" w="18415">
                <a:moveTo>
                  <a:pt x="18288" y="2286"/>
                </a:moveTo>
                <a:lnTo>
                  <a:pt x="12192" y="1524"/>
                </a:lnTo>
                <a:lnTo>
                  <a:pt x="6096" y="762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4" name="Google Shape;2884;p21"/>
          <p:cNvGrpSpPr/>
          <p:nvPr/>
        </p:nvGrpSpPr>
        <p:grpSpPr>
          <a:xfrm>
            <a:off x="3598925" y="4709374"/>
            <a:ext cx="248666" cy="230545"/>
            <a:chOff x="3598925" y="4709374"/>
            <a:chExt cx="248666" cy="230545"/>
          </a:xfrm>
        </p:grpSpPr>
        <p:sp>
          <p:nvSpPr>
            <p:cNvPr id="2885" name="Google Shape;2885;p21"/>
            <p:cNvSpPr/>
            <p:nvPr/>
          </p:nvSpPr>
          <p:spPr>
            <a:xfrm>
              <a:off x="3598925" y="4709374"/>
              <a:ext cx="87630" cy="127635"/>
            </a:xfrm>
            <a:custGeom>
              <a:rect b="b" l="l" r="r" t="t"/>
              <a:pathLst>
                <a:path extrusionOk="0" h="127635" w="87629">
                  <a:moveTo>
                    <a:pt x="0" y="13501"/>
                  </a:moveTo>
                  <a:lnTo>
                    <a:pt x="9667" y="6048"/>
                  </a:lnTo>
                  <a:lnTo>
                    <a:pt x="19049" y="1309"/>
                  </a:lnTo>
                  <a:lnTo>
                    <a:pt x="29575" y="0"/>
                  </a:lnTo>
                  <a:lnTo>
                    <a:pt x="42672" y="2833"/>
                  </a:lnTo>
                  <a:lnTo>
                    <a:pt x="73640" y="27801"/>
                  </a:lnTo>
                  <a:lnTo>
                    <a:pt x="87296" y="76914"/>
                  </a:lnTo>
                  <a:lnTo>
                    <a:pt x="86106" y="88939"/>
                  </a:lnTo>
                  <a:lnTo>
                    <a:pt x="55471" y="122300"/>
                  </a:lnTo>
                  <a:lnTo>
                    <a:pt x="32004" y="125515"/>
                  </a:lnTo>
                  <a:lnTo>
                    <a:pt x="26670" y="126277"/>
                  </a:lnTo>
                  <a:lnTo>
                    <a:pt x="21336" y="127039"/>
                  </a:lnTo>
                  <a:lnTo>
                    <a:pt x="19812" y="120181"/>
                  </a:lnTo>
                  <a:lnTo>
                    <a:pt x="19812" y="116371"/>
                  </a:lnTo>
                  <a:lnTo>
                    <a:pt x="20574" y="114847"/>
                  </a:lnTo>
                  <a:lnTo>
                    <a:pt x="21336" y="11179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p21"/>
            <p:cNvSpPr/>
            <p:nvPr/>
          </p:nvSpPr>
          <p:spPr>
            <a:xfrm>
              <a:off x="3674649" y="4712874"/>
              <a:ext cx="91440" cy="127635"/>
            </a:xfrm>
            <a:custGeom>
              <a:rect b="b" l="l" r="r" t="t"/>
              <a:pathLst>
                <a:path extrusionOk="0" h="127635" w="91439">
                  <a:moveTo>
                    <a:pt x="50006" y="2381"/>
                  </a:moveTo>
                  <a:lnTo>
                    <a:pt x="41124" y="440"/>
                  </a:lnTo>
                  <a:lnTo>
                    <a:pt x="34956" y="0"/>
                  </a:lnTo>
                  <a:lnTo>
                    <a:pt x="29646" y="2274"/>
                  </a:lnTo>
                  <a:lnTo>
                    <a:pt x="7262" y="38695"/>
                  </a:lnTo>
                  <a:lnTo>
                    <a:pt x="0" y="79533"/>
                  </a:lnTo>
                  <a:lnTo>
                    <a:pt x="1393" y="94845"/>
                  </a:lnTo>
                  <a:lnTo>
                    <a:pt x="37754" y="125980"/>
                  </a:lnTo>
                  <a:lnTo>
                    <a:pt x="50006" y="126587"/>
                  </a:lnTo>
                  <a:lnTo>
                    <a:pt x="59352" y="127146"/>
                  </a:lnTo>
                  <a:lnTo>
                    <a:pt x="68770" y="127063"/>
                  </a:lnTo>
                  <a:lnTo>
                    <a:pt x="77759" y="125408"/>
                  </a:lnTo>
                  <a:lnTo>
                    <a:pt x="85820" y="121253"/>
                  </a:lnTo>
                  <a:lnTo>
                    <a:pt x="87344" y="119729"/>
                  </a:lnTo>
                  <a:lnTo>
                    <a:pt x="89630" y="117443"/>
                  </a:lnTo>
                  <a:lnTo>
                    <a:pt x="91154" y="11591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p21"/>
            <p:cNvSpPr/>
            <p:nvPr/>
          </p:nvSpPr>
          <p:spPr>
            <a:xfrm>
              <a:off x="3803141" y="4840224"/>
              <a:ext cx="44450" cy="99695"/>
            </a:xfrm>
            <a:custGeom>
              <a:rect b="b" l="l" r="r" t="t"/>
              <a:pathLst>
                <a:path extrusionOk="0" h="99695" w="44450">
                  <a:moveTo>
                    <a:pt x="6858" y="0"/>
                  </a:moveTo>
                  <a:lnTo>
                    <a:pt x="3536" y="11263"/>
                  </a:lnTo>
                  <a:lnTo>
                    <a:pt x="1428" y="20954"/>
                  </a:lnTo>
                  <a:lnTo>
                    <a:pt x="321" y="30646"/>
                  </a:lnTo>
                  <a:lnTo>
                    <a:pt x="0" y="41909"/>
                  </a:lnTo>
                  <a:lnTo>
                    <a:pt x="190" y="51946"/>
                  </a:lnTo>
                  <a:lnTo>
                    <a:pt x="12192" y="96773"/>
                  </a:lnTo>
                  <a:lnTo>
                    <a:pt x="26241" y="99429"/>
                  </a:lnTo>
                  <a:lnTo>
                    <a:pt x="31813" y="97440"/>
                  </a:lnTo>
                  <a:lnTo>
                    <a:pt x="36528" y="93595"/>
                  </a:lnTo>
                  <a:lnTo>
                    <a:pt x="40386" y="88391"/>
                  </a:lnTo>
                  <a:lnTo>
                    <a:pt x="41910" y="85343"/>
                  </a:lnTo>
                  <a:lnTo>
                    <a:pt x="43434" y="82295"/>
                  </a:lnTo>
                  <a:lnTo>
                    <a:pt x="44196" y="7924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21"/>
            <p:cNvSpPr/>
            <p:nvPr/>
          </p:nvSpPr>
          <p:spPr>
            <a:xfrm>
              <a:off x="3800093" y="4737354"/>
              <a:ext cx="2540" cy="3810"/>
            </a:xfrm>
            <a:custGeom>
              <a:rect b="b" l="l" r="r" t="t"/>
              <a:pathLst>
                <a:path extrusionOk="0" h="3810" w="2539">
                  <a:moveTo>
                    <a:pt x="2286" y="3809"/>
                  </a:moveTo>
                  <a:lnTo>
                    <a:pt x="1524" y="2285"/>
                  </a:lnTo>
                  <a:lnTo>
                    <a:pt x="762" y="1523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89" name="Google Shape;2889;p21"/>
          <p:cNvSpPr/>
          <p:nvPr/>
        </p:nvSpPr>
        <p:spPr>
          <a:xfrm>
            <a:off x="4092702" y="4720590"/>
            <a:ext cx="71120" cy="3810"/>
          </a:xfrm>
          <a:custGeom>
            <a:rect b="b" l="l" r="r" t="t"/>
            <a:pathLst>
              <a:path extrusionOk="0" h="3810" w="71120">
                <a:moveTo>
                  <a:pt x="0" y="0"/>
                </a:moveTo>
                <a:lnTo>
                  <a:pt x="10620" y="1869"/>
                </a:lnTo>
                <a:lnTo>
                  <a:pt x="20955" y="2952"/>
                </a:lnTo>
                <a:lnTo>
                  <a:pt x="31289" y="3321"/>
                </a:lnTo>
                <a:lnTo>
                  <a:pt x="41910" y="3048"/>
                </a:lnTo>
                <a:lnTo>
                  <a:pt x="48768" y="2928"/>
                </a:lnTo>
                <a:lnTo>
                  <a:pt x="55626" y="2667"/>
                </a:lnTo>
                <a:lnTo>
                  <a:pt x="62484" y="2405"/>
                </a:lnTo>
                <a:lnTo>
                  <a:pt x="69342" y="2286"/>
                </a:lnTo>
                <a:lnTo>
                  <a:pt x="70104" y="2286"/>
                </a:lnTo>
                <a:lnTo>
                  <a:pt x="70866" y="2286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0" name="Google Shape;2890;p21"/>
          <p:cNvSpPr/>
          <p:nvPr/>
        </p:nvSpPr>
        <p:spPr>
          <a:xfrm>
            <a:off x="4102608" y="4795265"/>
            <a:ext cx="91440" cy="8255"/>
          </a:xfrm>
          <a:custGeom>
            <a:rect b="b" l="l" r="r" t="t"/>
            <a:pathLst>
              <a:path extrusionOk="0" h="8254" w="91439">
                <a:moveTo>
                  <a:pt x="0" y="0"/>
                </a:moveTo>
                <a:lnTo>
                  <a:pt x="15930" y="5334"/>
                </a:lnTo>
                <a:lnTo>
                  <a:pt x="29146" y="7810"/>
                </a:lnTo>
                <a:lnTo>
                  <a:pt x="42648" y="7715"/>
                </a:lnTo>
                <a:lnTo>
                  <a:pt x="59436" y="5334"/>
                </a:lnTo>
                <a:lnTo>
                  <a:pt x="67437" y="3976"/>
                </a:lnTo>
                <a:lnTo>
                  <a:pt x="75438" y="3048"/>
                </a:lnTo>
                <a:lnTo>
                  <a:pt x="83439" y="2119"/>
                </a:lnTo>
                <a:lnTo>
                  <a:pt x="91440" y="76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1" name="Google Shape;2891;p21"/>
          <p:cNvGrpSpPr/>
          <p:nvPr/>
        </p:nvGrpSpPr>
        <p:grpSpPr>
          <a:xfrm>
            <a:off x="4613910" y="4562843"/>
            <a:ext cx="297192" cy="359930"/>
            <a:chOff x="4613910" y="4562843"/>
            <a:chExt cx="297192" cy="359930"/>
          </a:xfrm>
        </p:grpSpPr>
        <p:pic>
          <p:nvPicPr>
            <p:cNvPr id="2892" name="Google Shape;2892;p21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4701527" y="4562843"/>
              <a:ext cx="209575" cy="2918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3" name="Google Shape;2893;p21"/>
            <p:cNvSpPr/>
            <p:nvPr/>
          </p:nvSpPr>
          <p:spPr>
            <a:xfrm>
              <a:off x="4613910" y="4634483"/>
              <a:ext cx="178435" cy="288290"/>
            </a:xfrm>
            <a:custGeom>
              <a:rect b="b" l="l" r="r" t="t"/>
              <a:pathLst>
                <a:path extrusionOk="0" h="288289" w="178435">
                  <a:moveTo>
                    <a:pt x="15239" y="0"/>
                  </a:moveTo>
                  <a:lnTo>
                    <a:pt x="5893" y="4441"/>
                  </a:lnTo>
                  <a:lnTo>
                    <a:pt x="1619" y="10382"/>
                  </a:lnTo>
                  <a:lnTo>
                    <a:pt x="345" y="18752"/>
                  </a:lnTo>
                  <a:lnTo>
                    <a:pt x="0" y="30479"/>
                  </a:lnTo>
                  <a:lnTo>
                    <a:pt x="273" y="53554"/>
                  </a:lnTo>
                  <a:lnTo>
                    <a:pt x="5679" y="98845"/>
                  </a:lnTo>
                  <a:lnTo>
                    <a:pt x="18347" y="151102"/>
                  </a:lnTo>
                  <a:lnTo>
                    <a:pt x="40564" y="207752"/>
                  </a:lnTo>
                  <a:lnTo>
                    <a:pt x="74294" y="255353"/>
                  </a:lnTo>
                  <a:lnTo>
                    <a:pt x="118967" y="282475"/>
                  </a:lnTo>
                  <a:lnTo>
                    <a:pt x="146303" y="288035"/>
                  </a:lnTo>
                  <a:lnTo>
                    <a:pt x="154304" y="288035"/>
                  </a:lnTo>
                  <a:lnTo>
                    <a:pt x="162305" y="288035"/>
                  </a:lnTo>
                  <a:lnTo>
                    <a:pt x="170306" y="288035"/>
                  </a:lnTo>
                  <a:lnTo>
                    <a:pt x="178307" y="288035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4" name="Google Shape;2894;p21"/>
          <p:cNvGrpSpPr/>
          <p:nvPr/>
        </p:nvGrpSpPr>
        <p:grpSpPr>
          <a:xfrm>
            <a:off x="4958785" y="4569701"/>
            <a:ext cx="287025" cy="244627"/>
            <a:chOff x="4958785" y="4569701"/>
            <a:chExt cx="287025" cy="244627"/>
          </a:xfrm>
        </p:grpSpPr>
        <p:pic>
          <p:nvPicPr>
            <p:cNvPr id="2895" name="Google Shape;2895;p21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4958785" y="4686287"/>
              <a:ext cx="119480" cy="1028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6" name="Google Shape;2896;p21"/>
            <p:cNvSpPr/>
            <p:nvPr/>
          </p:nvSpPr>
          <p:spPr>
            <a:xfrm>
              <a:off x="5119401" y="4718304"/>
              <a:ext cx="3810" cy="88900"/>
            </a:xfrm>
            <a:custGeom>
              <a:rect b="b" l="l" r="r" t="t"/>
              <a:pathLst>
                <a:path extrusionOk="0" h="88900" w="3810">
                  <a:moveTo>
                    <a:pt x="476" y="0"/>
                  </a:moveTo>
                  <a:lnTo>
                    <a:pt x="273" y="20002"/>
                  </a:lnTo>
                  <a:lnTo>
                    <a:pt x="0" y="40005"/>
                  </a:lnTo>
                  <a:lnTo>
                    <a:pt x="154" y="60007"/>
                  </a:lnTo>
                  <a:lnTo>
                    <a:pt x="1238" y="80010"/>
                  </a:lnTo>
                  <a:lnTo>
                    <a:pt x="1238" y="84582"/>
                  </a:lnTo>
                  <a:lnTo>
                    <a:pt x="476" y="88392"/>
                  </a:lnTo>
                  <a:lnTo>
                    <a:pt x="3524" y="8458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97" name="Google Shape;2897;p21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5154155" y="4569701"/>
              <a:ext cx="91655" cy="2446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98" name="Google Shape;2898;p21"/>
          <p:cNvGrpSpPr/>
          <p:nvPr/>
        </p:nvGrpSpPr>
        <p:grpSpPr>
          <a:xfrm>
            <a:off x="5310365" y="4614659"/>
            <a:ext cx="175781" cy="200038"/>
            <a:chOff x="5310365" y="4614659"/>
            <a:chExt cx="175781" cy="200038"/>
          </a:xfrm>
        </p:grpSpPr>
        <p:pic>
          <p:nvPicPr>
            <p:cNvPr id="2899" name="Google Shape;2899;p21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5310365" y="4614659"/>
              <a:ext cx="131053" cy="1292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0" name="Google Shape;2900;p21"/>
            <p:cNvSpPr/>
            <p:nvPr/>
          </p:nvSpPr>
          <p:spPr>
            <a:xfrm>
              <a:off x="5484876" y="4732782"/>
              <a:ext cx="1270" cy="81915"/>
            </a:xfrm>
            <a:custGeom>
              <a:rect b="b" l="l" r="r" t="t"/>
              <a:pathLst>
                <a:path extrusionOk="0" h="81914" w="1270">
                  <a:moveTo>
                    <a:pt x="0" y="0"/>
                  </a:moveTo>
                  <a:lnTo>
                    <a:pt x="0" y="8584"/>
                  </a:lnTo>
                  <a:lnTo>
                    <a:pt x="0" y="17240"/>
                  </a:lnTo>
                  <a:lnTo>
                    <a:pt x="0" y="26038"/>
                  </a:lnTo>
                  <a:lnTo>
                    <a:pt x="0" y="35051"/>
                  </a:lnTo>
                  <a:lnTo>
                    <a:pt x="440" y="44898"/>
                  </a:lnTo>
                  <a:lnTo>
                    <a:pt x="666" y="54959"/>
                  </a:lnTo>
                  <a:lnTo>
                    <a:pt x="750" y="65162"/>
                  </a:lnTo>
                  <a:lnTo>
                    <a:pt x="762" y="75437"/>
                  </a:lnTo>
                  <a:lnTo>
                    <a:pt x="762" y="79247"/>
                  </a:lnTo>
                  <a:lnTo>
                    <a:pt x="762" y="80009"/>
                  </a:lnTo>
                  <a:lnTo>
                    <a:pt x="0" y="8153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1" name="Google Shape;2901;p21"/>
          <p:cNvGrpSpPr/>
          <p:nvPr/>
        </p:nvGrpSpPr>
        <p:grpSpPr>
          <a:xfrm>
            <a:off x="5801105" y="4593336"/>
            <a:ext cx="100330" cy="133350"/>
            <a:chOff x="5801105" y="4593336"/>
            <a:chExt cx="100330" cy="133350"/>
          </a:xfrm>
        </p:grpSpPr>
        <p:sp>
          <p:nvSpPr>
            <p:cNvPr id="2902" name="Google Shape;2902;p21"/>
            <p:cNvSpPr/>
            <p:nvPr/>
          </p:nvSpPr>
          <p:spPr>
            <a:xfrm>
              <a:off x="5801105" y="4653534"/>
              <a:ext cx="100330" cy="7620"/>
            </a:xfrm>
            <a:custGeom>
              <a:rect b="b" l="l" r="r" t="t"/>
              <a:pathLst>
                <a:path extrusionOk="0" h="7620" w="100329">
                  <a:moveTo>
                    <a:pt x="0" y="6857"/>
                  </a:moveTo>
                  <a:lnTo>
                    <a:pt x="10858" y="7155"/>
                  </a:lnTo>
                  <a:lnTo>
                    <a:pt x="21717" y="6953"/>
                  </a:lnTo>
                  <a:lnTo>
                    <a:pt x="32575" y="6322"/>
                  </a:lnTo>
                  <a:lnTo>
                    <a:pt x="43434" y="5333"/>
                  </a:lnTo>
                  <a:lnTo>
                    <a:pt x="55554" y="4655"/>
                  </a:lnTo>
                  <a:lnTo>
                    <a:pt x="67818" y="3905"/>
                  </a:lnTo>
                  <a:lnTo>
                    <a:pt x="80081" y="3298"/>
                  </a:lnTo>
                  <a:lnTo>
                    <a:pt x="92202" y="3047"/>
                  </a:lnTo>
                  <a:lnTo>
                    <a:pt x="99822" y="3047"/>
                  </a:lnTo>
                  <a:lnTo>
                    <a:pt x="95250" y="3809"/>
                  </a:lnTo>
                  <a:lnTo>
                    <a:pt x="96012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21"/>
            <p:cNvSpPr/>
            <p:nvPr/>
          </p:nvSpPr>
          <p:spPr>
            <a:xfrm>
              <a:off x="5832443" y="4593336"/>
              <a:ext cx="20955" cy="133350"/>
            </a:xfrm>
            <a:custGeom>
              <a:rect b="b" l="l" r="r" t="t"/>
              <a:pathLst>
                <a:path extrusionOk="0" h="133350" w="20954">
                  <a:moveTo>
                    <a:pt x="2952" y="0"/>
                  </a:moveTo>
                  <a:lnTo>
                    <a:pt x="797" y="10727"/>
                  </a:lnTo>
                  <a:lnTo>
                    <a:pt x="0" y="20669"/>
                  </a:lnTo>
                  <a:lnTo>
                    <a:pt x="488" y="30753"/>
                  </a:lnTo>
                  <a:lnTo>
                    <a:pt x="2190" y="41909"/>
                  </a:lnTo>
                  <a:lnTo>
                    <a:pt x="5262" y="53923"/>
                  </a:lnTo>
                  <a:lnTo>
                    <a:pt x="8477" y="66008"/>
                  </a:lnTo>
                  <a:lnTo>
                    <a:pt x="11406" y="78235"/>
                  </a:lnTo>
                  <a:lnTo>
                    <a:pt x="13620" y="90677"/>
                  </a:lnTo>
                  <a:lnTo>
                    <a:pt x="14335" y="100738"/>
                  </a:lnTo>
                  <a:lnTo>
                    <a:pt x="14763" y="111156"/>
                  </a:lnTo>
                  <a:lnTo>
                    <a:pt x="15763" y="121431"/>
                  </a:lnTo>
                  <a:lnTo>
                    <a:pt x="18192" y="131063"/>
                  </a:lnTo>
                  <a:lnTo>
                    <a:pt x="18954" y="131825"/>
                  </a:lnTo>
                  <a:lnTo>
                    <a:pt x="19716" y="132587"/>
                  </a:lnTo>
                  <a:lnTo>
                    <a:pt x="20478" y="13334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4" name="Google Shape;2904;p21"/>
          <p:cNvGrpSpPr/>
          <p:nvPr/>
        </p:nvGrpSpPr>
        <p:grpSpPr>
          <a:xfrm>
            <a:off x="6092856" y="4438637"/>
            <a:ext cx="608374" cy="372249"/>
            <a:chOff x="6092856" y="4438637"/>
            <a:chExt cx="608374" cy="372249"/>
          </a:xfrm>
        </p:grpSpPr>
        <p:sp>
          <p:nvSpPr>
            <p:cNvPr id="2905" name="Google Shape;2905;p21"/>
            <p:cNvSpPr/>
            <p:nvPr/>
          </p:nvSpPr>
          <p:spPr>
            <a:xfrm>
              <a:off x="6092856" y="4542281"/>
              <a:ext cx="157480" cy="268605"/>
            </a:xfrm>
            <a:custGeom>
              <a:rect b="b" l="l" r="r" t="t"/>
              <a:pathLst>
                <a:path extrusionOk="0" h="268604" w="157479">
                  <a:moveTo>
                    <a:pt x="6191" y="0"/>
                  </a:moveTo>
                  <a:lnTo>
                    <a:pt x="1131" y="18085"/>
                  </a:lnTo>
                  <a:lnTo>
                    <a:pt x="0" y="36099"/>
                  </a:lnTo>
                  <a:lnTo>
                    <a:pt x="1583" y="54542"/>
                  </a:lnTo>
                  <a:lnTo>
                    <a:pt x="9870" y="104608"/>
                  </a:lnTo>
                  <a:lnTo>
                    <a:pt x="25134" y="164568"/>
                  </a:lnTo>
                  <a:lnTo>
                    <a:pt x="47696" y="215967"/>
                  </a:lnTo>
                  <a:lnTo>
                    <a:pt x="81557" y="252805"/>
                  </a:lnTo>
                  <a:lnTo>
                    <a:pt x="121169" y="266068"/>
                  </a:lnTo>
                  <a:lnTo>
                    <a:pt x="145101" y="268045"/>
                  </a:lnTo>
                  <a:lnTo>
                    <a:pt x="157067" y="26746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06" name="Google Shape;2906;p21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196571" y="4438637"/>
              <a:ext cx="185191" cy="2956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7" name="Google Shape;2907;p21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419837" y="4475975"/>
              <a:ext cx="281393" cy="2385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08" name="Google Shape;2908;p21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787121" y="4527029"/>
            <a:ext cx="214147" cy="180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9" name="Google Shape;2909;p21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7120876" y="4510265"/>
            <a:ext cx="108229" cy="128041"/>
          </a:xfrm>
          <a:prstGeom prst="rect">
            <a:avLst/>
          </a:prstGeom>
          <a:noFill/>
          <a:ln>
            <a:noFill/>
          </a:ln>
        </p:spPr>
      </p:pic>
      <p:sp>
        <p:nvSpPr>
          <p:cNvPr id="2910" name="Google Shape;2910;p21"/>
          <p:cNvSpPr/>
          <p:nvPr/>
        </p:nvSpPr>
        <p:spPr>
          <a:xfrm>
            <a:off x="7402068" y="4556759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809"/>
                </a:moveTo>
                <a:lnTo>
                  <a:pt x="0" y="12191"/>
                </a:lnTo>
                <a:lnTo>
                  <a:pt x="3810" y="15239"/>
                </a:lnTo>
                <a:lnTo>
                  <a:pt x="12192" y="15239"/>
                </a:lnTo>
                <a:lnTo>
                  <a:pt x="15240" y="12191"/>
                </a:lnTo>
                <a:lnTo>
                  <a:pt x="15240" y="7619"/>
                </a:lnTo>
                <a:lnTo>
                  <a:pt x="15240" y="3809"/>
                </a:lnTo>
                <a:lnTo>
                  <a:pt x="12192" y="0"/>
                </a:lnTo>
                <a:lnTo>
                  <a:pt x="381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1" name="Google Shape;2911;p21"/>
          <p:cNvSpPr/>
          <p:nvPr/>
        </p:nvSpPr>
        <p:spPr>
          <a:xfrm>
            <a:off x="7549133" y="4559046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1429"/>
                </a:lnTo>
                <a:lnTo>
                  <a:pt x="3810" y="15239"/>
                </a:lnTo>
                <a:lnTo>
                  <a:pt x="12192" y="15239"/>
                </a:lnTo>
                <a:lnTo>
                  <a:pt x="15240" y="11429"/>
                </a:lnTo>
                <a:lnTo>
                  <a:pt x="15240" y="7619"/>
                </a:lnTo>
                <a:lnTo>
                  <a:pt x="15240" y="3047"/>
                </a:lnTo>
                <a:lnTo>
                  <a:pt x="12192" y="0"/>
                </a:lnTo>
                <a:lnTo>
                  <a:pt x="3810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2" name="Google Shape;2912;p21"/>
          <p:cNvSpPr/>
          <p:nvPr/>
        </p:nvSpPr>
        <p:spPr>
          <a:xfrm>
            <a:off x="7647432" y="4559807"/>
            <a:ext cx="73660" cy="18415"/>
          </a:xfrm>
          <a:custGeom>
            <a:rect b="b" l="l" r="r" t="t"/>
            <a:pathLst>
              <a:path extrusionOk="0" h="18414" w="73659">
                <a:moveTo>
                  <a:pt x="15240" y="3048"/>
                </a:moveTo>
                <a:lnTo>
                  <a:pt x="12192" y="0"/>
                </a:lnTo>
                <a:lnTo>
                  <a:pt x="3810" y="0"/>
                </a:lnTo>
                <a:lnTo>
                  <a:pt x="0" y="3048"/>
                </a:lnTo>
                <a:lnTo>
                  <a:pt x="0" y="11430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close/>
              </a:path>
              <a:path extrusionOk="0" h="18414" w="73659">
                <a:moveTo>
                  <a:pt x="73152" y="6096"/>
                </a:moveTo>
                <a:lnTo>
                  <a:pt x="70104" y="3048"/>
                </a:lnTo>
                <a:lnTo>
                  <a:pt x="61722" y="3048"/>
                </a:lnTo>
                <a:lnTo>
                  <a:pt x="57912" y="6096"/>
                </a:lnTo>
                <a:lnTo>
                  <a:pt x="57912" y="14478"/>
                </a:lnTo>
                <a:lnTo>
                  <a:pt x="61722" y="18288"/>
                </a:lnTo>
                <a:lnTo>
                  <a:pt x="70104" y="18288"/>
                </a:lnTo>
                <a:lnTo>
                  <a:pt x="73152" y="14478"/>
                </a:lnTo>
                <a:lnTo>
                  <a:pt x="73152" y="10668"/>
                </a:lnTo>
                <a:lnTo>
                  <a:pt x="73152" y="6096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3" name="Google Shape;2913;p21"/>
          <p:cNvGrpSpPr/>
          <p:nvPr/>
        </p:nvGrpSpPr>
        <p:grpSpPr>
          <a:xfrm>
            <a:off x="7976603" y="4318241"/>
            <a:ext cx="358165" cy="363359"/>
            <a:chOff x="7976603" y="4318241"/>
            <a:chExt cx="358165" cy="363359"/>
          </a:xfrm>
        </p:grpSpPr>
        <p:pic>
          <p:nvPicPr>
            <p:cNvPr id="2914" name="Google Shape;2914;p21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7976603" y="4491977"/>
              <a:ext cx="96037" cy="1310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5" name="Google Shape;2915;p21"/>
            <p:cNvSpPr/>
            <p:nvPr/>
          </p:nvSpPr>
          <p:spPr>
            <a:xfrm>
              <a:off x="8120633" y="4425696"/>
              <a:ext cx="127635" cy="255904"/>
            </a:xfrm>
            <a:custGeom>
              <a:rect b="b" l="l" r="r" t="t"/>
              <a:pathLst>
                <a:path extrusionOk="0" h="255904" w="127634">
                  <a:moveTo>
                    <a:pt x="7620" y="0"/>
                  </a:moveTo>
                  <a:lnTo>
                    <a:pt x="7250" y="14287"/>
                  </a:lnTo>
                  <a:lnTo>
                    <a:pt x="6381" y="28575"/>
                  </a:lnTo>
                  <a:lnTo>
                    <a:pt x="5369" y="42862"/>
                  </a:lnTo>
                  <a:lnTo>
                    <a:pt x="4572" y="57150"/>
                  </a:lnTo>
                  <a:lnTo>
                    <a:pt x="2786" y="82748"/>
                  </a:lnTo>
                  <a:lnTo>
                    <a:pt x="1143" y="108204"/>
                  </a:lnTo>
                  <a:lnTo>
                    <a:pt x="71" y="133659"/>
                  </a:lnTo>
                  <a:lnTo>
                    <a:pt x="0" y="159258"/>
                  </a:lnTo>
                  <a:lnTo>
                    <a:pt x="1357" y="182046"/>
                  </a:lnTo>
                  <a:lnTo>
                    <a:pt x="16073" y="222480"/>
                  </a:lnTo>
                  <a:lnTo>
                    <a:pt x="54173" y="250436"/>
                  </a:lnTo>
                  <a:lnTo>
                    <a:pt x="102512" y="255341"/>
                  </a:lnTo>
                  <a:lnTo>
                    <a:pt x="127254" y="25450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6" name="Google Shape;2916;p21"/>
            <p:cNvSpPr/>
            <p:nvPr/>
          </p:nvSpPr>
          <p:spPr>
            <a:xfrm>
              <a:off x="8165591" y="4491609"/>
              <a:ext cx="57785" cy="95250"/>
            </a:xfrm>
            <a:custGeom>
              <a:rect b="b" l="l" r="r" t="t"/>
              <a:pathLst>
                <a:path extrusionOk="0" h="95250" w="57784">
                  <a:moveTo>
                    <a:pt x="0" y="2666"/>
                  </a:moveTo>
                  <a:lnTo>
                    <a:pt x="13251" y="333"/>
                  </a:lnTo>
                  <a:lnTo>
                    <a:pt x="24288" y="0"/>
                  </a:lnTo>
                  <a:lnTo>
                    <a:pt x="34611" y="3095"/>
                  </a:lnTo>
                  <a:lnTo>
                    <a:pt x="45720" y="11048"/>
                  </a:lnTo>
                  <a:lnTo>
                    <a:pt x="51673" y="18823"/>
                  </a:lnTo>
                  <a:lnTo>
                    <a:pt x="55625" y="28670"/>
                  </a:lnTo>
                  <a:lnTo>
                    <a:pt x="57292" y="39231"/>
                  </a:lnTo>
                  <a:lnTo>
                    <a:pt x="56388" y="49148"/>
                  </a:lnTo>
                  <a:lnTo>
                    <a:pt x="30991" y="82367"/>
                  </a:lnTo>
                  <a:lnTo>
                    <a:pt x="8382" y="94868"/>
                  </a:lnTo>
                  <a:lnTo>
                    <a:pt x="6858" y="88010"/>
                  </a:lnTo>
                  <a:lnTo>
                    <a:pt x="6858" y="85724"/>
                  </a:lnTo>
                  <a:lnTo>
                    <a:pt x="6858" y="83438"/>
                  </a:lnTo>
                  <a:lnTo>
                    <a:pt x="6858" y="8115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7" name="Google Shape;2917;p21"/>
            <p:cNvSpPr/>
            <p:nvPr/>
          </p:nvSpPr>
          <p:spPr>
            <a:xfrm>
              <a:off x="8218931" y="4485132"/>
              <a:ext cx="45085" cy="88265"/>
            </a:xfrm>
            <a:custGeom>
              <a:rect b="b" l="l" r="r" t="t"/>
              <a:pathLst>
                <a:path extrusionOk="0" h="88264" w="45084">
                  <a:moveTo>
                    <a:pt x="7620" y="0"/>
                  </a:moveTo>
                  <a:lnTo>
                    <a:pt x="4500" y="12918"/>
                  </a:lnTo>
                  <a:lnTo>
                    <a:pt x="2095" y="25622"/>
                  </a:lnTo>
                  <a:lnTo>
                    <a:pt x="547" y="38469"/>
                  </a:lnTo>
                  <a:lnTo>
                    <a:pt x="0" y="51816"/>
                  </a:lnTo>
                  <a:lnTo>
                    <a:pt x="714" y="60531"/>
                  </a:lnTo>
                  <a:lnTo>
                    <a:pt x="31146" y="87963"/>
                  </a:lnTo>
                  <a:lnTo>
                    <a:pt x="38100" y="87630"/>
                  </a:lnTo>
                  <a:lnTo>
                    <a:pt x="40386" y="86867"/>
                  </a:lnTo>
                  <a:lnTo>
                    <a:pt x="42672" y="86867"/>
                  </a:lnTo>
                  <a:lnTo>
                    <a:pt x="44958" y="86105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18" name="Google Shape;2918;p21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8244827" y="4318241"/>
              <a:ext cx="89941" cy="1303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9" name="Google Shape;2919;p21"/>
            <p:cNvSpPr/>
            <p:nvPr/>
          </p:nvSpPr>
          <p:spPr>
            <a:xfrm>
              <a:off x="8283701" y="4557522"/>
              <a:ext cx="1270" cy="64769"/>
            </a:xfrm>
            <a:custGeom>
              <a:rect b="b" l="l" r="r" t="t"/>
              <a:pathLst>
                <a:path extrusionOk="0" h="64770" w="1270">
                  <a:moveTo>
                    <a:pt x="0" y="0"/>
                  </a:moveTo>
                  <a:lnTo>
                    <a:pt x="440" y="16121"/>
                  </a:lnTo>
                  <a:lnTo>
                    <a:pt x="666" y="32385"/>
                  </a:lnTo>
                  <a:lnTo>
                    <a:pt x="750" y="48648"/>
                  </a:lnTo>
                  <a:lnTo>
                    <a:pt x="762" y="6476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p21"/>
            <p:cNvSpPr/>
            <p:nvPr/>
          </p:nvSpPr>
          <p:spPr>
            <a:xfrm>
              <a:off x="8297417" y="4521708"/>
              <a:ext cx="3810" cy="14604"/>
            </a:xfrm>
            <a:custGeom>
              <a:rect b="b" l="l" r="r" t="t"/>
              <a:pathLst>
                <a:path extrusionOk="0" h="14604" w="3809">
                  <a:moveTo>
                    <a:pt x="3809" y="14477"/>
                  </a:moveTo>
                  <a:lnTo>
                    <a:pt x="2285" y="9905"/>
                  </a:lnTo>
                  <a:lnTo>
                    <a:pt x="1523" y="4571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21" name="Google Shape;2921;p21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8396465" y="4359389"/>
            <a:ext cx="297205" cy="2484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22" name="Google Shape;2922;p21"/>
          <p:cNvGrpSpPr/>
          <p:nvPr/>
        </p:nvGrpSpPr>
        <p:grpSpPr>
          <a:xfrm>
            <a:off x="8747747" y="4411205"/>
            <a:ext cx="226339" cy="144805"/>
            <a:chOff x="8747747" y="4411205"/>
            <a:chExt cx="226339" cy="144805"/>
          </a:xfrm>
        </p:grpSpPr>
        <p:pic>
          <p:nvPicPr>
            <p:cNvPr id="2923" name="Google Shape;2923;p21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8747747" y="4411205"/>
              <a:ext cx="137340" cy="110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4" name="Google Shape;2924;p21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8907767" y="4425683"/>
              <a:ext cx="66319" cy="1303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25" name="Google Shape;2925;p21"/>
          <p:cNvSpPr/>
          <p:nvPr/>
        </p:nvSpPr>
        <p:spPr>
          <a:xfrm>
            <a:off x="9031223" y="4498085"/>
            <a:ext cx="13335" cy="8890"/>
          </a:xfrm>
          <a:custGeom>
            <a:rect b="b" l="l" r="r" t="t"/>
            <a:pathLst>
              <a:path extrusionOk="0" h="8889" w="13334">
                <a:moveTo>
                  <a:pt x="12953" y="8382"/>
                </a:moveTo>
                <a:lnTo>
                  <a:pt x="9143" y="5334"/>
                </a:lnTo>
                <a:lnTo>
                  <a:pt x="4571" y="3048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6" name="Google Shape;2926;p21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3532702" y="5160917"/>
            <a:ext cx="96716" cy="160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7" name="Google Shape;2927;p21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3680447" y="5069573"/>
            <a:ext cx="185953" cy="268249"/>
          </a:xfrm>
          <a:prstGeom prst="rect">
            <a:avLst/>
          </a:prstGeom>
          <a:noFill/>
          <a:ln>
            <a:noFill/>
          </a:ln>
        </p:spPr>
      </p:pic>
      <p:sp>
        <p:nvSpPr>
          <p:cNvPr id="2928" name="Google Shape;2928;p21"/>
          <p:cNvSpPr/>
          <p:nvPr/>
        </p:nvSpPr>
        <p:spPr>
          <a:xfrm>
            <a:off x="4801361" y="4959096"/>
            <a:ext cx="323215" cy="83820"/>
          </a:xfrm>
          <a:custGeom>
            <a:rect b="b" l="l" r="r" t="t"/>
            <a:pathLst>
              <a:path extrusionOk="0" h="83820" w="323214">
                <a:moveTo>
                  <a:pt x="0" y="47243"/>
                </a:moveTo>
                <a:lnTo>
                  <a:pt x="36576" y="73913"/>
                </a:lnTo>
                <a:lnTo>
                  <a:pt x="57626" y="77342"/>
                </a:lnTo>
                <a:lnTo>
                  <a:pt x="68830" y="76700"/>
                </a:lnTo>
                <a:lnTo>
                  <a:pt x="105072" y="56233"/>
                </a:lnTo>
                <a:lnTo>
                  <a:pt x="118752" y="44029"/>
                </a:lnTo>
                <a:lnTo>
                  <a:pt x="124586" y="39242"/>
                </a:lnTo>
                <a:lnTo>
                  <a:pt x="130992" y="35599"/>
                </a:lnTo>
                <a:lnTo>
                  <a:pt x="138684" y="33527"/>
                </a:lnTo>
                <a:lnTo>
                  <a:pt x="146042" y="33480"/>
                </a:lnTo>
                <a:lnTo>
                  <a:pt x="152400" y="35432"/>
                </a:lnTo>
                <a:lnTo>
                  <a:pt x="180594" y="69341"/>
                </a:lnTo>
                <a:lnTo>
                  <a:pt x="186690" y="83819"/>
                </a:lnTo>
                <a:lnTo>
                  <a:pt x="188976" y="81533"/>
                </a:lnTo>
                <a:lnTo>
                  <a:pt x="189738" y="80009"/>
                </a:lnTo>
                <a:lnTo>
                  <a:pt x="192786" y="75437"/>
                </a:lnTo>
                <a:lnTo>
                  <a:pt x="197643" y="66901"/>
                </a:lnTo>
                <a:lnTo>
                  <a:pt x="228600" y="35718"/>
                </a:lnTo>
                <a:lnTo>
                  <a:pt x="243840" y="34289"/>
                </a:lnTo>
                <a:lnTo>
                  <a:pt x="250769" y="36194"/>
                </a:lnTo>
                <a:lnTo>
                  <a:pt x="256984" y="39242"/>
                </a:lnTo>
                <a:lnTo>
                  <a:pt x="262913" y="42862"/>
                </a:lnTo>
                <a:lnTo>
                  <a:pt x="268986" y="46481"/>
                </a:lnTo>
                <a:lnTo>
                  <a:pt x="276606" y="50291"/>
                </a:lnTo>
                <a:lnTo>
                  <a:pt x="284226" y="51815"/>
                </a:lnTo>
                <a:lnTo>
                  <a:pt x="292608" y="51815"/>
                </a:lnTo>
                <a:lnTo>
                  <a:pt x="321564" y="24193"/>
                </a:lnTo>
                <a:lnTo>
                  <a:pt x="323088" y="10667"/>
                </a:lnTo>
                <a:lnTo>
                  <a:pt x="323088" y="3809"/>
                </a:lnTo>
                <a:lnTo>
                  <a:pt x="319278" y="761"/>
                </a:lnTo>
                <a:lnTo>
                  <a:pt x="312420" y="0"/>
                </a:lnTo>
                <a:lnTo>
                  <a:pt x="310896" y="0"/>
                </a:lnTo>
                <a:lnTo>
                  <a:pt x="309372" y="0"/>
                </a:lnTo>
                <a:lnTo>
                  <a:pt x="307848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9" name="Google Shape;2929;p21"/>
          <p:cNvPicPr preferRelativeResize="0"/>
          <p:nvPr/>
        </p:nvPicPr>
        <p:blipFill rotWithShape="1">
          <a:blip r:embed="rId57">
            <a:alphaModFix/>
          </a:blip>
          <a:srcRect b="0" l="0" r="0" t="0"/>
          <a:stretch/>
        </p:blipFill>
        <p:spPr>
          <a:xfrm>
            <a:off x="5340845" y="4924031"/>
            <a:ext cx="218719" cy="66319"/>
          </a:xfrm>
          <a:prstGeom prst="rect">
            <a:avLst/>
          </a:prstGeom>
          <a:noFill/>
          <a:ln>
            <a:noFill/>
          </a:ln>
        </p:spPr>
      </p:pic>
      <p:sp>
        <p:nvSpPr>
          <p:cNvPr id="2930" name="Google Shape;2930;p21"/>
          <p:cNvSpPr/>
          <p:nvPr/>
        </p:nvSpPr>
        <p:spPr>
          <a:xfrm>
            <a:off x="8856726" y="4681728"/>
            <a:ext cx="207010" cy="58419"/>
          </a:xfrm>
          <a:custGeom>
            <a:rect b="b" l="l" r="r" t="t"/>
            <a:pathLst>
              <a:path extrusionOk="0" h="58420" w="207009">
                <a:moveTo>
                  <a:pt x="11429" y="16763"/>
                </a:moveTo>
                <a:lnTo>
                  <a:pt x="7619" y="16001"/>
                </a:lnTo>
                <a:lnTo>
                  <a:pt x="3809" y="14477"/>
                </a:lnTo>
                <a:lnTo>
                  <a:pt x="0" y="12953"/>
                </a:lnTo>
                <a:lnTo>
                  <a:pt x="0" y="20573"/>
                </a:lnTo>
                <a:lnTo>
                  <a:pt x="0" y="25907"/>
                </a:lnTo>
                <a:lnTo>
                  <a:pt x="32003" y="42671"/>
                </a:lnTo>
                <a:lnTo>
                  <a:pt x="43481" y="41659"/>
                </a:lnTo>
                <a:lnTo>
                  <a:pt x="54101" y="38004"/>
                </a:lnTo>
                <a:lnTo>
                  <a:pt x="64150" y="32492"/>
                </a:lnTo>
                <a:lnTo>
                  <a:pt x="73913" y="25907"/>
                </a:lnTo>
                <a:lnTo>
                  <a:pt x="79640" y="22217"/>
                </a:lnTo>
                <a:lnTo>
                  <a:pt x="84867" y="19240"/>
                </a:lnTo>
                <a:lnTo>
                  <a:pt x="90523" y="17121"/>
                </a:lnTo>
                <a:lnTo>
                  <a:pt x="97535" y="16001"/>
                </a:lnTo>
                <a:lnTo>
                  <a:pt x="105917" y="16001"/>
                </a:lnTo>
                <a:lnTo>
                  <a:pt x="109727" y="24383"/>
                </a:lnTo>
                <a:lnTo>
                  <a:pt x="113537" y="31241"/>
                </a:lnTo>
                <a:lnTo>
                  <a:pt x="116585" y="38099"/>
                </a:lnTo>
                <a:lnTo>
                  <a:pt x="118871" y="46481"/>
                </a:lnTo>
                <a:lnTo>
                  <a:pt x="122681" y="53339"/>
                </a:lnTo>
                <a:lnTo>
                  <a:pt x="124205" y="57911"/>
                </a:lnTo>
                <a:lnTo>
                  <a:pt x="123443" y="55625"/>
                </a:lnTo>
                <a:lnTo>
                  <a:pt x="127253" y="57149"/>
                </a:lnTo>
                <a:lnTo>
                  <a:pt x="130301" y="50291"/>
                </a:lnTo>
                <a:lnTo>
                  <a:pt x="133349" y="44195"/>
                </a:lnTo>
                <a:lnTo>
                  <a:pt x="137921" y="38099"/>
                </a:lnTo>
                <a:lnTo>
                  <a:pt x="140969" y="32765"/>
                </a:lnTo>
                <a:lnTo>
                  <a:pt x="144017" y="29717"/>
                </a:lnTo>
                <a:lnTo>
                  <a:pt x="150875" y="28955"/>
                </a:lnTo>
                <a:lnTo>
                  <a:pt x="157733" y="28955"/>
                </a:lnTo>
                <a:lnTo>
                  <a:pt x="162305" y="35813"/>
                </a:lnTo>
                <a:lnTo>
                  <a:pt x="166115" y="41147"/>
                </a:lnTo>
                <a:lnTo>
                  <a:pt x="170687" y="46481"/>
                </a:lnTo>
                <a:lnTo>
                  <a:pt x="174497" y="52577"/>
                </a:lnTo>
                <a:lnTo>
                  <a:pt x="182117" y="54101"/>
                </a:lnTo>
                <a:lnTo>
                  <a:pt x="205656" y="22979"/>
                </a:lnTo>
                <a:lnTo>
                  <a:pt x="205739" y="15239"/>
                </a:lnTo>
                <a:lnTo>
                  <a:pt x="205739" y="10667"/>
                </a:lnTo>
                <a:lnTo>
                  <a:pt x="206501" y="6095"/>
                </a:lnTo>
                <a:lnTo>
                  <a:pt x="203453" y="3047"/>
                </a:lnTo>
                <a:lnTo>
                  <a:pt x="201167" y="0"/>
                </a:lnTo>
                <a:lnTo>
                  <a:pt x="201167" y="9143"/>
                </a:lnTo>
                <a:lnTo>
                  <a:pt x="200405" y="12191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1" name="Google Shape;2931;p21"/>
          <p:cNvGrpSpPr/>
          <p:nvPr/>
        </p:nvGrpSpPr>
        <p:grpSpPr>
          <a:xfrm>
            <a:off x="4849986" y="5157667"/>
            <a:ext cx="243233" cy="139293"/>
            <a:chOff x="4849986" y="5157667"/>
            <a:chExt cx="243233" cy="139293"/>
          </a:xfrm>
        </p:grpSpPr>
        <p:pic>
          <p:nvPicPr>
            <p:cNvPr id="2932" name="Google Shape;2932;p21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4849986" y="5177015"/>
              <a:ext cx="93882" cy="1199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3" name="Google Shape;2933;p21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4971846" y="5157667"/>
              <a:ext cx="121373" cy="1191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4" name="Google Shape;2934;p21"/>
          <p:cNvGrpSpPr/>
          <p:nvPr/>
        </p:nvGrpSpPr>
        <p:grpSpPr>
          <a:xfrm>
            <a:off x="5349989" y="5027663"/>
            <a:ext cx="308634" cy="256819"/>
            <a:chOff x="5349989" y="5027663"/>
            <a:chExt cx="308634" cy="256819"/>
          </a:xfrm>
        </p:grpSpPr>
        <p:pic>
          <p:nvPicPr>
            <p:cNvPr id="2935" name="Google Shape;2935;p21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5349989" y="5150154"/>
              <a:ext cx="87655" cy="127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6" name="Google Shape;2936;p21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5469301" y="5027663"/>
              <a:ext cx="189322" cy="25681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7" name="Google Shape;2937;p21"/>
          <p:cNvGrpSpPr/>
          <p:nvPr/>
        </p:nvGrpSpPr>
        <p:grpSpPr>
          <a:xfrm>
            <a:off x="8838151" y="4763262"/>
            <a:ext cx="362236" cy="249876"/>
            <a:chOff x="8838151" y="4763262"/>
            <a:chExt cx="362236" cy="249876"/>
          </a:xfrm>
        </p:grpSpPr>
        <p:pic>
          <p:nvPicPr>
            <p:cNvPr id="2938" name="Google Shape;2938;p21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8838151" y="4906505"/>
              <a:ext cx="103169" cy="1066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9" name="Google Shape;2939;p21"/>
            <p:cNvSpPr/>
            <p:nvPr/>
          </p:nvSpPr>
          <p:spPr>
            <a:xfrm>
              <a:off x="8978645" y="4904232"/>
              <a:ext cx="5715" cy="78740"/>
            </a:xfrm>
            <a:custGeom>
              <a:rect b="b" l="l" r="r" t="t"/>
              <a:pathLst>
                <a:path extrusionOk="0" h="78739" w="5715">
                  <a:moveTo>
                    <a:pt x="1524" y="0"/>
                  </a:moveTo>
                  <a:lnTo>
                    <a:pt x="642" y="9596"/>
                  </a:lnTo>
                  <a:lnTo>
                    <a:pt x="190" y="19049"/>
                  </a:lnTo>
                  <a:lnTo>
                    <a:pt x="23" y="28503"/>
                  </a:lnTo>
                  <a:lnTo>
                    <a:pt x="0" y="38099"/>
                  </a:lnTo>
                  <a:lnTo>
                    <a:pt x="11" y="46541"/>
                  </a:lnTo>
                  <a:lnTo>
                    <a:pt x="95" y="54768"/>
                  </a:lnTo>
                  <a:lnTo>
                    <a:pt x="321" y="62853"/>
                  </a:lnTo>
                  <a:lnTo>
                    <a:pt x="762" y="70865"/>
                  </a:lnTo>
                  <a:lnTo>
                    <a:pt x="1524" y="78485"/>
                  </a:lnTo>
                  <a:lnTo>
                    <a:pt x="1524" y="74675"/>
                  </a:lnTo>
                  <a:lnTo>
                    <a:pt x="5334" y="7848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0" name="Google Shape;2940;p21"/>
            <p:cNvSpPr/>
            <p:nvPr/>
          </p:nvSpPr>
          <p:spPr>
            <a:xfrm>
              <a:off x="9011411" y="4908804"/>
              <a:ext cx="2540" cy="85090"/>
            </a:xfrm>
            <a:custGeom>
              <a:rect b="b" l="l" r="r" t="t"/>
              <a:pathLst>
                <a:path extrusionOk="0" h="85089" w="2540">
                  <a:moveTo>
                    <a:pt x="0" y="0"/>
                  </a:moveTo>
                  <a:lnTo>
                    <a:pt x="238" y="11870"/>
                  </a:lnTo>
                  <a:lnTo>
                    <a:pt x="762" y="23526"/>
                  </a:lnTo>
                  <a:lnTo>
                    <a:pt x="1285" y="35040"/>
                  </a:lnTo>
                  <a:lnTo>
                    <a:pt x="1524" y="46481"/>
                  </a:lnTo>
                  <a:lnTo>
                    <a:pt x="1857" y="55625"/>
                  </a:lnTo>
                  <a:lnTo>
                    <a:pt x="1905" y="64769"/>
                  </a:lnTo>
                  <a:lnTo>
                    <a:pt x="1952" y="73913"/>
                  </a:lnTo>
                  <a:lnTo>
                    <a:pt x="2286" y="83057"/>
                  </a:lnTo>
                  <a:lnTo>
                    <a:pt x="2286" y="83819"/>
                  </a:lnTo>
                  <a:lnTo>
                    <a:pt x="2286" y="8458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1" name="Google Shape;2941;p21"/>
            <p:cNvSpPr/>
            <p:nvPr/>
          </p:nvSpPr>
          <p:spPr>
            <a:xfrm>
              <a:off x="8982467" y="4892040"/>
              <a:ext cx="90805" cy="75565"/>
            </a:xfrm>
            <a:custGeom>
              <a:rect b="b" l="l" r="r" t="t"/>
              <a:pathLst>
                <a:path extrusionOk="0" h="75564" w="90804">
                  <a:moveTo>
                    <a:pt x="750" y="33528"/>
                  </a:moveTo>
                  <a:lnTo>
                    <a:pt x="0" y="22121"/>
                  </a:lnTo>
                  <a:lnTo>
                    <a:pt x="464" y="13716"/>
                  </a:lnTo>
                  <a:lnTo>
                    <a:pt x="4500" y="7596"/>
                  </a:lnTo>
                  <a:lnTo>
                    <a:pt x="14466" y="3048"/>
                  </a:lnTo>
                  <a:lnTo>
                    <a:pt x="24431" y="1404"/>
                  </a:lnTo>
                  <a:lnTo>
                    <a:pt x="34754" y="762"/>
                  </a:lnTo>
                  <a:lnTo>
                    <a:pt x="45219" y="690"/>
                  </a:lnTo>
                  <a:lnTo>
                    <a:pt x="55614" y="762"/>
                  </a:lnTo>
                  <a:lnTo>
                    <a:pt x="62472" y="762"/>
                  </a:lnTo>
                  <a:lnTo>
                    <a:pt x="75426" y="0"/>
                  </a:lnTo>
                  <a:lnTo>
                    <a:pt x="78474" y="8382"/>
                  </a:lnTo>
                  <a:lnTo>
                    <a:pt x="78664" y="15251"/>
                  </a:lnTo>
                  <a:lnTo>
                    <a:pt x="74854" y="21050"/>
                  </a:lnTo>
                  <a:lnTo>
                    <a:pt x="41374" y="41505"/>
                  </a:lnTo>
                  <a:lnTo>
                    <a:pt x="31230" y="44958"/>
                  </a:lnTo>
                  <a:lnTo>
                    <a:pt x="30468" y="44958"/>
                  </a:lnTo>
                  <a:lnTo>
                    <a:pt x="28944" y="46482"/>
                  </a:lnTo>
                  <a:lnTo>
                    <a:pt x="35040" y="48006"/>
                  </a:lnTo>
                  <a:lnTo>
                    <a:pt x="41898" y="50292"/>
                  </a:lnTo>
                  <a:lnTo>
                    <a:pt x="47994" y="51816"/>
                  </a:lnTo>
                  <a:lnTo>
                    <a:pt x="54840" y="53994"/>
                  </a:lnTo>
                  <a:lnTo>
                    <a:pt x="61614" y="56102"/>
                  </a:lnTo>
                  <a:lnTo>
                    <a:pt x="68246" y="58352"/>
                  </a:lnTo>
                  <a:lnTo>
                    <a:pt x="89904" y="74676"/>
                  </a:lnTo>
                  <a:lnTo>
                    <a:pt x="89142" y="75438"/>
                  </a:lnTo>
                  <a:lnTo>
                    <a:pt x="90666" y="7467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p21"/>
            <p:cNvSpPr/>
            <p:nvPr/>
          </p:nvSpPr>
          <p:spPr>
            <a:xfrm>
              <a:off x="9092183" y="4763262"/>
              <a:ext cx="54610" cy="94615"/>
            </a:xfrm>
            <a:custGeom>
              <a:rect b="b" l="l" r="r" t="t"/>
              <a:pathLst>
                <a:path extrusionOk="0" h="94614" w="54609">
                  <a:moveTo>
                    <a:pt x="28194" y="0"/>
                  </a:moveTo>
                  <a:lnTo>
                    <a:pt x="33075" y="11406"/>
                  </a:lnTo>
                  <a:lnTo>
                    <a:pt x="36385" y="21526"/>
                  </a:lnTo>
                  <a:lnTo>
                    <a:pt x="38266" y="31932"/>
                  </a:lnTo>
                  <a:lnTo>
                    <a:pt x="38862" y="44196"/>
                  </a:lnTo>
                  <a:lnTo>
                    <a:pt x="39409" y="52316"/>
                  </a:lnTo>
                  <a:lnTo>
                    <a:pt x="39814" y="60578"/>
                  </a:lnTo>
                  <a:lnTo>
                    <a:pt x="39933" y="68841"/>
                  </a:lnTo>
                  <a:lnTo>
                    <a:pt x="39624" y="76962"/>
                  </a:lnTo>
                  <a:lnTo>
                    <a:pt x="39624" y="81534"/>
                  </a:lnTo>
                  <a:lnTo>
                    <a:pt x="38100" y="82296"/>
                  </a:lnTo>
                  <a:lnTo>
                    <a:pt x="36576" y="84582"/>
                  </a:lnTo>
                  <a:lnTo>
                    <a:pt x="32766" y="81534"/>
                  </a:lnTo>
                  <a:lnTo>
                    <a:pt x="30480" y="78486"/>
                  </a:lnTo>
                  <a:lnTo>
                    <a:pt x="28194" y="72390"/>
                  </a:lnTo>
                  <a:lnTo>
                    <a:pt x="26277" y="65651"/>
                  </a:lnTo>
                  <a:lnTo>
                    <a:pt x="23717" y="57911"/>
                  </a:lnTo>
                  <a:lnTo>
                    <a:pt x="20157" y="50744"/>
                  </a:lnTo>
                  <a:lnTo>
                    <a:pt x="15240" y="45720"/>
                  </a:lnTo>
                  <a:lnTo>
                    <a:pt x="8382" y="42672"/>
                  </a:lnTo>
                  <a:lnTo>
                    <a:pt x="4572" y="48006"/>
                  </a:lnTo>
                  <a:lnTo>
                    <a:pt x="3048" y="53340"/>
                  </a:lnTo>
                  <a:lnTo>
                    <a:pt x="1023" y="61043"/>
                  </a:lnTo>
                  <a:lnTo>
                    <a:pt x="0" y="70389"/>
                  </a:lnTo>
                  <a:lnTo>
                    <a:pt x="690" y="79593"/>
                  </a:lnTo>
                  <a:lnTo>
                    <a:pt x="3810" y="86868"/>
                  </a:lnTo>
                  <a:lnTo>
                    <a:pt x="9144" y="93726"/>
                  </a:lnTo>
                  <a:lnTo>
                    <a:pt x="18288" y="94488"/>
                  </a:lnTo>
                  <a:lnTo>
                    <a:pt x="26670" y="94488"/>
                  </a:lnTo>
                  <a:lnTo>
                    <a:pt x="34385" y="94154"/>
                  </a:lnTo>
                  <a:lnTo>
                    <a:pt x="40957" y="92964"/>
                  </a:lnTo>
                  <a:lnTo>
                    <a:pt x="47244" y="90630"/>
                  </a:lnTo>
                  <a:lnTo>
                    <a:pt x="54102" y="8686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p21"/>
            <p:cNvSpPr/>
            <p:nvPr/>
          </p:nvSpPr>
          <p:spPr>
            <a:xfrm>
              <a:off x="9185147" y="4818888"/>
              <a:ext cx="15240" cy="16510"/>
            </a:xfrm>
            <a:custGeom>
              <a:rect b="b" l="l" r="r" t="t"/>
              <a:pathLst>
                <a:path extrusionOk="0" h="16510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6002"/>
                  </a:lnTo>
                  <a:lnTo>
                    <a:pt x="12192" y="16002"/>
                  </a:lnTo>
                  <a:lnTo>
                    <a:pt x="15240" y="12192"/>
                  </a:lnTo>
                  <a:lnTo>
                    <a:pt x="15240" y="8382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4" name="Google Shape;2944;p21"/>
          <p:cNvGrpSpPr/>
          <p:nvPr/>
        </p:nvGrpSpPr>
        <p:grpSpPr>
          <a:xfrm>
            <a:off x="9423641" y="4384548"/>
            <a:ext cx="234835" cy="195846"/>
            <a:chOff x="9423641" y="4384548"/>
            <a:chExt cx="234835" cy="195846"/>
          </a:xfrm>
        </p:grpSpPr>
        <p:pic>
          <p:nvPicPr>
            <p:cNvPr id="2945" name="Google Shape;2945;p21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9423641" y="4401299"/>
              <a:ext cx="183667" cy="1790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6" name="Google Shape;2946;p21"/>
            <p:cNvSpPr/>
            <p:nvPr/>
          </p:nvSpPr>
          <p:spPr>
            <a:xfrm>
              <a:off x="9653777" y="4449318"/>
              <a:ext cx="1270" cy="108585"/>
            </a:xfrm>
            <a:custGeom>
              <a:rect b="b" l="l" r="r" t="t"/>
              <a:pathLst>
                <a:path extrusionOk="0" h="108585" w="1270">
                  <a:moveTo>
                    <a:pt x="0" y="0"/>
                  </a:moveTo>
                  <a:lnTo>
                    <a:pt x="750" y="49399"/>
                  </a:lnTo>
                  <a:lnTo>
                    <a:pt x="762" y="76378"/>
                  </a:lnTo>
                  <a:lnTo>
                    <a:pt x="762" y="87153"/>
                  </a:lnTo>
                  <a:lnTo>
                    <a:pt x="762" y="97786"/>
                  </a:lnTo>
                  <a:lnTo>
                    <a:pt x="762" y="108204"/>
                  </a:lnTo>
                  <a:lnTo>
                    <a:pt x="762" y="103632"/>
                  </a:lnTo>
                  <a:lnTo>
                    <a:pt x="762" y="99060"/>
                  </a:lnTo>
                  <a:lnTo>
                    <a:pt x="0" y="9448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p21"/>
            <p:cNvSpPr/>
            <p:nvPr/>
          </p:nvSpPr>
          <p:spPr>
            <a:xfrm>
              <a:off x="9651491" y="4384548"/>
              <a:ext cx="6985" cy="9525"/>
            </a:xfrm>
            <a:custGeom>
              <a:rect b="b" l="l" r="r" t="t"/>
              <a:pathLst>
                <a:path extrusionOk="0" h="9525" w="6984">
                  <a:moveTo>
                    <a:pt x="6857" y="9144"/>
                  </a:moveTo>
                  <a:lnTo>
                    <a:pt x="4571" y="6096"/>
                  </a:lnTo>
                  <a:lnTo>
                    <a:pt x="2285" y="3048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2" name="Google Shape;2952;p22"/>
          <p:cNvGrpSpPr/>
          <p:nvPr/>
        </p:nvGrpSpPr>
        <p:grpSpPr>
          <a:xfrm>
            <a:off x="2522969" y="2990502"/>
            <a:ext cx="7097293" cy="885042"/>
            <a:chOff x="2522969" y="2990502"/>
            <a:chExt cx="7097293" cy="885042"/>
          </a:xfrm>
        </p:grpSpPr>
        <p:sp>
          <p:nvSpPr>
            <p:cNvPr id="2953" name="Google Shape;2953;p22"/>
            <p:cNvSpPr/>
            <p:nvPr/>
          </p:nvSpPr>
          <p:spPr>
            <a:xfrm>
              <a:off x="6666738" y="3352799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54" name="Google Shape;295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22969" y="2990502"/>
              <a:ext cx="7097293" cy="8850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55" name="Google Shape;2955;p22"/>
          <p:cNvSpPr/>
          <p:nvPr/>
        </p:nvSpPr>
        <p:spPr>
          <a:xfrm>
            <a:off x="4553711" y="4072890"/>
            <a:ext cx="85725" cy="10160"/>
          </a:xfrm>
          <a:custGeom>
            <a:rect b="b" l="l" r="r" t="t"/>
            <a:pathLst>
              <a:path extrusionOk="0" h="10160" w="85725">
                <a:moveTo>
                  <a:pt x="0" y="9144"/>
                </a:moveTo>
                <a:lnTo>
                  <a:pt x="14406" y="9346"/>
                </a:lnTo>
                <a:lnTo>
                  <a:pt x="28955" y="9620"/>
                </a:lnTo>
                <a:lnTo>
                  <a:pt x="43505" y="9465"/>
                </a:lnTo>
                <a:lnTo>
                  <a:pt x="57912" y="8382"/>
                </a:lnTo>
                <a:lnTo>
                  <a:pt x="65305" y="7608"/>
                </a:lnTo>
                <a:lnTo>
                  <a:pt x="72485" y="6191"/>
                </a:lnTo>
                <a:lnTo>
                  <a:pt x="79236" y="3774"/>
                </a:lnTo>
                <a:lnTo>
                  <a:pt x="85344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6" name="Google Shape;29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3175" y="3945623"/>
            <a:ext cx="237769" cy="169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7" name="Google Shape;29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43703" y="3844277"/>
            <a:ext cx="422768" cy="2308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8" name="Google Shape;2958;p22"/>
          <p:cNvGrpSpPr/>
          <p:nvPr/>
        </p:nvGrpSpPr>
        <p:grpSpPr>
          <a:xfrm>
            <a:off x="6222492" y="3836669"/>
            <a:ext cx="70612" cy="166370"/>
            <a:chOff x="6222492" y="3836669"/>
            <a:chExt cx="70612" cy="166370"/>
          </a:xfrm>
        </p:grpSpPr>
        <p:sp>
          <p:nvSpPr>
            <p:cNvPr id="2959" name="Google Shape;2959;p22"/>
            <p:cNvSpPr/>
            <p:nvPr/>
          </p:nvSpPr>
          <p:spPr>
            <a:xfrm>
              <a:off x="6222492" y="3836669"/>
              <a:ext cx="11430" cy="166370"/>
            </a:xfrm>
            <a:custGeom>
              <a:rect b="b" l="l" r="r" t="t"/>
              <a:pathLst>
                <a:path extrusionOk="0" h="166370" w="11429">
                  <a:moveTo>
                    <a:pt x="0" y="0"/>
                  </a:moveTo>
                  <a:lnTo>
                    <a:pt x="7286" y="50470"/>
                  </a:lnTo>
                  <a:lnTo>
                    <a:pt x="8703" y="84379"/>
                  </a:lnTo>
                  <a:lnTo>
                    <a:pt x="8667" y="100869"/>
                  </a:lnTo>
                  <a:lnTo>
                    <a:pt x="8489" y="117217"/>
                  </a:lnTo>
                  <a:lnTo>
                    <a:pt x="8382" y="133350"/>
                  </a:lnTo>
                  <a:lnTo>
                    <a:pt x="7965" y="140077"/>
                  </a:lnTo>
                  <a:lnTo>
                    <a:pt x="7334" y="150018"/>
                  </a:lnTo>
                  <a:lnTo>
                    <a:pt x="7417" y="159817"/>
                  </a:lnTo>
                  <a:lnTo>
                    <a:pt x="9144" y="166116"/>
                  </a:lnTo>
                  <a:lnTo>
                    <a:pt x="9906" y="166116"/>
                  </a:lnTo>
                  <a:lnTo>
                    <a:pt x="10668" y="166116"/>
                  </a:lnTo>
                  <a:lnTo>
                    <a:pt x="11430" y="16611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p22"/>
            <p:cNvSpPr/>
            <p:nvPr/>
          </p:nvSpPr>
          <p:spPr>
            <a:xfrm>
              <a:off x="6280404" y="3919727"/>
              <a:ext cx="12700" cy="73660"/>
            </a:xfrm>
            <a:custGeom>
              <a:rect b="b" l="l" r="r" t="t"/>
              <a:pathLst>
                <a:path extrusionOk="0" h="73660" w="12700">
                  <a:moveTo>
                    <a:pt x="0" y="0"/>
                  </a:moveTo>
                  <a:lnTo>
                    <a:pt x="6096" y="40386"/>
                  </a:lnTo>
                  <a:lnTo>
                    <a:pt x="6691" y="47815"/>
                  </a:lnTo>
                  <a:lnTo>
                    <a:pt x="7429" y="55244"/>
                  </a:lnTo>
                  <a:lnTo>
                    <a:pt x="8453" y="62674"/>
                  </a:lnTo>
                  <a:lnTo>
                    <a:pt x="9906" y="70104"/>
                  </a:lnTo>
                  <a:lnTo>
                    <a:pt x="10668" y="72390"/>
                  </a:lnTo>
                  <a:lnTo>
                    <a:pt x="10668" y="73152"/>
                  </a:lnTo>
                  <a:lnTo>
                    <a:pt x="12192" y="7315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1" name="Google Shape;2961;p22"/>
            <p:cNvSpPr/>
            <p:nvPr/>
          </p:nvSpPr>
          <p:spPr>
            <a:xfrm>
              <a:off x="6272784" y="3860291"/>
              <a:ext cx="13335" cy="6985"/>
            </a:xfrm>
            <a:custGeom>
              <a:rect b="b" l="l" r="r" t="t"/>
              <a:pathLst>
                <a:path extrusionOk="0" h="6985" w="13335">
                  <a:moveTo>
                    <a:pt x="12953" y="6858"/>
                  </a:moveTo>
                  <a:lnTo>
                    <a:pt x="4571" y="2286"/>
                  </a:lnTo>
                  <a:lnTo>
                    <a:pt x="5333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62" name="Google Shape;296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4970" y="3855707"/>
            <a:ext cx="165569" cy="14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63" name="Google Shape;2963;p22"/>
          <p:cNvGrpSpPr/>
          <p:nvPr/>
        </p:nvGrpSpPr>
        <p:grpSpPr>
          <a:xfrm>
            <a:off x="6816852" y="3812285"/>
            <a:ext cx="148995" cy="145555"/>
            <a:chOff x="6816852" y="3812285"/>
            <a:chExt cx="148995" cy="145555"/>
          </a:xfrm>
        </p:grpSpPr>
        <p:sp>
          <p:nvSpPr>
            <p:cNvPr id="2964" name="Google Shape;2964;p22"/>
            <p:cNvSpPr/>
            <p:nvPr/>
          </p:nvSpPr>
          <p:spPr>
            <a:xfrm>
              <a:off x="6838188" y="3863339"/>
              <a:ext cx="5715" cy="83820"/>
            </a:xfrm>
            <a:custGeom>
              <a:rect b="b" l="l" r="r" t="t"/>
              <a:pathLst>
                <a:path extrusionOk="0" h="83820" w="5715">
                  <a:moveTo>
                    <a:pt x="0" y="0"/>
                  </a:moveTo>
                  <a:lnTo>
                    <a:pt x="488" y="10179"/>
                  </a:lnTo>
                  <a:lnTo>
                    <a:pt x="1619" y="20288"/>
                  </a:lnTo>
                  <a:lnTo>
                    <a:pt x="2893" y="30539"/>
                  </a:lnTo>
                  <a:lnTo>
                    <a:pt x="3810" y="41148"/>
                  </a:lnTo>
                  <a:lnTo>
                    <a:pt x="4976" y="50661"/>
                  </a:lnTo>
                  <a:lnTo>
                    <a:pt x="5715" y="61245"/>
                  </a:lnTo>
                  <a:lnTo>
                    <a:pt x="5310" y="71687"/>
                  </a:lnTo>
                  <a:lnTo>
                    <a:pt x="3048" y="80772"/>
                  </a:lnTo>
                  <a:lnTo>
                    <a:pt x="2286" y="82296"/>
                  </a:lnTo>
                  <a:lnTo>
                    <a:pt x="1524" y="83058"/>
                  </a:lnTo>
                  <a:lnTo>
                    <a:pt x="762" y="8382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p22"/>
            <p:cNvSpPr/>
            <p:nvPr/>
          </p:nvSpPr>
          <p:spPr>
            <a:xfrm>
              <a:off x="6816852" y="3812285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66" name="Google Shape;2966;p2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888467" y="3866375"/>
              <a:ext cx="77380" cy="9146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67" name="Google Shape;296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92981" y="3824179"/>
            <a:ext cx="149663" cy="1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8" name="Google Shape;296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40177" y="4362437"/>
            <a:ext cx="436151" cy="231673"/>
          </a:xfrm>
          <a:prstGeom prst="rect">
            <a:avLst/>
          </a:prstGeom>
          <a:noFill/>
          <a:ln>
            <a:noFill/>
          </a:ln>
        </p:spPr>
      </p:pic>
      <p:sp>
        <p:nvSpPr>
          <p:cNvPr id="2969" name="Google Shape;2969;p22"/>
          <p:cNvSpPr/>
          <p:nvPr/>
        </p:nvSpPr>
        <p:spPr>
          <a:xfrm>
            <a:off x="5630417" y="4497323"/>
            <a:ext cx="12700" cy="55880"/>
          </a:xfrm>
          <a:custGeom>
            <a:rect b="b" l="l" r="r" t="t"/>
            <a:pathLst>
              <a:path extrusionOk="0" h="55879" w="12700">
                <a:moveTo>
                  <a:pt x="12191" y="0"/>
                </a:moveTo>
                <a:lnTo>
                  <a:pt x="6857" y="43434"/>
                </a:lnTo>
                <a:lnTo>
                  <a:pt x="3047" y="49530"/>
                </a:lnTo>
                <a:lnTo>
                  <a:pt x="0" y="55626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0" name="Google Shape;2970;p22"/>
          <p:cNvGrpSpPr/>
          <p:nvPr/>
        </p:nvGrpSpPr>
        <p:grpSpPr>
          <a:xfrm>
            <a:off x="5906262" y="4312157"/>
            <a:ext cx="392252" cy="150368"/>
            <a:chOff x="5906262" y="4312157"/>
            <a:chExt cx="392252" cy="150368"/>
          </a:xfrm>
        </p:grpSpPr>
        <p:sp>
          <p:nvSpPr>
            <p:cNvPr id="2971" name="Google Shape;2971;p22"/>
            <p:cNvSpPr/>
            <p:nvPr/>
          </p:nvSpPr>
          <p:spPr>
            <a:xfrm>
              <a:off x="5949505" y="4312157"/>
              <a:ext cx="17145" cy="140335"/>
            </a:xfrm>
            <a:custGeom>
              <a:rect b="b" l="l" r="r" t="t"/>
              <a:pathLst>
                <a:path extrusionOk="0" h="140335" w="17145">
                  <a:moveTo>
                    <a:pt x="4762" y="0"/>
                  </a:moveTo>
                  <a:lnTo>
                    <a:pt x="1095" y="16097"/>
                  </a:lnTo>
                  <a:lnTo>
                    <a:pt x="0" y="31051"/>
                  </a:lnTo>
                  <a:lnTo>
                    <a:pt x="904" y="46291"/>
                  </a:lnTo>
                  <a:lnTo>
                    <a:pt x="3238" y="63246"/>
                  </a:lnTo>
                  <a:lnTo>
                    <a:pt x="6322" y="79938"/>
                  </a:lnTo>
                  <a:lnTo>
                    <a:pt x="9620" y="96774"/>
                  </a:lnTo>
                  <a:lnTo>
                    <a:pt x="12775" y="113609"/>
                  </a:lnTo>
                  <a:lnTo>
                    <a:pt x="15430" y="130302"/>
                  </a:lnTo>
                  <a:lnTo>
                    <a:pt x="16192" y="134112"/>
                  </a:lnTo>
                  <a:lnTo>
                    <a:pt x="16192" y="137160"/>
                  </a:lnTo>
                  <a:lnTo>
                    <a:pt x="16954" y="140208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2" name="Google Shape;2972;p22"/>
            <p:cNvSpPr/>
            <p:nvPr/>
          </p:nvSpPr>
          <p:spPr>
            <a:xfrm>
              <a:off x="5906262" y="4319015"/>
              <a:ext cx="285750" cy="143510"/>
            </a:xfrm>
            <a:custGeom>
              <a:rect b="b" l="l" r="r" t="t"/>
              <a:pathLst>
                <a:path extrusionOk="0" h="143510" w="285750">
                  <a:moveTo>
                    <a:pt x="0" y="50291"/>
                  </a:moveTo>
                  <a:lnTo>
                    <a:pt x="15668" y="40909"/>
                  </a:lnTo>
                  <a:lnTo>
                    <a:pt x="31051" y="32956"/>
                  </a:lnTo>
                  <a:lnTo>
                    <a:pt x="46720" y="25860"/>
                  </a:lnTo>
                  <a:lnTo>
                    <a:pt x="63245" y="19049"/>
                  </a:lnTo>
                  <a:lnTo>
                    <a:pt x="74223" y="14037"/>
                  </a:lnTo>
                  <a:lnTo>
                    <a:pt x="85344" y="8667"/>
                  </a:lnTo>
                  <a:lnTo>
                    <a:pt x="96464" y="3726"/>
                  </a:lnTo>
                  <a:lnTo>
                    <a:pt x="107442" y="0"/>
                  </a:lnTo>
                  <a:lnTo>
                    <a:pt x="108204" y="0"/>
                  </a:lnTo>
                  <a:lnTo>
                    <a:pt x="108966" y="0"/>
                  </a:lnTo>
                  <a:lnTo>
                    <a:pt x="109406" y="6417"/>
                  </a:lnTo>
                  <a:lnTo>
                    <a:pt x="109632" y="13049"/>
                  </a:lnTo>
                  <a:lnTo>
                    <a:pt x="109716" y="19823"/>
                  </a:lnTo>
                  <a:lnTo>
                    <a:pt x="109728" y="26669"/>
                  </a:lnTo>
                  <a:lnTo>
                    <a:pt x="109870" y="40266"/>
                  </a:lnTo>
                  <a:lnTo>
                    <a:pt x="112014" y="80771"/>
                  </a:lnTo>
                  <a:lnTo>
                    <a:pt x="119634" y="123443"/>
                  </a:lnTo>
                  <a:lnTo>
                    <a:pt x="121920" y="129539"/>
                  </a:lnTo>
                  <a:lnTo>
                    <a:pt x="122682" y="132587"/>
                  </a:lnTo>
                  <a:lnTo>
                    <a:pt x="118872" y="126491"/>
                  </a:lnTo>
                  <a:lnTo>
                    <a:pt x="115824" y="120395"/>
                  </a:lnTo>
                  <a:lnTo>
                    <a:pt x="114300" y="112775"/>
                  </a:lnTo>
                  <a:lnTo>
                    <a:pt x="113526" y="103679"/>
                  </a:lnTo>
                  <a:lnTo>
                    <a:pt x="113823" y="94868"/>
                  </a:lnTo>
                  <a:lnTo>
                    <a:pt x="140743" y="65960"/>
                  </a:lnTo>
                  <a:lnTo>
                    <a:pt x="157364" y="64412"/>
                  </a:lnTo>
                  <a:lnTo>
                    <a:pt x="166020" y="64769"/>
                  </a:lnTo>
                  <a:lnTo>
                    <a:pt x="194869" y="93880"/>
                  </a:lnTo>
                  <a:lnTo>
                    <a:pt x="195072" y="103631"/>
                  </a:lnTo>
                  <a:lnTo>
                    <a:pt x="194714" y="111513"/>
                  </a:lnTo>
                  <a:lnTo>
                    <a:pt x="193929" y="119252"/>
                  </a:lnTo>
                  <a:lnTo>
                    <a:pt x="193143" y="126992"/>
                  </a:lnTo>
                  <a:lnTo>
                    <a:pt x="192786" y="134873"/>
                  </a:lnTo>
                  <a:lnTo>
                    <a:pt x="192786" y="143255"/>
                  </a:lnTo>
                  <a:lnTo>
                    <a:pt x="199644" y="143255"/>
                  </a:lnTo>
                  <a:lnTo>
                    <a:pt x="237910" y="121479"/>
                  </a:lnTo>
                  <a:lnTo>
                    <a:pt x="264664" y="84272"/>
                  </a:lnTo>
                  <a:lnTo>
                    <a:pt x="248340" y="51030"/>
                  </a:lnTo>
                  <a:lnTo>
                    <a:pt x="241363" y="52958"/>
                  </a:lnTo>
                  <a:lnTo>
                    <a:pt x="222194" y="86606"/>
                  </a:lnTo>
                  <a:lnTo>
                    <a:pt x="256174" y="115490"/>
                  </a:lnTo>
                  <a:lnTo>
                    <a:pt x="275796" y="112156"/>
                  </a:lnTo>
                  <a:lnTo>
                    <a:pt x="285750" y="108203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73" name="Google Shape;2973;p2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207906" y="4331099"/>
              <a:ext cx="90608" cy="1007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74" name="Google Shape;2974;p22"/>
          <p:cNvGrpSpPr/>
          <p:nvPr/>
        </p:nvGrpSpPr>
        <p:grpSpPr>
          <a:xfrm>
            <a:off x="6745223" y="4196334"/>
            <a:ext cx="748891" cy="187325"/>
            <a:chOff x="6745223" y="4196334"/>
            <a:chExt cx="748891" cy="187325"/>
          </a:xfrm>
        </p:grpSpPr>
        <p:sp>
          <p:nvSpPr>
            <p:cNvPr id="2975" name="Google Shape;2975;p22"/>
            <p:cNvSpPr/>
            <p:nvPr/>
          </p:nvSpPr>
          <p:spPr>
            <a:xfrm>
              <a:off x="6745223" y="4272534"/>
              <a:ext cx="71120" cy="100965"/>
            </a:xfrm>
            <a:custGeom>
              <a:rect b="b" l="l" r="r" t="t"/>
              <a:pathLst>
                <a:path extrusionOk="0" h="100964" w="71120">
                  <a:moveTo>
                    <a:pt x="0" y="0"/>
                  </a:moveTo>
                  <a:lnTo>
                    <a:pt x="18288" y="44957"/>
                  </a:lnTo>
                  <a:lnTo>
                    <a:pt x="25146" y="86106"/>
                  </a:lnTo>
                  <a:lnTo>
                    <a:pt x="25908" y="90678"/>
                  </a:lnTo>
                  <a:lnTo>
                    <a:pt x="25908" y="95250"/>
                  </a:lnTo>
                  <a:lnTo>
                    <a:pt x="25908" y="100584"/>
                  </a:lnTo>
                  <a:lnTo>
                    <a:pt x="22776" y="94583"/>
                  </a:lnTo>
                  <a:lnTo>
                    <a:pt x="20288" y="88011"/>
                  </a:lnTo>
                  <a:lnTo>
                    <a:pt x="18514" y="80867"/>
                  </a:lnTo>
                  <a:lnTo>
                    <a:pt x="17526" y="73152"/>
                  </a:lnTo>
                  <a:lnTo>
                    <a:pt x="17240" y="59912"/>
                  </a:lnTo>
                  <a:lnTo>
                    <a:pt x="18097" y="46672"/>
                  </a:lnTo>
                  <a:lnTo>
                    <a:pt x="39052" y="10572"/>
                  </a:lnTo>
                  <a:lnTo>
                    <a:pt x="63246" y="8381"/>
                  </a:lnTo>
                  <a:lnTo>
                    <a:pt x="65532" y="8381"/>
                  </a:lnTo>
                  <a:lnTo>
                    <a:pt x="70866" y="8381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6" name="Google Shape;2976;p22"/>
            <p:cNvSpPr/>
            <p:nvPr/>
          </p:nvSpPr>
          <p:spPr>
            <a:xfrm>
              <a:off x="6848450" y="4283964"/>
              <a:ext cx="73025" cy="99695"/>
            </a:xfrm>
            <a:custGeom>
              <a:rect b="b" l="l" r="r" t="t"/>
              <a:pathLst>
                <a:path extrusionOk="0" h="99695" w="73025">
                  <a:moveTo>
                    <a:pt x="8786" y="0"/>
                  </a:moveTo>
                  <a:lnTo>
                    <a:pt x="3857" y="13239"/>
                  </a:lnTo>
                  <a:lnTo>
                    <a:pt x="785" y="25336"/>
                  </a:lnTo>
                  <a:lnTo>
                    <a:pt x="0" y="37719"/>
                  </a:lnTo>
                  <a:lnTo>
                    <a:pt x="1928" y="51816"/>
                  </a:lnTo>
                  <a:lnTo>
                    <a:pt x="17930" y="90678"/>
                  </a:lnTo>
                  <a:lnTo>
                    <a:pt x="40540" y="99143"/>
                  </a:lnTo>
                  <a:lnTo>
                    <a:pt x="48410" y="98297"/>
                  </a:lnTo>
                  <a:lnTo>
                    <a:pt x="56399" y="95214"/>
                  </a:lnTo>
                  <a:lnTo>
                    <a:pt x="62603" y="90773"/>
                  </a:lnTo>
                  <a:lnTo>
                    <a:pt x="67806" y="85332"/>
                  </a:lnTo>
                  <a:lnTo>
                    <a:pt x="72794" y="79247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7" name="Google Shape;2977;p22"/>
            <p:cNvSpPr/>
            <p:nvPr/>
          </p:nvSpPr>
          <p:spPr>
            <a:xfrm>
              <a:off x="6858761" y="4276344"/>
              <a:ext cx="64769" cy="36830"/>
            </a:xfrm>
            <a:custGeom>
              <a:rect b="b" l="l" r="r" t="t"/>
              <a:pathLst>
                <a:path extrusionOk="0" h="36829" w="64770">
                  <a:moveTo>
                    <a:pt x="761" y="25146"/>
                  </a:moveTo>
                  <a:lnTo>
                    <a:pt x="761" y="28956"/>
                  </a:lnTo>
                  <a:lnTo>
                    <a:pt x="761" y="32766"/>
                  </a:lnTo>
                  <a:lnTo>
                    <a:pt x="0" y="36576"/>
                  </a:lnTo>
                  <a:lnTo>
                    <a:pt x="10929" y="36361"/>
                  </a:lnTo>
                  <a:lnTo>
                    <a:pt x="48565" y="26086"/>
                  </a:lnTo>
                  <a:lnTo>
                    <a:pt x="64769" y="762"/>
                  </a:lnTo>
                  <a:lnTo>
                    <a:pt x="49529" y="762"/>
                  </a:lnTo>
                  <a:lnTo>
                    <a:pt x="44195" y="762"/>
                  </a:lnTo>
                  <a:lnTo>
                    <a:pt x="37123" y="95"/>
                  </a:lnTo>
                  <a:lnTo>
                    <a:pt x="29336" y="0"/>
                  </a:lnTo>
                  <a:lnTo>
                    <a:pt x="22121" y="1619"/>
                  </a:lnTo>
                  <a:lnTo>
                    <a:pt x="16763" y="6096"/>
                  </a:lnTo>
                  <a:lnTo>
                    <a:pt x="12953" y="12192"/>
                  </a:lnTo>
                  <a:lnTo>
                    <a:pt x="19811" y="14478"/>
                  </a:lnTo>
                  <a:lnTo>
                    <a:pt x="22859" y="16764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22"/>
            <p:cNvSpPr/>
            <p:nvPr/>
          </p:nvSpPr>
          <p:spPr>
            <a:xfrm>
              <a:off x="6957821" y="4237482"/>
              <a:ext cx="66040" cy="124460"/>
            </a:xfrm>
            <a:custGeom>
              <a:rect b="b" l="l" r="r" t="t"/>
              <a:pathLst>
                <a:path extrusionOk="0" h="124460" w="66040">
                  <a:moveTo>
                    <a:pt x="48005" y="44196"/>
                  </a:moveTo>
                  <a:lnTo>
                    <a:pt x="37337" y="6858"/>
                  </a:lnTo>
                  <a:lnTo>
                    <a:pt x="32765" y="0"/>
                  </a:lnTo>
                  <a:lnTo>
                    <a:pt x="26669" y="4572"/>
                  </a:lnTo>
                  <a:lnTo>
                    <a:pt x="15859" y="13930"/>
                  </a:lnTo>
                  <a:lnTo>
                    <a:pt x="7619" y="26860"/>
                  </a:lnTo>
                  <a:lnTo>
                    <a:pt x="2238" y="41219"/>
                  </a:lnTo>
                  <a:lnTo>
                    <a:pt x="0" y="54864"/>
                  </a:lnTo>
                  <a:lnTo>
                    <a:pt x="809" y="63627"/>
                  </a:lnTo>
                  <a:lnTo>
                    <a:pt x="34766" y="87249"/>
                  </a:lnTo>
                  <a:lnTo>
                    <a:pt x="43779" y="89344"/>
                  </a:lnTo>
                  <a:lnTo>
                    <a:pt x="52577" y="91440"/>
                  </a:lnTo>
                  <a:lnTo>
                    <a:pt x="58673" y="93726"/>
                  </a:lnTo>
                  <a:lnTo>
                    <a:pt x="65531" y="96012"/>
                  </a:lnTo>
                  <a:lnTo>
                    <a:pt x="64007" y="102870"/>
                  </a:lnTo>
                  <a:lnTo>
                    <a:pt x="29622" y="123063"/>
                  </a:lnTo>
                  <a:lnTo>
                    <a:pt x="16763" y="124206"/>
                  </a:lnTo>
                  <a:lnTo>
                    <a:pt x="14477" y="116586"/>
                  </a:lnTo>
                  <a:lnTo>
                    <a:pt x="16001" y="115062"/>
                  </a:lnTo>
                  <a:lnTo>
                    <a:pt x="18287" y="10668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9" name="Google Shape;2979;p22"/>
            <p:cNvSpPr/>
            <p:nvPr/>
          </p:nvSpPr>
          <p:spPr>
            <a:xfrm>
              <a:off x="7060691" y="4272534"/>
              <a:ext cx="16510" cy="79375"/>
            </a:xfrm>
            <a:custGeom>
              <a:rect b="b" l="l" r="r" t="t"/>
              <a:pathLst>
                <a:path extrusionOk="0" h="79375" w="16509">
                  <a:moveTo>
                    <a:pt x="0" y="0"/>
                  </a:moveTo>
                  <a:lnTo>
                    <a:pt x="6203" y="11727"/>
                  </a:lnTo>
                  <a:lnTo>
                    <a:pt x="10191" y="21240"/>
                  </a:lnTo>
                  <a:lnTo>
                    <a:pt x="12322" y="31182"/>
                  </a:lnTo>
                  <a:lnTo>
                    <a:pt x="12954" y="44196"/>
                  </a:lnTo>
                  <a:lnTo>
                    <a:pt x="12954" y="51637"/>
                  </a:lnTo>
                  <a:lnTo>
                    <a:pt x="12954" y="59150"/>
                  </a:lnTo>
                  <a:lnTo>
                    <a:pt x="12954" y="66805"/>
                  </a:lnTo>
                  <a:lnTo>
                    <a:pt x="12954" y="74676"/>
                  </a:lnTo>
                  <a:lnTo>
                    <a:pt x="12192" y="79248"/>
                  </a:lnTo>
                  <a:lnTo>
                    <a:pt x="12954" y="76200"/>
                  </a:lnTo>
                  <a:lnTo>
                    <a:pt x="16002" y="7315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22"/>
            <p:cNvSpPr/>
            <p:nvPr/>
          </p:nvSpPr>
          <p:spPr>
            <a:xfrm>
              <a:off x="7050023" y="4196334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22"/>
            <p:cNvSpPr/>
            <p:nvPr/>
          </p:nvSpPr>
          <p:spPr>
            <a:xfrm>
              <a:off x="7122639" y="4207764"/>
              <a:ext cx="371475" cy="132080"/>
            </a:xfrm>
            <a:custGeom>
              <a:rect b="b" l="l" r="r" t="t"/>
              <a:pathLst>
                <a:path extrusionOk="0" h="132079" w="371475">
                  <a:moveTo>
                    <a:pt x="69877" y="0"/>
                  </a:moveTo>
                  <a:lnTo>
                    <a:pt x="69556" y="39433"/>
                  </a:lnTo>
                  <a:lnTo>
                    <a:pt x="67687" y="76581"/>
                  </a:lnTo>
                  <a:lnTo>
                    <a:pt x="67079" y="88582"/>
                  </a:lnTo>
                  <a:lnTo>
                    <a:pt x="66829" y="100584"/>
                  </a:lnTo>
                  <a:lnTo>
                    <a:pt x="66829" y="108966"/>
                  </a:lnTo>
                  <a:lnTo>
                    <a:pt x="66829" y="117348"/>
                  </a:lnTo>
                  <a:lnTo>
                    <a:pt x="53768" y="80010"/>
                  </a:lnTo>
                  <a:lnTo>
                    <a:pt x="14251" y="81534"/>
                  </a:lnTo>
                  <a:lnTo>
                    <a:pt x="0" y="107037"/>
                  </a:lnTo>
                  <a:lnTo>
                    <a:pt x="535" y="116586"/>
                  </a:lnTo>
                  <a:lnTo>
                    <a:pt x="5072" y="124325"/>
                  </a:lnTo>
                  <a:lnTo>
                    <a:pt x="12823" y="128778"/>
                  </a:lnTo>
                  <a:lnTo>
                    <a:pt x="21859" y="130944"/>
                  </a:lnTo>
                  <a:lnTo>
                    <a:pt x="30253" y="131826"/>
                  </a:lnTo>
                  <a:lnTo>
                    <a:pt x="44731" y="131659"/>
                  </a:lnTo>
                  <a:lnTo>
                    <a:pt x="85879" y="121157"/>
                  </a:lnTo>
                  <a:lnTo>
                    <a:pt x="119407" y="92963"/>
                  </a:lnTo>
                  <a:lnTo>
                    <a:pt x="122646" y="79914"/>
                  </a:lnTo>
                  <a:lnTo>
                    <a:pt x="122622" y="73140"/>
                  </a:lnTo>
                  <a:lnTo>
                    <a:pt x="122455" y="66293"/>
                  </a:lnTo>
                  <a:lnTo>
                    <a:pt x="122455" y="64007"/>
                  </a:lnTo>
                  <a:lnTo>
                    <a:pt x="122455" y="63245"/>
                  </a:lnTo>
                  <a:lnTo>
                    <a:pt x="120931" y="61721"/>
                  </a:lnTo>
                  <a:lnTo>
                    <a:pt x="120931" y="62483"/>
                  </a:lnTo>
                  <a:lnTo>
                    <a:pt x="119407" y="67817"/>
                  </a:lnTo>
                  <a:lnTo>
                    <a:pt x="119407" y="70865"/>
                  </a:lnTo>
                  <a:lnTo>
                    <a:pt x="119002" y="77723"/>
                  </a:lnTo>
                  <a:lnTo>
                    <a:pt x="119026" y="84581"/>
                  </a:lnTo>
                  <a:lnTo>
                    <a:pt x="143946" y="112823"/>
                  </a:lnTo>
                  <a:lnTo>
                    <a:pt x="150173" y="110870"/>
                  </a:lnTo>
                  <a:lnTo>
                    <a:pt x="169699" y="76961"/>
                  </a:lnTo>
                  <a:lnTo>
                    <a:pt x="170461" y="73151"/>
                  </a:lnTo>
                  <a:lnTo>
                    <a:pt x="169699" y="70103"/>
                  </a:lnTo>
                  <a:lnTo>
                    <a:pt x="169699" y="66293"/>
                  </a:lnTo>
                  <a:lnTo>
                    <a:pt x="169699" y="73151"/>
                  </a:lnTo>
                  <a:lnTo>
                    <a:pt x="168937" y="79247"/>
                  </a:lnTo>
                  <a:lnTo>
                    <a:pt x="168937" y="86105"/>
                  </a:lnTo>
                  <a:lnTo>
                    <a:pt x="184392" y="122205"/>
                  </a:lnTo>
                  <a:lnTo>
                    <a:pt x="193512" y="123443"/>
                  </a:lnTo>
                  <a:lnTo>
                    <a:pt x="202918" y="122396"/>
                  </a:lnTo>
                  <a:lnTo>
                    <a:pt x="235934" y="98631"/>
                  </a:lnTo>
                  <a:lnTo>
                    <a:pt x="246685" y="59793"/>
                  </a:lnTo>
                  <a:lnTo>
                    <a:pt x="246661" y="49529"/>
                  </a:lnTo>
                  <a:lnTo>
                    <a:pt x="246661" y="41147"/>
                  </a:lnTo>
                  <a:lnTo>
                    <a:pt x="245899" y="30479"/>
                  </a:lnTo>
                  <a:lnTo>
                    <a:pt x="235231" y="30479"/>
                  </a:lnTo>
                  <a:lnTo>
                    <a:pt x="227742" y="33599"/>
                  </a:lnTo>
                  <a:lnTo>
                    <a:pt x="212526" y="69103"/>
                  </a:lnTo>
                  <a:lnTo>
                    <a:pt x="211133" y="80390"/>
                  </a:lnTo>
                  <a:lnTo>
                    <a:pt x="211883" y="91678"/>
                  </a:lnTo>
                  <a:lnTo>
                    <a:pt x="215419" y="102107"/>
                  </a:lnTo>
                  <a:lnTo>
                    <a:pt x="220932" y="108608"/>
                  </a:lnTo>
                  <a:lnTo>
                    <a:pt x="228659" y="112395"/>
                  </a:lnTo>
                  <a:lnTo>
                    <a:pt x="237386" y="113895"/>
                  </a:lnTo>
                  <a:lnTo>
                    <a:pt x="245899" y="113537"/>
                  </a:lnTo>
                  <a:lnTo>
                    <a:pt x="275617" y="89153"/>
                  </a:lnTo>
                  <a:lnTo>
                    <a:pt x="287809" y="46481"/>
                  </a:lnTo>
                  <a:lnTo>
                    <a:pt x="289274" y="39052"/>
                  </a:lnTo>
                  <a:lnTo>
                    <a:pt x="290381" y="31622"/>
                  </a:lnTo>
                  <a:lnTo>
                    <a:pt x="291345" y="24193"/>
                  </a:lnTo>
                  <a:lnTo>
                    <a:pt x="292381" y="16763"/>
                  </a:lnTo>
                  <a:lnTo>
                    <a:pt x="292381" y="16001"/>
                  </a:lnTo>
                  <a:lnTo>
                    <a:pt x="292012" y="24907"/>
                  </a:lnTo>
                  <a:lnTo>
                    <a:pt x="291715" y="34099"/>
                  </a:lnTo>
                  <a:lnTo>
                    <a:pt x="292703" y="43005"/>
                  </a:lnTo>
                  <a:lnTo>
                    <a:pt x="332767" y="67817"/>
                  </a:lnTo>
                  <a:lnTo>
                    <a:pt x="350389" y="71246"/>
                  </a:lnTo>
                  <a:lnTo>
                    <a:pt x="359663" y="74247"/>
                  </a:lnTo>
                  <a:lnTo>
                    <a:pt x="366295" y="79247"/>
                  </a:lnTo>
                  <a:lnTo>
                    <a:pt x="370867" y="86105"/>
                  </a:lnTo>
                  <a:lnTo>
                    <a:pt x="361723" y="89153"/>
                  </a:lnTo>
                  <a:lnTo>
                    <a:pt x="357151" y="90677"/>
                  </a:lnTo>
                  <a:lnTo>
                    <a:pt x="346614" y="93321"/>
                  </a:lnTo>
                  <a:lnTo>
                    <a:pt x="335720" y="94678"/>
                  </a:lnTo>
                  <a:lnTo>
                    <a:pt x="324683" y="95178"/>
                  </a:lnTo>
                  <a:lnTo>
                    <a:pt x="313717" y="95249"/>
                  </a:lnTo>
                  <a:lnTo>
                    <a:pt x="300168" y="95464"/>
                  </a:lnTo>
                  <a:lnTo>
                    <a:pt x="287619" y="94678"/>
                  </a:lnTo>
                  <a:lnTo>
                    <a:pt x="275355" y="92463"/>
                  </a:lnTo>
                  <a:lnTo>
                    <a:pt x="262663" y="88391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2" name="Google Shape;2982;p22"/>
          <p:cNvGrpSpPr/>
          <p:nvPr/>
        </p:nvGrpSpPr>
        <p:grpSpPr>
          <a:xfrm>
            <a:off x="7824203" y="4130027"/>
            <a:ext cx="647724" cy="171380"/>
            <a:chOff x="7824203" y="4130027"/>
            <a:chExt cx="647724" cy="171380"/>
          </a:xfrm>
        </p:grpSpPr>
        <p:pic>
          <p:nvPicPr>
            <p:cNvPr id="2983" name="Google Shape;2983;p2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824203" y="4130027"/>
              <a:ext cx="200443" cy="1713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4" name="Google Shape;2984;p2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058899" y="4166520"/>
              <a:ext cx="142995" cy="1168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5" name="Google Shape;2985;p2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237111" y="4142219"/>
              <a:ext cx="234816" cy="1181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86" name="Google Shape;2986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768321" y="4084069"/>
            <a:ext cx="119659" cy="122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7" name="Google Shape;2987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554205" y="4782299"/>
            <a:ext cx="457415" cy="204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8" name="Google Shape;2988;p22"/>
          <p:cNvGrpSpPr/>
          <p:nvPr/>
        </p:nvGrpSpPr>
        <p:grpSpPr>
          <a:xfrm>
            <a:off x="6369545" y="4744199"/>
            <a:ext cx="516268" cy="187239"/>
            <a:chOff x="6369545" y="4744199"/>
            <a:chExt cx="516268" cy="187239"/>
          </a:xfrm>
        </p:grpSpPr>
        <p:pic>
          <p:nvPicPr>
            <p:cNvPr id="2989" name="Google Shape;2989;p2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369545" y="4744199"/>
              <a:ext cx="354342" cy="187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0" name="Google Shape;2990;p22"/>
            <p:cNvSpPr/>
            <p:nvPr/>
          </p:nvSpPr>
          <p:spPr>
            <a:xfrm>
              <a:off x="6769417" y="4805933"/>
              <a:ext cx="40640" cy="85090"/>
            </a:xfrm>
            <a:custGeom>
              <a:rect b="b" l="l" r="r" t="t"/>
              <a:pathLst>
                <a:path extrusionOk="0" h="85089" w="40640">
                  <a:moveTo>
                    <a:pt x="3238" y="0"/>
                  </a:moveTo>
                  <a:lnTo>
                    <a:pt x="2440" y="9596"/>
                  </a:lnTo>
                  <a:lnTo>
                    <a:pt x="1428" y="19050"/>
                  </a:lnTo>
                  <a:lnTo>
                    <a:pt x="559" y="28503"/>
                  </a:lnTo>
                  <a:lnTo>
                    <a:pt x="190" y="38100"/>
                  </a:lnTo>
                  <a:lnTo>
                    <a:pt x="23" y="46993"/>
                  </a:lnTo>
                  <a:lnTo>
                    <a:pt x="0" y="55530"/>
                  </a:lnTo>
                  <a:lnTo>
                    <a:pt x="833" y="63924"/>
                  </a:lnTo>
                  <a:lnTo>
                    <a:pt x="3238" y="72390"/>
                  </a:lnTo>
                  <a:lnTo>
                    <a:pt x="5524" y="79248"/>
                  </a:lnTo>
                  <a:lnTo>
                    <a:pt x="12382" y="84582"/>
                  </a:lnTo>
                  <a:lnTo>
                    <a:pt x="20764" y="82296"/>
                  </a:lnTo>
                  <a:lnTo>
                    <a:pt x="27181" y="79438"/>
                  </a:lnTo>
                  <a:lnTo>
                    <a:pt x="32099" y="74866"/>
                  </a:lnTo>
                  <a:lnTo>
                    <a:pt x="36302" y="69437"/>
                  </a:lnTo>
                  <a:lnTo>
                    <a:pt x="40576" y="64007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1" name="Google Shape;2991;p22"/>
            <p:cNvSpPr/>
            <p:nvPr/>
          </p:nvSpPr>
          <p:spPr>
            <a:xfrm>
              <a:off x="6769608" y="4780787"/>
              <a:ext cx="43815" cy="55880"/>
            </a:xfrm>
            <a:custGeom>
              <a:rect b="b" l="l" r="r" t="t"/>
              <a:pathLst>
                <a:path extrusionOk="0" h="55879" w="43815">
                  <a:moveTo>
                    <a:pt x="14477" y="41910"/>
                  </a:moveTo>
                  <a:lnTo>
                    <a:pt x="7619" y="50292"/>
                  </a:lnTo>
                  <a:lnTo>
                    <a:pt x="2285" y="50292"/>
                  </a:lnTo>
                  <a:lnTo>
                    <a:pt x="6095" y="55626"/>
                  </a:lnTo>
                  <a:lnTo>
                    <a:pt x="40481" y="34575"/>
                  </a:lnTo>
                  <a:lnTo>
                    <a:pt x="43433" y="20574"/>
                  </a:lnTo>
                  <a:lnTo>
                    <a:pt x="40516" y="14537"/>
                  </a:lnTo>
                  <a:lnTo>
                    <a:pt x="3047" y="0"/>
                  </a:lnTo>
                  <a:lnTo>
                    <a:pt x="0" y="6858"/>
                  </a:lnTo>
                  <a:lnTo>
                    <a:pt x="0" y="10668"/>
                  </a:lnTo>
                  <a:lnTo>
                    <a:pt x="0" y="12192"/>
                  </a:lnTo>
                  <a:lnTo>
                    <a:pt x="1523" y="14478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2" name="Google Shape;2992;p22"/>
            <p:cNvSpPr/>
            <p:nvPr/>
          </p:nvSpPr>
          <p:spPr>
            <a:xfrm>
              <a:off x="6849618" y="4772405"/>
              <a:ext cx="36195" cy="100330"/>
            </a:xfrm>
            <a:custGeom>
              <a:rect b="b" l="l" r="r" t="t"/>
              <a:pathLst>
                <a:path extrusionOk="0" h="100329" w="36195">
                  <a:moveTo>
                    <a:pt x="0" y="35814"/>
                  </a:moveTo>
                  <a:lnTo>
                    <a:pt x="28956" y="60960"/>
                  </a:lnTo>
                  <a:lnTo>
                    <a:pt x="32277" y="84427"/>
                  </a:lnTo>
                  <a:lnTo>
                    <a:pt x="32004" y="92202"/>
                  </a:lnTo>
                  <a:lnTo>
                    <a:pt x="31242" y="96012"/>
                  </a:lnTo>
                  <a:lnTo>
                    <a:pt x="31242" y="97536"/>
                  </a:lnTo>
                  <a:lnTo>
                    <a:pt x="28956" y="99822"/>
                  </a:lnTo>
                  <a:lnTo>
                    <a:pt x="23622" y="94488"/>
                  </a:lnTo>
                  <a:lnTo>
                    <a:pt x="23622" y="90678"/>
                  </a:lnTo>
                  <a:lnTo>
                    <a:pt x="22860" y="80772"/>
                  </a:lnTo>
                  <a:lnTo>
                    <a:pt x="22788" y="68199"/>
                  </a:lnTo>
                  <a:lnTo>
                    <a:pt x="22860" y="55626"/>
                  </a:lnTo>
                  <a:lnTo>
                    <a:pt x="23502" y="43053"/>
                  </a:lnTo>
                  <a:lnTo>
                    <a:pt x="33527" y="4572"/>
                  </a:lnTo>
                  <a:lnTo>
                    <a:pt x="34290" y="3048"/>
                  </a:lnTo>
                  <a:lnTo>
                    <a:pt x="35051" y="1524"/>
                  </a:lnTo>
                  <a:lnTo>
                    <a:pt x="35813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93" name="Google Shape;2993;p2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094207" y="4701527"/>
            <a:ext cx="372548" cy="164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4" name="Google Shape;2994;p2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721524" y="4622279"/>
            <a:ext cx="108800" cy="172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5" name="Google Shape;2995;p22"/>
          <p:cNvGrpSpPr/>
          <p:nvPr/>
        </p:nvGrpSpPr>
        <p:grpSpPr>
          <a:xfrm>
            <a:off x="8192249" y="4514837"/>
            <a:ext cx="593623" cy="226339"/>
            <a:chOff x="8192249" y="4514837"/>
            <a:chExt cx="593623" cy="226339"/>
          </a:xfrm>
        </p:grpSpPr>
        <p:pic>
          <p:nvPicPr>
            <p:cNvPr id="2996" name="Google Shape;2996;p2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192249" y="4619231"/>
              <a:ext cx="141471" cy="1219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7" name="Google Shape;2997;p2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356079" y="4514837"/>
              <a:ext cx="325399" cy="2047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8" name="Google Shape;2998;p2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702027" y="4537125"/>
              <a:ext cx="83845" cy="1116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9" name="Google Shape;2999;p22"/>
          <p:cNvSpPr/>
          <p:nvPr/>
        </p:nvSpPr>
        <p:spPr>
          <a:xfrm>
            <a:off x="8850630" y="4617720"/>
            <a:ext cx="29209" cy="13970"/>
          </a:xfrm>
          <a:custGeom>
            <a:rect b="b" l="l" r="r" t="t"/>
            <a:pathLst>
              <a:path extrusionOk="0" h="13970" w="29209">
                <a:moveTo>
                  <a:pt x="28955" y="13716"/>
                </a:moveTo>
                <a:lnTo>
                  <a:pt x="18752" y="10715"/>
                </a:lnTo>
                <a:lnTo>
                  <a:pt x="11334" y="8001"/>
                </a:lnTo>
                <a:lnTo>
                  <a:pt x="5488" y="4714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0" name="Google Shape;3000;p22"/>
          <p:cNvSpPr/>
          <p:nvPr/>
        </p:nvSpPr>
        <p:spPr>
          <a:xfrm>
            <a:off x="9291828" y="2605277"/>
            <a:ext cx="112395" cy="15240"/>
          </a:xfrm>
          <a:custGeom>
            <a:rect b="b" l="l" r="r" t="t"/>
            <a:pathLst>
              <a:path extrusionOk="0" h="15239" w="112395">
                <a:moveTo>
                  <a:pt x="0" y="9144"/>
                </a:moveTo>
                <a:lnTo>
                  <a:pt x="13013" y="3857"/>
                </a:lnTo>
                <a:lnTo>
                  <a:pt x="24669" y="1143"/>
                </a:lnTo>
                <a:lnTo>
                  <a:pt x="36754" y="142"/>
                </a:lnTo>
                <a:lnTo>
                  <a:pt x="51053" y="0"/>
                </a:lnTo>
                <a:lnTo>
                  <a:pt x="63507" y="59"/>
                </a:lnTo>
                <a:lnTo>
                  <a:pt x="75819" y="476"/>
                </a:lnTo>
                <a:lnTo>
                  <a:pt x="88130" y="1607"/>
                </a:lnTo>
                <a:lnTo>
                  <a:pt x="100584" y="3810"/>
                </a:lnTo>
                <a:lnTo>
                  <a:pt x="106680" y="5334"/>
                </a:lnTo>
                <a:lnTo>
                  <a:pt x="108966" y="5334"/>
                </a:lnTo>
                <a:lnTo>
                  <a:pt x="112014" y="9906"/>
                </a:lnTo>
                <a:lnTo>
                  <a:pt x="104013" y="10727"/>
                </a:lnTo>
                <a:lnTo>
                  <a:pt x="96011" y="11906"/>
                </a:lnTo>
                <a:lnTo>
                  <a:pt x="88010" y="13227"/>
                </a:lnTo>
                <a:lnTo>
                  <a:pt x="80010" y="14478"/>
                </a:lnTo>
                <a:lnTo>
                  <a:pt x="76200" y="14478"/>
                </a:lnTo>
                <a:lnTo>
                  <a:pt x="76200" y="15240"/>
                </a:lnTo>
                <a:lnTo>
                  <a:pt x="74676" y="13716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1" name="Google Shape;3001;p22"/>
          <p:cNvSpPr/>
          <p:nvPr/>
        </p:nvSpPr>
        <p:spPr>
          <a:xfrm>
            <a:off x="5108447" y="2670048"/>
            <a:ext cx="395605" cy="62865"/>
          </a:xfrm>
          <a:custGeom>
            <a:rect b="b" l="l" r="r" t="t"/>
            <a:pathLst>
              <a:path extrusionOk="0" h="62864" w="395604">
                <a:moveTo>
                  <a:pt x="0" y="16763"/>
                </a:moveTo>
                <a:lnTo>
                  <a:pt x="33528" y="39623"/>
                </a:lnTo>
                <a:lnTo>
                  <a:pt x="43815" y="40516"/>
                </a:lnTo>
                <a:lnTo>
                  <a:pt x="54102" y="39909"/>
                </a:lnTo>
                <a:lnTo>
                  <a:pt x="64389" y="38016"/>
                </a:lnTo>
                <a:lnTo>
                  <a:pt x="74676" y="35051"/>
                </a:lnTo>
                <a:lnTo>
                  <a:pt x="85665" y="31277"/>
                </a:lnTo>
                <a:lnTo>
                  <a:pt x="96869" y="27146"/>
                </a:lnTo>
                <a:lnTo>
                  <a:pt x="108215" y="23157"/>
                </a:lnTo>
                <a:lnTo>
                  <a:pt x="119634" y="19811"/>
                </a:lnTo>
                <a:lnTo>
                  <a:pt x="135231" y="17228"/>
                </a:lnTo>
                <a:lnTo>
                  <a:pt x="152400" y="15716"/>
                </a:lnTo>
                <a:lnTo>
                  <a:pt x="169568" y="16061"/>
                </a:lnTo>
                <a:lnTo>
                  <a:pt x="207454" y="30515"/>
                </a:lnTo>
                <a:lnTo>
                  <a:pt x="226314" y="53339"/>
                </a:lnTo>
                <a:lnTo>
                  <a:pt x="226314" y="54863"/>
                </a:lnTo>
                <a:lnTo>
                  <a:pt x="227838" y="60959"/>
                </a:lnTo>
                <a:lnTo>
                  <a:pt x="229361" y="61721"/>
                </a:lnTo>
                <a:lnTo>
                  <a:pt x="229361" y="62483"/>
                </a:lnTo>
                <a:lnTo>
                  <a:pt x="230886" y="61721"/>
                </a:lnTo>
                <a:lnTo>
                  <a:pt x="233934" y="57911"/>
                </a:lnTo>
                <a:lnTo>
                  <a:pt x="236982" y="54863"/>
                </a:lnTo>
                <a:lnTo>
                  <a:pt x="240029" y="51053"/>
                </a:lnTo>
                <a:lnTo>
                  <a:pt x="244602" y="44957"/>
                </a:lnTo>
                <a:lnTo>
                  <a:pt x="250697" y="41147"/>
                </a:lnTo>
                <a:lnTo>
                  <a:pt x="258318" y="38861"/>
                </a:lnTo>
                <a:lnTo>
                  <a:pt x="265878" y="37218"/>
                </a:lnTo>
                <a:lnTo>
                  <a:pt x="273653" y="36575"/>
                </a:lnTo>
                <a:lnTo>
                  <a:pt x="281570" y="36504"/>
                </a:lnTo>
                <a:lnTo>
                  <a:pt x="289560" y="36575"/>
                </a:lnTo>
                <a:lnTo>
                  <a:pt x="305800" y="36885"/>
                </a:lnTo>
                <a:lnTo>
                  <a:pt x="322326" y="37337"/>
                </a:lnTo>
                <a:lnTo>
                  <a:pt x="338851" y="37218"/>
                </a:lnTo>
                <a:lnTo>
                  <a:pt x="379416" y="29813"/>
                </a:lnTo>
                <a:lnTo>
                  <a:pt x="387096" y="26669"/>
                </a:lnTo>
                <a:lnTo>
                  <a:pt x="390906" y="25145"/>
                </a:lnTo>
                <a:lnTo>
                  <a:pt x="393192" y="23621"/>
                </a:lnTo>
                <a:lnTo>
                  <a:pt x="393954" y="20573"/>
                </a:lnTo>
                <a:lnTo>
                  <a:pt x="395478" y="16001"/>
                </a:lnTo>
                <a:lnTo>
                  <a:pt x="393954" y="12953"/>
                </a:lnTo>
                <a:lnTo>
                  <a:pt x="390906" y="10667"/>
                </a:lnTo>
                <a:lnTo>
                  <a:pt x="387096" y="6857"/>
                </a:lnTo>
                <a:lnTo>
                  <a:pt x="381762" y="3809"/>
                </a:lnTo>
                <a:lnTo>
                  <a:pt x="377190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2" name="Google Shape;3002;p22"/>
          <p:cNvGrpSpPr/>
          <p:nvPr/>
        </p:nvGrpSpPr>
        <p:grpSpPr>
          <a:xfrm>
            <a:off x="5865113" y="2667761"/>
            <a:ext cx="335915" cy="112903"/>
            <a:chOff x="5865113" y="2667761"/>
            <a:chExt cx="335915" cy="112903"/>
          </a:xfrm>
        </p:grpSpPr>
        <p:sp>
          <p:nvSpPr>
            <p:cNvPr id="3003" name="Google Shape;3003;p22"/>
            <p:cNvSpPr/>
            <p:nvPr/>
          </p:nvSpPr>
          <p:spPr>
            <a:xfrm>
              <a:off x="5865113" y="2667761"/>
              <a:ext cx="335915" cy="87630"/>
            </a:xfrm>
            <a:custGeom>
              <a:rect b="b" l="l" r="r" t="t"/>
              <a:pathLst>
                <a:path extrusionOk="0" h="87630" w="335914">
                  <a:moveTo>
                    <a:pt x="0" y="48768"/>
                  </a:moveTo>
                  <a:lnTo>
                    <a:pt x="29039" y="76092"/>
                  </a:lnTo>
                  <a:lnTo>
                    <a:pt x="62579" y="87249"/>
                  </a:lnTo>
                  <a:lnTo>
                    <a:pt x="74044" y="87225"/>
                  </a:lnTo>
                  <a:lnTo>
                    <a:pt x="115764" y="65627"/>
                  </a:lnTo>
                  <a:lnTo>
                    <a:pt x="130599" y="52982"/>
                  </a:lnTo>
                  <a:lnTo>
                    <a:pt x="136302" y="48768"/>
                  </a:lnTo>
                  <a:lnTo>
                    <a:pt x="142434" y="45696"/>
                  </a:lnTo>
                  <a:lnTo>
                    <a:pt x="149352" y="44196"/>
                  </a:lnTo>
                  <a:lnTo>
                    <a:pt x="157543" y="44184"/>
                  </a:lnTo>
                  <a:lnTo>
                    <a:pt x="165163" y="45243"/>
                  </a:lnTo>
                  <a:lnTo>
                    <a:pt x="204215" y="65532"/>
                  </a:lnTo>
                  <a:lnTo>
                    <a:pt x="206502" y="67056"/>
                  </a:lnTo>
                  <a:lnTo>
                    <a:pt x="208026" y="69342"/>
                  </a:lnTo>
                  <a:lnTo>
                    <a:pt x="210311" y="70866"/>
                  </a:lnTo>
                  <a:lnTo>
                    <a:pt x="213967" y="61567"/>
                  </a:lnTo>
                  <a:lnTo>
                    <a:pt x="218408" y="53054"/>
                  </a:lnTo>
                  <a:lnTo>
                    <a:pt x="253079" y="29098"/>
                  </a:lnTo>
                  <a:lnTo>
                    <a:pt x="261365" y="28194"/>
                  </a:lnTo>
                  <a:lnTo>
                    <a:pt x="269247" y="28455"/>
                  </a:lnTo>
                  <a:lnTo>
                    <a:pt x="276987" y="29146"/>
                  </a:lnTo>
                  <a:lnTo>
                    <a:pt x="284726" y="30122"/>
                  </a:lnTo>
                  <a:lnTo>
                    <a:pt x="292608" y="31242"/>
                  </a:lnTo>
                  <a:lnTo>
                    <a:pt x="299930" y="32789"/>
                  </a:lnTo>
                  <a:lnTo>
                    <a:pt x="307181" y="33909"/>
                  </a:lnTo>
                  <a:lnTo>
                    <a:pt x="314575" y="34456"/>
                  </a:lnTo>
                  <a:lnTo>
                    <a:pt x="322326" y="34290"/>
                  </a:lnTo>
                  <a:lnTo>
                    <a:pt x="327660" y="34290"/>
                  </a:lnTo>
                  <a:lnTo>
                    <a:pt x="331470" y="30480"/>
                  </a:lnTo>
                  <a:lnTo>
                    <a:pt x="333756" y="25146"/>
                  </a:lnTo>
                  <a:lnTo>
                    <a:pt x="335589" y="19395"/>
                  </a:lnTo>
                  <a:lnTo>
                    <a:pt x="335851" y="12858"/>
                  </a:lnTo>
                  <a:lnTo>
                    <a:pt x="335256" y="6179"/>
                  </a:lnTo>
                  <a:lnTo>
                    <a:pt x="334518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22"/>
            <p:cNvSpPr/>
            <p:nvPr/>
          </p:nvSpPr>
          <p:spPr>
            <a:xfrm>
              <a:off x="5931407" y="2747009"/>
              <a:ext cx="257810" cy="33655"/>
            </a:xfrm>
            <a:custGeom>
              <a:rect b="b" l="l" r="r" t="t"/>
              <a:pathLst>
                <a:path extrusionOk="0" h="33655" w="257810">
                  <a:moveTo>
                    <a:pt x="71627" y="21336"/>
                  </a:moveTo>
                  <a:lnTo>
                    <a:pt x="88665" y="24062"/>
                  </a:lnTo>
                  <a:lnTo>
                    <a:pt x="105632" y="25431"/>
                  </a:lnTo>
                  <a:lnTo>
                    <a:pt x="122741" y="25515"/>
                  </a:lnTo>
                  <a:lnTo>
                    <a:pt x="140207" y="24384"/>
                  </a:lnTo>
                  <a:lnTo>
                    <a:pt x="160210" y="23110"/>
                  </a:lnTo>
                  <a:lnTo>
                    <a:pt x="180212" y="21621"/>
                  </a:lnTo>
                  <a:lnTo>
                    <a:pt x="200215" y="19990"/>
                  </a:lnTo>
                  <a:lnTo>
                    <a:pt x="220217" y="18288"/>
                  </a:lnTo>
                  <a:lnTo>
                    <a:pt x="229481" y="17609"/>
                  </a:lnTo>
                  <a:lnTo>
                    <a:pt x="238886" y="16859"/>
                  </a:lnTo>
                  <a:lnTo>
                    <a:pt x="248292" y="16252"/>
                  </a:lnTo>
                  <a:lnTo>
                    <a:pt x="257555" y="16002"/>
                  </a:lnTo>
                  <a:lnTo>
                    <a:pt x="239387" y="17633"/>
                  </a:lnTo>
                  <a:lnTo>
                    <a:pt x="221360" y="19907"/>
                  </a:lnTo>
                  <a:lnTo>
                    <a:pt x="156019" y="27086"/>
                  </a:lnTo>
                  <a:lnTo>
                    <a:pt x="97726" y="31349"/>
                  </a:lnTo>
                  <a:lnTo>
                    <a:pt x="52447" y="33206"/>
                  </a:lnTo>
                  <a:lnTo>
                    <a:pt x="3047" y="33528"/>
                  </a:lnTo>
                  <a:lnTo>
                    <a:pt x="2285" y="33528"/>
                  </a:lnTo>
                  <a:lnTo>
                    <a:pt x="1523" y="33528"/>
                  </a:lnTo>
                  <a:lnTo>
                    <a:pt x="0" y="33528"/>
                  </a:lnTo>
                  <a:lnTo>
                    <a:pt x="17014" y="31372"/>
                  </a:lnTo>
                  <a:lnTo>
                    <a:pt x="33813" y="29432"/>
                  </a:lnTo>
                  <a:lnTo>
                    <a:pt x="50470" y="27634"/>
                  </a:lnTo>
                  <a:lnTo>
                    <a:pt x="67055" y="25908"/>
                  </a:lnTo>
                  <a:lnTo>
                    <a:pt x="95166" y="22693"/>
                  </a:lnTo>
                  <a:lnTo>
                    <a:pt x="151387" y="16263"/>
                  </a:lnTo>
                  <a:lnTo>
                    <a:pt x="193452" y="9322"/>
                  </a:lnTo>
                  <a:lnTo>
                    <a:pt x="212502" y="4155"/>
                  </a:lnTo>
                  <a:lnTo>
                    <a:pt x="221741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05" name="Google Shape;3005;p22"/>
          <p:cNvSpPr/>
          <p:nvPr/>
        </p:nvSpPr>
        <p:spPr>
          <a:xfrm>
            <a:off x="9548621" y="1905000"/>
            <a:ext cx="103505" cy="433705"/>
          </a:xfrm>
          <a:custGeom>
            <a:rect b="b" l="l" r="r" t="t"/>
            <a:pathLst>
              <a:path extrusionOk="0" h="433705" w="103504">
                <a:moveTo>
                  <a:pt x="44196" y="0"/>
                </a:moveTo>
                <a:lnTo>
                  <a:pt x="60198" y="36385"/>
                </a:lnTo>
                <a:lnTo>
                  <a:pt x="73914" y="73914"/>
                </a:lnTo>
                <a:lnTo>
                  <a:pt x="88487" y="125920"/>
                </a:lnTo>
                <a:lnTo>
                  <a:pt x="99060" y="179070"/>
                </a:lnTo>
                <a:lnTo>
                  <a:pt x="103346" y="233838"/>
                </a:lnTo>
                <a:lnTo>
                  <a:pt x="102596" y="261258"/>
                </a:lnTo>
                <a:lnTo>
                  <a:pt x="92725" y="313289"/>
                </a:lnTo>
                <a:lnTo>
                  <a:pt x="71199" y="360366"/>
                </a:lnTo>
                <a:lnTo>
                  <a:pt x="44791" y="397573"/>
                </a:lnTo>
                <a:lnTo>
                  <a:pt x="16644" y="422910"/>
                </a:lnTo>
                <a:lnTo>
                  <a:pt x="0" y="433578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6" name="Google Shape;3006;p22"/>
          <p:cNvSpPr/>
          <p:nvPr/>
        </p:nvSpPr>
        <p:spPr>
          <a:xfrm>
            <a:off x="9194292" y="2551938"/>
            <a:ext cx="55244" cy="28575"/>
          </a:xfrm>
          <a:custGeom>
            <a:rect b="b" l="l" r="r" t="t"/>
            <a:pathLst>
              <a:path extrusionOk="0" h="28575" w="55245">
                <a:moveTo>
                  <a:pt x="0" y="0"/>
                </a:moveTo>
                <a:lnTo>
                  <a:pt x="8929" y="6000"/>
                </a:lnTo>
                <a:lnTo>
                  <a:pt x="17716" y="11429"/>
                </a:lnTo>
                <a:lnTo>
                  <a:pt x="26789" y="16287"/>
                </a:lnTo>
                <a:lnTo>
                  <a:pt x="36576" y="20573"/>
                </a:lnTo>
                <a:lnTo>
                  <a:pt x="41148" y="22859"/>
                </a:lnTo>
                <a:lnTo>
                  <a:pt x="47244" y="25145"/>
                </a:lnTo>
                <a:lnTo>
                  <a:pt x="52577" y="26669"/>
                </a:lnTo>
                <a:lnTo>
                  <a:pt x="53340" y="26669"/>
                </a:lnTo>
                <a:lnTo>
                  <a:pt x="54102" y="26669"/>
                </a:lnTo>
                <a:lnTo>
                  <a:pt x="54864" y="26669"/>
                </a:lnTo>
                <a:lnTo>
                  <a:pt x="53340" y="25907"/>
                </a:lnTo>
                <a:lnTo>
                  <a:pt x="49530" y="28193"/>
                </a:lnTo>
                <a:lnTo>
                  <a:pt x="48768" y="25907"/>
                </a:lnTo>
                <a:lnTo>
                  <a:pt x="48768" y="20573"/>
                </a:lnTo>
                <a:lnTo>
                  <a:pt x="49530" y="18287"/>
                </a:lnTo>
                <a:lnTo>
                  <a:pt x="53340" y="15239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7" name="Google Shape;3007;p22"/>
          <p:cNvSpPr/>
          <p:nvPr/>
        </p:nvSpPr>
        <p:spPr>
          <a:xfrm>
            <a:off x="9715500" y="2480310"/>
            <a:ext cx="250190" cy="42545"/>
          </a:xfrm>
          <a:custGeom>
            <a:rect b="b" l="l" r="r" t="t"/>
            <a:pathLst>
              <a:path extrusionOk="0" h="42544" w="250190">
                <a:moveTo>
                  <a:pt x="0" y="4572"/>
                </a:moveTo>
                <a:lnTo>
                  <a:pt x="7131" y="13323"/>
                </a:lnTo>
                <a:lnTo>
                  <a:pt x="14192" y="22002"/>
                </a:lnTo>
                <a:lnTo>
                  <a:pt x="21967" y="29968"/>
                </a:lnTo>
                <a:lnTo>
                  <a:pt x="31242" y="36576"/>
                </a:lnTo>
                <a:lnTo>
                  <a:pt x="38802" y="40088"/>
                </a:lnTo>
                <a:lnTo>
                  <a:pt x="46577" y="41814"/>
                </a:lnTo>
                <a:lnTo>
                  <a:pt x="54494" y="42255"/>
                </a:lnTo>
                <a:lnTo>
                  <a:pt x="62484" y="41910"/>
                </a:lnTo>
                <a:lnTo>
                  <a:pt x="100584" y="26670"/>
                </a:lnTo>
                <a:lnTo>
                  <a:pt x="110454" y="20931"/>
                </a:lnTo>
                <a:lnTo>
                  <a:pt x="120681" y="15621"/>
                </a:lnTo>
                <a:lnTo>
                  <a:pt x="131337" y="11453"/>
                </a:lnTo>
                <a:lnTo>
                  <a:pt x="142494" y="9144"/>
                </a:lnTo>
                <a:lnTo>
                  <a:pt x="150233" y="8465"/>
                </a:lnTo>
                <a:lnTo>
                  <a:pt x="157543" y="8858"/>
                </a:lnTo>
                <a:lnTo>
                  <a:pt x="190500" y="29718"/>
                </a:lnTo>
                <a:lnTo>
                  <a:pt x="192786" y="32004"/>
                </a:lnTo>
                <a:lnTo>
                  <a:pt x="194310" y="33528"/>
                </a:lnTo>
                <a:lnTo>
                  <a:pt x="198120" y="30480"/>
                </a:lnTo>
                <a:lnTo>
                  <a:pt x="200406" y="26670"/>
                </a:lnTo>
                <a:lnTo>
                  <a:pt x="204215" y="22860"/>
                </a:lnTo>
                <a:lnTo>
                  <a:pt x="242315" y="0"/>
                </a:lnTo>
                <a:lnTo>
                  <a:pt x="246888" y="3048"/>
                </a:lnTo>
                <a:lnTo>
                  <a:pt x="248411" y="5334"/>
                </a:lnTo>
                <a:lnTo>
                  <a:pt x="248411" y="6096"/>
                </a:lnTo>
                <a:lnTo>
                  <a:pt x="249936" y="762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8" name="Google Shape;3008;p22"/>
          <p:cNvSpPr/>
          <p:nvPr/>
        </p:nvSpPr>
        <p:spPr>
          <a:xfrm>
            <a:off x="9827514" y="2591561"/>
            <a:ext cx="89535" cy="14604"/>
          </a:xfrm>
          <a:custGeom>
            <a:rect b="b" l="l" r="r" t="t"/>
            <a:pathLst>
              <a:path extrusionOk="0" h="14605" w="89534">
                <a:moveTo>
                  <a:pt x="27431" y="5334"/>
                </a:moveTo>
                <a:lnTo>
                  <a:pt x="36147" y="7465"/>
                </a:lnTo>
                <a:lnTo>
                  <a:pt x="45148" y="9239"/>
                </a:lnTo>
                <a:lnTo>
                  <a:pt x="54435" y="10584"/>
                </a:lnTo>
                <a:lnTo>
                  <a:pt x="64007" y="11430"/>
                </a:lnTo>
                <a:lnTo>
                  <a:pt x="72389" y="12192"/>
                </a:lnTo>
                <a:lnTo>
                  <a:pt x="80771" y="12954"/>
                </a:lnTo>
                <a:lnTo>
                  <a:pt x="89153" y="14478"/>
                </a:lnTo>
                <a:lnTo>
                  <a:pt x="81391" y="14347"/>
                </a:lnTo>
                <a:lnTo>
                  <a:pt x="30289" y="9810"/>
                </a:lnTo>
                <a:lnTo>
                  <a:pt x="761" y="3048"/>
                </a:lnTo>
                <a:lnTo>
                  <a:pt x="0" y="3048"/>
                </a:lnTo>
                <a:lnTo>
                  <a:pt x="0" y="2286"/>
                </a:lnTo>
                <a:lnTo>
                  <a:pt x="9715" y="1524"/>
                </a:lnTo>
                <a:lnTo>
                  <a:pt x="19430" y="1333"/>
                </a:lnTo>
                <a:lnTo>
                  <a:pt x="29146" y="1428"/>
                </a:lnTo>
                <a:lnTo>
                  <a:pt x="38861" y="1524"/>
                </a:lnTo>
                <a:lnTo>
                  <a:pt x="47767" y="1500"/>
                </a:lnTo>
                <a:lnTo>
                  <a:pt x="54673" y="1333"/>
                </a:lnTo>
                <a:lnTo>
                  <a:pt x="60721" y="881"/>
                </a:lnTo>
                <a:lnTo>
                  <a:pt x="67055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9" name="Google Shape;3009;p22"/>
          <p:cNvSpPr/>
          <p:nvPr/>
        </p:nvSpPr>
        <p:spPr>
          <a:xfrm>
            <a:off x="9708165" y="1929383"/>
            <a:ext cx="80010" cy="487045"/>
          </a:xfrm>
          <a:custGeom>
            <a:rect b="b" l="l" r="r" t="t"/>
            <a:pathLst>
              <a:path extrusionOk="0" h="487044" w="80009">
                <a:moveTo>
                  <a:pt x="79724" y="22860"/>
                </a:moveTo>
                <a:lnTo>
                  <a:pt x="41529" y="857"/>
                </a:lnTo>
                <a:lnTo>
                  <a:pt x="22574" y="0"/>
                </a:lnTo>
                <a:lnTo>
                  <a:pt x="13430" y="0"/>
                </a:lnTo>
                <a:lnTo>
                  <a:pt x="5810" y="0"/>
                </a:lnTo>
                <a:lnTo>
                  <a:pt x="2762" y="9906"/>
                </a:lnTo>
                <a:lnTo>
                  <a:pt x="488" y="22050"/>
                </a:lnTo>
                <a:lnTo>
                  <a:pt x="0" y="35052"/>
                </a:lnTo>
                <a:lnTo>
                  <a:pt x="511" y="48053"/>
                </a:lnTo>
                <a:lnTo>
                  <a:pt x="1238" y="60198"/>
                </a:lnTo>
                <a:lnTo>
                  <a:pt x="3571" y="84760"/>
                </a:lnTo>
                <a:lnTo>
                  <a:pt x="6762" y="109251"/>
                </a:lnTo>
                <a:lnTo>
                  <a:pt x="10239" y="133600"/>
                </a:lnTo>
                <a:lnTo>
                  <a:pt x="13430" y="157734"/>
                </a:lnTo>
                <a:lnTo>
                  <a:pt x="18097" y="215550"/>
                </a:lnTo>
                <a:lnTo>
                  <a:pt x="21050" y="272796"/>
                </a:lnTo>
                <a:lnTo>
                  <a:pt x="22002" y="323469"/>
                </a:lnTo>
                <a:lnTo>
                  <a:pt x="22121" y="348876"/>
                </a:lnTo>
                <a:lnTo>
                  <a:pt x="21812" y="374142"/>
                </a:lnTo>
                <a:lnTo>
                  <a:pt x="20990" y="393120"/>
                </a:lnTo>
                <a:lnTo>
                  <a:pt x="19812" y="412242"/>
                </a:lnTo>
                <a:lnTo>
                  <a:pt x="18490" y="431363"/>
                </a:lnTo>
                <a:lnTo>
                  <a:pt x="17240" y="450342"/>
                </a:lnTo>
                <a:lnTo>
                  <a:pt x="16490" y="456985"/>
                </a:lnTo>
                <a:lnTo>
                  <a:pt x="15240" y="467487"/>
                </a:lnTo>
                <a:lnTo>
                  <a:pt x="14989" y="477988"/>
                </a:lnTo>
                <a:lnTo>
                  <a:pt x="17240" y="484632"/>
                </a:lnTo>
                <a:lnTo>
                  <a:pt x="19526" y="486918"/>
                </a:lnTo>
                <a:lnTo>
                  <a:pt x="24860" y="486156"/>
                </a:lnTo>
                <a:lnTo>
                  <a:pt x="27908" y="486156"/>
                </a:lnTo>
                <a:lnTo>
                  <a:pt x="67341" y="468534"/>
                </a:lnTo>
                <a:lnTo>
                  <a:pt x="72771" y="461736"/>
                </a:lnTo>
                <a:lnTo>
                  <a:pt x="78200" y="454152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0" name="Google Shape;3010;p22"/>
          <p:cNvGrpSpPr/>
          <p:nvPr/>
        </p:nvGrpSpPr>
        <p:grpSpPr>
          <a:xfrm>
            <a:off x="3912857" y="2279904"/>
            <a:ext cx="180606" cy="183007"/>
            <a:chOff x="3912857" y="2279904"/>
            <a:chExt cx="180606" cy="183007"/>
          </a:xfrm>
        </p:grpSpPr>
        <p:pic>
          <p:nvPicPr>
            <p:cNvPr id="3011" name="Google Shape;3011;p2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912857" y="2282177"/>
              <a:ext cx="138709" cy="1562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2" name="Google Shape;3012;p22"/>
            <p:cNvSpPr/>
            <p:nvPr/>
          </p:nvSpPr>
          <p:spPr>
            <a:xfrm>
              <a:off x="4081271" y="2383536"/>
              <a:ext cx="6985" cy="79375"/>
            </a:xfrm>
            <a:custGeom>
              <a:rect b="b" l="l" r="r" t="t"/>
              <a:pathLst>
                <a:path extrusionOk="0" h="79375" w="6985">
                  <a:moveTo>
                    <a:pt x="0" y="0"/>
                  </a:moveTo>
                  <a:lnTo>
                    <a:pt x="2286" y="41148"/>
                  </a:lnTo>
                  <a:lnTo>
                    <a:pt x="5715" y="64508"/>
                  </a:lnTo>
                  <a:lnTo>
                    <a:pt x="6858" y="72390"/>
                  </a:lnTo>
                  <a:lnTo>
                    <a:pt x="6858" y="75438"/>
                  </a:lnTo>
                  <a:lnTo>
                    <a:pt x="6858" y="76200"/>
                  </a:lnTo>
                  <a:lnTo>
                    <a:pt x="6858" y="7924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p22"/>
            <p:cNvSpPr/>
            <p:nvPr/>
          </p:nvSpPr>
          <p:spPr>
            <a:xfrm>
              <a:off x="4078223" y="2279904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14" name="Google Shape;3014;p22"/>
          <p:cNvGrpSpPr/>
          <p:nvPr/>
        </p:nvGrpSpPr>
        <p:grpSpPr>
          <a:xfrm>
            <a:off x="4278630" y="2312669"/>
            <a:ext cx="97028" cy="67564"/>
            <a:chOff x="4278630" y="2312669"/>
            <a:chExt cx="97028" cy="67564"/>
          </a:xfrm>
        </p:grpSpPr>
        <p:sp>
          <p:nvSpPr>
            <p:cNvPr id="3015" name="Google Shape;3015;p22"/>
            <p:cNvSpPr/>
            <p:nvPr/>
          </p:nvSpPr>
          <p:spPr>
            <a:xfrm>
              <a:off x="4278630" y="2312669"/>
              <a:ext cx="58419" cy="7620"/>
            </a:xfrm>
            <a:custGeom>
              <a:rect b="b" l="l" r="r" t="t"/>
              <a:pathLst>
                <a:path extrusionOk="0" h="7619" w="58420">
                  <a:moveTo>
                    <a:pt x="0" y="0"/>
                  </a:moveTo>
                  <a:lnTo>
                    <a:pt x="9715" y="881"/>
                  </a:lnTo>
                  <a:lnTo>
                    <a:pt x="19431" y="1333"/>
                  </a:lnTo>
                  <a:lnTo>
                    <a:pt x="29146" y="1500"/>
                  </a:lnTo>
                  <a:lnTo>
                    <a:pt x="38862" y="1523"/>
                  </a:lnTo>
                  <a:lnTo>
                    <a:pt x="45720" y="1523"/>
                  </a:lnTo>
                  <a:lnTo>
                    <a:pt x="52577" y="0"/>
                  </a:lnTo>
                  <a:lnTo>
                    <a:pt x="57912" y="5333"/>
                  </a:lnTo>
                  <a:lnTo>
                    <a:pt x="57912" y="6095"/>
                  </a:lnTo>
                  <a:lnTo>
                    <a:pt x="57912" y="6857"/>
                  </a:lnTo>
                  <a:lnTo>
                    <a:pt x="57912" y="761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6" name="Google Shape;3016;p22"/>
            <p:cNvSpPr/>
            <p:nvPr/>
          </p:nvSpPr>
          <p:spPr>
            <a:xfrm>
              <a:off x="4296918" y="2363723"/>
              <a:ext cx="78740" cy="16510"/>
            </a:xfrm>
            <a:custGeom>
              <a:rect b="b" l="l" r="r" t="t"/>
              <a:pathLst>
                <a:path extrusionOk="0" h="16510" w="78739">
                  <a:moveTo>
                    <a:pt x="0" y="15239"/>
                  </a:moveTo>
                  <a:lnTo>
                    <a:pt x="10144" y="15954"/>
                  </a:lnTo>
                  <a:lnTo>
                    <a:pt x="19431" y="15811"/>
                  </a:lnTo>
                  <a:lnTo>
                    <a:pt x="28717" y="14811"/>
                  </a:lnTo>
                  <a:lnTo>
                    <a:pt x="38862" y="12953"/>
                  </a:lnTo>
                  <a:lnTo>
                    <a:pt x="47458" y="11680"/>
                  </a:lnTo>
                  <a:lnTo>
                    <a:pt x="78486" y="3047"/>
                  </a:lnTo>
                  <a:lnTo>
                    <a:pt x="77724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17" name="Google Shape;3017;p22"/>
          <p:cNvGrpSpPr/>
          <p:nvPr/>
        </p:nvGrpSpPr>
        <p:grpSpPr>
          <a:xfrm>
            <a:off x="4927092" y="2118360"/>
            <a:ext cx="163068" cy="276605"/>
            <a:chOff x="4927092" y="2118360"/>
            <a:chExt cx="163068" cy="276605"/>
          </a:xfrm>
        </p:grpSpPr>
        <p:sp>
          <p:nvSpPr>
            <p:cNvPr id="3018" name="Google Shape;3018;p22"/>
            <p:cNvSpPr/>
            <p:nvPr/>
          </p:nvSpPr>
          <p:spPr>
            <a:xfrm>
              <a:off x="4927092" y="2251329"/>
              <a:ext cx="49530" cy="92075"/>
            </a:xfrm>
            <a:custGeom>
              <a:rect b="b" l="l" r="r" t="t"/>
              <a:pathLst>
                <a:path extrusionOk="0" h="92075" w="49529">
                  <a:moveTo>
                    <a:pt x="0" y="6476"/>
                  </a:moveTo>
                  <a:lnTo>
                    <a:pt x="10298" y="1809"/>
                  </a:lnTo>
                  <a:lnTo>
                    <a:pt x="18383" y="0"/>
                  </a:lnTo>
                  <a:lnTo>
                    <a:pt x="26038" y="2190"/>
                  </a:lnTo>
                  <a:lnTo>
                    <a:pt x="49530" y="41528"/>
                  </a:lnTo>
                  <a:lnTo>
                    <a:pt x="49256" y="50958"/>
                  </a:lnTo>
                  <a:lnTo>
                    <a:pt x="28956" y="85820"/>
                  </a:lnTo>
                  <a:lnTo>
                    <a:pt x="16764" y="91820"/>
                  </a:lnTo>
                  <a:lnTo>
                    <a:pt x="15240" y="91820"/>
                  </a:lnTo>
                  <a:lnTo>
                    <a:pt x="14478" y="91820"/>
                  </a:lnTo>
                  <a:lnTo>
                    <a:pt x="13716" y="91820"/>
                  </a:lnTo>
                  <a:lnTo>
                    <a:pt x="9906" y="84962"/>
                  </a:lnTo>
                  <a:lnTo>
                    <a:pt x="11430" y="78104"/>
                  </a:lnTo>
                  <a:lnTo>
                    <a:pt x="12954" y="7048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9" name="Google Shape;3019;p22"/>
            <p:cNvSpPr/>
            <p:nvPr/>
          </p:nvSpPr>
          <p:spPr>
            <a:xfrm>
              <a:off x="4981956" y="2260092"/>
              <a:ext cx="43180" cy="105410"/>
            </a:xfrm>
            <a:custGeom>
              <a:rect b="b" l="l" r="r" t="t"/>
              <a:pathLst>
                <a:path extrusionOk="0" h="105410" w="43179">
                  <a:moveTo>
                    <a:pt x="19812" y="0"/>
                  </a:moveTo>
                  <a:lnTo>
                    <a:pt x="4572" y="0"/>
                  </a:lnTo>
                  <a:lnTo>
                    <a:pt x="5334" y="762"/>
                  </a:lnTo>
                  <a:lnTo>
                    <a:pt x="3048" y="16002"/>
                  </a:lnTo>
                  <a:lnTo>
                    <a:pt x="1285" y="26741"/>
                  </a:lnTo>
                  <a:lnTo>
                    <a:pt x="381" y="37338"/>
                  </a:lnTo>
                  <a:lnTo>
                    <a:pt x="47" y="47934"/>
                  </a:lnTo>
                  <a:lnTo>
                    <a:pt x="0" y="58674"/>
                  </a:lnTo>
                  <a:lnTo>
                    <a:pt x="464" y="68568"/>
                  </a:lnTo>
                  <a:lnTo>
                    <a:pt x="21336" y="105155"/>
                  </a:lnTo>
                  <a:lnTo>
                    <a:pt x="30480" y="105155"/>
                  </a:lnTo>
                  <a:lnTo>
                    <a:pt x="36576" y="105155"/>
                  </a:lnTo>
                  <a:lnTo>
                    <a:pt x="39624" y="105155"/>
                  </a:lnTo>
                  <a:lnTo>
                    <a:pt x="42672" y="10058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0" name="Google Shape;3020;p22"/>
            <p:cNvSpPr/>
            <p:nvPr/>
          </p:nvSpPr>
          <p:spPr>
            <a:xfrm>
              <a:off x="5060823" y="2330196"/>
              <a:ext cx="5080" cy="64769"/>
            </a:xfrm>
            <a:custGeom>
              <a:rect b="b" l="l" r="r" t="t"/>
              <a:pathLst>
                <a:path extrusionOk="0" h="64769" w="5079">
                  <a:moveTo>
                    <a:pt x="1142" y="0"/>
                  </a:moveTo>
                  <a:lnTo>
                    <a:pt x="500" y="11882"/>
                  </a:lnTo>
                  <a:lnTo>
                    <a:pt x="0" y="23622"/>
                  </a:lnTo>
                  <a:lnTo>
                    <a:pt x="71" y="35361"/>
                  </a:lnTo>
                  <a:lnTo>
                    <a:pt x="1142" y="47244"/>
                  </a:lnTo>
                  <a:lnTo>
                    <a:pt x="1904" y="52577"/>
                  </a:lnTo>
                  <a:lnTo>
                    <a:pt x="2666" y="59436"/>
                  </a:lnTo>
                  <a:lnTo>
                    <a:pt x="4190" y="64769"/>
                  </a:lnTo>
                  <a:lnTo>
                    <a:pt x="4952" y="6476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1" name="Google Shape;3021;p22"/>
            <p:cNvSpPr/>
            <p:nvPr/>
          </p:nvSpPr>
          <p:spPr>
            <a:xfrm>
              <a:off x="5045964" y="2221230"/>
              <a:ext cx="2540" cy="12700"/>
            </a:xfrm>
            <a:custGeom>
              <a:rect b="b" l="l" r="r" t="t"/>
              <a:pathLst>
                <a:path extrusionOk="0" h="12700" w="2539">
                  <a:moveTo>
                    <a:pt x="2286" y="12191"/>
                  </a:moveTo>
                  <a:lnTo>
                    <a:pt x="1524" y="7619"/>
                  </a:lnTo>
                  <a:lnTo>
                    <a:pt x="762" y="3809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2" name="Google Shape;3022;p22"/>
            <p:cNvSpPr/>
            <p:nvPr/>
          </p:nvSpPr>
          <p:spPr>
            <a:xfrm>
              <a:off x="5013960" y="2118360"/>
              <a:ext cx="76200" cy="96520"/>
            </a:xfrm>
            <a:custGeom>
              <a:rect b="b" l="l" r="r" t="t"/>
              <a:pathLst>
                <a:path extrusionOk="0" h="96519" w="76200">
                  <a:moveTo>
                    <a:pt x="0" y="13715"/>
                  </a:moveTo>
                  <a:lnTo>
                    <a:pt x="45005" y="9108"/>
                  </a:lnTo>
                  <a:lnTo>
                    <a:pt x="65532" y="2285"/>
                  </a:lnTo>
                  <a:lnTo>
                    <a:pt x="70866" y="1523"/>
                  </a:lnTo>
                  <a:lnTo>
                    <a:pt x="76200" y="0"/>
                  </a:lnTo>
                  <a:lnTo>
                    <a:pt x="69342" y="0"/>
                  </a:lnTo>
                  <a:lnTo>
                    <a:pt x="62484" y="1523"/>
                  </a:lnTo>
                  <a:lnTo>
                    <a:pt x="56388" y="4571"/>
                  </a:lnTo>
                  <a:lnTo>
                    <a:pt x="48768" y="8381"/>
                  </a:lnTo>
                  <a:lnTo>
                    <a:pt x="44196" y="15239"/>
                  </a:lnTo>
                  <a:lnTo>
                    <a:pt x="42672" y="22859"/>
                  </a:lnTo>
                  <a:lnTo>
                    <a:pt x="41374" y="31003"/>
                  </a:lnTo>
                  <a:lnTo>
                    <a:pt x="40862" y="40004"/>
                  </a:lnTo>
                  <a:lnTo>
                    <a:pt x="41064" y="49006"/>
                  </a:lnTo>
                  <a:lnTo>
                    <a:pt x="53340" y="88391"/>
                  </a:lnTo>
                  <a:lnTo>
                    <a:pt x="55626" y="92963"/>
                  </a:lnTo>
                  <a:lnTo>
                    <a:pt x="55626" y="93725"/>
                  </a:lnTo>
                  <a:lnTo>
                    <a:pt x="58674" y="9601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3" name="Google Shape;3023;p22"/>
          <p:cNvSpPr/>
          <p:nvPr/>
        </p:nvSpPr>
        <p:spPr>
          <a:xfrm>
            <a:off x="5257800" y="2154078"/>
            <a:ext cx="109220" cy="318135"/>
          </a:xfrm>
          <a:custGeom>
            <a:rect b="b" l="l" r="r" t="t"/>
            <a:pathLst>
              <a:path extrusionOk="0" h="318135" w="109220">
                <a:moveTo>
                  <a:pt x="84582" y="3905"/>
                </a:moveTo>
                <a:lnTo>
                  <a:pt x="74414" y="2905"/>
                </a:lnTo>
                <a:lnTo>
                  <a:pt x="64389" y="2190"/>
                </a:lnTo>
                <a:lnTo>
                  <a:pt x="54363" y="1762"/>
                </a:lnTo>
                <a:lnTo>
                  <a:pt x="44196" y="1619"/>
                </a:lnTo>
                <a:lnTo>
                  <a:pt x="36099" y="988"/>
                </a:lnTo>
                <a:lnTo>
                  <a:pt x="24574" y="0"/>
                </a:lnTo>
                <a:lnTo>
                  <a:pt x="13335" y="11"/>
                </a:lnTo>
                <a:lnTo>
                  <a:pt x="6096" y="2381"/>
                </a:lnTo>
                <a:lnTo>
                  <a:pt x="0" y="6953"/>
                </a:lnTo>
                <a:lnTo>
                  <a:pt x="3048" y="20669"/>
                </a:lnTo>
                <a:lnTo>
                  <a:pt x="3048" y="26003"/>
                </a:lnTo>
                <a:lnTo>
                  <a:pt x="5298" y="78509"/>
                </a:lnTo>
                <a:lnTo>
                  <a:pt x="11310" y="120681"/>
                </a:lnTo>
                <a:lnTo>
                  <a:pt x="19835" y="169830"/>
                </a:lnTo>
                <a:lnTo>
                  <a:pt x="29075" y="218289"/>
                </a:lnTo>
                <a:lnTo>
                  <a:pt x="33909" y="242030"/>
                </a:lnTo>
                <a:lnTo>
                  <a:pt x="38742" y="265771"/>
                </a:lnTo>
                <a:lnTo>
                  <a:pt x="43434" y="289655"/>
                </a:lnTo>
                <a:lnTo>
                  <a:pt x="44696" y="296513"/>
                </a:lnTo>
                <a:lnTo>
                  <a:pt x="46101" y="303371"/>
                </a:lnTo>
                <a:lnTo>
                  <a:pt x="47505" y="310229"/>
                </a:lnTo>
                <a:lnTo>
                  <a:pt x="48768" y="317087"/>
                </a:lnTo>
                <a:lnTo>
                  <a:pt x="49530" y="317087"/>
                </a:lnTo>
                <a:lnTo>
                  <a:pt x="48768" y="317087"/>
                </a:lnTo>
                <a:lnTo>
                  <a:pt x="49530" y="317087"/>
                </a:lnTo>
                <a:lnTo>
                  <a:pt x="56959" y="316658"/>
                </a:lnTo>
                <a:lnTo>
                  <a:pt x="64389" y="317087"/>
                </a:lnTo>
                <a:lnTo>
                  <a:pt x="71818" y="317515"/>
                </a:lnTo>
                <a:lnTo>
                  <a:pt x="79248" y="317087"/>
                </a:lnTo>
                <a:lnTo>
                  <a:pt x="89142" y="314098"/>
                </a:lnTo>
                <a:lnTo>
                  <a:pt x="96678" y="311467"/>
                </a:lnTo>
                <a:lnTo>
                  <a:pt x="102929" y="308407"/>
                </a:lnTo>
                <a:lnTo>
                  <a:pt x="108966" y="304133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4" name="Google Shape;3024;p22"/>
          <p:cNvSpPr/>
          <p:nvPr/>
        </p:nvSpPr>
        <p:spPr>
          <a:xfrm>
            <a:off x="5670803" y="2071877"/>
            <a:ext cx="88900" cy="435609"/>
          </a:xfrm>
          <a:custGeom>
            <a:rect b="b" l="l" r="r" t="t"/>
            <a:pathLst>
              <a:path extrusionOk="0" h="435610" w="88900">
                <a:moveTo>
                  <a:pt x="0" y="0"/>
                </a:moveTo>
                <a:lnTo>
                  <a:pt x="28765" y="26765"/>
                </a:lnTo>
                <a:lnTo>
                  <a:pt x="51816" y="58673"/>
                </a:lnTo>
                <a:lnTo>
                  <a:pt x="71056" y="105632"/>
                </a:lnTo>
                <a:lnTo>
                  <a:pt x="82296" y="155447"/>
                </a:lnTo>
                <a:lnTo>
                  <a:pt x="88106" y="208788"/>
                </a:lnTo>
                <a:lnTo>
                  <a:pt x="88618" y="235600"/>
                </a:lnTo>
                <a:lnTo>
                  <a:pt x="87630" y="262128"/>
                </a:lnTo>
                <a:lnTo>
                  <a:pt x="81248" y="310324"/>
                </a:lnTo>
                <a:lnTo>
                  <a:pt x="68580" y="357378"/>
                </a:lnTo>
                <a:lnTo>
                  <a:pt x="53625" y="392715"/>
                </a:lnTo>
                <a:lnTo>
                  <a:pt x="33528" y="425195"/>
                </a:lnTo>
                <a:lnTo>
                  <a:pt x="25146" y="435102"/>
                </a:lnTo>
                <a:lnTo>
                  <a:pt x="18288" y="43053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5" name="Google Shape;3025;p22"/>
          <p:cNvSpPr/>
          <p:nvPr/>
        </p:nvSpPr>
        <p:spPr>
          <a:xfrm>
            <a:off x="4801254" y="2154173"/>
            <a:ext cx="226695" cy="500380"/>
          </a:xfrm>
          <a:custGeom>
            <a:rect b="b" l="l" r="r" t="t"/>
            <a:pathLst>
              <a:path extrusionOk="0" h="500380" w="226695">
                <a:moveTo>
                  <a:pt x="26777" y="0"/>
                </a:moveTo>
                <a:lnTo>
                  <a:pt x="14013" y="46291"/>
                </a:lnTo>
                <a:lnTo>
                  <a:pt x="6965" y="93726"/>
                </a:lnTo>
                <a:lnTo>
                  <a:pt x="964" y="167354"/>
                </a:lnTo>
                <a:lnTo>
                  <a:pt x="0" y="204418"/>
                </a:lnTo>
                <a:lnTo>
                  <a:pt x="107" y="241554"/>
                </a:lnTo>
                <a:lnTo>
                  <a:pt x="5536" y="314706"/>
                </a:lnTo>
                <a:lnTo>
                  <a:pt x="22967" y="385572"/>
                </a:lnTo>
                <a:lnTo>
                  <a:pt x="46112" y="435959"/>
                </a:lnTo>
                <a:lnTo>
                  <a:pt x="82403" y="477773"/>
                </a:lnTo>
                <a:lnTo>
                  <a:pt x="133552" y="498443"/>
                </a:lnTo>
                <a:lnTo>
                  <a:pt x="162020" y="500169"/>
                </a:lnTo>
                <a:lnTo>
                  <a:pt x="189845" y="496823"/>
                </a:lnTo>
                <a:lnTo>
                  <a:pt x="198989" y="493966"/>
                </a:lnTo>
                <a:lnTo>
                  <a:pt x="208133" y="491108"/>
                </a:lnTo>
                <a:lnTo>
                  <a:pt x="217277" y="488251"/>
                </a:lnTo>
                <a:lnTo>
                  <a:pt x="226421" y="485394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6" name="Google Shape;3026;p22"/>
          <p:cNvSpPr/>
          <p:nvPr/>
        </p:nvSpPr>
        <p:spPr>
          <a:xfrm>
            <a:off x="6047232" y="2002631"/>
            <a:ext cx="135255" cy="555625"/>
          </a:xfrm>
          <a:custGeom>
            <a:rect b="b" l="l" r="r" t="t"/>
            <a:pathLst>
              <a:path extrusionOk="0" h="555625" w="135254">
                <a:moveTo>
                  <a:pt x="0" y="22002"/>
                </a:moveTo>
                <a:lnTo>
                  <a:pt x="36754" y="4321"/>
                </a:lnTo>
                <a:lnTo>
                  <a:pt x="73437" y="0"/>
                </a:lnTo>
                <a:lnTo>
                  <a:pt x="83950" y="2393"/>
                </a:lnTo>
                <a:lnTo>
                  <a:pt x="106680" y="37338"/>
                </a:lnTo>
                <a:lnTo>
                  <a:pt x="114490" y="99083"/>
                </a:lnTo>
                <a:lnTo>
                  <a:pt x="118110" y="159043"/>
                </a:lnTo>
                <a:lnTo>
                  <a:pt x="119634" y="188880"/>
                </a:lnTo>
                <a:lnTo>
                  <a:pt x="121777" y="220884"/>
                </a:lnTo>
                <a:lnTo>
                  <a:pt x="123634" y="252888"/>
                </a:lnTo>
                <a:lnTo>
                  <a:pt x="125206" y="284892"/>
                </a:lnTo>
                <a:lnTo>
                  <a:pt x="126492" y="316896"/>
                </a:lnTo>
                <a:lnTo>
                  <a:pt x="127646" y="344888"/>
                </a:lnTo>
                <a:lnTo>
                  <a:pt x="128873" y="372808"/>
                </a:lnTo>
                <a:lnTo>
                  <a:pt x="130242" y="400585"/>
                </a:lnTo>
                <a:lnTo>
                  <a:pt x="131826" y="428148"/>
                </a:lnTo>
                <a:lnTo>
                  <a:pt x="132623" y="447008"/>
                </a:lnTo>
                <a:lnTo>
                  <a:pt x="133635" y="465867"/>
                </a:lnTo>
                <a:lnTo>
                  <a:pt x="134504" y="484727"/>
                </a:lnTo>
                <a:lnTo>
                  <a:pt x="134874" y="503586"/>
                </a:lnTo>
                <a:lnTo>
                  <a:pt x="135028" y="512135"/>
                </a:lnTo>
                <a:lnTo>
                  <a:pt x="134969" y="520541"/>
                </a:lnTo>
                <a:lnTo>
                  <a:pt x="105918" y="550830"/>
                </a:lnTo>
                <a:lnTo>
                  <a:pt x="76878" y="555438"/>
                </a:lnTo>
                <a:lnTo>
                  <a:pt x="67818" y="553878"/>
                </a:lnTo>
                <a:lnTo>
                  <a:pt x="61495" y="550306"/>
                </a:lnTo>
                <a:lnTo>
                  <a:pt x="57816" y="544734"/>
                </a:lnTo>
                <a:lnTo>
                  <a:pt x="55709" y="538019"/>
                </a:lnTo>
                <a:lnTo>
                  <a:pt x="54102" y="531018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7" name="Google Shape;3027;p2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371069" y="2212835"/>
            <a:ext cx="85369" cy="1371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8" name="Google Shape;3028;p22"/>
          <p:cNvGrpSpPr/>
          <p:nvPr/>
        </p:nvGrpSpPr>
        <p:grpSpPr>
          <a:xfrm>
            <a:off x="5884259" y="2052947"/>
            <a:ext cx="153067" cy="483234"/>
            <a:chOff x="5884259" y="2052947"/>
            <a:chExt cx="153067" cy="483234"/>
          </a:xfrm>
        </p:grpSpPr>
        <p:sp>
          <p:nvSpPr>
            <p:cNvPr id="3029" name="Google Shape;3029;p22"/>
            <p:cNvSpPr/>
            <p:nvPr/>
          </p:nvSpPr>
          <p:spPr>
            <a:xfrm>
              <a:off x="5884259" y="2052947"/>
              <a:ext cx="109855" cy="483234"/>
            </a:xfrm>
            <a:custGeom>
              <a:rect b="b" l="l" r="r" t="t"/>
              <a:pathLst>
                <a:path extrusionOk="0" h="483235" w="109854">
                  <a:moveTo>
                    <a:pt x="83724" y="642"/>
                  </a:moveTo>
                  <a:lnTo>
                    <a:pt x="70592" y="428"/>
                  </a:lnTo>
                  <a:lnTo>
                    <a:pt x="57530" y="71"/>
                  </a:lnTo>
                  <a:lnTo>
                    <a:pt x="44612" y="0"/>
                  </a:lnTo>
                  <a:lnTo>
                    <a:pt x="4476" y="12834"/>
                  </a:lnTo>
                  <a:lnTo>
                    <a:pt x="0" y="40743"/>
                  </a:lnTo>
                  <a:lnTo>
                    <a:pt x="1369" y="55804"/>
                  </a:lnTo>
                  <a:lnTo>
                    <a:pt x="2952" y="69222"/>
                  </a:lnTo>
                  <a:lnTo>
                    <a:pt x="7227" y="97678"/>
                  </a:lnTo>
                  <a:lnTo>
                    <a:pt x="12572" y="125991"/>
                  </a:lnTo>
                  <a:lnTo>
                    <a:pt x="18061" y="154305"/>
                  </a:lnTo>
                  <a:lnTo>
                    <a:pt x="22764" y="182760"/>
                  </a:lnTo>
                  <a:lnTo>
                    <a:pt x="29908" y="243435"/>
                  </a:lnTo>
                  <a:lnTo>
                    <a:pt x="34194" y="304680"/>
                  </a:lnTo>
                  <a:lnTo>
                    <a:pt x="35528" y="355353"/>
                  </a:lnTo>
                  <a:lnTo>
                    <a:pt x="35718" y="406026"/>
                  </a:lnTo>
                  <a:lnTo>
                    <a:pt x="36040" y="425338"/>
                  </a:lnTo>
                  <a:lnTo>
                    <a:pt x="36004" y="444507"/>
                  </a:lnTo>
                  <a:lnTo>
                    <a:pt x="35825" y="463677"/>
                  </a:lnTo>
                  <a:lnTo>
                    <a:pt x="35718" y="482988"/>
                  </a:lnTo>
                  <a:lnTo>
                    <a:pt x="74580" y="479178"/>
                  </a:lnTo>
                  <a:lnTo>
                    <a:pt x="101905" y="462355"/>
                  </a:lnTo>
                  <a:lnTo>
                    <a:pt x="109632" y="45403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0" name="Google Shape;3030;p22"/>
            <p:cNvSpPr/>
            <p:nvPr/>
          </p:nvSpPr>
          <p:spPr>
            <a:xfrm>
              <a:off x="5986272" y="2094737"/>
              <a:ext cx="6350" cy="60325"/>
            </a:xfrm>
            <a:custGeom>
              <a:rect b="b" l="l" r="r" t="t"/>
              <a:pathLst>
                <a:path extrusionOk="0" h="60325" w="6350">
                  <a:moveTo>
                    <a:pt x="0" y="0"/>
                  </a:moveTo>
                  <a:lnTo>
                    <a:pt x="904" y="7881"/>
                  </a:lnTo>
                  <a:lnTo>
                    <a:pt x="1524" y="15621"/>
                  </a:lnTo>
                  <a:lnTo>
                    <a:pt x="2143" y="23360"/>
                  </a:lnTo>
                  <a:lnTo>
                    <a:pt x="3048" y="31242"/>
                  </a:lnTo>
                  <a:lnTo>
                    <a:pt x="3631" y="38552"/>
                  </a:lnTo>
                  <a:lnTo>
                    <a:pt x="4286" y="45720"/>
                  </a:lnTo>
                  <a:lnTo>
                    <a:pt x="5083" y="52887"/>
                  </a:lnTo>
                  <a:lnTo>
                    <a:pt x="6096" y="6019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1" name="Google Shape;3031;p22"/>
            <p:cNvSpPr/>
            <p:nvPr/>
          </p:nvSpPr>
          <p:spPr>
            <a:xfrm>
              <a:off x="5984748" y="2218181"/>
              <a:ext cx="31750" cy="49530"/>
            </a:xfrm>
            <a:custGeom>
              <a:rect b="b" l="l" r="r" t="t"/>
              <a:pathLst>
                <a:path extrusionOk="0" h="49530" w="31750">
                  <a:moveTo>
                    <a:pt x="0" y="15239"/>
                  </a:moveTo>
                  <a:lnTo>
                    <a:pt x="17526" y="49529"/>
                  </a:lnTo>
                  <a:lnTo>
                    <a:pt x="22860" y="48767"/>
                  </a:lnTo>
                  <a:lnTo>
                    <a:pt x="29718" y="47243"/>
                  </a:lnTo>
                  <a:lnTo>
                    <a:pt x="29718" y="37337"/>
                  </a:lnTo>
                  <a:lnTo>
                    <a:pt x="30480" y="32003"/>
                  </a:lnTo>
                  <a:lnTo>
                    <a:pt x="30480" y="23621"/>
                  </a:lnTo>
                  <a:lnTo>
                    <a:pt x="31242" y="15239"/>
                  </a:lnTo>
                  <a:lnTo>
                    <a:pt x="25908" y="8381"/>
                  </a:lnTo>
                  <a:lnTo>
                    <a:pt x="23621" y="4571"/>
                  </a:lnTo>
                  <a:lnTo>
                    <a:pt x="17525" y="0"/>
                  </a:lnTo>
                  <a:lnTo>
                    <a:pt x="12191" y="2285"/>
                  </a:lnTo>
                  <a:lnTo>
                    <a:pt x="8381" y="3809"/>
                  </a:lnTo>
                  <a:lnTo>
                    <a:pt x="7619" y="7619"/>
                  </a:lnTo>
                  <a:lnTo>
                    <a:pt x="6095" y="1142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2" name="Google Shape;3032;p22"/>
            <p:cNvSpPr/>
            <p:nvPr/>
          </p:nvSpPr>
          <p:spPr>
            <a:xfrm>
              <a:off x="5988558" y="2306573"/>
              <a:ext cx="24130" cy="36830"/>
            </a:xfrm>
            <a:custGeom>
              <a:rect b="b" l="l" r="r" t="t"/>
              <a:pathLst>
                <a:path extrusionOk="0" h="36830" w="24129">
                  <a:moveTo>
                    <a:pt x="0" y="19812"/>
                  </a:moveTo>
                  <a:lnTo>
                    <a:pt x="1524" y="23622"/>
                  </a:lnTo>
                  <a:lnTo>
                    <a:pt x="4572" y="34290"/>
                  </a:lnTo>
                  <a:lnTo>
                    <a:pt x="9906" y="36576"/>
                  </a:lnTo>
                  <a:lnTo>
                    <a:pt x="10668" y="36576"/>
                  </a:lnTo>
                  <a:lnTo>
                    <a:pt x="11430" y="36576"/>
                  </a:lnTo>
                  <a:lnTo>
                    <a:pt x="16002" y="34290"/>
                  </a:lnTo>
                  <a:lnTo>
                    <a:pt x="16764" y="32766"/>
                  </a:lnTo>
                  <a:lnTo>
                    <a:pt x="19050" y="26670"/>
                  </a:lnTo>
                  <a:lnTo>
                    <a:pt x="20574" y="21336"/>
                  </a:lnTo>
                  <a:lnTo>
                    <a:pt x="23621" y="9144"/>
                  </a:lnTo>
                  <a:lnTo>
                    <a:pt x="19049" y="3810"/>
                  </a:lnTo>
                  <a:lnTo>
                    <a:pt x="16763" y="762"/>
                  </a:lnTo>
                  <a:lnTo>
                    <a:pt x="9905" y="0"/>
                  </a:lnTo>
                  <a:lnTo>
                    <a:pt x="6095" y="762"/>
                  </a:lnTo>
                  <a:lnTo>
                    <a:pt x="1523" y="2286"/>
                  </a:lnTo>
                  <a:lnTo>
                    <a:pt x="2285" y="8382"/>
                  </a:lnTo>
                  <a:lnTo>
                    <a:pt x="2285" y="1219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3" name="Google Shape;3033;p22"/>
            <p:cNvSpPr/>
            <p:nvPr/>
          </p:nvSpPr>
          <p:spPr>
            <a:xfrm>
              <a:off x="5994654" y="2382011"/>
              <a:ext cx="16510" cy="70485"/>
            </a:xfrm>
            <a:custGeom>
              <a:rect b="b" l="l" r="r" t="t"/>
              <a:pathLst>
                <a:path extrusionOk="0" h="70485" w="16510">
                  <a:moveTo>
                    <a:pt x="15240" y="3048"/>
                  </a:moveTo>
                  <a:lnTo>
                    <a:pt x="12192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12192"/>
                  </a:lnTo>
                  <a:lnTo>
                    <a:pt x="3048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048"/>
                  </a:lnTo>
                  <a:close/>
                </a:path>
                <a:path extrusionOk="0" h="70485" w="16510">
                  <a:moveTo>
                    <a:pt x="16002" y="58674"/>
                  </a:moveTo>
                  <a:lnTo>
                    <a:pt x="12954" y="54864"/>
                  </a:lnTo>
                  <a:lnTo>
                    <a:pt x="4572" y="54864"/>
                  </a:lnTo>
                  <a:lnTo>
                    <a:pt x="762" y="58674"/>
                  </a:lnTo>
                  <a:lnTo>
                    <a:pt x="762" y="67056"/>
                  </a:lnTo>
                  <a:lnTo>
                    <a:pt x="4572" y="70104"/>
                  </a:lnTo>
                  <a:lnTo>
                    <a:pt x="12954" y="70104"/>
                  </a:lnTo>
                  <a:lnTo>
                    <a:pt x="16002" y="67056"/>
                  </a:lnTo>
                  <a:lnTo>
                    <a:pt x="16002" y="62484"/>
                  </a:lnTo>
                  <a:lnTo>
                    <a:pt x="16002" y="58674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4" name="Google Shape;3034;p22"/>
            <p:cNvSpPr/>
            <p:nvPr/>
          </p:nvSpPr>
          <p:spPr>
            <a:xfrm>
              <a:off x="6003036" y="2444495"/>
              <a:ext cx="34290" cy="68580"/>
            </a:xfrm>
            <a:custGeom>
              <a:rect b="b" l="l" r="r" t="t"/>
              <a:pathLst>
                <a:path extrusionOk="0" h="68580" w="34289">
                  <a:moveTo>
                    <a:pt x="0" y="0"/>
                  </a:moveTo>
                  <a:lnTo>
                    <a:pt x="3048" y="11799"/>
                  </a:lnTo>
                  <a:lnTo>
                    <a:pt x="3810" y="21240"/>
                  </a:lnTo>
                  <a:lnTo>
                    <a:pt x="3429" y="30539"/>
                  </a:lnTo>
                  <a:lnTo>
                    <a:pt x="3048" y="41910"/>
                  </a:lnTo>
                  <a:lnTo>
                    <a:pt x="26670" y="68580"/>
                  </a:lnTo>
                  <a:lnTo>
                    <a:pt x="30480" y="61722"/>
                  </a:lnTo>
                  <a:lnTo>
                    <a:pt x="32766" y="54101"/>
                  </a:lnTo>
                  <a:lnTo>
                    <a:pt x="33873" y="47720"/>
                  </a:lnTo>
                  <a:lnTo>
                    <a:pt x="33623" y="41338"/>
                  </a:lnTo>
                  <a:lnTo>
                    <a:pt x="31801" y="35242"/>
                  </a:lnTo>
                  <a:lnTo>
                    <a:pt x="28194" y="29717"/>
                  </a:lnTo>
                  <a:lnTo>
                    <a:pt x="21312" y="23074"/>
                  </a:lnTo>
                  <a:lnTo>
                    <a:pt x="15430" y="17716"/>
                  </a:lnTo>
                  <a:lnTo>
                    <a:pt x="10406" y="11501"/>
                  </a:lnTo>
                  <a:lnTo>
                    <a:pt x="6096" y="228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5" name="Google Shape;3035;p22"/>
          <p:cNvSpPr/>
          <p:nvPr/>
        </p:nvSpPr>
        <p:spPr>
          <a:xfrm>
            <a:off x="5510784" y="2076342"/>
            <a:ext cx="66040" cy="428625"/>
          </a:xfrm>
          <a:custGeom>
            <a:rect b="b" l="l" r="r" t="t"/>
            <a:pathLst>
              <a:path extrusionOk="0" h="428625" w="66039">
                <a:moveTo>
                  <a:pt x="0" y="6965"/>
                </a:moveTo>
                <a:lnTo>
                  <a:pt x="9608" y="4071"/>
                </a:lnTo>
                <a:lnTo>
                  <a:pt x="19145" y="1535"/>
                </a:lnTo>
                <a:lnTo>
                  <a:pt x="28825" y="0"/>
                </a:lnTo>
                <a:lnTo>
                  <a:pt x="38862" y="107"/>
                </a:lnTo>
                <a:lnTo>
                  <a:pt x="54721" y="48541"/>
                </a:lnTo>
                <a:lnTo>
                  <a:pt x="54483" y="69068"/>
                </a:lnTo>
                <a:lnTo>
                  <a:pt x="53673" y="89594"/>
                </a:lnTo>
                <a:lnTo>
                  <a:pt x="52578" y="109835"/>
                </a:lnTo>
                <a:lnTo>
                  <a:pt x="51399" y="148363"/>
                </a:lnTo>
                <a:lnTo>
                  <a:pt x="50577" y="187178"/>
                </a:lnTo>
                <a:lnTo>
                  <a:pt x="50756" y="225992"/>
                </a:lnTo>
                <a:lnTo>
                  <a:pt x="52578" y="264521"/>
                </a:lnTo>
                <a:lnTo>
                  <a:pt x="55209" y="288524"/>
                </a:lnTo>
                <a:lnTo>
                  <a:pt x="58197" y="312527"/>
                </a:lnTo>
                <a:lnTo>
                  <a:pt x="61043" y="336530"/>
                </a:lnTo>
                <a:lnTo>
                  <a:pt x="64293" y="383297"/>
                </a:lnTo>
                <a:lnTo>
                  <a:pt x="64770" y="409301"/>
                </a:lnTo>
                <a:lnTo>
                  <a:pt x="65532" y="413873"/>
                </a:lnTo>
                <a:lnTo>
                  <a:pt x="63246" y="416921"/>
                </a:lnTo>
                <a:lnTo>
                  <a:pt x="58674" y="420731"/>
                </a:lnTo>
                <a:lnTo>
                  <a:pt x="44958" y="422255"/>
                </a:lnTo>
                <a:lnTo>
                  <a:pt x="40386" y="423779"/>
                </a:lnTo>
                <a:lnTo>
                  <a:pt x="33920" y="425112"/>
                </a:lnTo>
                <a:lnTo>
                  <a:pt x="25241" y="427017"/>
                </a:lnTo>
                <a:lnTo>
                  <a:pt x="16704" y="428065"/>
                </a:lnTo>
                <a:lnTo>
                  <a:pt x="10668" y="426827"/>
                </a:lnTo>
                <a:lnTo>
                  <a:pt x="9906" y="421493"/>
                </a:lnTo>
                <a:lnTo>
                  <a:pt x="9906" y="418445"/>
                </a:lnTo>
                <a:lnTo>
                  <a:pt x="9906" y="414635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6" name="Google Shape;3036;p22"/>
          <p:cNvGrpSpPr/>
          <p:nvPr/>
        </p:nvGrpSpPr>
        <p:grpSpPr>
          <a:xfrm>
            <a:off x="5409437" y="2130551"/>
            <a:ext cx="48260" cy="460247"/>
            <a:chOff x="5409437" y="2130551"/>
            <a:chExt cx="48260" cy="460247"/>
          </a:xfrm>
        </p:grpSpPr>
        <p:sp>
          <p:nvSpPr>
            <p:cNvPr id="3037" name="Google Shape;3037;p22"/>
            <p:cNvSpPr/>
            <p:nvPr/>
          </p:nvSpPr>
          <p:spPr>
            <a:xfrm>
              <a:off x="5423915" y="2130551"/>
              <a:ext cx="9525" cy="70485"/>
            </a:xfrm>
            <a:custGeom>
              <a:rect b="b" l="l" r="r" t="t"/>
              <a:pathLst>
                <a:path extrusionOk="0" h="70485" w="9525">
                  <a:moveTo>
                    <a:pt x="1524" y="4572"/>
                  </a:moveTo>
                  <a:lnTo>
                    <a:pt x="762" y="3048"/>
                  </a:lnTo>
                  <a:lnTo>
                    <a:pt x="0" y="1524"/>
                  </a:lnTo>
                  <a:lnTo>
                    <a:pt x="0" y="0"/>
                  </a:lnTo>
                  <a:lnTo>
                    <a:pt x="0" y="8382"/>
                  </a:lnTo>
                  <a:lnTo>
                    <a:pt x="762" y="15240"/>
                  </a:lnTo>
                  <a:lnTo>
                    <a:pt x="1524" y="22860"/>
                  </a:lnTo>
                  <a:lnTo>
                    <a:pt x="2000" y="30730"/>
                  </a:lnTo>
                  <a:lnTo>
                    <a:pt x="2476" y="38385"/>
                  </a:lnTo>
                  <a:lnTo>
                    <a:pt x="3238" y="45898"/>
                  </a:lnTo>
                  <a:lnTo>
                    <a:pt x="4572" y="53340"/>
                  </a:lnTo>
                  <a:lnTo>
                    <a:pt x="5334" y="59436"/>
                  </a:lnTo>
                  <a:lnTo>
                    <a:pt x="6858" y="64008"/>
                  </a:lnTo>
                  <a:lnTo>
                    <a:pt x="9144" y="7010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8" name="Google Shape;3038;p22"/>
            <p:cNvSpPr/>
            <p:nvPr/>
          </p:nvSpPr>
          <p:spPr>
            <a:xfrm>
              <a:off x="5409437" y="2257043"/>
              <a:ext cx="35560" cy="53340"/>
            </a:xfrm>
            <a:custGeom>
              <a:rect b="b" l="l" r="r" t="t"/>
              <a:pathLst>
                <a:path extrusionOk="0" h="53339" w="35560">
                  <a:moveTo>
                    <a:pt x="4572" y="11429"/>
                  </a:moveTo>
                  <a:lnTo>
                    <a:pt x="15240" y="45719"/>
                  </a:lnTo>
                  <a:lnTo>
                    <a:pt x="17526" y="51815"/>
                  </a:lnTo>
                  <a:lnTo>
                    <a:pt x="24384" y="52577"/>
                  </a:lnTo>
                  <a:lnTo>
                    <a:pt x="32004" y="53339"/>
                  </a:lnTo>
                  <a:lnTo>
                    <a:pt x="33528" y="44957"/>
                  </a:lnTo>
                  <a:lnTo>
                    <a:pt x="34290" y="38861"/>
                  </a:lnTo>
                  <a:lnTo>
                    <a:pt x="35099" y="31777"/>
                  </a:lnTo>
                  <a:lnTo>
                    <a:pt x="35052" y="24479"/>
                  </a:lnTo>
                  <a:lnTo>
                    <a:pt x="33861" y="17323"/>
                  </a:lnTo>
                  <a:lnTo>
                    <a:pt x="31242" y="10667"/>
                  </a:lnTo>
                  <a:lnTo>
                    <a:pt x="25908" y="3047"/>
                  </a:lnTo>
                  <a:lnTo>
                    <a:pt x="19050" y="761"/>
                  </a:lnTo>
                  <a:lnTo>
                    <a:pt x="11430" y="761"/>
                  </a:lnTo>
                  <a:lnTo>
                    <a:pt x="4572" y="0"/>
                  </a:lnTo>
                  <a:lnTo>
                    <a:pt x="3810" y="3047"/>
                  </a:lnTo>
                  <a:lnTo>
                    <a:pt x="0" y="761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9" name="Google Shape;3039;p22"/>
            <p:cNvSpPr/>
            <p:nvPr/>
          </p:nvSpPr>
          <p:spPr>
            <a:xfrm>
              <a:off x="5420867" y="2352293"/>
              <a:ext cx="36830" cy="45085"/>
            </a:xfrm>
            <a:custGeom>
              <a:rect b="b" l="l" r="r" t="t"/>
              <a:pathLst>
                <a:path extrusionOk="0" h="45085" w="36829">
                  <a:moveTo>
                    <a:pt x="0" y="26670"/>
                  </a:moveTo>
                  <a:lnTo>
                    <a:pt x="3810" y="33528"/>
                  </a:lnTo>
                  <a:lnTo>
                    <a:pt x="5334" y="41910"/>
                  </a:lnTo>
                  <a:lnTo>
                    <a:pt x="15240" y="43434"/>
                  </a:lnTo>
                  <a:lnTo>
                    <a:pt x="36385" y="22098"/>
                  </a:lnTo>
                  <a:lnTo>
                    <a:pt x="36171" y="14811"/>
                  </a:lnTo>
                  <a:lnTo>
                    <a:pt x="33527" y="8382"/>
                  </a:lnTo>
                  <a:lnTo>
                    <a:pt x="28955" y="2286"/>
                  </a:lnTo>
                  <a:lnTo>
                    <a:pt x="21335" y="0"/>
                  </a:lnTo>
                  <a:lnTo>
                    <a:pt x="13715" y="762"/>
                  </a:lnTo>
                  <a:lnTo>
                    <a:pt x="9905" y="762"/>
                  </a:lnTo>
                  <a:lnTo>
                    <a:pt x="9905" y="3048"/>
                  </a:lnTo>
                  <a:lnTo>
                    <a:pt x="9143" y="609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0" name="Google Shape;3040;p22"/>
            <p:cNvSpPr/>
            <p:nvPr/>
          </p:nvSpPr>
          <p:spPr>
            <a:xfrm>
              <a:off x="5437632" y="2444495"/>
              <a:ext cx="16510" cy="67945"/>
            </a:xfrm>
            <a:custGeom>
              <a:rect b="b" l="l" r="r" t="t"/>
              <a:pathLst>
                <a:path extrusionOk="0" h="67944" w="16510">
                  <a:moveTo>
                    <a:pt x="15240" y="3048"/>
                  </a:moveTo>
                  <a:lnTo>
                    <a:pt x="11430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11430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close/>
                </a:path>
                <a:path extrusionOk="0" h="67944" w="16510">
                  <a:moveTo>
                    <a:pt x="16002" y="56388"/>
                  </a:moveTo>
                  <a:lnTo>
                    <a:pt x="12954" y="52578"/>
                  </a:lnTo>
                  <a:lnTo>
                    <a:pt x="4572" y="52578"/>
                  </a:lnTo>
                  <a:lnTo>
                    <a:pt x="762" y="56388"/>
                  </a:lnTo>
                  <a:lnTo>
                    <a:pt x="762" y="64770"/>
                  </a:lnTo>
                  <a:lnTo>
                    <a:pt x="4572" y="67818"/>
                  </a:lnTo>
                  <a:lnTo>
                    <a:pt x="12954" y="67818"/>
                  </a:lnTo>
                  <a:lnTo>
                    <a:pt x="16002" y="64770"/>
                  </a:lnTo>
                  <a:lnTo>
                    <a:pt x="16002" y="60198"/>
                  </a:lnTo>
                  <a:lnTo>
                    <a:pt x="16002" y="5638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p22"/>
            <p:cNvSpPr/>
            <p:nvPr/>
          </p:nvSpPr>
          <p:spPr>
            <a:xfrm>
              <a:off x="5423153" y="2526029"/>
              <a:ext cx="32384" cy="64769"/>
            </a:xfrm>
            <a:custGeom>
              <a:rect b="b" l="l" r="r" t="t"/>
              <a:pathLst>
                <a:path extrusionOk="0" h="64769" w="32385">
                  <a:moveTo>
                    <a:pt x="0" y="35051"/>
                  </a:moveTo>
                  <a:lnTo>
                    <a:pt x="762" y="45719"/>
                  </a:lnTo>
                  <a:lnTo>
                    <a:pt x="762" y="50291"/>
                  </a:lnTo>
                  <a:lnTo>
                    <a:pt x="9906" y="57911"/>
                  </a:lnTo>
                  <a:lnTo>
                    <a:pt x="12954" y="60197"/>
                  </a:lnTo>
                  <a:lnTo>
                    <a:pt x="21336" y="64769"/>
                  </a:lnTo>
                  <a:lnTo>
                    <a:pt x="25146" y="60959"/>
                  </a:lnTo>
                  <a:lnTo>
                    <a:pt x="29848" y="53554"/>
                  </a:lnTo>
                  <a:lnTo>
                    <a:pt x="31908" y="44005"/>
                  </a:lnTo>
                  <a:lnTo>
                    <a:pt x="32111" y="34170"/>
                  </a:lnTo>
                  <a:lnTo>
                    <a:pt x="31242" y="25907"/>
                  </a:lnTo>
                  <a:lnTo>
                    <a:pt x="30479" y="17525"/>
                  </a:lnTo>
                  <a:lnTo>
                    <a:pt x="25145" y="9905"/>
                  </a:lnTo>
                  <a:lnTo>
                    <a:pt x="17525" y="7619"/>
                  </a:lnTo>
                  <a:lnTo>
                    <a:pt x="14477" y="6095"/>
                  </a:lnTo>
                  <a:lnTo>
                    <a:pt x="6095" y="8381"/>
                  </a:lnTo>
                  <a:lnTo>
                    <a:pt x="5333" y="4571"/>
                  </a:lnTo>
                  <a:lnTo>
                    <a:pt x="5333" y="3047"/>
                  </a:lnTo>
                  <a:lnTo>
                    <a:pt x="5333" y="1523"/>
                  </a:lnTo>
                  <a:lnTo>
                    <a:pt x="5333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2" name="Google Shape;3042;p22"/>
          <p:cNvSpPr/>
          <p:nvPr/>
        </p:nvSpPr>
        <p:spPr>
          <a:xfrm>
            <a:off x="7964423" y="1935194"/>
            <a:ext cx="104139" cy="488950"/>
          </a:xfrm>
          <a:custGeom>
            <a:rect b="b" l="l" r="r" t="t"/>
            <a:pathLst>
              <a:path extrusionOk="0" h="488950" w="104140">
                <a:moveTo>
                  <a:pt x="0" y="21621"/>
                </a:moveTo>
                <a:lnTo>
                  <a:pt x="41814" y="0"/>
                </a:lnTo>
                <a:lnTo>
                  <a:pt x="52208" y="631"/>
                </a:lnTo>
                <a:lnTo>
                  <a:pt x="77783" y="40945"/>
                </a:lnTo>
                <a:lnTo>
                  <a:pt x="79819" y="89820"/>
                </a:lnTo>
                <a:lnTo>
                  <a:pt x="80200" y="160686"/>
                </a:lnTo>
                <a:lnTo>
                  <a:pt x="81534" y="196119"/>
                </a:lnTo>
                <a:lnTo>
                  <a:pt x="83891" y="224123"/>
                </a:lnTo>
                <a:lnTo>
                  <a:pt x="87249" y="252126"/>
                </a:lnTo>
                <a:lnTo>
                  <a:pt x="91178" y="280130"/>
                </a:lnTo>
                <a:lnTo>
                  <a:pt x="95250" y="308133"/>
                </a:lnTo>
                <a:lnTo>
                  <a:pt x="98381" y="332720"/>
                </a:lnTo>
                <a:lnTo>
                  <a:pt x="100869" y="357377"/>
                </a:lnTo>
                <a:lnTo>
                  <a:pt x="102643" y="382178"/>
                </a:lnTo>
                <a:lnTo>
                  <a:pt x="103632" y="407193"/>
                </a:lnTo>
                <a:lnTo>
                  <a:pt x="103846" y="423648"/>
                </a:lnTo>
                <a:lnTo>
                  <a:pt x="103632" y="440531"/>
                </a:lnTo>
                <a:lnTo>
                  <a:pt x="93785" y="477785"/>
                </a:lnTo>
                <a:lnTo>
                  <a:pt x="82950" y="488477"/>
                </a:lnTo>
                <a:lnTo>
                  <a:pt x="76962" y="487965"/>
                </a:lnTo>
                <a:lnTo>
                  <a:pt x="73152" y="482238"/>
                </a:lnTo>
                <a:lnTo>
                  <a:pt x="72199" y="473582"/>
                </a:lnTo>
                <a:lnTo>
                  <a:pt x="72675" y="464498"/>
                </a:lnTo>
                <a:lnTo>
                  <a:pt x="73152" y="457485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3" name="Google Shape;3043;p2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192249" y="2120633"/>
            <a:ext cx="86131" cy="96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4" name="Google Shape;3044;p22"/>
          <p:cNvGrpSpPr/>
          <p:nvPr/>
        </p:nvGrpSpPr>
        <p:grpSpPr>
          <a:xfrm>
            <a:off x="7732013" y="1955196"/>
            <a:ext cx="176225" cy="537845"/>
            <a:chOff x="7732013" y="1955196"/>
            <a:chExt cx="176225" cy="537845"/>
          </a:xfrm>
        </p:grpSpPr>
        <p:sp>
          <p:nvSpPr>
            <p:cNvPr id="3045" name="Google Shape;3045;p22"/>
            <p:cNvSpPr/>
            <p:nvPr/>
          </p:nvSpPr>
          <p:spPr>
            <a:xfrm>
              <a:off x="7732013" y="1955196"/>
              <a:ext cx="108585" cy="537845"/>
            </a:xfrm>
            <a:custGeom>
              <a:rect b="b" l="l" r="r" t="t"/>
              <a:pathLst>
                <a:path extrusionOk="0" h="537844" w="108584">
                  <a:moveTo>
                    <a:pt x="76200" y="19145"/>
                  </a:moveTo>
                  <a:lnTo>
                    <a:pt x="73152" y="6191"/>
                  </a:lnTo>
                  <a:lnTo>
                    <a:pt x="74676" y="3905"/>
                  </a:lnTo>
                  <a:lnTo>
                    <a:pt x="61721" y="1619"/>
                  </a:lnTo>
                  <a:lnTo>
                    <a:pt x="53923" y="416"/>
                  </a:lnTo>
                  <a:lnTo>
                    <a:pt x="45624" y="0"/>
                  </a:lnTo>
                  <a:lnTo>
                    <a:pt x="37183" y="11"/>
                  </a:lnTo>
                  <a:lnTo>
                    <a:pt x="976" y="18776"/>
                  </a:lnTo>
                  <a:lnTo>
                    <a:pt x="0" y="27241"/>
                  </a:lnTo>
                  <a:lnTo>
                    <a:pt x="166" y="35849"/>
                  </a:lnTo>
                  <a:lnTo>
                    <a:pt x="762" y="43529"/>
                  </a:lnTo>
                  <a:lnTo>
                    <a:pt x="3417" y="63984"/>
                  </a:lnTo>
                  <a:lnTo>
                    <a:pt x="6572" y="84296"/>
                  </a:lnTo>
                  <a:lnTo>
                    <a:pt x="9870" y="104608"/>
                  </a:lnTo>
                  <a:lnTo>
                    <a:pt x="12954" y="125063"/>
                  </a:lnTo>
                  <a:lnTo>
                    <a:pt x="19240" y="185261"/>
                  </a:lnTo>
                  <a:lnTo>
                    <a:pt x="24384" y="245459"/>
                  </a:lnTo>
                  <a:lnTo>
                    <a:pt x="28003" y="304895"/>
                  </a:lnTo>
                  <a:lnTo>
                    <a:pt x="30480" y="364331"/>
                  </a:lnTo>
                  <a:lnTo>
                    <a:pt x="31480" y="389477"/>
                  </a:lnTo>
                  <a:lnTo>
                    <a:pt x="32194" y="414623"/>
                  </a:lnTo>
                  <a:lnTo>
                    <a:pt x="32623" y="439769"/>
                  </a:lnTo>
                  <a:lnTo>
                    <a:pt x="32766" y="464915"/>
                  </a:lnTo>
                  <a:lnTo>
                    <a:pt x="33230" y="478750"/>
                  </a:lnTo>
                  <a:lnTo>
                    <a:pt x="33623" y="492728"/>
                  </a:lnTo>
                  <a:lnTo>
                    <a:pt x="34159" y="506706"/>
                  </a:lnTo>
                  <a:lnTo>
                    <a:pt x="35052" y="520541"/>
                  </a:lnTo>
                  <a:lnTo>
                    <a:pt x="35052" y="524351"/>
                  </a:lnTo>
                  <a:lnTo>
                    <a:pt x="35052" y="531209"/>
                  </a:lnTo>
                  <a:lnTo>
                    <a:pt x="38100" y="534257"/>
                  </a:lnTo>
                  <a:lnTo>
                    <a:pt x="41148" y="537305"/>
                  </a:lnTo>
                  <a:lnTo>
                    <a:pt x="45720" y="537305"/>
                  </a:lnTo>
                  <a:lnTo>
                    <a:pt x="48768" y="537305"/>
                  </a:lnTo>
                  <a:lnTo>
                    <a:pt x="59293" y="537388"/>
                  </a:lnTo>
                  <a:lnTo>
                    <a:pt x="70104" y="537400"/>
                  </a:lnTo>
                  <a:lnTo>
                    <a:pt x="80914" y="536983"/>
                  </a:lnTo>
                  <a:lnTo>
                    <a:pt x="91440" y="535781"/>
                  </a:lnTo>
                  <a:lnTo>
                    <a:pt x="100584" y="534257"/>
                  </a:lnTo>
                  <a:lnTo>
                    <a:pt x="102870" y="533495"/>
                  </a:lnTo>
                  <a:lnTo>
                    <a:pt x="108204" y="52968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46" name="Google Shape;3046;p22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843253" y="2317242"/>
              <a:ext cx="64985" cy="1752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7" name="Google Shape;3047;p22"/>
            <p:cNvSpPr/>
            <p:nvPr/>
          </p:nvSpPr>
          <p:spPr>
            <a:xfrm>
              <a:off x="7843265" y="2239518"/>
              <a:ext cx="24130" cy="37465"/>
            </a:xfrm>
            <a:custGeom>
              <a:rect b="b" l="l" r="r" t="t"/>
              <a:pathLst>
                <a:path extrusionOk="0" h="37464" w="24129">
                  <a:moveTo>
                    <a:pt x="761" y="12191"/>
                  </a:moveTo>
                  <a:lnTo>
                    <a:pt x="1523" y="22097"/>
                  </a:lnTo>
                  <a:lnTo>
                    <a:pt x="0" y="28955"/>
                  </a:lnTo>
                  <a:lnTo>
                    <a:pt x="8381" y="35051"/>
                  </a:lnTo>
                  <a:lnTo>
                    <a:pt x="12191" y="37337"/>
                  </a:lnTo>
                  <a:lnTo>
                    <a:pt x="17525" y="37337"/>
                  </a:lnTo>
                  <a:lnTo>
                    <a:pt x="20573" y="33527"/>
                  </a:lnTo>
                  <a:lnTo>
                    <a:pt x="23157" y="27765"/>
                  </a:lnTo>
                  <a:lnTo>
                    <a:pt x="24098" y="20573"/>
                  </a:lnTo>
                  <a:lnTo>
                    <a:pt x="23467" y="13382"/>
                  </a:lnTo>
                  <a:lnTo>
                    <a:pt x="21335" y="7619"/>
                  </a:lnTo>
                  <a:lnTo>
                    <a:pt x="19049" y="3047"/>
                  </a:lnTo>
                  <a:lnTo>
                    <a:pt x="15239" y="761"/>
                  </a:lnTo>
                  <a:lnTo>
                    <a:pt x="10667" y="0"/>
                  </a:lnTo>
                  <a:lnTo>
                    <a:pt x="9905" y="0"/>
                  </a:lnTo>
                  <a:lnTo>
                    <a:pt x="9143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p22"/>
            <p:cNvSpPr/>
            <p:nvPr/>
          </p:nvSpPr>
          <p:spPr>
            <a:xfrm>
              <a:off x="7848599" y="2136648"/>
              <a:ext cx="10160" cy="56515"/>
            </a:xfrm>
            <a:custGeom>
              <a:rect b="b" l="l" r="r" t="t"/>
              <a:pathLst>
                <a:path extrusionOk="0" h="56514" w="10159">
                  <a:moveTo>
                    <a:pt x="0" y="0"/>
                  </a:moveTo>
                  <a:lnTo>
                    <a:pt x="1821" y="6298"/>
                  </a:lnTo>
                  <a:lnTo>
                    <a:pt x="3714" y="12668"/>
                  </a:lnTo>
                  <a:lnTo>
                    <a:pt x="5464" y="19180"/>
                  </a:lnTo>
                  <a:lnTo>
                    <a:pt x="6858" y="25908"/>
                  </a:lnTo>
                  <a:lnTo>
                    <a:pt x="8382" y="34290"/>
                  </a:lnTo>
                  <a:lnTo>
                    <a:pt x="9906" y="42672"/>
                  </a:lnTo>
                  <a:lnTo>
                    <a:pt x="9906" y="51053"/>
                  </a:lnTo>
                  <a:lnTo>
                    <a:pt x="9906" y="52577"/>
                  </a:lnTo>
                  <a:lnTo>
                    <a:pt x="9906" y="54864"/>
                  </a:lnTo>
                  <a:lnTo>
                    <a:pt x="9906" y="5638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9" name="Google Shape;3049;p22"/>
            <p:cNvSpPr/>
            <p:nvPr/>
          </p:nvSpPr>
          <p:spPr>
            <a:xfrm>
              <a:off x="7827454" y="2000250"/>
              <a:ext cx="40640" cy="57150"/>
            </a:xfrm>
            <a:custGeom>
              <a:rect b="b" l="l" r="r" t="t"/>
              <a:pathLst>
                <a:path extrusionOk="0" h="57150" w="40640">
                  <a:moveTo>
                    <a:pt x="2095" y="24384"/>
                  </a:moveTo>
                  <a:lnTo>
                    <a:pt x="761" y="32015"/>
                  </a:lnTo>
                  <a:lnTo>
                    <a:pt x="0" y="39719"/>
                  </a:lnTo>
                  <a:lnTo>
                    <a:pt x="1238" y="46993"/>
                  </a:lnTo>
                  <a:lnTo>
                    <a:pt x="5905" y="53340"/>
                  </a:lnTo>
                  <a:lnTo>
                    <a:pt x="11239" y="57150"/>
                  </a:lnTo>
                  <a:lnTo>
                    <a:pt x="20383" y="56388"/>
                  </a:lnTo>
                  <a:lnTo>
                    <a:pt x="40195" y="27432"/>
                  </a:lnTo>
                  <a:lnTo>
                    <a:pt x="40064" y="20514"/>
                  </a:lnTo>
                  <a:lnTo>
                    <a:pt x="39147" y="13811"/>
                  </a:lnTo>
                  <a:lnTo>
                    <a:pt x="36659" y="7822"/>
                  </a:lnTo>
                  <a:lnTo>
                    <a:pt x="31813" y="3048"/>
                  </a:lnTo>
                  <a:lnTo>
                    <a:pt x="25717" y="0"/>
                  </a:lnTo>
                  <a:lnTo>
                    <a:pt x="19621" y="3048"/>
                  </a:lnTo>
                  <a:lnTo>
                    <a:pt x="16573" y="9144"/>
                  </a:lnTo>
                  <a:lnTo>
                    <a:pt x="14287" y="15240"/>
                  </a:lnTo>
                  <a:lnTo>
                    <a:pt x="13525" y="17526"/>
                  </a:lnTo>
                  <a:lnTo>
                    <a:pt x="12763" y="2209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50" name="Google Shape;3050;p22"/>
          <p:cNvGrpSpPr/>
          <p:nvPr/>
        </p:nvGrpSpPr>
        <p:grpSpPr>
          <a:xfrm>
            <a:off x="6869417" y="2021573"/>
            <a:ext cx="140995" cy="270535"/>
            <a:chOff x="6869417" y="2021573"/>
            <a:chExt cx="140995" cy="270535"/>
          </a:xfrm>
        </p:grpSpPr>
        <p:pic>
          <p:nvPicPr>
            <p:cNvPr id="3051" name="Google Shape;3051;p22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869417" y="2150351"/>
              <a:ext cx="140995" cy="141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2" name="Google Shape;3052;p22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6921995" y="2021573"/>
              <a:ext cx="72415" cy="967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53" name="Google Shape;3053;p22"/>
          <p:cNvSpPr/>
          <p:nvPr/>
        </p:nvSpPr>
        <p:spPr>
          <a:xfrm>
            <a:off x="7123723" y="1989582"/>
            <a:ext cx="116839" cy="536575"/>
          </a:xfrm>
          <a:custGeom>
            <a:rect b="b" l="l" r="r" t="t"/>
            <a:pathLst>
              <a:path extrusionOk="0" h="536575" w="116840">
                <a:moveTo>
                  <a:pt x="93178" y="12953"/>
                </a:moveTo>
                <a:lnTo>
                  <a:pt x="80295" y="5786"/>
                </a:lnTo>
                <a:lnTo>
                  <a:pt x="69556" y="1904"/>
                </a:lnTo>
                <a:lnTo>
                  <a:pt x="58245" y="309"/>
                </a:lnTo>
                <a:lnTo>
                  <a:pt x="43648" y="0"/>
                </a:lnTo>
                <a:lnTo>
                  <a:pt x="34289" y="345"/>
                </a:lnTo>
                <a:lnTo>
                  <a:pt x="214" y="19526"/>
                </a:lnTo>
                <a:lnTo>
                  <a:pt x="0" y="26491"/>
                </a:lnTo>
                <a:lnTo>
                  <a:pt x="214" y="33527"/>
                </a:lnTo>
                <a:lnTo>
                  <a:pt x="1476" y="51565"/>
                </a:lnTo>
                <a:lnTo>
                  <a:pt x="4595" y="69246"/>
                </a:lnTo>
                <a:lnTo>
                  <a:pt x="8572" y="86784"/>
                </a:lnTo>
                <a:lnTo>
                  <a:pt x="12406" y="104393"/>
                </a:lnTo>
                <a:lnTo>
                  <a:pt x="22217" y="163829"/>
                </a:lnTo>
                <a:lnTo>
                  <a:pt x="29170" y="223265"/>
                </a:lnTo>
                <a:lnTo>
                  <a:pt x="35933" y="298703"/>
                </a:lnTo>
                <a:lnTo>
                  <a:pt x="38921" y="336422"/>
                </a:lnTo>
                <a:lnTo>
                  <a:pt x="42124" y="374141"/>
                </a:lnTo>
                <a:lnTo>
                  <a:pt x="44636" y="402597"/>
                </a:lnTo>
                <a:lnTo>
                  <a:pt x="47363" y="430910"/>
                </a:lnTo>
                <a:lnTo>
                  <a:pt x="49946" y="459224"/>
                </a:lnTo>
                <a:lnTo>
                  <a:pt x="52030" y="487679"/>
                </a:lnTo>
                <a:lnTo>
                  <a:pt x="53161" y="497966"/>
                </a:lnTo>
                <a:lnTo>
                  <a:pt x="54221" y="508253"/>
                </a:lnTo>
                <a:lnTo>
                  <a:pt x="55137" y="518540"/>
                </a:lnTo>
                <a:lnTo>
                  <a:pt x="55840" y="528827"/>
                </a:lnTo>
                <a:lnTo>
                  <a:pt x="55840" y="531875"/>
                </a:lnTo>
                <a:lnTo>
                  <a:pt x="55840" y="533399"/>
                </a:lnTo>
                <a:lnTo>
                  <a:pt x="56602" y="536447"/>
                </a:lnTo>
                <a:lnTo>
                  <a:pt x="71580" y="536519"/>
                </a:lnTo>
                <a:lnTo>
                  <a:pt x="86701" y="536447"/>
                </a:lnTo>
                <a:lnTo>
                  <a:pt x="101822" y="535805"/>
                </a:lnTo>
                <a:lnTo>
                  <a:pt x="116800" y="534161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4" name="Google Shape;3054;p22"/>
          <p:cNvSpPr/>
          <p:nvPr/>
        </p:nvSpPr>
        <p:spPr>
          <a:xfrm>
            <a:off x="7542276" y="1971294"/>
            <a:ext cx="90805" cy="383540"/>
          </a:xfrm>
          <a:custGeom>
            <a:rect b="b" l="l" r="r" t="t"/>
            <a:pathLst>
              <a:path extrusionOk="0" h="383539" w="90804">
                <a:moveTo>
                  <a:pt x="0" y="0"/>
                </a:moveTo>
                <a:lnTo>
                  <a:pt x="29896" y="34289"/>
                </a:lnTo>
                <a:lnTo>
                  <a:pt x="62484" y="80962"/>
                </a:lnTo>
                <a:lnTo>
                  <a:pt x="78486" y="119633"/>
                </a:lnTo>
                <a:lnTo>
                  <a:pt x="89249" y="169354"/>
                </a:lnTo>
                <a:lnTo>
                  <a:pt x="90594" y="195071"/>
                </a:lnTo>
                <a:lnTo>
                  <a:pt x="89154" y="220218"/>
                </a:lnTo>
                <a:lnTo>
                  <a:pt x="76485" y="270414"/>
                </a:lnTo>
                <a:lnTo>
                  <a:pt x="54102" y="317754"/>
                </a:lnTo>
                <a:lnTo>
                  <a:pt x="23883" y="366831"/>
                </a:lnTo>
                <a:lnTo>
                  <a:pt x="6096" y="381762"/>
                </a:lnTo>
                <a:lnTo>
                  <a:pt x="3810" y="383286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5" name="Google Shape;3055;p22"/>
          <p:cNvSpPr/>
          <p:nvPr/>
        </p:nvSpPr>
        <p:spPr>
          <a:xfrm>
            <a:off x="6757189" y="2067305"/>
            <a:ext cx="245745" cy="393700"/>
          </a:xfrm>
          <a:custGeom>
            <a:rect b="b" l="l" r="r" t="t"/>
            <a:pathLst>
              <a:path extrusionOk="0" h="393700" w="245745">
                <a:moveTo>
                  <a:pt x="33754" y="0"/>
                </a:moveTo>
                <a:lnTo>
                  <a:pt x="15180" y="36957"/>
                </a:lnTo>
                <a:lnTo>
                  <a:pt x="6322" y="78486"/>
                </a:lnTo>
                <a:lnTo>
                  <a:pt x="130" y="144875"/>
                </a:lnTo>
                <a:lnTo>
                  <a:pt x="0" y="178677"/>
                </a:lnTo>
                <a:lnTo>
                  <a:pt x="2512" y="211836"/>
                </a:lnTo>
                <a:lnTo>
                  <a:pt x="18037" y="274129"/>
                </a:lnTo>
                <a:lnTo>
                  <a:pt x="48994" y="330708"/>
                </a:lnTo>
                <a:lnTo>
                  <a:pt x="92428" y="369951"/>
                </a:lnTo>
                <a:lnTo>
                  <a:pt x="147292" y="390906"/>
                </a:lnTo>
                <a:lnTo>
                  <a:pt x="172938" y="393692"/>
                </a:lnTo>
                <a:lnTo>
                  <a:pt x="197012" y="392620"/>
                </a:lnTo>
                <a:lnTo>
                  <a:pt x="220801" y="388977"/>
                </a:lnTo>
                <a:lnTo>
                  <a:pt x="245590" y="384047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6" name="Google Shape;3056;p22"/>
          <p:cNvGrpSpPr/>
          <p:nvPr/>
        </p:nvGrpSpPr>
        <p:grpSpPr>
          <a:xfrm>
            <a:off x="7791462" y="2543556"/>
            <a:ext cx="318135" cy="162814"/>
            <a:chOff x="7791462" y="2543556"/>
            <a:chExt cx="318135" cy="162814"/>
          </a:xfrm>
        </p:grpSpPr>
        <p:sp>
          <p:nvSpPr>
            <p:cNvPr id="3057" name="Google Shape;3057;p22"/>
            <p:cNvSpPr/>
            <p:nvPr/>
          </p:nvSpPr>
          <p:spPr>
            <a:xfrm>
              <a:off x="7791462" y="2543556"/>
              <a:ext cx="318135" cy="80645"/>
            </a:xfrm>
            <a:custGeom>
              <a:rect b="b" l="l" r="r" t="t"/>
              <a:pathLst>
                <a:path extrusionOk="0" h="80644" w="318134">
                  <a:moveTo>
                    <a:pt x="2274" y="47244"/>
                  </a:moveTo>
                  <a:lnTo>
                    <a:pt x="0" y="56769"/>
                  </a:lnTo>
                  <a:lnTo>
                    <a:pt x="654" y="63436"/>
                  </a:lnTo>
                  <a:lnTo>
                    <a:pt x="5167" y="68675"/>
                  </a:lnTo>
                  <a:lnTo>
                    <a:pt x="14466" y="73914"/>
                  </a:lnTo>
                  <a:lnTo>
                    <a:pt x="24336" y="77319"/>
                  </a:lnTo>
                  <a:lnTo>
                    <a:pt x="35135" y="79438"/>
                  </a:lnTo>
                  <a:lnTo>
                    <a:pt x="46077" y="80129"/>
                  </a:lnTo>
                  <a:lnTo>
                    <a:pt x="56376" y="79248"/>
                  </a:lnTo>
                  <a:lnTo>
                    <a:pt x="97524" y="60960"/>
                  </a:lnTo>
                  <a:lnTo>
                    <a:pt x="105894" y="55709"/>
                  </a:lnTo>
                  <a:lnTo>
                    <a:pt x="114192" y="51530"/>
                  </a:lnTo>
                  <a:lnTo>
                    <a:pt x="122920" y="48637"/>
                  </a:lnTo>
                  <a:lnTo>
                    <a:pt x="132576" y="47244"/>
                  </a:lnTo>
                  <a:lnTo>
                    <a:pt x="139267" y="48160"/>
                  </a:lnTo>
                  <a:lnTo>
                    <a:pt x="144958" y="50577"/>
                  </a:lnTo>
                  <a:lnTo>
                    <a:pt x="150364" y="53994"/>
                  </a:lnTo>
                  <a:lnTo>
                    <a:pt x="156198" y="57912"/>
                  </a:lnTo>
                  <a:lnTo>
                    <a:pt x="162294" y="61722"/>
                  </a:lnTo>
                  <a:lnTo>
                    <a:pt x="169152" y="66294"/>
                  </a:lnTo>
                  <a:lnTo>
                    <a:pt x="175248" y="70866"/>
                  </a:lnTo>
                  <a:lnTo>
                    <a:pt x="176772" y="71628"/>
                  </a:lnTo>
                  <a:lnTo>
                    <a:pt x="180582" y="74676"/>
                  </a:lnTo>
                  <a:lnTo>
                    <a:pt x="182868" y="73152"/>
                  </a:lnTo>
                  <a:lnTo>
                    <a:pt x="186499" y="69377"/>
                  </a:lnTo>
                  <a:lnTo>
                    <a:pt x="190202" y="62960"/>
                  </a:lnTo>
                  <a:lnTo>
                    <a:pt x="193476" y="56114"/>
                  </a:lnTo>
                  <a:lnTo>
                    <a:pt x="195822" y="51054"/>
                  </a:lnTo>
                  <a:lnTo>
                    <a:pt x="200227" y="44588"/>
                  </a:lnTo>
                  <a:lnTo>
                    <a:pt x="205347" y="38195"/>
                  </a:lnTo>
                  <a:lnTo>
                    <a:pt x="211038" y="32515"/>
                  </a:lnTo>
                  <a:lnTo>
                    <a:pt x="217158" y="28194"/>
                  </a:lnTo>
                  <a:lnTo>
                    <a:pt x="222492" y="25908"/>
                  </a:lnTo>
                  <a:lnTo>
                    <a:pt x="232398" y="25908"/>
                  </a:lnTo>
                  <a:lnTo>
                    <a:pt x="238494" y="28194"/>
                  </a:lnTo>
                  <a:lnTo>
                    <a:pt x="244554" y="30694"/>
                  </a:lnTo>
                  <a:lnTo>
                    <a:pt x="250400" y="33337"/>
                  </a:lnTo>
                  <a:lnTo>
                    <a:pt x="256389" y="35694"/>
                  </a:lnTo>
                  <a:lnTo>
                    <a:pt x="262878" y="37338"/>
                  </a:lnTo>
                  <a:lnTo>
                    <a:pt x="270307" y="38278"/>
                  </a:lnTo>
                  <a:lnTo>
                    <a:pt x="277737" y="38576"/>
                  </a:lnTo>
                  <a:lnTo>
                    <a:pt x="285166" y="37873"/>
                  </a:lnTo>
                  <a:lnTo>
                    <a:pt x="317742" y="13716"/>
                  </a:lnTo>
                  <a:lnTo>
                    <a:pt x="316980" y="5334"/>
                  </a:lnTo>
                  <a:lnTo>
                    <a:pt x="316980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8" name="Google Shape;3058;p22"/>
            <p:cNvSpPr/>
            <p:nvPr/>
          </p:nvSpPr>
          <p:spPr>
            <a:xfrm>
              <a:off x="7823454" y="2682240"/>
              <a:ext cx="233679" cy="24130"/>
            </a:xfrm>
            <a:custGeom>
              <a:rect b="b" l="l" r="r" t="t"/>
              <a:pathLst>
                <a:path extrusionOk="0" h="24130" w="233679">
                  <a:moveTo>
                    <a:pt x="0" y="16763"/>
                  </a:moveTo>
                  <a:lnTo>
                    <a:pt x="20466" y="13977"/>
                  </a:lnTo>
                  <a:lnTo>
                    <a:pt x="40862" y="12191"/>
                  </a:lnTo>
                  <a:lnTo>
                    <a:pt x="61400" y="10977"/>
                  </a:lnTo>
                  <a:lnTo>
                    <a:pt x="82296" y="9905"/>
                  </a:lnTo>
                  <a:lnTo>
                    <a:pt x="118883" y="7739"/>
                  </a:lnTo>
                  <a:lnTo>
                    <a:pt x="155543" y="5143"/>
                  </a:lnTo>
                  <a:lnTo>
                    <a:pt x="192345" y="2833"/>
                  </a:lnTo>
                  <a:lnTo>
                    <a:pt x="229361" y="1523"/>
                  </a:lnTo>
                  <a:lnTo>
                    <a:pt x="230886" y="1523"/>
                  </a:lnTo>
                  <a:lnTo>
                    <a:pt x="231647" y="1523"/>
                  </a:lnTo>
                  <a:lnTo>
                    <a:pt x="233172" y="1523"/>
                  </a:lnTo>
                  <a:lnTo>
                    <a:pt x="214884" y="4048"/>
                  </a:lnTo>
                  <a:lnTo>
                    <a:pt x="196596" y="6857"/>
                  </a:lnTo>
                  <a:lnTo>
                    <a:pt x="131445" y="15787"/>
                  </a:lnTo>
                  <a:lnTo>
                    <a:pt x="74295" y="20978"/>
                  </a:lnTo>
                  <a:lnTo>
                    <a:pt x="28670" y="23526"/>
                  </a:lnTo>
                  <a:lnTo>
                    <a:pt x="12192" y="23621"/>
                  </a:lnTo>
                  <a:lnTo>
                    <a:pt x="24312" y="22467"/>
                  </a:lnTo>
                  <a:lnTo>
                    <a:pt x="36576" y="21240"/>
                  </a:lnTo>
                  <a:lnTo>
                    <a:pt x="48839" y="19871"/>
                  </a:lnTo>
                  <a:lnTo>
                    <a:pt x="60960" y="18287"/>
                  </a:lnTo>
                  <a:lnTo>
                    <a:pt x="90213" y="16287"/>
                  </a:lnTo>
                  <a:lnTo>
                    <a:pt x="148720" y="11429"/>
                  </a:lnTo>
                  <a:lnTo>
                    <a:pt x="190785" y="3428"/>
                  </a:lnTo>
                  <a:lnTo>
                    <a:pt x="197155" y="1714"/>
                  </a:lnTo>
                  <a:lnTo>
                    <a:pt x="203454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59" name="Google Shape;3059;p22"/>
          <p:cNvSpPr/>
          <p:nvPr/>
        </p:nvSpPr>
        <p:spPr>
          <a:xfrm>
            <a:off x="7363968" y="2000250"/>
            <a:ext cx="69850" cy="471805"/>
          </a:xfrm>
          <a:custGeom>
            <a:rect b="b" l="l" r="r" t="t"/>
            <a:pathLst>
              <a:path extrusionOk="0" h="471805" w="69850">
                <a:moveTo>
                  <a:pt x="0" y="3048"/>
                </a:moveTo>
                <a:lnTo>
                  <a:pt x="11072" y="1607"/>
                </a:lnTo>
                <a:lnTo>
                  <a:pt x="21717" y="666"/>
                </a:lnTo>
                <a:lnTo>
                  <a:pt x="32361" y="154"/>
                </a:lnTo>
                <a:lnTo>
                  <a:pt x="43434" y="0"/>
                </a:lnTo>
                <a:lnTo>
                  <a:pt x="50673" y="404"/>
                </a:lnTo>
                <a:lnTo>
                  <a:pt x="57911" y="2095"/>
                </a:lnTo>
                <a:lnTo>
                  <a:pt x="64008" y="5786"/>
                </a:lnTo>
                <a:lnTo>
                  <a:pt x="67818" y="12192"/>
                </a:lnTo>
                <a:lnTo>
                  <a:pt x="69091" y="24205"/>
                </a:lnTo>
                <a:lnTo>
                  <a:pt x="67151" y="36861"/>
                </a:lnTo>
                <a:lnTo>
                  <a:pt x="63638" y="49375"/>
                </a:lnTo>
                <a:lnTo>
                  <a:pt x="60198" y="60960"/>
                </a:lnTo>
                <a:lnTo>
                  <a:pt x="55506" y="84272"/>
                </a:lnTo>
                <a:lnTo>
                  <a:pt x="51816" y="107442"/>
                </a:lnTo>
                <a:lnTo>
                  <a:pt x="49268" y="130611"/>
                </a:lnTo>
                <a:lnTo>
                  <a:pt x="48006" y="153924"/>
                </a:lnTo>
                <a:lnTo>
                  <a:pt x="48577" y="177557"/>
                </a:lnTo>
                <a:lnTo>
                  <a:pt x="50292" y="200691"/>
                </a:lnTo>
                <a:lnTo>
                  <a:pt x="53149" y="223682"/>
                </a:lnTo>
                <a:lnTo>
                  <a:pt x="57150" y="246888"/>
                </a:lnTo>
                <a:lnTo>
                  <a:pt x="61090" y="266330"/>
                </a:lnTo>
                <a:lnTo>
                  <a:pt x="64674" y="285845"/>
                </a:lnTo>
                <a:lnTo>
                  <a:pt x="67544" y="305502"/>
                </a:lnTo>
                <a:lnTo>
                  <a:pt x="69342" y="325374"/>
                </a:lnTo>
                <a:lnTo>
                  <a:pt x="69437" y="345007"/>
                </a:lnTo>
                <a:lnTo>
                  <a:pt x="68389" y="364140"/>
                </a:lnTo>
                <a:lnTo>
                  <a:pt x="61722" y="402336"/>
                </a:lnTo>
                <a:lnTo>
                  <a:pt x="49291" y="440805"/>
                </a:lnTo>
                <a:lnTo>
                  <a:pt x="25146" y="470916"/>
                </a:lnTo>
                <a:lnTo>
                  <a:pt x="17526" y="471678"/>
                </a:lnTo>
                <a:lnTo>
                  <a:pt x="18288" y="466344"/>
                </a:lnTo>
                <a:lnTo>
                  <a:pt x="16764" y="46101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0" name="Google Shape;3060;p2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236249" y="2030717"/>
            <a:ext cx="65366" cy="642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1" name="Google Shape;3061;p22"/>
          <p:cNvGrpSpPr/>
          <p:nvPr/>
        </p:nvGrpSpPr>
        <p:grpSpPr>
          <a:xfrm>
            <a:off x="7257287" y="2162556"/>
            <a:ext cx="35560" cy="200152"/>
            <a:chOff x="7257287" y="2162556"/>
            <a:chExt cx="35560" cy="200152"/>
          </a:xfrm>
        </p:grpSpPr>
        <p:sp>
          <p:nvSpPr>
            <p:cNvPr id="3062" name="Google Shape;3062;p22"/>
            <p:cNvSpPr/>
            <p:nvPr/>
          </p:nvSpPr>
          <p:spPr>
            <a:xfrm>
              <a:off x="7267479" y="2162556"/>
              <a:ext cx="3175" cy="40005"/>
            </a:xfrm>
            <a:custGeom>
              <a:rect b="b" l="l" r="r" t="t"/>
              <a:pathLst>
                <a:path extrusionOk="0" h="40005" w="3175">
                  <a:moveTo>
                    <a:pt x="476" y="0"/>
                  </a:moveTo>
                  <a:lnTo>
                    <a:pt x="59" y="7500"/>
                  </a:lnTo>
                  <a:lnTo>
                    <a:pt x="0" y="14287"/>
                  </a:lnTo>
                  <a:lnTo>
                    <a:pt x="369" y="20788"/>
                  </a:lnTo>
                  <a:lnTo>
                    <a:pt x="1238" y="27432"/>
                  </a:lnTo>
                  <a:lnTo>
                    <a:pt x="2000" y="32004"/>
                  </a:lnTo>
                  <a:lnTo>
                    <a:pt x="2762" y="35814"/>
                  </a:lnTo>
                  <a:lnTo>
                    <a:pt x="2762" y="3962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3" name="Google Shape;3063;p22"/>
            <p:cNvSpPr/>
            <p:nvPr/>
          </p:nvSpPr>
          <p:spPr>
            <a:xfrm>
              <a:off x="7257287" y="2254758"/>
              <a:ext cx="35560" cy="40640"/>
            </a:xfrm>
            <a:custGeom>
              <a:rect b="b" l="l" r="r" t="t"/>
              <a:pathLst>
                <a:path extrusionOk="0" h="40639" w="35559">
                  <a:moveTo>
                    <a:pt x="0" y="0"/>
                  </a:moveTo>
                  <a:lnTo>
                    <a:pt x="357" y="6512"/>
                  </a:lnTo>
                  <a:lnTo>
                    <a:pt x="571" y="13239"/>
                  </a:lnTo>
                  <a:lnTo>
                    <a:pt x="1071" y="19823"/>
                  </a:lnTo>
                  <a:lnTo>
                    <a:pt x="19050" y="40386"/>
                  </a:lnTo>
                  <a:lnTo>
                    <a:pt x="25908" y="39623"/>
                  </a:lnTo>
                  <a:lnTo>
                    <a:pt x="29718" y="35051"/>
                  </a:lnTo>
                  <a:lnTo>
                    <a:pt x="32766" y="30479"/>
                  </a:lnTo>
                  <a:lnTo>
                    <a:pt x="35052" y="19811"/>
                  </a:lnTo>
                  <a:lnTo>
                    <a:pt x="32766" y="15239"/>
                  </a:lnTo>
                  <a:lnTo>
                    <a:pt x="30480" y="9905"/>
                  </a:lnTo>
                  <a:lnTo>
                    <a:pt x="22860" y="3047"/>
                  </a:lnTo>
                  <a:lnTo>
                    <a:pt x="16764" y="3809"/>
                  </a:lnTo>
                  <a:lnTo>
                    <a:pt x="15240" y="3809"/>
                  </a:lnTo>
                  <a:lnTo>
                    <a:pt x="14478" y="457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4" name="Google Shape;3064;p22"/>
            <p:cNvSpPr/>
            <p:nvPr/>
          </p:nvSpPr>
          <p:spPr>
            <a:xfrm>
              <a:off x="7269479" y="2346198"/>
              <a:ext cx="15240" cy="16510"/>
            </a:xfrm>
            <a:custGeom>
              <a:rect b="b" l="l" r="r" t="t"/>
              <a:pathLst>
                <a:path extrusionOk="0" h="16510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6002"/>
                  </a:lnTo>
                  <a:lnTo>
                    <a:pt x="12192" y="16002"/>
                  </a:lnTo>
                  <a:lnTo>
                    <a:pt x="15240" y="12192"/>
                  </a:lnTo>
                  <a:lnTo>
                    <a:pt x="15240" y="8382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5" name="Google Shape;3065;p22"/>
          <p:cNvGrpSpPr/>
          <p:nvPr/>
        </p:nvGrpSpPr>
        <p:grpSpPr>
          <a:xfrm>
            <a:off x="7266431" y="2409444"/>
            <a:ext cx="43180" cy="86995"/>
            <a:chOff x="7266431" y="2409444"/>
            <a:chExt cx="43180" cy="86995"/>
          </a:xfrm>
        </p:grpSpPr>
        <p:sp>
          <p:nvSpPr>
            <p:cNvPr id="3066" name="Google Shape;3066;p22"/>
            <p:cNvSpPr/>
            <p:nvPr/>
          </p:nvSpPr>
          <p:spPr>
            <a:xfrm>
              <a:off x="7266431" y="2409444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7" name="Google Shape;3067;p22"/>
            <p:cNvSpPr/>
            <p:nvPr/>
          </p:nvSpPr>
          <p:spPr>
            <a:xfrm>
              <a:off x="7277861" y="2432304"/>
              <a:ext cx="31750" cy="64135"/>
            </a:xfrm>
            <a:custGeom>
              <a:rect b="b" l="l" r="r" t="t"/>
              <a:pathLst>
                <a:path extrusionOk="0" h="64135" w="31750">
                  <a:moveTo>
                    <a:pt x="1524" y="18287"/>
                  </a:moveTo>
                  <a:lnTo>
                    <a:pt x="702" y="27741"/>
                  </a:lnTo>
                  <a:lnTo>
                    <a:pt x="95" y="36766"/>
                  </a:lnTo>
                  <a:lnTo>
                    <a:pt x="773" y="45505"/>
                  </a:lnTo>
                  <a:lnTo>
                    <a:pt x="3810" y="54101"/>
                  </a:lnTo>
                  <a:lnTo>
                    <a:pt x="6858" y="60959"/>
                  </a:lnTo>
                  <a:lnTo>
                    <a:pt x="12192" y="64007"/>
                  </a:lnTo>
                  <a:lnTo>
                    <a:pt x="19812" y="63245"/>
                  </a:lnTo>
                  <a:lnTo>
                    <a:pt x="28956" y="62483"/>
                  </a:lnTo>
                  <a:lnTo>
                    <a:pt x="30480" y="52577"/>
                  </a:lnTo>
                  <a:lnTo>
                    <a:pt x="31242" y="44957"/>
                  </a:lnTo>
                  <a:lnTo>
                    <a:pt x="30956" y="37945"/>
                  </a:lnTo>
                  <a:lnTo>
                    <a:pt x="3810" y="16001"/>
                  </a:lnTo>
                  <a:lnTo>
                    <a:pt x="762" y="7619"/>
                  </a:lnTo>
                  <a:lnTo>
                    <a:pt x="762" y="5333"/>
                  </a:lnTo>
                  <a:lnTo>
                    <a:pt x="762" y="3047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68" name="Google Shape;3068;p22"/>
          <p:cNvSpPr/>
          <p:nvPr/>
        </p:nvSpPr>
        <p:spPr>
          <a:xfrm>
            <a:off x="8476488" y="2127504"/>
            <a:ext cx="18415" cy="12700"/>
          </a:xfrm>
          <a:custGeom>
            <a:rect b="b" l="l" r="r" t="t"/>
            <a:pathLst>
              <a:path extrusionOk="0" h="12700" w="18415">
                <a:moveTo>
                  <a:pt x="0" y="12191"/>
                </a:moveTo>
                <a:lnTo>
                  <a:pt x="6095" y="8381"/>
                </a:lnTo>
                <a:lnTo>
                  <a:pt x="12191" y="3809"/>
                </a:lnTo>
                <a:lnTo>
                  <a:pt x="18287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9" name="Google Shape;3069;p22"/>
          <p:cNvGrpSpPr/>
          <p:nvPr/>
        </p:nvGrpSpPr>
        <p:grpSpPr>
          <a:xfrm>
            <a:off x="8892468" y="1953755"/>
            <a:ext cx="202776" cy="381775"/>
            <a:chOff x="8892468" y="1953755"/>
            <a:chExt cx="202776" cy="381775"/>
          </a:xfrm>
        </p:grpSpPr>
        <p:pic>
          <p:nvPicPr>
            <p:cNvPr id="3070" name="Google Shape;3070;p22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8951201" y="1953755"/>
              <a:ext cx="144043" cy="2537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1" name="Google Shape;3071;p22"/>
            <p:cNvSpPr/>
            <p:nvPr/>
          </p:nvSpPr>
          <p:spPr>
            <a:xfrm>
              <a:off x="8892468" y="1996440"/>
              <a:ext cx="140335" cy="339090"/>
            </a:xfrm>
            <a:custGeom>
              <a:rect b="b" l="l" r="r" t="t"/>
              <a:pathLst>
                <a:path extrusionOk="0" h="339089" w="140334">
                  <a:moveTo>
                    <a:pt x="8453" y="0"/>
                  </a:moveTo>
                  <a:lnTo>
                    <a:pt x="3214" y="40005"/>
                  </a:lnTo>
                  <a:lnTo>
                    <a:pt x="833" y="80010"/>
                  </a:lnTo>
                  <a:lnTo>
                    <a:pt x="0" y="116812"/>
                  </a:lnTo>
                  <a:lnTo>
                    <a:pt x="452" y="153828"/>
                  </a:lnTo>
                  <a:lnTo>
                    <a:pt x="9215" y="227076"/>
                  </a:lnTo>
                  <a:lnTo>
                    <a:pt x="32837" y="285559"/>
                  </a:lnTo>
                  <a:lnTo>
                    <a:pt x="79319" y="326898"/>
                  </a:lnTo>
                  <a:lnTo>
                    <a:pt x="126253" y="338899"/>
                  </a:lnTo>
                  <a:lnTo>
                    <a:pt x="140279" y="33908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72" name="Google Shape;3072;p22"/>
          <p:cNvSpPr/>
          <p:nvPr/>
        </p:nvSpPr>
        <p:spPr>
          <a:xfrm>
            <a:off x="9821512" y="1960530"/>
            <a:ext cx="45720" cy="51435"/>
          </a:xfrm>
          <a:custGeom>
            <a:rect b="b" l="l" r="r" t="t"/>
            <a:pathLst>
              <a:path extrusionOk="0" h="51435" w="45720">
                <a:moveTo>
                  <a:pt x="1428" y="16097"/>
                </a:moveTo>
                <a:lnTo>
                  <a:pt x="535" y="23872"/>
                </a:lnTo>
                <a:lnTo>
                  <a:pt x="0" y="32575"/>
                </a:lnTo>
                <a:lnTo>
                  <a:pt x="1321" y="40850"/>
                </a:lnTo>
                <a:lnTo>
                  <a:pt x="6000" y="47339"/>
                </a:lnTo>
                <a:lnTo>
                  <a:pt x="11644" y="50053"/>
                </a:lnTo>
                <a:lnTo>
                  <a:pt x="18573" y="51339"/>
                </a:lnTo>
                <a:lnTo>
                  <a:pt x="25503" y="51196"/>
                </a:lnTo>
                <a:lnTo>
                  <a:pt x="45624" y="26765"/>
                </a:lnTo>
                <a:lnTo>
                  <a:pt x="45315" y="19204"/>
                </a:lnTo>
                <a:lnTo>
                  <a:pt x="19526" y="0"/>
                </a:lnTo>
                <a:lnTo>
                  <a:pt x="13168" y="2059"/>
                </a:lnTo>
                <a:lnTo>
                  <a:pt x="7524" y="6191"/>
                </a:lnTo>
                <a:lnTo>
                  <a:pt x="3714" y="10763"/>
                </a:lnTo>
                <a:lnTo>
                  <a:pt x="2190" y="12287"/>
                </a:lnTo>
                <a:lnTo>
                  <a:pt x="1428" y="16859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73" name="Google Shape;3073;p22"/>
          <p:cNvGrpSpPr/>
          <p:nvPr/>
        </p:nvGrpSpPr>
        <p:grpSpPr>
          <a:xfrm>
            <a:off x="9833609" y="2074163"/>
            <a:ext cx="45085" cy="158750"/>
            <a:chOff x="9833609" y="2074163"/>
            <a:chExt cx="45085" cy="158750"/>
          </a:xfrm>
        </p:grpSpPr>
        <p:sp>
          <p:nvSpPr>
            <p:cNvPr id="3074" name="Google Shape;3074;p22"/>
            <p:cNvSpPr/>
            <p:nvPr/>
          </p:nvSpPr>
          <p:spPr>
            <a:xfrm>
              <a:off x="9833609" y="2074163"/>
              <a:ext cx="45085" cy="51435"/>
            </a:xfrm>
            <a:custGeom>
              <a:rect b="b" l="l" r="r" t="t"/>
              <a:pathLst>
                <a:path extrusionOk="0" h="51435" w="45084">
                  <a:moveTo>
                    <a:pt x="761" y="8382"/>
                  </a:moveTo>
                  <a:lnTo>
                    <a:pt x="2285" y="7620"/>
                  </a:lnTo>
                  <a:lnTo>
                    <a:pt x="3809" y="7620"/>
                  </a:lnTo>
                  <a:lnTo>
                    <a:pt x="5333" y="6858"/>
                  </a:lnTo>
                  <a:lnTo>
                    <a:pt x="4571" y="13716"/>
                  </a:lnTo>
                  <a:lnTo>
                    <a:pt x="3809" y="19050"/>
                  </a:lnTo>
                  <a:lnTo>
                    <a:pt x="3047" y="25908"/>
                  </a:lnTo>
                  <a:lnTo>
                    <a:pt x="1523" y="32004"/>
                  </a:lnTo>
                  <a:lnTo>
                    <a:pt x="0" y="43434"/>
                  </a:lnTo>
                  <a:lnTo>
                    <a:pt x="6095" y="48006"/>
                  </a:lnTo>
                  <a:lnTo>
                    <a:pt x="11299" y="50482"/>
                  </a:lnTo>
                  <a:lnTo>
                    <a:pt x="18002" y="51244"/>
                  </a:lnTo>
                  <a:lnTo>
                    <a:pt x="24848" y="50577"/>
                  </a:lnTo>
                  <a:lnTo>
                    <a:pt x="44957" y="15240"/>
                  </a:lnTo>
                  <a:lnTo>
                    <a:pt x="41147" y="8382"/>
                  </a:lnTo>
                  <a:lnTo>
                    <a:pt x="32003" y="3810"/>
                  </a:lnTo>
                  <a:lnTo>
                    <a:pt x="27431" y="2286"/>
                  </a:lnTo>
                  <a:lnTo>
                    <a:pt x="16001" y="0"/>
                  </a:lnTo>
                  <a:lnTo>
                    <a:pt x="13715" y="6858"/>
                  </a:lnTo>
                  <a:lnTo>
                    <a:pt x="13715" y="8382"/>
                  </a:lnTo>
                  <a:lnTo>
                    <a:pt x="13715" y="9906"/>
                  </a:lnTo>
                  <a:lnTo>
                    <a:pt x="13715" y="1143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5" name="Google Shape;3075;p22"/>
            <p:cNvSpPr/>
            <p:nvPr/>
          </p:nvSpPr>
          <p:spPr>
            <a:xfrm>
              <a:off x="9851135" y="2177033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6" name="Google Shape;3076;p22"/>
            <p:cNvSpPr/>
            <p:nvPr/>
          </p:nvSpPr>
          <p:spPr>
            <a:xfrm>
              <a:off x="9857993" y="2230373"/>
              <a:ext cx="6350" cy="2540"/>
            </a:xfrm>
            <a:custGeom>
              <a:rect b="b" l="l" r="r" t="t"/>
              <a:pathLst>
                <a:path extrusionOk="0" h="2539" w="6350">
                  <a:moveTo>
                    <a:pt x="0" y="0"/>
                  </a:moveTo>
                  <a:lnTo>
                    <a:pt x="2286" y="761"/>
                  </a:lnTo>
                  <a:lnTo>
                    <a:pt x="4572" y="1523"/>
                  </a:lnTo>
                  <a:lnTo>
                    <a:pt x="6096" y="228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77" name="Google Shape;3077;p22"/>
          <p:cNvGrpSpPr/>
          <p:nvPr/>
        </p:nvGrpSpPr>
        <p:grpSpPr>
          <a:xfrm>
            <a:off x="9852659" y="1938623"/>
            <a:ext cx="145034" cy="460375"/>
            <a:chOff x="9852659" y="1938623"/>
            <a:chExt cx="145034" cy="460375"/>
          </a:xfrm>
        </p:grpSpPr>
        <p:sp>
          <p:nvSpPr>
            <p:cNvPr id="3078" name="Google Shape;3078;p22"/>
            <p:cNvSpPr/>
            <p:nvPr/>
          </p:nvSpPr>
          <p:spPr>
            <a:xfrm>
              <a:off x="9852659" y="2311145"/>
              <a:ext cx="5715" cy="53340"/>
            </a:xfrm>
            <a:custGeom>
              <a:rect b="b" l="l" r="r" t="t"/>
              <a:pathLst>
                <a:path extrusionOk="0" h="53339" w="5715">
                  <a:moveTo>
                    <a:pt x="0" y="0"/>
                  </a:moveTo>
                  <a:lnTo>
                    <a:pt x="3810" y="41148"/>
                  </a:lnTo>
                  <a:lnTo>
                    <a:pt x="5334" y="47244"/>
                  </a:lnTo>
                  <a:lnTo>
                    <a:pt x="5334" y="5334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9" name="Google Shape;3079;p22"/>
            <p:cNvSpPr/>
            <p:nvPr/>
          </p:nvSpPr>
          <p:spPr>
            <a:xfrm>
              <a:off x="9873233" y="1938623"/>
              <a:ext cx="124460" cy="460375"/>
            </a:xfrm>
            <a:custGeom>
              <a:rect b="b" l="l" r="r" t="t"/>
              <a:pathLst>
                <a:path extrusionOk="0" h="460375" w="124459">
                  <a:moveTo>
                    <a:pt x="41148" y="18954"/>
                  </a:moveTo>
                  <a:lnTo>
                    <a:pt x="84582" y="1428"/>
                  </a:lnTo>
                  <a:lnTo>
                    <a:pt x="98298" y="0"/>
                  </a:lnTo>
                  <a:lnTo>
                    <a:pt x="106013" y="35"/>
                  </a:lnTo>
                  <a:lnTo>
                    <a:pt x="123455" y="54447"/>
                  </a:lnTo>
                  <a:lnTo>
                    <a:pt x="123860" y="95809"/>
                  </a:lnTo>
                  <a:lnTo>
                    <a:pt x="124206" y="116490"/>
                  </a:lnTo>
                  <a:lnTo>
                    <a:pt x="123158" y="168973"/>
                  </a:lnTo>
                  <a:lnTo>
                    <a:pt x="120396" y="220884"/>
                  </a:lnTo>
                  <a:lnTo>
                    <a:pt x="116490" y="264699"/>
                  </a:lnTo>
                  <a:lnTo>
                    <a:pt x="112014" y="308514"/>
                  </a:lnTo>
                  <a:lnTo>
                    <a:pt x="109858" y="326112"/>
                  </a:lnTo>
                  <a:lnTo>
                    <a:pt x="107918" y="343566"/>
                  </a:lnTo>
                  <a:lnTo>
                    <a:pt x="106120" y="361021"/>
                  </a:lnTo>
                  <a:lnTo>
                    <a:pt x="104394" y="378618"/>
                  </a:lnTo>
                  <a:lnTo>
                    <a:pt x="103215" y="389477"/>
                  </a:lnTo>
                  <a:lnTo>
                    <a:pt x="95250" y="429672"/>
                  </a:lnTo>
                  <a:lnTo>
                    <a:pt x="64008" y="454056"/>
                  </a:lnTo>
                  <a:lnTo>
                    <a:pt x="28194" y="460152"/>
                  </a:lnTo>
                  <a:lnTo>
                    <a:pt x="19288" y="460128"/>
                  </a:lnTo>
                  <a:lnTo>
                    <a:pt x="12382" y="459962"/>
                  </a:lnTo>
                  <a:lnTo>
                    <a:pt x="6334" y="459509"/>
                  </a:lnTo>
                  <a:lnTo>
                    <a:pt x="0" y="45862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0" name="Google Shape;3080;p22"/>
          <p:cNvGrpSpPr/>
          <p:nvPr/>
        </p:nvGrpSpPr>
        <p:grpSpPr>
          <a:xfrm>
            <a:off x="9181337" y="1914144"/>
            <a:ext cx="290957" cy="550656"/>
            <a:chOff x="9181337" y="1914144"/>
            <a:chExt cx="290957" cy="550656"/>
          </a:xfrm>
        </p:grpSpPr>
        <p:sp>
          <p:nvSpPr>
            <p:cNvPr id="3081" name="Google Shape;3081;p22"/>
            <p:cNvSpPr/>
            <p:nvPr/>
          </p:nvSpPr>
          <p:spPr>
            <a:xfrm>
              <a:off x="9181337" y="1940290"/>
              <a:ext cx="74930" cy="524510"/>
            </a:xfrm>
            <a:custGeom>
              <a:rect b="b" l="l" r="r" t="t"/>
              <a:pathLst>
                <a:path extrusionOk="0" h="524510" w="74929">
                  <a:moveTo>
                    <a:pt x="67818" y="13477"/>
                  </a:moveTo>
                  <a:lnTo>
                    <a:pt x="27015" y="857"/>
                  </a:lnTo>
                  <a:lnTo>
                    <a:pt x="19907" y="142"/>
                  </a:lnTo>
                  <a:lnTo>
                    <a:pt x="0" y="27955"/>
                  </a:lnTo>
                  <a:lnTo>
                    <a:pt x="261" y="46696"/>
                  </a:lnTo>
                  <a:lnTo>
                    <a:pt x="952" y="65293"/>
                  </a:lnTo>
                  <a:lnTo>
                    <a:pt x="1928" y="83891"/>
                  </a:lnTo>
                  <a:lnTo>
                    <a:pt x="3048" y="102631"/>
                  </a:lnTo>
                  <a:lnTo>
                    <a:pt x="4857" y="131206"/>
                  </a:lnTo>
                  <a:lnTo>
                    <a:pt x="6667" y="159781"/>
                  </a:lnTo>
                  <a:lnTo>
                    <a:pt x="8191" y="188356"/>
                  </a:lnTo>
                  <a:lnTo>
                    <a:pt x="9144" y="216931"/>
                  </a:lnTo>
                  <a:lnTo>
                    <a:pt x="9620" y="248935"/>
                  </a:lnTo>
                  <a:lnTo>
                    <a:pt x="10096" y="280939"/>
                  </a:lnTo>
                  <a:lnTo>
                    <a:pt x="10858" y="312943"/>
                  </a:lnTo>
                  <a:lnTo>
                    <a:pt x="13727" y="371117"/>
                  </a:lnTo>
                  <a:lnTo>
                    <a:pt x="18514" y="423171"/>
                  </a:lnTo>
                  <a:lnTo>
                    <a:pt x="21336" y="449341"/>
                  </a:lnTo>
                  <a:lnTo>
                    <a:pt x="22621" y="464760"/>
                  </a:lnTo>
                  <a:lnTo>
                    <a:pt x="24193" y="480107"/>
                  </a:lnTo>
                  <a:lnTo>
                    <a:pt x="26050" y="495311"/>
                  </a:lnTo>
                  <a:lnTo>
                    <a:pt x="28194" y="510301"/>
                  </a:lnTo>
                  <a:lnTo>
                    <a:pt x="28194" y="514111"/>
                  </a:lnTo>
                  <a:lnTo>
                    <a:pt x="28194" y="520207"/>
                  </a:lnTo>
                  <a:lnTo>
                    <a:pt x="29718" y="524017"/>
                  </a:lnTo>
                  <a:lnTo>
                    <a:pt x="30480" y="524017"/>
                  </a:lnTo>
                  <a:lnTo>
                    <a:pt x="34290" y="523255"/>
                  </a:lnTo>
                  <a:lnTo>
                    <a:pt x="38100" y="521731"/>
                  </a:lnTo>
                  <a:lnTo>
                    <a:pt x="45077" y="519541"/>
                  </a:lnTo>
                  <a:lnTo>
                    <a:pt x="52197" y="517350"/>
                  </a:lnTo>
                  <a:lnTo>
                    <a:pt x="59316" y="514873"/>
                  </a:lnTo>
                  <a:lnTo>
                    <a:pt x="66294" y="511825"/>
                  </a:lnTo>
                  <a:lnTo>
                    <a:pt x="68580" y="510301"/>
                  </a:lnTo>
                  <a:lnTo>
                    <a:pt x="71628" y="508015"/>
                  </a:lnTo>
                  <a:lnTo>
                    <a:pt x="74676" y="50649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2" name="Google Shape;3082;p22"/>
            <p:cNvSpPr/>
            <p:nvPr/>
          </p:nvSpPr>
          <p:spPr>
            <a:xfrm>
              <a:off x="9287255" y="1966722"/>
              <a:ext cx="36195" cy="45720"/>
            </a:xfrm>
            <a:custGeom>
              <a:rect b="b" l="l" r="r" t="t"/>
              <a:pathLst>
                <a:path extrusionOk="0" h="45719" w="36195">
                  <a:moveTo>
                    <a:pt x="31242" y="13715"/>
                  </a:moveTo>
                  <a:lnTo>
                    <a:pt x="23622" y="8381"/>
                  </a:lnTo>
                  <a:lnTo>
                    <a:pt x="22098" y="8381"/>
                  </a:lnTo>
                  <a:lnTo>
                    <a:pt x="17526" y="5333"/>
                  </a:lnTo>
                  <a:lnTo>
                    <a:pt x="16764" y="4571"/>
                  </a:lnTo>
                  <a:lnTo>
                    <a:pt x="16002" y="4571"/>
                  </a:lnTo>
                  <a:lnTo>
                    <a:pt x="15240" y="3809"/>
                  </a:lnTo>
                  <a:lnTo>
                    <a:pt x="15240" y="3047"/>
                  </a:lnTo>
                  <a:lnTo>
                    <a:pt x="14478" y="3047"/>
                  </a:lnTo>
                  <a:lnTo>
                    <a:pt x="11430" y="4571"/>
                  </a:lnTo>
                  <a:lnTo>
                    <a:pt x="9144" y="8381"/>
                  </a:lnTo>
                  <a:lnTo>
                    <a:pt x="4572" y="15239"/>
                  </a:lnTo>
                  <a:lnTo>
                    <a:pt x="2286" y="23621"/>
                  </a:lnTo>
                  <a:lnTo>
                    <a:pt x="1524" y="32003"/>
                  </a:lnTo>
                  <a:lnTo>
                    <a:pt x="1524" y="37337"/>
                  </a:lnTo>
                  <a:lnTo>
                    <a:pt x="0" y="42671"/>
                  </a:lnTo>
                  <a:lnTo>
                    <a:pt x="6096" y="44195"/>
                  </a:lnTo>
                  <a:lnTo>
                    <a:pt x="14478" y="45719"/>
                  </a:lnTo>
                  <a:lnTo>
                    <a:pt x="21336" y="40385"/>
                  </a:lnTo>
                  <a:lnTo>
                    <a:pt x="35814" y="10667"/>
                  </a:lnTo>
                  <a:lnTo>
                    <a:pt x="35814" y="3047"/>
                  </a:lnTo>
                  <a:lnTo>
                    <a:pt x="32766" y="761"/>
                  </a:lnTo>
                  <a:lnTo>
                    <a:pt x="25908" y="0"/>
                  </a:lnTo>
                  <a:lnTo>
                    <a:pt x="24384" y="5333"/>
                  </a:lnTo>
                  <a:lnTo>
                    <a:pt x="24384" y="11429"/>
                  </a:lnTo>
                  <a:lnTo>
                    <a:pt x="25146" y="1981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3" name="Google Shape;3083;p22"/>
            <p:cNvSpPr/>
            <p:nvPr/>
          </p:nvSpPr>
          <p:spPr>
            <a:xfrm>
              <a:off x="9313925" y="2089404"/>
              <a:ext cx="41275" cy="48895"/>
            </a:xfrm>
            <a:custGeom>
              <a:rect b="b" l="l" r="r" t="t"/>
              <a:pathLst>
                <a:path extrusionOk="0" h="48894" w="41275">
                  <a:moveTo>
                    <a:pt x="0" y="14477"/>
                  </a:moveTo>
                  <a:lnTo>
                    <a:pt x="22860" y="48767"/>
                  </a:lnTo>
                  <a:lnTo>
                    <a:pt x="29718" y="48005"/>
                  </a:lnTo>
                  <a:lnTo>
                    <a:pt x="37338" y="46481"/>
                  </a:lnTo>
                  <a:lnTo>
                    <a:pt x="40386" y="36575"/>
                  </a:lnTo>
                  <a:lnTo>
                    <a:pt x="41148" y="29717"/>
                  </a:lnTo>
                  <a:lnTo>
                    <a:pt x="40374" y="22157"/>
                  </a:lnTo>
                  <a:lnTo>
                    <a:pt x="11429" y="0"/>
                  </a:lnTo>
                  <a:lnTo>
                    <a:pt x="7619" y="6095"/>
                  </a:lnTo>
                  <a:lnTo>
                    <a:pt x="7619" y="7619"/>
                  </a:lnTo>
                  <a:lnTo>
                    <a:pt x="6857" y="9143"/>
                  </a:lnTo>
                  <a:lnTo>
                    <a:pt x="6095" y="1066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4" name="Google Shape;3084;p22"/>
            <p:cNvSpPr/>
            <p:nvPr/>
          </p:nvSpPr>
          <p:spPr>
            <a:xfrm>
              <a:off x="9326118" y="2193797"/>
              <a:ext cx="17780" cy="79375"/>
            </a:xfrm>
            <a:custGeom>
              <a:rect b="b" l="l" r="r" t="t"/>
              <a:pathLst>
                <a:path extrusionOk="0" h="79375" w="17779">
                  <a:moveTo>
                    <a:pt x="15240" y="3048"/>
                  </a:move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close/>
                </a:path>
                <a:path extrusionOk="0" h="79375" w="17779">
                  <a:moveTo>
                    <a:pt x="17526" y="67818"/>
                  </a:moveTo>
                  <a:lnTo>
                    <a:pt x="13716" y="64008"/>
                  </a:lnTo>
                  <a:lnTo>
                    <a:pt x="5334" y="64008"/>
                  </a:lnTo>
                  <a:lnTo>
                    <a:pt x="2286" y="67818"/>
                  </a:lnTo>
                  <a:lnTo>
                    <a:pt x="2286" y="76200"/>
                  </a:lnTo>
                  <a:lnTo>
                    <a:pt x="5334" y="79248"/>
                  </a:lnTo>
                  <a:lnTo>
                    <a:pt x="13716" y="79248"/>
                  </a:lnTo>
                  <a:lnTo>
                    <a:pt x="17526" y="76200"/>
                  </a:lnTo>
                  <a:lnTo>
                    <a:pt x="17526" y="71628"/>
                  </a:lnTo>
                  <a:lnTo>
                    <a:pt x="17526" y="6781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5" name="Google Shape;3085;p22"/>
            <p:cNvSpPr/>
            <p:nvPr/>
          </p:nvSpPr>
          <p:spPr>
            <a:xfrm>
              <a:off x="9330689" y="2365248"/>
              <a:ext cx="9525" cy="68580"/>
            </a:xfrm>
            <a:custGeom>
              <a:rect b="b" l="l" r="r" t="t"/>
              <a:pathLst>
                <a:path extrusionOk="0" h="68580" w="9525">
                  <a:moveTo>
                    <a:pt x="0" y="0"/>
                  </a:moveTo>
                  <a:lnTo>
                    <a:pt x="4822" y="38790"/>
                  </a:lnTo>
                  <a:lnTo>
                    <a:pt x="6096" y="58674"/>
                  </a:lnTo>
                  <a:lnTo>
                    <a:pt x="6858" y="62484"/>
                  </a:lnTo>
                  <a:lnTo>
                    <a:pt x="9144" y="6858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6" name="Google Shape;3086;p22"/>
            <p:cNvSpPr/>
            <p:nvPr/>
          </p:nvSpPr>
          <p:spPr>
            <a:xfrm>
              <a:off x="9395459" y="1914144"/>
              <a:ext cx="76835" cy="485775"/>
            </a:xfrm>
            <a:custGeom>
              <a:rect b="b" l="l" r="r" t="t"/>
              <a:pathLst>
                <a:path extrusionOk="0" h="485775" w="76834">
                  <a:moveTo>
                    <a:pt x="0" y="21336"/>
                  </a:moveTo>
                  <a:lnTo>
                    <a:pt x="38861" y="1524"/>
                  </a:lnTo>
                  <a:lnTo>
                    <a:pt x="44957" y="762"/>
                  </a:lnTo>
                  <a:lnTo>
                    <a:pt x="48767" y="0"/>
                  </a:lnTo>
                  <a:lnTo>
                    <a:pt x="54102" y="0"/>
                  </a:lnTo>
                  <a:lnTo>
                    <a:pt x="55959" y="8251"/>
                  </a:lnTo>
                  <a:lnTo>
                    <a:pt x="56388" y="16859"/>
                  </a:lnTo>
                  <a:lnTo>
                    <a:pt x="56245" y="25610"/>
                  </a:lnTo>
                  <a:lnTo>
                    <a:pt x="56388" y="34290"/>
                  </a:lnTo>
                  <a:lnTo>
                    <a:pt x="56673" y="78771"/>
                  </a:lnTo>
                  <a:lnTo>
                    <a:pt x="58674" y="122682"/>
                  </a:lnTo>
                  <a:lnTo>
                    <a:pt x="63341" y="178212"/>
                  </a:lnTo>
                  <a:lnTo>
                    <a:pt x="66067" y="205728"/>
                  </a:lnTo>
                  <a:lnTo>
                    <a:pt x="68580" y="233172"/>
                  </a:lnTo>
                  <a:lnTo>
                    <a:pt x="73533" y="286893"/>
                  </a:lnTo>
                  <a:lnTo>
                    <a:pt x="76200" y="340614"/>
                  </a:lnTo>
                  <a:lnTo>
                    <a:pt x="76295" y="363914"/>
                  </a:lnTo>
                  <a:lnTo>
                    <a:pt x="76390" y="387000"/>
                  </a:lnTo>
                  <a:lnTo>
                    <a:pt x="75438" y="432816"/>
                  </a:lnTo>
                  <a:lnTo>
                    <a:pt x="67056" y="480060"/>
                  </a:lnTo>
                  <a:lnTo>
                    <a:pt x="47767" y="485524"/>
                  </a:lnTo>
                  <a:lnTo>
                    <a:pt x="41910" y="484632"/>
                  </a:lnTo>
                  <a:lnTo>
                    <a:pt x="6858" y="466344"/>
                  </a:lnTo>
                  <a:lnTo>
                    <a:pt x="5334" y="463296"/>
                  </a:lnTo>
                  <a:lnTo>
                    <a:pt x="3810" y="46101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0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1" name="Google Shape;3091;p23"/>
          <p:cNvGrpSpPr/>
          <p:nvPr/>
        </p:nvGrpSpPr>
        <p:grpSpPr>
          <a:xfrm>
            <a:off x="2551411" y="1881782"/>
            <a:ext cx="918829" cy="260061"/>
            <a:chOff x="4280916" y="2304275"/>
            <a:chExt cx="711719" cy="203157"/>
          </a:xfrm>
        </p:grpSpPr>
        <p:sp>
          <p:nvSpPr>
            <p:cNvPr id="3092" name="Google Shape;3092;p23"/>
            <p:cNvSpPr/>
            <p:nvPr/>
          </p:nvSpPr>
          <p:spPr>
            <a:xfrm>
              <a:off x="4331208" y="2310384"/>
              <a:ext cx="11430" cy="171450"/>
            </a:xfrm>
            <a:custGeom>
              <a:rect b="b" l="l" r="r" t="t"/>
              <a:pathLst>
                <a:path extrusionOk="0" h="171450" w="11429">
                  <a:moveTo>
                    <a:pt x="0" y="0"/>
                  </a:moveTo>
                  <a:lnTo>
                    <a:pt x="1381" y="11882"/>
                  </a:lnTo>
                  <a:lnTo>
                    <a:pt x="3048" y="23622"/>
                  </a:lnTo>
                  <a:lnTo>
                    <a:pt x="4714" y="35361"/>
                  </a:lnTo>
                  <a:lnTo>
                    <a:pt x="9525" y="94868"/>
                  </a:lnTo>
                  <a:lnTo>
                    <a:pt x="10668" y="142494"/>
                  </a:lnTo>
                  <a:lnTo>
                    <a:pt x="10787" y="149911"/>
                  </a:lnTo>
                  <a:lnTo>
                    <a:pt x="11049" y="157257"/>
                  </a:lnTo>
                  <a:lnTo>
                    <a:pt x="11310" y="164461"/>
                  </a:lnTo>
                  <a:lnTo>
                    <a:pt x="11430" y="17145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3" name="Google Shape;3093;p23"/>
            <p:cNvSpPr/>
            <p:nvPr/>
          </p:nvSpPr>
          <p:spPr>
            <a:xfrm>
              <a:off x="4280916" y="2316932"/>
              <a:ext cx="153035" cy="190500"/>
            </a:xfrm>
            <a:custGeom>
              <a:rect b="b" l="l" r="r" t="t"/>
              <a:pathLst>
                <a:path extrusionOk="0" h="190500" w="153035">
                  <a:moveTo>
                    <a:pt x="0" y="7929"/>
                  </a:moveTo>
                  <a:lnTo>
                    <a:pt x="15311" y="2905"/>
                  </a:lnTo>
                  <a:lnTo>
                    <a:pt x="29908" y="309"/>
                  </a:lnTo>
                  <a:lnTo>
                    <a:pt x="44791" y="0"/>
                  </a:lnTo>
                  <a:lnTo>
                    <a:pt x="60960" y="1833"/>
                  </a:lnTo>
                  <a:lnTo>
                    <a:pt x="97440" y="13358"/>
                  </a:lnTo>
                  <a:lnTo>
                    <a:pt x="142386" y="51851"/>
                  </a:lnTo>
                  <a:lnTo>
                    <a:pt x="152459" y="94928"/>
                  </a:lnTo>
                  <a:lnTo>
                    <a:pt x="149352" y="116895"/>
                  </a:lnTo>
                  <a:lnTo>
                    <a:pt x="129730" y="150614"/>
                  </a:lnTo>
                  <a:lnTo>
                    <a:pt x="99822" y="176331"/>
                  </a:lnTo>
                  <a:lnTo>
                    <a:pt x="55626" y="190047"/>
                  </a:lnTo>
                  <a:lnTo>
                    <a:pt x="55626" y="189285"/>
                  </a:lnTo>
                  <a:lnTo>
                    <a:pt x="55626" y="180141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4" name="Google Shape;3094;p23"/>
            <p:cNvSpPr/>
            <p:nvPr/>
          </p:nvSpPr>
          <p:spPr>
            <a:xfrm>
              <a:off x="4456068" y="2368296"/>
              <a:ext cx="101600" cy="107314"/>
            </a:xfrm>
            <a:custGeom>
              <a:rect b="b" l="l" r="r" t="t"/>
              <a:pathLst>
                <a:path extrusionOk="0" h="107314" w="101600">
                  <a:moveTo>
                    <a:pt x="58781" y="75437"/>
                  </a:moveTo>
                  <a:lnTo>
                    <a:pt x="57733" y="66293"/>
                  </a:lnTo>
                  <a:lnTo>
                    <a:pt x="56685" y="57149"/>
                  </a:lnTo>
                  <a:lnTo>
                    <a:pt x="55352" y="48005"/>
                  </a:lnTo>
                  <a:lnTo>
                    <a:pt x="35921" y="8381"/>
                  </a:lnTo>
                  <a:lnTo>
                    <a:pt x="20300" y="1238"/>
                  </a:lnTo>
                  <a:lnTo>
                    <a:pt x="12989" y="3559"/>
                  </a:lnTo>
                  <a:lnTo>
                    <a:pt x="6965" y="10667"/>
                  </a:lnTo>
                  <a:lnTo>
                    <a:pt x="2357" y="22478"/>
                  </a:lnTo>
                  <a:lnTo>
                    <a:pt x="392" y="34861"/>
                  </a:lnTo>
                  <a:lnTo>
                    <a:pt x="0" y="47529"/>
                  </a:lnTo>
                  <a:lnTo>
                    <a:pt x="107" y="60197"/>
                  </a:lnTo>
                  <a:lnTo>
                    <a:pt x="13061" y="101345"/>
                  </a:lnTo>
                  <a:lnTo>
                    <a:pt x="28301" y="106870"/>
                  </a:lnTo>
                  <a:lnTo>
                    <a:pt x="36421" y="105632"/>
                  </a:lnTo>
                  <a:lnTo>
                    <a:pt x="62829" y="69425"/>
                  </a:lnTo>
                  <a:lnTo>
                    <a:pt x="67544" y="32765"/>
                  </a:lnTo>
                  <a:lnTo>
                    <a:pt x="67353" y="20502"/>
                  </a:lnTo>
                  <a:lnTo>
                    <a:pt x="67163" y="8381"/>
                  </a:lnTo>
                  <a:lnTo>
                    <a:pt x="67163" y="3809"/>
                  </a:lnTo>
                  <a:lnTo>
                    <a:pt x="67925" y="2285"/>
                  </a:lnTo>
                  <a:lnTo>
                    <a:pt x="66401" y="0"/>
                  </a:lnTo>
                  <a:lnTo>
                    <a:pt x="66805" y="10036"/>
                  </a:lnTo>
                  <a:lnTo>
                    <a:pt x="74640" y="49137"/>
                  </a:lnTo>
                  <a:lnTo>
                    <a:pt x="90023" y="86867"/>
                  </a:lnTo>
                  <a:lnTo>
                    <a:pt x="92309" y="90677"/>
                  </a:lnTo>
                  <a:lnTo>
                    <a:pt x="101453" y="91439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5" name="Google Shape;3095;p23"/>
            <p:cNvSpPr/>
            <p:nvPr/>
          </p:nvSpPr>
          <p:spPr>
            <a:xfrm>
              <a:off x="4569714" y="2330958"/>
              <a:ext cx="15240" cy="127635"/>
            </a:xfrm>
            <a:custGeom>
              <a:rect b="b" l="l" r="r" t="t"/>
              <a:pathLst>
                <a:path extrusionOk="0" h="127635" w="15239">
                  <a:moveTo>
                    <a:pt x="0" y="0"/>
                  </a:moveTo>
                  <a:lnTo>
                    <a:pt x="3810" y="45720"/>
                  </a:lnTo>
                  <a:lnTo>
                    <a:pt x="5953" y="58173"/>
                  </a:lnTo>
                  <a:lnTo>
                    <a:pt x="7810" y="70484"/>
                  </a:lnTo>
                  <a:lnTo>
                    <a:pt x="9382" y="82796"/>
                  </a:lnTo>
                  <a:lnTo>
                    <a:pt x="10668" y="95250"/>
                  </a:lnTo>
                  <a:lnTo>
                    <a:pt x="11811" y="103250"/>
                  </a:lnTo>
                  <a:lnTo>
                    <a:pt x="12954" y="111251"/>
                  </a:lnTo>
                  <a:lnTo>
                    <a:pt x="14097" y="119252"/>
                  </a:lnTo>
                  <a:lnTo>
                    <a:pt x="15240" y="127254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6" name="Google Shape;3096;p23"/>
            <p:cNvSpPr/>
            <p:nvPr/>
          </p:nvSpPr>
          <p:spPr>
            <a:xfrm>
              <a:off x="4569714" y="2397252"/>
              <a:ext cx="63500" cy="16510"/>
            </a:xfrm>
            <a:custGeom>
              <a:rect b="b" l="l" r="r" t="t"/>
              <a:pathLst>
                <a:path extrusionOk="0" h="16510" w="63500">
                  <a:moveTo>
                    <a:pt x="0" y="16001"/>
                  </a:moveTo>
                  <a:lnTo>
                    <a:pt x="42672" y="7619"/>
                  </a:lnTo>
                  <a:lnTo>
                    <a:pt x="57150" y="3047"/>
                  </a:lnTo>
                  <a:lnTo>
                    <a:pt x="63246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7" name="Google Shape;3097;p23"/>
            <p:cNvSpPr/>
            <p:nvPr/>
          </p:nvSpPr>
          <p:spPr>
            <a:xfrm>
              <a:off x="4638484" y="2368296"/>
              <a:ext cx="82550" cy="105410"/>
            </a:xfrm>
            <a:custGeom>
              <a:rect b="b" l="l" r="r" t="t"/>
              <a:pathLst>
                <a:path extrusionOk="0" h="105410" w="82550">
                  <a:moveTo>
                    <a:pt x="53911" y="54101"/>
                  </a:moveTo>
                  <a:lnTo>
                    <a:pt x="48267" y="45541"/>
                  </a:lnTo>
                  <a:lnTo>
                    <a:pt x="43624" y="37623"/>
                  </a:lnTo>
                  <a:lnTo>
                    <a:pt x="39552" y="29563"/>
                  </a:lnTo>
                  <a:lnTo>
                    <a:pt x="35623" y="20573"/>
                  </a:lnTo>
                  <a:lnTo>
                    <a:pt x="32575" y="15239"/>
                  </a:lnTo>
                  <a:lnTo>
                    <a:pt x="30289" y="5333"/>
                  </a:lnTo>
                  <a:lnTo>
                    <a:pt x="24193" y="3047"/>
                  </a:lnTo>
                  <a:lnTo>
                    <a:pt x="15811" y="0"/>
                  </a:lnTo>
                  <a:lnTo>
                    <a:pt x="13525" y="11429"/>
                  </a:lnTo>
                  <a:lnTo>
                    <a:pt x="11239" y="16763"/>
                  </a:lnTo>
                  <a:lnTo>
                    <a:pt x="1333" y="64007"/>
                  </a:lnTo>
                  <a:lnTo>
                    <a:pt x="0" y="83248"/>
                  </a:lnTo>
                  <a:lnTo>
                    <a:pt x="904" y="93368"/>
                  </a:lnTo>
                  <a:lnTo>
                    <a:pt x="4381" y="101345"/>
                  </a:lnTo>
                  <a:lnTo>
                    <a:pt x="10572" y="104834"/>
                  </a:lnTo>
                  <a:lnTo>
                    <a:pt x="17907" y="104679"/>
                  </a:lnTo>
                  <a:lnTo>
                    <a:pt x="48613" y="66901"/>
                  </a:lnTo>
                  <a:lnTo>
                    <a:pt x="56197" y="24383"/>
                  </a:lnTo>
                  <a:lnTo>
                    <a:pt x="61852" y="71592"/>
                  </a:lnTo>
                  <a:lnTo>
                    <a:pt x="73163" y="85617"/>
                  </a:lnTo>
                  <a:lnTo>
                    <a:pt x="82105" y="89915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8" name="Google Shape;3098;p23"/>
            <p:cNvSpPr/>
            <p:nvPr/>
          </p:nvSpPr>
          <p:spPr>
            <a:xfrm>
              <a:off x="4743985" y="2347722"/>
              <a:ext cx="62865" cy="113030"/>
            </a:xfrm>
            <a:custGeom>
              <a:rect b="b" l="l" r="r" t="t"/>
              <a:pathLst>
                <a:path extrusionOk="0" h="113030" w="62864">
                  <a:moveTo>
                    <a:pt x="32992" y="4572"/>
                  </a:moveTo>
                  <a:lnTo>
                    <a:pt x="26038" y="2000"/>
                  </a:lnTo>
                  <a:lnTo>
                    <a:pt x="19085" y="0"/>
                  </a:lnTo>
                  <a:lnTo>
                    <a:pt x="12418" y="285"/>
                  </a:lnTo>
                  <a:lnTo>
                    <a:pt x="6322" y="4572"/>
                  </a:lnTo>
                  <a:lnTo>
                    <a:pt x="2690" y="11251"/>
                  </a:lnTo>
                  <a:lnTo>
                    <a:pt x="702" y="19145"/>
                  </a:lnTo>
                  <a:lnTo>
                    <a:pt x="0" y="27181"/>
                  </a:lnTo>
                  <a:lnTo>
                    <a:pt x="226" y="34290"/>
                  </a:lnTo>
                  <a:lnTo>
                    <a:pt x="22324" y="65532"/>
                  </a:lnTo>
                  <a:lnTo>
                    <a:pt x="44827" y="76783"/>
                  </a:lnTo>
                  <a:lnTo>
                    <a:pt x="52804" y="80010"/>
                  </a:lnTo>
                  <a:lnTo>
                    <a:pt x="55090" y="81534"/>
                  </a:lnTo>
                  <a:lnTo>
                    <a:pt x="62710" y="86106"/>
                  </a:lnTo>
                  <a:lnTo>
                    <a:pt x="59662" y="90678"/>
                  </a:lnTo>
                  <a:lnTo>
                    <a:pt x="52923" y="96488"/>
                  </a:lnTo>
                  <a:lnTo>
                    <a:pt x="44041" y="100584"/>
                  </a:lnTo>
                  <a:lnTo>
                    <a:pt x="34587" y="103536"/>
                  </a:lnTo>
                  <a:lnTo>
                    <a:pt x="26134" y="105918"/>
                  </a:lnTo>
                  <a:lnTo>
                    <a:pt x="21586" y="108049"/>
                  </a:lnTo>
                  <a:lnTo>
                    <a:pt x="14894" y="110966"/>
                  </a:lnTo>
                  <a:lnTo>
                    <a:pt x="7917" y="112883"/>
                  </a:lnTo>
                  <a:lnTo>
                    <a:pt x="2512" y="112014"/>
                  </a:lnTo>
                  <a:lnTo>
                    <a:pt x="2512" y="105918"/>
                  </a:lnTo>
                  <a:lnTo>
                    <a:pt x="3274" y="103632"/>
                  </a:lnTo>
                  <a:lnTo>
                    <a:pt x="6322" y="9982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99" name="Google Shape;3099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33924" y="2304275"/>
              <a:ext cx="158711" cy="15852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00" name="Google Shape;31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0821" y="1911921"/>
            <a:ext cx="182027" cy="94037"/>
          </a:xfrm>
          <a:prstGeom prst="rect">
            <a:avLst/>
          </a:prstGeom>
          <a:noFill/>
          <a:ln>
            <a:noFill/>
          </a:ln>
        </p:spPr>
      </p:pic>
      <p:sp>
        <p:nvSpPr>
          <p:cNvPr id="3101" name="Google Shape;3101;p23"/>
          <p:cNvSpPr/>
          <p:nvPr/>
        </p:nvSpPr>
        <p:spPr>
          <a:xfrm>
            <a:off x="4065487" y="1665693"/>
            <a:ext cx="158914" cy="540512"/>
          </a:xfrm>
          <a:custGeom>
            <a:rect b="b" l="l" r="r" t="t"/>
            <a:pathLst>
              <a:path extrusionOk="0" h="422275" w="123189">
                <a:moveTo>
                  <a:pt x="122681" y="37683"/>
                </a:moveTo>
                <a:lnTo>
                  <a:pt x="90213" y="12394"/>
                </a:lnTo>
                <a:lnTo>
                  <a:pt x="57054" y="0"/>
                </a:lnTo>
                <a:lnTo>
                  <a:pt x="50291" y="1107"/>
                </a:lnTo>
                <a:lnTo>
                  <a:pt x="31753" y="33468"/>
                </a:lnTo>
                <a:lnTo>
                  <a:pt x="32099" y="43588"/>
                </a:lnTo>
                <a:lnTo>
                  <a:pt x="48005" y="85403"/>
                </a:lnTo>
                <a:lnTo>
                  <a:pt x="61721" y="106263"/>
                </a:lnTo>
                <a:lnTo>
                  <a:pt x="66853" y="115335"/>
                </a:lnTo>
                <a:lnTo>
                  <a:pt x="70770" y="124551"/>
                </a:lnTo>
                <a:lnTo>
                  <a:pt x="73402" y="134338"/>
                </a:lnTo>
                <a:lnTo>
                  <a:pt x="74675" y="145125"/>
                </a:lnTo>
                <a:lnTo>
                  <a:pt x="73628" y="158305"/>
                </a:lnTo>
                <a:lnTo>
                  <a:pt x="55625" y="193131"/>
                </a:lnTo>
                <a:lnTo>
                  <a:pt x="25300" y="226242"/>
                </a:lnTo>
                <a:lnTo>
                  <a:pt x="9143" y="241137"/>
                </a:lnTo>
                <a:lnTo>
                  <a:pt x="4571" y="245709"/>
                </a:lnTo>
                <a:lnTo>
                  <a:pt x="0" y="251043"/>
                </a:lnTo>
                <a:lnTo>
                  <a:pt x="2285" y="254853"/>
                </a:lnTo>
                <a:lnTo>
                  <a:pt x="4571" y="254853"/>
                </a:lnTo>
                <a:lnTo>
                  <a:pt x="10667" y="255615"/>
                </a:lnTo>
                <a:lnTo>
                  <a:pt x="48470" y="270843"/>
                </a:lnTo>
                <a:lnTo>
                  <a:pt x="57149" y="297525"/>
                </a:lnTo>
                <a:lnTo>
                  <a:pt x="57007" y="307967"/>
                </a:lnTo>
                <a:lnTo>
                  <a:pt x="39338" y="350198"/>
                </a:lnTo>
                <a:lnTo>
                  <a:pt x="35040" y="358116"/>
                </a:lnTo>
                <a:lnTo>
                  <a:pt x="31241" y="366105"/>
                </a:lnTo>
                <a:lnTo>
                  <a:pt x="29015" y="374106"/>
                </a:lnTo>
                <a:lnTo>
                  <a:pt x="28289" y="382678"/>
                </a:lnTo>
                <a:lnTo>
                  <a:pt x="29420" y="390965"/>
                </a:lnTo>
                <a:lnTo>
                  <a:pt x="58673" y="418683"/>
                </a:lnTo>
                <a:lnTo>
                  <a:pt x="72866" y="421921"/>
                </a:lnTo>
                <a:lnTo>
                  <a:pt x="79998" y="421897"/>
                </a:lnTo>
                <a:lnTo>
                  <a:pt x="87629" y="421731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2" name="Google Shape;310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2717" y="1877782"/>
            <a:ext cx="106278" cy="156097"/>
          </a:xfrm>
          <a:prstGeom prst="rect">
            <a:avLst/>
          </a:prstGeom>
          <a:noFill/>
          <a:ln>
            <a:noFill/>
          </a:ln>
        </p:spPr>
      </p:pic>
      <p:sp>
        <p:nvSpPr>
          <p:cNvPr id="3103" name="Google Shape;3103;p23"/>
          <p:cNvSpPr/>
          <p:nvPr/>
        </p:nvSpPr>
        <p:spPr>
          <a:xfrm>
            <a:off x="4467841" y="1953880"/>
            <a:ext cx="2461" cy="95910"/>
          </a:xfrm>
          <a:custGeom>
            <a:rect b="b" l="l" r="r" t="t"/>
            <a:pathLst>
              <a:path extrusionOk="0" h="74930" w="1904">
                <a:moveTo>
                  <a:pt x="0" y="0"/>
                </a:moveTo>
                <a:lnTo>
                  <a:pt x="1524" y="44196"/>
                </a:lnTo>
                <a:lnTo>
                  <a:pt x="1524" y="59436"/>
                </a:lnTo>
                <a:lnTo>
                  <a:pt x="1524" y="67127"/>
                </a:lnTo>
                <a:lnTo>
                  <a:pt x="1524" y="74676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4" name="Google Shape;3104;p23"/>
          <p:cNvSpPr/>
          <p:nvPr/>
        </p:nvSpPr>
        <p:spPr>
          <a:xfrm>
            <a:off x="4560316" y="1975338"/>
            <a:ext cx="56520" cy="92658"/>
          </a:xfrm>
          <a:custGeom>
            <a:rect b="b" l="l" r="r" t="t"/>
            <a:pathLst>
              <a:path extrusionOk="0" h="72389" w="43814">
                <a:moveTo>
                  <a:pt x="17525" y="0"/>
                </a:moveTo>
                <a:lnTo>
                  <a:pt x="43660" y="19383"/>
                </a:lnTo>
                <a:lnTo>
                  <a:pt x="43338" y="26860"/>
                </a:lnTo>
                <a:lnTo>
                  <a:pt x="16335" y="61388"/>
                </a:lnTo>
                <a:lnTo>
                  <a:pt x="0" y="72390"/>
                </a:lnTo>
                <a:lnTo>
                  <a:pt x="4571" y="67818"/>
                </a:lnTo>
                <a:lnTo>
                  <a:pt x="2285" y="67056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5" name="Google Shape;3105;p23"/>
          <p:cNvSpPr/>
          <p:nvPr/>
        </p:nvSpPr>
        <p:spPr>
          <a:xfrm>
            <a:off x="4798383" y="1921690"/>
            <a:ext cx="19658" cy="19506"/>
          </a:xfrm>
          <a:custGeom>
            <a:rect b="b" l="l" r="r" t="t"/>
            <a:pathLst>
              <a:path extrusionOk="0" h="15239" w="15239">
                <a:moveTo>
                  <a:pt x="0" y="3048"/>
                </a:moveTo>
                <a:lnTo>
                  <a:pt x="0" y="11430"/>
                </a:lnTo>
                <a:lnTo>
                  <a:pt x="3047" y="15240"/>
                </a:lnTo>
                <a:lnTo>
                  <a:pt x="12191" y="15240"/>
                </a:lnTo>
                <a:lnTo>
                  <a:pt x="15239" y="11430"/>
                </a:lnTo>
                <a:lnTo>
                  <a:pt x="15239" y="7620"/>
                </a:lnTo>
                <a:lnTo>
                  <a:pt x="15239" y="3048"/>
                </a:lnTo>
                <a:lnTo>
                  <a:pt x="12191" y="0"/>
                </a:lnTo>
                <a:lnTo>
                  <a:pt x="3047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6" name="Google Shape;3106;p23"/>
          <p:cNvSpPr/>
          <p:nvPr/>
        </p:nvSpPr>
        <p:spPr>
          <a:xfrm>
            <a:off x="4977428" y="1909986"/>
            <a:ext cx="19658" cy="19506"/>
          </a:xfrm>
          <a:custGeom>
            <a:rect b="b" l="l" r="r" t="t"/>
            <a:pathLst>
              <a:path extrusionOk="0" h="15239" w="15239">
                <a:moveTo>
                  <a:pt x="0" y="3810"/>
                </a:moveTo>
                <a:lnTo>
                  <a:pt x="0" y="12192"/>
                </a:lnTo>
                <a:lnTo>
                  <a:pt x="3809" y="15240"/>
                </a:lnTo>
                <a:lnTo>
                  <a:pt x="12191" y="15240"/>
                </a:lnTo>
                <a:lnTo>
                  <a:pt x="15239" y="12192"/>
                </a:lnTo>
                <a:lnTo>
                  <a:pt x="15239" y="7620"/>
                </a:lnTo>
                <a:lnTo>
                  <a:pt x="15239" y="3810"/>
                </a:lnTo>
                <a:lnTo>
                  <a:pt x="12191" y="0"/>
                </a:lnTo>
                <a:lnTo>
                  <a:pt x="3809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7" name="Google Shape;3107;p23"/>
          <p:cNvSpPr/>
          <p:nvPr/>
        </p:nvSpPr>
        <p:spPr>
          <a:xfrm>
            <a:off x="5076787" y="1904135"/>
            <a:ext cx="19658" cy="19506"/>
          </a:xfrm>
          <a:custGeom>
            <a:rect b="b" l="l" r="r" t="t"/>
            <a:pathLst>
              <a:path extrusionOk="0" h="15239" w="15239">
                <a:moveTo>
                  <a:pt x="0" y="3810"/>
                </a:moveTo>
                <a:lnTo>
                  <a:pt x="0" y="12192"/>
                </a:lnTo>
                <a:lnTo>
                  <a:pt x="3047" y="15240"/>
                </a:lnTo>
                <a:lnTo>
                  <a:pt x="11429" y="15240"/>
                </a:lnTo>
                <a:lnTo>
                  <a:pt x="15239" y="12192"/>
                </a:lnTo>
                <a:lnTo>
                  <a:pt x="15239" y="7620"/>
                </a:lnTo>
                <a:lnTo>
                  <a:pt x="15239" y="3810"/>
                </a:lnTo>
                <a:lnTo>
                  <a:pt x="11429" y="0"/>
                </a:lnTo>
                <a:lnTo>
                  <a:pt x="3047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8" name="Google Shape;3108;p23"/>
          <p:cNvSpPr/>
          <p:nvPr/>
        </p:nvSpPr>
        <p:spPr>
          <a:xfrm>
            <a:off x="5433890" y="1923643"/>
            <a:ext cx="32766" cy="82093"/>
          </a:xfrm>
          <a:custGeom>
            <a:rect b="b" l="l" r="r" t="t"/>
            <a:pathLst>
              <a:path extrusionOk="0" h="64135" w="25400">
                <a:moveTo>
                  <a:pt x="12192" y="0"/>
                </a:moveTo>
                <a:lnTo>
                  <a:pt x="19311" y="10489"/>
                </a:lnTo>
                <a:lnTo>
                  <a:pt x="24003" y="19335"/>
                </a:lnTo>
                <a:lnTo>
                  <a:pt x="25265" y="28610"/>
                </a:lnTo>
                <a:lnTo>
                  <a:pt x="22098" y="40386"/>
                </a:lnTo>
                <a:lnTo>
                  <a:pt x="18109" y="47934"/>
                </a:lnTo>
                <a:lnTo>
                  <a:pt x="13049" y="54483"/>
                </a:lnTo>
                <a:lnTo>
                  <a:pt x="6988" y="59888"/>
                </a:lnTo>
                <a:lnTo>
                  <a:pt x="0" y="64008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9" name="Google Shape;3109;p23"/>
          <p:cNvGrpSpPr/>
          <p:nvPr/>
        </p:nvGrpSpPr>
        <p:grpSpPr>
          <a:xfrm>
            <a:off x="5586238" y="1594807"/>
            <a:ext cx="458441" cy="469835"/>
            <a:chOff x="6631673" y="2080093"/>
            <a:chExt cx="355105" cy="367030"/>
          </a:xfrm>
        </p:grpSpPr>
        <p:pic>
          <p:nvPicPr>
            <p:cNvPr id="3110" name="Google Shape;3110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31673" y="2227313"/>
              <a:ext cx="184548" cy="1394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1" name="Google Shape;3111;p23"/>
            <p:cNvSpPr/>
            <p:nvPr/>
          </p:nvSpPr>
          <p:spPr>
            <a:xfrm>
              <a:off x="6841998" y="2080093"/>
              <a:ext cx="144780" cy="367030"/>
            </a:xfrm>
            <a:custGeom>
              <a:rect b="b" l="l" r="r" t="t"/>
              <a:pathLst>
                <a:path extrusionOk="0" h="367030" w="144779">
                  <a:moveTo>
                    <a:pt x="0" y="16930"/>
                  </a:moveTo>
                  <a:lnTo>
                    <a:pt x="5703" y="8429"/>
                  </a:lnTo>
                  <a:lnTo>
                    <a:pt x="11334" y="2643"/>
                  </a:lnTo>
                  <a:lnTo>
                    <a:pt x="18538" y="0"/>
                  </a:lnTo>
                  <a:lnTo>
                    <a:pt x="28955" y="928"/>
                  </a:lnTo>
                  <a:lnTo>
                    <a:pt x="71068" y="27610"/>
                  </a:lnTo>
                  <a:lnTo>
                    <a:pt x="98488" y="69318"/>
                  </a:lnTo>
                  <a:lnTo>
                    <a:pt x="108465" y="118633"/>
                  </a:lnTo>
                  <a:lnTo>
                    <a:pt x="108204" y="135421"/>
                  </a:lnTo>
                  <a:lnTo>
                    <a:pt x="106799" y="152209"/>
                  </a:lnTo>
                  <a:lnTo>
                    <a:pt x="104394" y="168568"/>
                  </a:lnTo>
                  <a:lnTo>
                    <a:pt x="102834" y="176938"/>
                  </a:lnTo>
                  <a:lnTo>
                    <a:pt x="101060" y="185808"/>
                  </a:lnTo>
                  <a:lnTo>
                    <a:pt x="100000" y="194821"/>
                  </a:lnTo>
                  <a:lnTo>
                    <a:pt x="100584" y="203620"/>
                  </a:lnTo>
                  <a:lnTo>
                    <a:pt x="102108" y="210478"/>
                  </a:lnTo>
                  <a:lnTo>
                    <a:pt x="114300" y="209716"/>
                  </a:lnTo>
                  <a:lnTo>
                    <a:pt x="119634" y="208192"/>
                  </a:lnTo>
                  <a:lnTo>
                    <a:pt x="126087" y="206382"/>
                  </a:lnTo>
                  <a:lnTo>
                    <a:pt x="131826" y="203430"/>
                  </a:lnTo>
                  <a:lnTo>
                    <a:pt x="136993" y="199620"/>
                  </a:lnTo>
                  <a:lnTo>
                    <a:pt x="141732" y="195238"/>
                  </a:lnTo>
                  <a:lnTo>
                    <a:pt x="144018" y="192952"/>
                  </a:lnTo>
                  <a:lnTo>
                    <a:pt x="144780" y="192952"/>
                  </a:lnTo>
                  <a:lnTo>
                    <a:pt x="120491" y="227778"/>
                  </a:lnTo>
                  <a:lnTo>
                    <a:pt x="118014" y="259806"/>
                  </a:lnTo>
                  <a:lnTo>
                    <a:pt x="119634" y="275248"/>
                  </a:lnTo>
                  <a:lnTo>
                    <a:pt x="121241" y="287143"/>
                  </a:lnTo>
                  <a:lnTo>
                    <a:pt x="123348" y="298965"/>
                  </a:lnTo>
                  <a:lnTo>
                    <a:pt x="125313" y="310931"/>
                  </a:lnTo>
                  <a:lnTo>
                    <a:pt x="126492" y="323254"/>
                  </a:lnTo>
                  <a:lnTo>
                    <a:pt x="126372" y="332934"/>
                  </a:lnTo>
                  <a:lnTo>
                    <a:pt x="124396" y="340685"/>
                  </a:lnTo>
                  <a:lnTo>
                    <a:pt x="85058" y="363259"/>
                  </a:lnTo>
                  <a:lnTo>
                    <a:pt x="45410" y="366902"/>
                  </a:lnTo>
                  <a:lnTo>
                    <a:pt x="36576" y="366117"/>
                  </a:lnTo>
                  <a:lnTo>
                    <a:pt x="28313" y="363902"/>
                  </a:lnTo>
                  <a:lnTo>
                    <a:pt x="19050" y="35983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12" name="Google Shape;311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58887" y="2987730"/>
            <a:ext cx="115715" cy="133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13" name="Google Shape;3113;p23"/>
          <p:cNvGrpSpPr/>
          <p:nvPr/>
        </p:nvGrpSpPr>
        <p:grpSpPr>
          <a:xfrm>
            <a:off x="2625175" y="3317624"/>
            <a:ext cx="527301" cy="326056"/>
            <a:chOff x="4338053" y="3425939"/>
            <a:chExt cx="408444" cy="254711"/>
          </a:xfrm>
        </p:grpSpPr>
        <p:pic>
          <p:nvPicPr>
            <p:cNvPr id="3114" name="Google Shape;3114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38053" y="3543656"/>
              <a:ext cx="104419" cy="136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5" name="Google Shape;3115;p2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486643" y="3425939"/>
              <a:ext cx="259854" cy="2392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16" name="Google Shape;3116;p23"/>
          <p:cNvGrpSpPr/>
          <p:nvPr/>
        </p:nvGrpSpPr>
        <p:grpSpPr>
          <a:xfrm>
            <a:off x="1627661" y="4457833"/>
            <a:ext cx="435000" cy="376285"/>
            <a:chOff x="3565385" y="4316657"/>
            <a:chExt cx="336948" cy="293950"/>
          </a:xfrm>
        </p:grpSpPr>
        <p:pic>
          <p:nvPicPr>
            <p:cNvPr id="3117" name="Google Shape;3117;p2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565385" y="4316657"/>
              <a:ext cx="226339" cy="210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8" name="Google Shape;3118;p2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813035" y="4322813"/>
              <a:ext cx="89298" cy="2377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9" name="Google Shape;3119;p23"/>
            <p:cNvSpPr/>
            <p:nvPr/>
          </p:nvSpPr>
          <p:spPr>
            <a:xfrm>
              <a:off x="3636264" y="4552188"/>
              <a:ext cx="255270" cy="58419"/>
            </a:xfrm>
            <a:custGeom>
              <a:rect b="b" l="l" r="r" t="t"/>
              <a:pathLst>
                <a:path extrusionOk="0" h="58420" w="255270">
                  <a:moveTo>
                    <a:pt x="20574" y="39623"/>
                  </a:moveTo>
                  <a:lnTo>
                    <a:pt x="8382" y="48767"/>
                  </a:lnTo>
                  <a:lnTo>
                    <a:pt x="6858" y="49529"/>
                  </a:lnTo>
                  <a:lnTo>
                    <a:pt x="0" y="54101"/>
                  </a:lnTo>
                  <a:lnTo>
                    <a:pt x="4572" y="57911"/>
                  </a:lnTo>
                  <a:lnTo>
                    <a:pt x="12954" y="57911"/>
                  </a:lnTo>
                  <a:lnTo>
                    <a:pt x="22098" y="56387"/>
                  </a:lnTo>
                  <a:lnTo>
                    <a:pt x="42672" y="52447"/>
                  </a:lnTo>
                  <a:lnTo>
                    <a:pt x="63246" y="47720"/>
                  </a:lnTo>
                  <a:lnTo>
                    <a:pt x="83820" y="42564"/>
                  </a:lnTo>
                  <a:lnTo>
                    <a:pt x="104394" y="37337"/>
                  </a:lnTo>
                  <a:lnTo>
                    <a:pt x="127373" y="32313"/>
                  </a:lnTo>
                  <a:lnTo>
                    <a:pt x="150495" y="27431"/>
                  </a:lnTo>
                  <a:lnTo>
                    <a:pt x="173616" y="22550"/>
                  </a:lnTo>
                  <a:lnTo>
                    <a:pt x="196596" y="17525"/>
                  </a:lnTo>
                  <a:lnTo>
                    <a:pt x="207906" y="15263"/>
                  </a:lnTo>
                  <a:lnTo>
                    <a:pt x="249174" y="9143"/>
                  </a:lnTo>
                  <a:lnTo>
                    <a:pt x="252222" y="3809"/>
                  </a:lnTo>
                  <a:lnTo>
                    <a:pt x="253746" y="1523"/>
                  </a:lnTo>
                  <a:lnTo>
                    <a:pt x="25527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20" name="Google Shape;3120;p23"/>
          <p:cNvSpPr/>
          <p:nvPr/>
        </p:nvSpPr>
        <p:spPr>
          <a:xfrm>
            <a:off x="2161920" y="4702566"/>
            <a:ext cx="18021" cy="4877"/>
          </a:xfrm>
          <a:custGeom>
            <a:rect b="b" l="l" r="r" t="t"/>
            <a:pathLst>
              <a:path extrusionOk="0" h="3810" w="13970">
                <a:moveTo>
                  <a:pt x="13715" y="0"/>
                </a:moveTo>
                <a:lnTo>
                  <a:pt x="5333" y="2286"/>
                </a:lnTo>
                <a:lnTo>
                  <a:pt x="4571" y="3810"/>
                </a:lnTo>
                <a:lnTo>
                  <a:pt x="0" y="381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1" name="Google Shape;3121;p23"/>
          <p:cNvSpPr/>
          <p:nvPr/>
        </p:nvSpPr>
        <p:spPr>
          <a:xfrm>
            <a:off x="1427300" y="5007502"/>
            <a:ext cx="144990" cy="507186"/>
          </a:xfrm>
          <a:custGeom>
            <a:rect b="b" l="l" r="r" t="t"/>
            <a:pathLst>
              <a:path extrusionOk="0" h="396239" w="112395">
                <a:moveTo>
                  <a:pt x="101155" y="20859"/>
                </a:moveTo>
                <a:lnTo>
                  <a:pt x="62293" y="1809"/>
                </a:lnTo>
                <a:lnTo>
                  <a:pt x="44767" y="0"/>
                </a:lnTo>
                <a:lnTo>
                  <a:pt x="35718" y="845"/>
                </a:lnTo>
                <a:lnTo>
                  <a:pt x="2095" y="25431"/>
                </a:lnTo>
                <a:lnTo>
                  <a:pt x="0" y="34932"/>
                </a:lnTo>
                <a:lnTo>
                  <a:pt x="190" y="44862"/>
                </a:lnTo>
                <a:lnTo>
                  <a:pt x="17621" y="89249"/>
                </a:lnTo>
                <a:lnTo>
                  <a:pt x="24753" y="101155"/>
                </a:lnTo>
                <a:lnTo>
                  <a:pt x="31813" y="113061"/>
                </a:lnTo>
                <a:lnTo>
                  <a:pt x="54673" y="156495"/>
                </a:lnTo>
                <a:lnTo>
                  <a:pt x="57435" y="181165"/>
                </a:lnTo>
                <a:lnTo>
                  <a:pt x="55423" y="193464"/>
                </a:lnTo>
                <a:lnTo>
                  <a:pt x="32765" y="235267"/>
                </a:lnTo>
                <a:lnTo>
                  <a:pt x="17335" y="250221"/>
                </a:lnTo>
                <a:lnTo>
                  <a:pt x="14287" y="253269"/>
                </a:lnTo>
                <a:lnTo>
                  <a:pt x="17335" y="254031"/>
                </a:lnTo>
                <a:lnTo>
                  <a:pt x="21907" y="254031"/>
                </a:lnTo>
                <a:lnTo>
                  <a:pt x="26479" y="254793"/>
                </a:lnTo>
                <a:lnTo>
                  <a:pt x="33337" y="255555"/>
                </a:lnTo>
                <a:lnTo>
                  <a:pt x="44005" y="256317"/>
                </a:lnTo>
                <a:lnTo>
                  <a:pt x="49339" y="263175"/>
                </a:lnTo>
                <a:lnTo>
                  <a:pt x="53149" y="268509"/>
                </a:lnTo>
                <a:lnTo>
                  <a:pt x="51625" y="281463"/>
                </a:lnTo>
                <a:lnTo>
                  <a:pt x="50101" y="287559"/>
                </a:lnTo>
                <a:lnTo>
                  <a:pt x="46398" y="300013"/>
                </a:lnTo>
                <a:lnTo>
                  <a:pt x="41624" y="312324"/>
                </a:lnTo>
                <a:lnTo>
                  <a:pt x="36706" y="324635"/>
                </a:lnTo>
                <a:lnTo>
                  <a:pt x="32575" y="337089"/>
                </a:lnTo>
                <a:lnTo>
                  <a:pt x="30432" y="345781"/>
                </a:lnTo>
                <a:lnTo>
                  <a:pt x="29146" y="355187"/>
                </a:lnTo>
                <a:lnTo>
                  <a:pt x="29575" y="364307"/>
                </a:lnTo>
                <a:lnTo>
                  <a:pt x="60007" y="389667"/>
                </a:lnTo>
                <a:lnTo>
                  <a:pt x="91725" y="396097"/>
                </a:lnTo>
                <a:lnTo>
                  <a:pt x="102679" y="395763"/>
                </a:lnTo>
                <a:lnTo>
                  <a:pt x="105727" y="395763"/>
                </a:lnTo>
                <a:lnTo>
                  <a:pt x="108775" y="395001"/>
                </a:lnTo>
                <a:lnTo>
                  <a:pt x="111823" y="394239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2" name="Google Shape;3122;p23"/>
          <p:cNvGrpSpPr/>
          <p:nvPr/>
        </p:nvGrpSpPr>
        <p:grpSpPr>
          <a:xfrm>
            <a:off x="1662092" y="5081213"/>
            <a:ext cx="244147" cy="191852"/>
            <a:chOff x="3592055" y="4803635"/>
            <a:chExt cx="189115" cy="149873"/>
          </a:xfrm>
        </p:grpSpPr>
        <p:pic>
          <p:nvPicPr>
            <p:cNvPr id="3123" name="Google Shape;3123;p2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592055" y="4803635"/>
              <a:ext cx="139376" cy="1443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4" name="Google Shape;3124;p23"/>
            <p:cNvSpPr/>
            <p:nvPr/>
          </p:nvSpPr>
          <p:spPr>
            <a:xfrm>
              <a:off x="3774185" y="4879848"/>
              <a:ext cx="6985" cy="73660"/>
            </a:xfrm>
            <a:custGeom>
              <a:rect b="b" l="l" r="r" t="t"/>
              <a:pathLst>
                <a:path extrusionOk="0" h="73660" w="6985">
                  <a:moveTo>
                    <a:pt x="0" y="0"/>
                  </a:moveTo>
                  <a:lnTo>
                    <a:pt x="940" y="9024"/>
                  </a:lnTo>
                  <a:lnTo>
                    <a:pt x="2381" y="17907"/>
                  </a:lnTo>
                  <a:lnTo>
                    <a:pt x="3964" y="26789"/>
                  </a:lnTo>
                  <a:lnTo>
                    <a:pt x="5334" y="35814"/>
                  </a:lnTo>
                  <a:lnTo>
                    <a:pt x="5667" y="44386"/>
                  </a:lnTo>
                  <a:lnTo>
                    <a:pt x="5715" y="52959"/>
                  </a:lnTo>
                  <a:lnTo>
                    <a:pt x="5762" y="61531"/>
                  </a:lnTo>
                  <a:lnTo>
                    <a:pt x="6096" y="70104"/>
                  </a:lnTo>
                  <a:lnTo>
                    <a:pt x="6096" y="70866"/>
                  </a:lnTo>
                  <a:lnTo>
                    <a:pt x="6858" y="72390"/>
                  </a:lnTo>
                  <a:lnTo>
                    <a:pt x="6858" y="7315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25" name="Google Shape;3125;p23"/>
          <p:cNvSpPr/>
          <p:nvPr/>
        </p:nvSpPr>
        <p:spPr>
          <a:xfrm>
            <a:off x="1985826" y="5227333"/>
            <a:ext cx="14743" cy="74778"/>
          </a:xfrm>
          <a:custGeom>
            <a:rect b="b" l="l" r="r" t="t"/>
            <a:pathLst>
              <a:path extrusionOk="0" h="58420" w="11429">
                <a:moveTo>
                  <a:pt x="1524" y="0"/>
                </a:moveTo>
                <a:lnTo>
                  <a:pt x="8072" y="7179"/>
                </a:lnTo>
                <a:lnTo>
                  <a:pt x="11049" y="14573"/>
                </a:lnTo>
                <a:lnTo>
                  <a:pt x="11168" y="23252"/>
                </a:lnTo>
                <a:lnTo>
                  <a:pt x="9144" y="34290"/>
                </a:lnTo>
                <a:lnTo>
                  <a:pt x="7620" y="43434"/>
                </a:lnTo>
                <a:lnTo>
                  <a:pt x="4572" y="50292"/>
                </a:lnTo>
                <a:lnTo>
                  <a:pt x="0" y="57912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6" name="Google Shape;3126;p23"/>
          <p:cNvGrpSpPr/>
          <p:nvPr/>
        </p:nvGrpSpPr>
        <p:grpSpPr>
          <a:xfrm>
            <a:off x="2083133" y="5034392"/>
            <a:ext cx="248576" cy="190364"/>
            <a:chOff x="3918191" y="4767059"/>
            <a:chExt cx="192545" cy="148710"/>
          </a:xfrm>
        </p:grpSpPr>
        <p:pic>
          <p:nvPicPr>
            <p:cNvPr id="3127" name="Google Shape;3127;p2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918191" y="4767059"/>
              <a:ext cx="115087" cy="1188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8" name="Google Shape;3128;p23"/>
            <p:cNvSpPr/>
            <p:nvPr/>
          </p:nvSpPr>
          <p:spPr>
            <a:xfrm>
              <a:off x="4063746" y="4841474"/>
              <a:ext cx="46990" cy="74295"/>
            </a:xfrm>
            <a:custGeom>
              <a:rect b="b" l="l" r="r" t="t"/>
              <a:pathLst>
                <a:path extrusionOk="0" h="74295" w="46989">
                  <a:moveTo>
                    <a:pt x="1524" y="3321"/>
                  </a:moveTo>
                  <a:lnTo>
                    <a:pt x="7453" y="2214"/>
                  </a:lnTo>
                  <a:lnTo>
                    <a:pt x="15811" y="750"/>
                  </a:lnTo>
                  <a:lnTo>
                    <a:pt x="24455" y="0"/>
                  </a:lnTo>
                  <a:lnTo>
                    <a:pt x="31242" y="1035"/>
                  </a:lnTo>
                  <a:lnTo>
                    <a:pt x="38100" y="4083"/>
                  </a:lnTo>
                  <a:lnTo>
                    <a:pt x="36576" y="18561"/>
                  </a:lnTo>
                  <a:lnTo>
                    <a:pt x="10668" y="58185"/>
                  </a:lnTo>
                  <a:lnTo>
                    <a:pt x="7620" y="63519"/>
                  </a:lnTo>
                  <a:lnTo>
                    <a:pt x="3048" y="68091"/>
                  </a:lnTo>
                  <a:lnTo>
                    <a:pt x="0" y="73425"/>
                  </a:lnTo>
                  <a:lnTo>
                    <a:pt x="0" y="74187"/>
                  </a:lnTo>
                  <a:lnTo>
                    <a:pt x="7298" y="74044"/>
                  </a:lnTo>
                  <a:lnTo>
                    <a:pt x="14382" y="73616"/>
                  </a:lnTo>
                  <a:lnTo>
                    <a:pt x="21324" y="72901"/>
                  </a:lnTo>
                  <a:lnTo>
                    <a:pt x="28194" y="71901"/>
                  </a:lnTo>
                  <a:lnTo>
                    <a:pt x="35052" y="71139"/>
                  </a:lnTo>
                  <a:lnTo>
                    <a:pt x="40386" y="69615"/>
                  </a:lnTo>
                  <a:lnTo>
                    <a:pt x="46482" y="67329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9" name="Google Shape;3129;p23"/>
          <p:cNvGrpSpPr/>
          <p:nvPr/>
        </p:nvGrpSpPr>
        <p:grpSpPr>
          <a:xfrm>
            <a:off x="2411720" y="4820665"/>
            <a:ext cx="451865" cy="473899"/>
            <a:chOff x="4172712" y="4600098"/>
            <a:chExt cx="350012" cy="370205"/>
          </a:xfrm>
        </p:grpSpPr>
        <p:sp>
          <p:nvSpPr>
            <p:cNvPr id="3130" name="Google Shape;3130;p23"/>
            <p:cNvSpPr/>
            <p:nvPr/>
          </p:nvSpPr>
          <p:spPr>
            <a:xfrm>
              <a:off x="4172712" y="4882896"/>
              <a:ext cx="27940" cy="69850"/>
            </a:xfrm>
            <a:custGeom>
              <a:rect b="b" l="l" r="r" t="t"/>
              <a:pathLst>
                <a:path extrusionOk="0" h="69850" w="27939">
                  <a:moveTo>
                    <a:pt x="27432" y="0"/>
                  </a:moveTo>
                  <a:lnTo>
                    <a:pt x="24979" y="10489"/>
                  </a:lnTo>
                  <a:lnTo>
                    <a:pt x="22098" y="20478"/>
                  </a:lnTo>
                  <a:lnTo>
                    <a:pt x="18645" y="30325"/>
                  </a:lnTo>
                  <a:lnTo>
                    <a:pt x="14478" y="40386"/>
                  </a:lnTo>
                  <a:lnTo>
                    <a:pt x="11596" y="47696"/>
                  </a:lnTo>
                  <a:lnTo>
                    <a:pt x="8572" y="55435"/>
                  </a:lnTo>
                  <a:lnTo>
                    <a:pt x="5262" y="62888"/>
                  </a:lnTo>
                  <a:lnTo>
                    <a:pt x="1524" y="69342"/>
                  </a:lnTo>
                  <a:lnTo>
                    <a:pt x="762" y="69342"/>
                  </a:lnTo>
                  <a:lnTo>
                    <a:pt x="0" y="6934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31" name="Google Shape;3131;p2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210799" y="4725149"/>
              <a:ext cx="185953" cy="171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2" name="Google Shape;3132;p23"/>
            <p:cNvSpPr/>
            <p:nvPr/>
          </p:nvSpPr>
          <p:spPr>
            <a:xfrm>
              <a:off x="4371594" y="4600098"/>
              <a:ext cx="151130" cy="370205"/>
            </a:xfrm>
            <a:custGeom>
              <a:rect b="b" l="l" r="r" t="t"/>
              <a:pathLst>
                <a:path extrusionOk="0" h="370204" w="151129">
                  <a:moveTo>
                    <a:pt x="26670" y="10763"/>
                  </a:moveTo>
                  <a:lnTo>
                    <a:pt x="38052" y="3845"/>
                  </a:lnTo>
                  <a:lnTo>
                    <a:pt x="47434" y="0"/>
                  </a:lnTo>
                  <a:lnTo>
                    <a:pt x="57102" y="583"/>
                  </a:lnTo>
                  <a:lnTo>
                    <a:pt x="89249" y="25717"/>
                  </a:lnTo>
                  <a:lnTo>
                    <a:pt x="107692" y="66115"/>
                  </a:lnTo>
                  <a:lnTo>
                    <a:pt x="110478" y="100524"/>
                  </a:lnTo>
                  <a:lnTo>
                    <a:pt x="109728" y="117443"/>
                  </a:lnTo>
                  <a:lnTo>
                    <a:pt x="107882" y="131492"/>
                  </a:lnTo>
                  <a:lnTo>
                    <a:pt x="105251" y="145256"/>
                  </a:lnTo>
                  <a:lnTo>
                    <a:pt x="102762" y="159019"/>
                  </a:lnTo>
                  <a:lnTo>
                    <a:pt x="101346" y="173069"/>
                  </a:lnTo>
                  <a:lnTo>
                    <a:pt x="100834" y="180522"/>
                  </a:lnTo>
                  <a:lnTo>
                    <a:pt x="101250" y="187547"/>
                  </a:lnTo>
                  <a:lnTo>
                    <a:pt x="103810" y="193428"/>
                  </a:lnTo>
                  <a:lnTo>
                    <a:pt x="109728" y="197453"/>
                  </a:lnTo>
                  <a:lnTo>
                    <a:pt x="116228" y="198667"/>
                  </a:lnTo>
                  <a:lnTo>
                    <a:pt x="122872" y="198024"/>
                  </a:lnTo>
                  <a:lnTo>
                    <a:pt x="150876" y="175355"/>
                  </a:lnTo>
                  <a:lnTo>
                    <a:pt x="150876" y="173831"/>
                  </a:lnTo>
                  <a:lnTo>
                    <a:pt x="150876" y="173069"/>
                  </a:lnTo>
                  <a:lnTo>
                    <a:pt x="150876" y="172307"/>
                  </a:lnTo>
                  <a:lnTo>
                    <a:pt x="143256" y="174593"/>
                  </a:lnTo>
                  <a:lnTo>
                    <a:pt x="132552" y="220253"/>
                  </a:lnTo>
                  <a:lnTo>
                    <a:pt x="132588" y="230981"/>
                  </a:lnTo>
                  <a:lnTo>
                    <a:pt x="132945" y="245149"/>
                  </a:lnTo>
                  <a:lnTo>
                    <a:pt x="133731" y="259175"/>
                  </a:lnTo>
                  <a:lnTo>
                    <a:pt x="134516" y="273200"/>
                  </a:lnTo>
                  <a:lnTo>
                    <a:pt x="125980" y="320909"/>
                  </a:lnTo>
                  <a:lnTo>
                    <a:pt x="92523" y="354913"/>
                  </a:lnTo>
                  <a:lnTo>
                    <a:pt x="47029" y="369308"/>
                  </a:lnTo>
                  <a:lnTo>
                    <a:pt x="35052" y="369665"/>
                  </a:lnTo>
                  <a:lnTo>
                    <a:pt x="24753" y="369391"/>
                  </a:lnTo>
                  <a:lnTo>
                    <a:pt x="16668" y="367474"/>
                  </a:lnTo>
                  <a:lnTo>
                    <a:pt x="9013" y="363985"/>
                  </a:lnTo>
                  <a:lnTo>
                    <a:pt x="0" y="358997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3" name="Google Shape;3133;p23"/>
          <p:cNvGrpSpPr/>
          <p:nvPr/>
        </p:nvGrpSpPr>
        <p:grpSpPr>
          <a:xfrm>
            <a:off x="4598562" y="4079440"/>
            <a:ext cx="674879" cy="260107"/>
            <a:chOff x="5866625" y="4021061"/>
            <a:chExt cx="522757" cy="203193"/>
          </a:xfrm>
        </p:grpSpPr>
        <p:pic>
          <p:nvPicPr>
            <p:cNvPr id="3134" name="Google Shape;3134;p2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866625" y="4072877"/>
              <a:ext cx="150377" cy="1513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5" name="Google Shape;3135;p2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052553" y="4085069"/>
              <a:ext cx="153187" cy="1089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6" name="Google Shape;3136;p2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230099" y="4021061"/>
              <a:ext cx="159283" cy="14937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37" name="Google Shape;3137;p2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536689" y="5228293"/>
            <a:ext cx="131856" cy="16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8" name="Google Shape;3138;p2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755082" y="5110269"/>
            <a:ext cx="295159" cy="281924"/>
          </a:xfrm>
          <a:prstGeom prst="rect">
            <a:avLst/>
          </a:prstGeom>
          <a:noFill/>
          <a:ln>
            <a:noFill/>
          </a:ln>
        </p:spPr>
      </p:pic>
      <p:sp>
        <p:nvSpPr>
          <p:cNvPr id="3139" name="Google Shape;3139;p23"/>
          <p:cNvSpPr/>
          <p:nvPr/>
        </p:nvSpPr>
        <p:spPr>
          <a:xfrm>
            <a:off x="1722181" y="5440948"/>
            <a:ext cx="992810" cy="139802"/>
          </a:xfrm>
          <a:custGeom>
            <a:rect b="b" l="l" r="r" t="t"/>
            <a:pathLst>
              <a:path extrusionOk="0" h="109220" w="769620">
                <a:moveTo>
                  <a:pt x="29717" y="72389"/>
                </a:moveTo>
                <a:lnTo>
                  <a:pt x="40338" y="72449"/>
                </a:lnTo>
                <a:lnTo>
                  <a:pt x="50672" y="71723"/>
                </a:lnTo>
                <a:lnTo>
                  <a:pt x="61007" y="70568"/>
                </a:lnTo>
                <a:lnTo>
                  <a:pt x="71627" y="69341"/>
                </a:lnTo>
                <a:lnTo>
                  <a:pt x="87749" y="68068"/>
                </a:lnTo>
                <a:lnTo>
                  <a:pt x="104012" y="66579"/>
                </a:lnTo>
                <a:lnTo>
                  <a:pt x="120276" y="64948"/>
                </a:lnTo>
                <a:lnTo>
                  <a:pt x="136397" y="63245"/>
                </a:lnTo>
                <a:lnTo>
                  <a:pt x="159246" y="61543"/>
                </a:lnTo>
                <a:lnTo>
                  <a:pt x="182022" y="59912"/>
                </a:lnTo>
                <a:lnTo>
                  <a:pt x="204656" y="58423"/>
                </a:lnTo>
                <a:lnTo>
                  <a:pt x="227075" y="57149"/>
                </a:lnTo>
                <a:lnTo>
                  <a:pt x="252091" y="55423"/>
                </a:lnTo>
                <a:lnTo>
                  <a:pt x="276891" y="53625"/>
                </a:lnTo>
                <a:lnTo>
                  <a:pt x="301549" y="51685"/>
                </a:lnTo>
                <a:lnTo>
                  <a:pt x="326135" y="49529"/>
                </a:lnTo>
                <a:lnTo>
                  <a:pt x="351151" y="47446"/>
                </a:lnTo>
                <a:lnTo>
                  <a:pt x="375951" y="44862"/>
                </a:lnTo>
                <a:lnTo>
                  <a:pt x="400609" y="42136"/>
                </a:lnTo>
                <a:lnTo>
                  <a:pt x="425195" y="39623"/>
                </a:lnTo>
                <a:lnTo>
                  <a:pt x="450222" y="37087"/>
                </a:lnTo>
                <a:lnTo>
                  <a:pt x="475106" y="34194"/>
                </a:lnTo>
                <a:lnTo>
                  <a:pt x="499991" y="31158"/>
                </a:lnTo>
                <a:lnTo>
                  <a:pt x="525017" y="28193"/>
                </a:lnTo>
                <a:lnTo>
                  <a:pt x="547997" y="25777"/>
                </a:lnTo>
                <a:lnTo>
                  <a:pt x="571118" y="23145"/>
                </a:lnTo>
                <a:lnTo>
                  <a:pt x="594240" y="20371"/>
                </a:lnTo>
                <a:lnTo>
                  <a:pt x="617219" y="17525"/>
                </a:lnTo>
                <a:lnTo>
                  <a:pt x="637103" y="15251"/>
                </a:lnTo>
                <a:lnTo>
                  <a:pt x="656843" y="13049"/>
                </a:lnTo>
                <a:lnTo>
                  <a:pt x="676584" y="10989"/>
                </a:lnTo>
                <a:lnTo>
                  <a:pt x="696467" y="9143"/>
                </a:lnTo>
                <a:lnTo>
                  <a:pt x="713743" y="7298"/>
                </a:lnTo>
                <a:lnTo>
                  <a:pt x="731234" y="5238"/>
                </a:lnTo>
                <a:lnTo>
                  <a:pt x="748867" y="3036"/>
                </a:lnTo>
                <a:lnTo>
                  <a:pt x="766571" y="761"/>
                </a:lnTo>
                <a:lnTo>
                  <a:pt x="768095" y="761"/>
                </a:lnTo>
                <a:lnTo>
                  <a:pt x="769619" y="761"/>
                </a:lnTo>
                <a:lnTo>
                  <a:pt x="765809" y="761"/>
                </a:lnTo>
                <a:lnTo>
                  <a:pt x="761999" y="0"/>
                </a:lnTo>
                <a:lnTo>
                  <a:pt x="757427" y="0"/>
                </a:lnTo>
                <a:lnTo>
                  <a:pt x="744164" y="130"/>
                </a:lnTo>
                <a:lnTo>
                  <a:pt x="704087" y="1523"/>
                </a:lnTo>
                <a:lnTo>
                  <a:pt x="680084" y="4095"/>
                </a:lnTo>
                <a:lnTo>
                  <a:pt x="668083" y="5274"/>
                </a:lnTo>
                <a:lnTo>
                  <a:pt x="656081" y="6095"/>
                </a:lnTo>
                <a:lnTo>
                  <a:pt x="637234" y="7798"/>
                </a:lnTo>
                <a:lnTo>
                  <a:pt x="618458" y="9429"/>
                </a:lnTo>
                <a:lnTo>
                  <a:pt x="599824" y="10918"/>
                </a:lnTo>
                <a:lnTo>
                  <a:pt x="581405" y="12191"/>
                </a:lnTo>
                <a:lnTo>
                  <a:pt x="553295" y="14156"/>
                </a:lnTo>
                <a:lnTo>
                  <a:pt x="497074" y="18085"/>
                </a:lnTo>
                <a:lnTo>
                  <a:pt x="441388" y="25729"/>
                </a:lnTo>
                <a:lnTo>
                  <a:pt x="385381" y="36230"/>
                </a:lnTo>
                <a:lnTo>
                  <a:pt x="314956" y="51827"/>
                </a:lnTo>
                <a:lnTo>
                  <a:pt x="272319" y="61817"/>
                </a:lnTo>
                <a:lnTo>
                  <a:pt x="229540" y="71377"/>
                </a:lnTo>
                <a:lnTo>
                  <a:pt x="186689" y="80009"/>
                </a:lnTo>
                <a:lnTo>
                  <a:pt x="139350" y="86867"/>
                </a:lnTo>
                <a:lnTo>
                  <a:pt x="91439" y="91439"/>
                </a:lnTo>
                <a:lnTo>
                  <a:pt x="77152" y="92618"/>
                </a:lnTo>
                <a:lnTo>
                  <a:pt x="62864" y="94011"/>
                </a:lnTo>
                <a:lnTo>
                  <a:pt x="48577" y="95833"/>
                </a:lnTo>
                <a:lnTo>
                  <a:pt x="34289" y="98297"/>
                </a:lnTo>
                <a:lnTo>
                  <a:pt x="26181" y="99607"/>
                </a:lnTo>
                <a:lnTo>
                  <a:pt x="0" y="108965"/>
                </a:lnTo>
                <a:lnTo>
                  <a:pt x="1523" y="106679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0" name="Google Shape;3140;p23"/>
          <p:cNvGrpSpPr/>
          <p:nvPr/>
        </p:nvGrpSpPr>
        <p:grpSpPr>
          <a:xfrm>
            <a:off x="6872973" y="1739384"/>
            <a:ext cx="177089" cy="201428"/>
            <a:chOff x="7628369" y="2193035"/>
            <a:chExt cx="137172" cy="157353"/>
          </a:xfrm>
        </p:grpSpPr>
        <p:pic>
          <p:nvPicPr>
            <p:cNvPr id="3141" name="Google Shape;3141;p2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628369" y="2212835"/>
              <a:ext cx="97561" cy="1181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2" name="Google Shape;3142;p23"/>
            <p:cNvSpPr/>
            <p:nvPr/>
          </p:nvSpPr>
          <p:spPr>
            <a:xfrm>
              <a:off x="7757159" y="2276093"/>
              <a:ext cx="5715" cy="74295"/>
            </a:xfrm>
            <a:custGeom>
              <a:rect b="b" l="l" r="r" t="t"/>
              <a:pathLst>
                <a:path extrusionOk="0" h="74294" w="5715">
                  <a:moveTo>
                    <a:pt x="5333" y="0"/>
                  </a:moveTo>
                  <a:lnTo>
                    <a:pt x="3047" y="43434"/>
                  </a:lnTo>
                  <a:lnTo>
                    <a:pt x="1523" y="57911"/>
                  </a:lnTo>
                  <a:lnTo>
                    <a:pt x="690" y="65079"/>
                  </a:lnTo>
                  <a:lnTo>
                    <a:pt x="0" y="72390"/>
                  </a:lnTo>
                  <a:lnTo>
                    <a:pt x="0" y="73152"/>
                  </a:lnTo>
                  <a:lnTo>
                    <a:pt x="0" y="73914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3" name="Google Shape;3143;p23"/>
            <p:cNvSpPr/>
            <p:nvPr/>
          </p:nvSpPr>
          <p:spPr>
            <a:xfrm>
              <a:off x="7750301" y="2193035"/>
              <a:ext cx="15240" cy="16510"/>
            </a:xfrm>
            <a:custGeom>
              <a:rect b="b" l="l" r="r" t="t"/>
              <a:pathLst>
                <a:path extrusionOk="0" h="16510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6002"/>
                  </a:lnTo>
                  <a:lnTo>
                    <a:pt x="12192" y="16002"/>
                  </a:lnTo>
                  <a:lnTo>
                    <a:pt x="15240" y="12192"/>
                  </a:lnTo>
                  <a:lnTo>
                    <a:pt x="15240" y="8382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44" name="Google Shape;3144;p2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213640" y="1717679"/>
            <a:ext cx="142523" cy="1708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5" name="Google Shape;3145;p23"/>
          <p:cNvGrpSpPr/>
          <p:nvPr/>
        </p:nvGrpSpPr>
        <p:grpSpPr>
          <a:xfrm>
            <a:off x="7549788" y="1500311"/>
            <a:ext cx="519105" cy="368822"/>
            <a:chOff x="8152625" y="2006274"/>
            <a:chExt cx="402095" cy="288120"/>
          </a:xfrm>
        </p:grpSpPr>
        <p:pic>
          <p:nvPicPr>
            <p:cNvPr id="3146" name="Google Shape;3146;p23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152625" y="2155685"/>
              <a:ext cx="145567" cy="138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7" name="Google Shape;3147;p23"/>
            <p:cNvSpPr/>
            <p:nvPr/>
          </p:nvSpPr>
          <p:spPr>
            <a:xfrm>
              <a:off x="8305800" y="2033778"/>
              <a:ext cx="10795" cy="81915"/>
            </a:xfrm>
            <a:custGeom>
              <a:rect b="b" l="l" r="r" t="t"/>
              <a:pathLst>
                <a:path extrusionOk="0" h="81914" w="10795">
                  <a:moveTo>
                    <a:pt x="0" y="0"/>
                  </a:moveTo>
                  <a:lnTo>
                    <a:pt x="9215" y="41255"/>
                  </a:lnTo>
                  <a:lnTo>
                    <a:pt x="10013" y="62031"/>
                  </a:lnTo>
                  <a:lnTo>
                    <a:pt x="10191" y="68580"/>
                  </a:lnTo>
                  <a:lnTo>
                    <a:pt x="10227" y="75128"/>
                  </a:lnTo>
                  <a:lnTo>
                    <a:pt x="9906" y="81534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8" name="Google Shape;3148;p23"/>
            <p:cNvSpPr/>
            <p:nvPr/>
          </p:nvSpPr>
          <p:spPr>
            <a:xfrm>
              <a:off x="8351806" y="2030730"/>
              <a:ext cx="45720" cy="68580"/>
            </a:xfrm>
            <a:custGeom>
              <a:rect b="b" l="l" r="r" t="t"/>
              <a:pathLst>
                <a:path extrusionOk="0" h="68580" w="45720">
                  <a:moveTo>
                    <a:pt x="4286" y="7620"/>
                  </a:moveTo>
                  <a:lnTo>
                    <a:pt x="2190" y="16764"/>
                  </a:lnTo>
                  <a:lnTo>
                    <a:pt x="666" y="25908"/>
                  </a:lnTo>
                  <a:lnTo>
                    <a:pt x="0" y="35052"/>
                  </a:lnTo>
                  <a:lnTo>
                    <a:pt x="476" y="44196"/>
                  </a:lnTo>
                  <a:lnTo>
                    <a:pt x="30194" y="68580"/>
                  </a:lnTo>
                  <a:lnTo>
                    <a:pt x="36290" y="64770"/>
                  </a:lnTo>
                  <a:lnTo>
                    <a:pt x="40862" y="55626"/>
                  </a:lnTo>
                  <a:lnTo>
                    <a:pt x="43707" y="48494"/>
                  </a:lnTo>
                  <a:lnTo>
                    <a:pt x="45338" y="40290"/>
                  </a:lnTo>
                  <a:lnTo>
                    <a:pt x="45684" y="31944"/>
                  </a:lnTo>
                  <a:lnTo>
                    <a:pt x="44672" y="24384"/>
                  </a:lnTo>
                  <a:lnTo>
                    <a:pt x="24860" y="0"/>
                  </a:lnTo>
                  <a:lnTo>
                    <a:pt x="21812" y="762"/>
                  </a:lnTo>
                  <a:lnTo>
                    <a:pt x="18764" y="76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9" name="Google Shape;3149;p23"/>
            <p:cNvSpPr/>
            <p:nvPr/>
          </p:nvSpPr>
          <p:spPr>
            <a:xfrm>
              <a:off x="8441436" y="2006274"/>
              <a:ext cx="45720" cy="70485"/>
            </a:xfrm>
            <a:custGeom>
              <a:rect b="b" l="l" r="r" t="t"/>
              <a:pathLst>
                <a:path extrusionOk="0" h="70485" w="45720">
                  <a:moveTo>
                    <a:pt x="9144" y="19121"/>
                  </a:moveTo>
                  <a:lnTo>
                    <a:pt x="8584" y="27003"/>
                  </a:lnTo>
                  <a:lnTo>
                    <a:pt x="8096" y="34742"/>
                  </a:lnTo>
                  <a:lnTo>
                    <a:pt x="7750" y="42481"/>
                  </a:lnTo>
                  <a:lnTo>
                    <a:pt x="7620" y="50363"/>
                  </a:lnTo>
                  <a:lnTo>
                    <a:pt x="7620" y="57983"/>
                  </a:lnTo>
                  <a:lnTo>
                    <a:pt x="9144" y="64079"/>
                  </a:lnTo>
                  <a:lnTo>
                    <a:pt x="17526" y="67127"/>
                  </a:lnTo>
                  <a:lnTo>
                    <a:pt x="25146" y="70175"/>
                  </a:lnTo>
                  <a:lnTo>
                    <a:pt x="45720" y="38171"/>
                  </a:lnTo>
                  <a:lnTo>
                    <a:pt x="44386" y="29467"/>
                  </a:lnTo>
                  <a:lnTo>
                    <a:pt x="16954" y="2166"/>
                  </a:lnTo>
                  <a:lnTo>
                    <a:pt x="9882" y="0"/>
                  </a:lnTo>
                  <a:lnTo>
                    <a:pt x="3810" y="833"/>
                  </a:lnTo>
                  <a:lnTo>
                    <a:pt x="0" y="3119"/>
                  </a:lnTo>
                  <a:lnTo>
                    <a:pt x="2286" y="3119"/>
                  </a:lnTo>
                  <a:lnTo>
                    <a:pt x="4572" y="7691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0" name="Google Shape;3150;p23"/>
            <p:cNvSpPr/>
            <p:nvPr/>
          </p:nvSpPr>
          <p:spPr>
            <a:xfrm>
              <a:off x="8542020" y="2055876"/>
              <a:ext cx="12700" cy="6350"/>
            </a:xfrm>
            <a:custGeom>
              <a:rect b="b" l="l" r="r" t="t"/>
              <a:pathLst>
                <a:path extrusionOk="0" h="6350" w="12700">
                  <a:moveTo>
                    <a:pt x="12192" y="6096"/>
                  </a:moveTo>
                  <a:lnTo>
                    <a:pt x="8382" y="3810"/>
                  </a:lnTo>
                  <a:lnTo>
                    <a:pt x="3810" y="2286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51" name="Google Shape;3151;p2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648787" y="5013338"/>
            <a:ext cx="172190" cy="19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2" name="Google Shape;3152;p2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955718" y="4808870"/>
            <a:ext cx="289256" cy="4009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3" name="Google Shape;3153;p23"/>
          <p:cNvGrpSpPr/>
          <p:nvPr/>
        </p:nvGrpSpPr>
        <p:grpSpPr>
          <a:xfrm>
            <a:off x="8794668" y="1684760"/>
            <a:ext cx="54106" cy="131684"/>
            <a:chOff x="9116901" y="2150363"/>
            <a:chExt cx="41910" cy="102870"/>
          </a:xfrm>
        </p:grpSpPr>
        <p:sp>
          <p:nvSpPr>
            <p:cNvPr id="3154" name="Google Shape;3154;p23"/>
            <p:cNvSpPr/>
            <p:nvPr/>
          </p:nvSpPr>
          <p:spPr>
            <a:xfrm>
              <a:off x="9138666" y="2150363"/>
              <a:ext cx="5080" cy="102870"/>
            </a:xfrm>
            <a:custGeom>
              <a:rect b="b" l="l" r="r" t="t"/>
              <a:pathLst>
                <a:path extrusionOk="0" h="102869" w="5079">
                  <a:moveTo>
                    <a:pt x="4572" y="0"/>
                  </a:moveTo>
                  <a:lnTo>
                    <a:pt x="3559" y="11429"/>
                  </a:lnTo>
                  <a:lnTo>
                    <a:pt x="2762" y="22859"/>
                  </a:lnTo>
                  <a:lnTo>
                    <a:pt x="2107" y="34290"/>
                  </a:lnTo>
                  <a:lnTo>
                    <a:pt x="1524" y="45720"/>
                  </a:lnTo>
                  <a:lnTo>
                    <a:pt x="1631" y="56007"/>
                  </a:lnTo>
                  <a:lnTo>
                    <a:pt x="1809" y="66294"/>
                  </a:lnTo>
                  <a:lnTo>
                    <a:pt x="1845" y="76580"/>
                  </a:lnTo>
                  <a:lnTo>
                    <a:pt x="1524" y="86868"/>
                  </a:lnTo>
                  <a:lnTo>
                    <a:pt x="762" y="92202"/>
                  </a:lnTo>
                  <a:lnTo>
                    <a:pt x="1524" y="98298"/>
                  </a:lnTo>
                  <a:lnTo>
                    <a:pt x="762" y="102870"/>
                  </a:lnTo>
                  <a:lnTo>
                    <a:pt x="762" y="102107"/>
                  </a:lnTo>
                  <a:lnTo>
                    <a:pt x="0" y="10210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5" name="Google Shape;3155;p23"/>
            <p:cNvSpPr/>
            <p:nvPr/>
          </p:nvSpPr>
          <p:spPr>
            <a:xfrm>
              <a:off x="9116901" y="2179093"/>
              <a:ext cx="41910" cy="34925"/>
            </a:xfrm>
            <a:custGeom>
              <a:rect b="b" l="l" r="r" t="t"/>
              <a:pathLst>
                <a:path extrusionOk="0" h="34925" w="41909">
                  <a:moveTo>
                    <a:pt x="27860" y="2512"/>
                  </a:moveTo>
                  <a:lnTo>
                    <a:pt x="31670" y="3274"/>
                  </a:lnTo>
                  <a:lnTo>
                    <a:pt x="35480" y="3274"/>
                  </a:lnTo>
                  <a:lnTo>
                    <a:pt x="38528" y="4036"/>
                  </a:lnTo>
                  <a:lnTo>
                    <a:pt x="11096" y="33754"/>
                  </a:lnTo>
                  <a:lnTo>
                    <a:pt x="1952" y="34516"/>
                  </a:lnTo>
                  <a:lnTo>
                    <a:pt x="0" y="28932"/>
                  </a:lnTo>
                  <a:lnTo>
                    <a:pt x="27753" y="0"/>
                  </a:lnTo>
                  <a:lnTo>
                    <a:pt x="35480" y="226"/>
                  </a:lnTo>
                  <a:lnTo>
                    <a:pt x="41576" y="2512"/>
                  </a:lnTo>
                  <a:lnTo>
                    <a:pt x="40052" y="8608"/>
                  </a:lnTo>
                  <a:lnTo>
                    <a:pt x="40052" y="1318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6" name="Google Shape;3156;p23"/>
          <p:cNvGrpSpPr/>
          <p:nvPr/>
        </p:nvGrpSpPr>
        <p:grpSpPr>
          <a:xfrm>
            <a:off x="1761466" y="5439214"/>
            <a:ext cx="953410" cy="137862"/>
            <a:chOff x="3669030" y="5083301"/>
            <a:chExt cx="738505" cy="107696"/>
          </a:xfrm>
        </p:grpSpPr>
        <p:sp>
          <p:nvSpPr>
            <p:cNvPr id="3157" name="Google Shape;3157;p23"/>
            <p:cNvSpPr/>
            <p:nvPr/>
          </p:nvSpPr>
          <p:spPr>
            <a:xfrm>
              <a:off x="3721608" y="5083301"/>
              <a:ext cx="544195" cy="76200"/>
            </a:xfrm>
            <a:custGeom>
              <a:rect b="b" l="l" r="r" t="t"/>
              <a:pathLst>
                <a:path extrusionOk="0" h="76200" w="544195">
                  <a:moveTo>
                    <a:pt x="0" y="76200"/>
                  </a:moveTo>
                  <a:lnTo>
                    <a:pt x="11310" y="67508"/>
                  </a:lnTo>
                  <a:lnTo>
                    <a:pt x="23050" y="63817"/>
                  </a:lnTo>
                  <a:lnTo>
                    <a:pt x="36218" y="62698"/>
                  </a:lnTo>
                  <a:lnTo>
                    <a:pt x="51816" y="61721"/>
                  </a:lnTo>
                  <a:lnTo>
                    <a:pt x="82677" y="59305"/>
                  </a:lnTo>
                  <a:lnTo>
                    <a:pt x="113538" y="56673"/>
                  </a:lnTo>
                  <a:lnTo>
                    <a:pt x="144399" y="53899"/>
                  </a:lnTo>
                  <a:lnTo>
                    <a:pt x="175260" y="51053"/>
                  </a:lnTo>
                  <a:lnTo>
                    <a:pt x="216979" y="46720"/>
                  </a:lnTo>
                  <a:lnTo>
                    <a:pt x="258699" y="42671"/>
                  </a:lnTo>
                  <a:lnTo>
                    <a:pt x="300418" y="38623"/>
                  </a:lnTo>
                  <a:lnTo>
                    <a:pt x="342138" y="34289"/>
                  </a:lnTo>
                  <a:lnTo>
                    <a:pt x="408431" y="27146"/>
                  </a:lnTo>
                  <a:lnTo>
                    <a:pt x="474726" y="18287"/>
                  </a:lnTo>
                  <a:lnTo>
                    <a:pt x="489573" y="16168"/>
                  </a:lnTo>
                  <a:lnTo>
                    <a:pt x="504348" y="13334"/>
                  </a:lnTo>
                  <a:lnTo>
                    <a:pt x="518981" y="9929"/>
                  </a:lnTo>
                  <a:lnTo>
                    <a:pt x="533400" y="6095"/>
                  </a:lnTo>
                  <a:lnTo>
                    <a:pt x="537210" y="4571"/>
                  </a:lnTo>
                  <a:lnTo>
                    <a:pt x="540258" y="3809"/>
                  </a:lnTo>
                  <a:lnTo>
                    <a:pt x="544068" y="2285"/>
                  </a:lnTo>
                  <a:lnTo>
                    <a:pt x="537210" y="2285"/>
                  </a:lnTo>
                  <a:lnTo>
                    <a:pt x="539496" y="2285"/>
                  </a:lnTo>
                  <a:lnTo>
                    <a:pt x="530352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8" name="Google Shape;3158;p23"/>
            <p:cNvSpPr/>
            <p:nvPr/>
          </p:nvSpPr>
          <p:spPr>
            <a:xfrm>
              <a:off x="3669030" y="5107685"/>
              <a:ext cx="738505" cy="75565"/>
            </a:xfrm>
            <a:custGeom>
              <a:rect b="b" l="l" r="r" t="t"/>
              <a:pathLst>
                <a:path extrusionOk="0" h="75564" w="738504">
                  <a:moveTo>
                    <a:pt x="9905" y="75437"/>
                  </a:moveTo>
                  <a:lnTo>
                    <a:pt x="3047" y="67055"/>
                  </a:lnTo>
                  <a:lnTo>
                    <a:pt x="0" y="68579"/>
                  </a:lnTo>
                  <a:lnTo>
                    <a:pt x="0" y="63245"/>
                  </a:lnTo>
                  <a:lnTo>
                    <a:pt x="3809" y="64007"/>
                  </a:lnTo>
                  <a:lnTo>
                    <a:pt x="7619" y="65531"/>
                  </a:lnTo>
                  <a:lnTo>
                    <a:pt x="11429" y="66293"/>
                  </a:lnTo>
                  <a:lnTo>
                    <a:pt x="18871" y="67175"/>
                  </a:lnTo>
                  <a:lnTo>
                    <a:pt x="26384" y="67627"/>
                  </a:lnTo>
                  <a:lnTo>
                    <a:pt x="34039" y="67794"/>
                  </a:lnTo>
                  <a:lnTo>
                    <a:pt x="41909" y="67817"/>
                  </a:lnTo>
                  <a:lnTo>
                    <a:pt x="53792" y="67901"/>
                  </a:lnTo>
                  <a:lnTo>
                    <a:pt x="105036" y="64460"/>
                  </a:lnTo>
                  <a:lnTo>
                    <a:pt x="136517" y="60507"/>
                  </a:lnTo>
                  <a:lnTo>
                    <a:pt x="152399" y="58673"/>
                  </a:lnTo>
                  <a:lnTo>
                    <a:pt x="202763" y="54494"/>
                  </a:lnTo>
                  <a:lnTo>
                    <a:pt x="250316" y="51339"/>
                  </a:lnTo>
                  <a:lnTo>
                    <a:pt x="265747" y="50232"/>
                  </a:lnTo>
                  <a:lnTo>
                    <a:pt x="281177" y="48767"/>
                  </a:lnTo>
                  <a:lnTo>
                    <a:pt x="297179" y="47065"/>
                  </a:lnTo>
                  <a:lnTo>
                    <a:pt x="313181" y="45434"/>
                  </a:lnTo>
                  <a:lnTo>
                    <a:pt x="329183" y="43945"/>
                  </a:lnTo>
                  <a:lnTo>
                    <a:pt x="345185" y="42671"/>
                  </a:lnTo>
                  <a:lnTo>
                    <a:pt x="357628" y="42219"/>
                  </a:lnTo>
                  <a:lnTo>
                    <a:pt x="369855" y="41909"/>
                  </a:lnTo>
                  <a:lnTo>
                    <a:pt x="381940" y="41600"/>
                  </a:lnTo>
                  <a:lnTo>
                    <a:pt x="429958" y="38469"/>
                  </a:lnTo>
                  <a:lnTo>
                    <a:pt x="477643" y="32194"/>
                  </a:lnTo>
                  <a:lnTo>
                    <a:pt x="489203" y="30479"/>
                  </a:lnTo>
                  <a:lnTo>
                    <a:pt x="500967" y="28765"/>
                  </a:lnTo>
                  <a:lnTo>
                    <a:pt x="512444" y="27050"/>
                  </a:lnTo>
                  <a:lnTo>
                    <a:pt x="523922" y="25336"/>
                  </a:lnTo>
                  <a:lnTo>
                    <a:pt x="535685" y="23621"/>
                  </a:lnTo>
                  <a:lnTo>
                    <a:pt x="576833" y="20573"/>
                  </a:lnTo>
                  <a:lnTo>
                    <a:pt x="596169" y="19811"/>
                  </a:lnTo>
                  <a:lnTo>
                    <a:pt x="605659" y="19502"/>
                  </a:lnTo>
                  <a:lnTo>
                    <a:pt x="647830" y="16371"/>
                  </a:lnTo>
                  <a:lnTo>
                    <a:pt x="692657" y="9775"/>
                  </a:lnTo>
                  <a:lnTo>
                    <a:pt x="717803" y="4571"/>
                  </a:lnTo>
                  <a:lnTo>
                    <a:pt x="723899" y="3809"/>
                  </a:lnTo>
                  <a:lnTo>
                    <a:pt x="726947" y="3047"/>
                  </a:lnTo>
                  <a:lnTo>
                    <a:pt x="734567" y="0"/>
                  </a:lnTo>
                  <a:lnTo>
                    <a:pt x="737615" y="761"/>
                  </a:lnTo>
                  <a:lnTo>
                    <a:pt x="738377" y="1523"/>
                  </a:lnTo>
                  <a:lnTo>
                    <a:pt x="733043" y="3047"/>
                  </a:lnTo>
                  <a:lnTo>
                    <a:pt x="730757" y="3809"/>
                  </a:lnTo>
                  <a:lnTo>
                    <a:pt x="720851" y="4571"/>
                  </a:lnTo>
                  <a:lnTo>
                    <a:pt x="716279" y="5333"/>
                  </a:lnTo>
                  <a:lnTo>
                    <a:pt x="708659" y="457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9" name="Google Shape;3159;p23"/>
            <p:cNvSpPr/>
            <p:nvPr/>
          </p:nvSpPr>
          <p:spPr>
            <a:xfrm>
              <a:off x="3669792" y="5104637"/>
              <a:ext cx="680085" cy="86360"/>
            </a:xfrm>
            <a:custGeom>
              <a:rect b="b" l="l" r="r" t="t"/>
              <a:pathLst>
                <a:path extrusionOk="0" h="86360" w="680085">
                  <a:moveTo>
                    <a:pt x="0" y="79248"/>
                  </a:moveTo>
                  <a:lnTo>
                    <a:pt x="11894" y="84046"/>
                  </a:lnTo>
                  <a:lnTo>
                    <a:pt x="23145" y="86201"/>
                  </a:lnTo>
                  <a:lnTo>
                    <a:pt x="34825" y="86213"/>
                  </a:lnTo>
                  <a:lnTo>
                    <a:pt x="48006" y="84582"/>
                  </a:lnTo>
                  <a:lnTo>
                    <a:pt x="70294" y="80533"/>
                  </a:lnTo>
                  <a:lnTo>
                    <a:pt x="92583" y="75628"/>
                  </a:lnTo>
                  <a:lnTo>
                    <a:pt x="114871" y="70437"/>
                  </a:lnTo>
                  <a:lnTo>
                    <a:pt x="137160" y="65532"/>
                  </a:lnTo>
                  <a:lnTo>
                    <a:pt x="197358" y="53244"/>
                  </a:lnTo>
                  <a:lnTo>
                    <a:pt x="257556" y="42672"/>
                  </a:lnTo>
                  <a:lnTo>
                    <a:pt x="311967" y="35647"/>
                  </a:lnTo>
                  <a:lnTo>
                    <a:pt x="366521" y="29908"/>
                  </a:lnTo>
                  <a:lnTo>
                    <a:pt x="421076" y="24455"/>
                  </a:lnTo>
                  <a:lnTo>
                    <a:pt x="475488" y="18288"/>
                  </a:lnTo>
                  <a:lnTo>
                    <a:pt x="512516" y="13525"/>
                  </a:lnTo>
                  <a:lnTo>
                    <a:pt x="549402" y="8763"/>
                  </a:lnTo>
                  <a:lnTo>
                    <a:pt x="586287" y="4572"/>
                  </a:lnTo>
                  <a:lnTo>
                    <a:pt x="634746" y="964"/>
                  </a:lnTo>
                  <a:lnTo>
                    <a:pt x="669036" y="0"/>
                  </a:lnTo>
                  <a:lnTo>
                    <a:pt x="672846" y="0"/>
                  </a:lnTo>
                  <a:lnTo>
                    <a:pt x="675894" y="0"/>
                  </a:lnTo>
                  <a:lnTo>
                    <a:pt x="679704" y="0"/>
                  </a:lnTo>
                  <a:lnTo>
                    <a:pt x="678180" y="6096"/>
                  </a:lnTo>
                  <a:lnTo>
                    <a:pt x="678180" y="4572"/>
                  </a:lnTo>
                  <a:lnTo>
                    <a:pt x="671322" y="533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0" name="Google Shape;3160;p23"/>
          <p:cNvSpPr/>
          <p:nvPr/>
        </p:nvSpPr>
        <p:spPr>
          <a:xfrm>
            <a:off x="4568184" y="4403118"/>
            <a:ext cx="661054" cy="46330"/>
          </a:xfrm>
          <a:custGeom>
            <a:rect b="b" l="l" r="r" t="t"/>
            <a:pathLst>
              <a:path extrusionOk="0" h="36195" w="512445">
                <a:moveTo>
                  <a:pt x="0" y="27432"/>
                </a:moveTo>
                <a:lnTo>
                  <a:pt x="45005" y="35468"/>
                </a:lnTo>
                <a:lnTo>
                  <a:pt x="93523" y="35849"/>
                </a:lnTo>
                <a:lnTo>
                  <a:pt x="126015" y="34956"/>
                </a:lnTo>
                <a:lnTo>
                  <a:pt x="190500" y="31242"/>
                </a:lnTo>
                <a:lnTo>
                  <a:pt x="233243" y="28122"/>
                </a:lnTo>
                <a:lnTo>
                  <a:pt x="275844" y="24574"/>
                </a:lnTo>
                <a:lnTo>
                  <a:pt x="318444" y="20740"/>
                </a:lnTo>
                <a:lnTo>
                  <a:pt x="361188" y="16764"/>
                </a:lnTo>
                <a:lnTo>
                  <a:pt x="391025" y="13335"/>
                </a:lnTo>
                <a:lnTo>
                  <a:pt x="421005" y="9906"/>
                </a:lnTo>
                <a:lnTo>
                  <a:pt x="450984" y="6477"/>
                </a:lnTo>
                <a:lnTo>
                  <a:pt x="480822" y="3048"/>
                </a:lnTo>
                <a:lnTo>
                  <a:pt x="488703" y="2357"/>
                </a:lnTo>
                <a:lnTo>
                  <a:pt x="496443" y="1524"/>
                </a:lnTo>
                <a:lnTo>
                  <a:pt x="504182" y="690"/>
                </a:lnTo>
                <a:lnTo>
                  <a:pt x="512064" y="0"/>
                </a:lnTo>
                <a:lnTo>
                  <a:pt x="503729" y="1154"/>
                </a:lnTo>
                <a:lnTo>
                  <a:pt x="495681" y="2952"/>
                </a:lnTo>
                <a:lnTo>
                  <a:pt x="487632" y="4607"/>
                </a:lnTo>
                <a:lnTo>
                  <a:pt x="479298" y="5334"/>
                </a:lnTo>
                <a:lnTo>
                  <a:pt x="467868" y="4572"/>
                </a:lnTo>
                <a:lnTo>
                  <a:pt x="464820" y="4572"/>
                </a:lnTo>
                <a:lnTo>
                  <a:pt x="457200" y="4572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1" name="Google Shape;3161;p23"/>
          <p:cNvSpPr/>
          <p:nvPr/>
        </p:nvSpPr>
        <p:spPr>
          <a:xfrm>
            <a:off x="4692139" y="5087852"/>
            <a:ext cx="170382" cy="17069"/>
          </a:xfrm>
          <a:custGeom>
            <a:rect b="b" l="l" r="r" t="t"/>
            <a:pathLst>
              <a:path extrusionOk="0" h="13335" w="132079">
                <a:moveTo>
                  <a:pt x="0" y="0"/>
                </a:moveTo>
                <a:lnTo>
                  <a:pt x="10858" y="1000"/>
                </a:lnTo>
                <a:lnTo>
                  <a:pt x="21717" y="1714"/>
                </a:lnTo>
                <a:lnTo>
                  <a:pt x="32575" y="2143"/>
                </a:lnTo>
                <a:lnTo>
                  <a:pt x="43434" y="2285"/>
                </a:lnTo>
                <a:lnTo>
                  <a:pt x="65031" y="2607"/>
                </a:lnTo>
                <a:lnTo>
                  <a:pt x="86487" y="2571"/>
                </a:lnTo>
                <a:lnTo>
                  <a:pt x="107942" y="2393"/>
                </a:lnTo>
                <a:lnTo>
                  <a:pt x="129539" y="2285"/>
                </a:lnTo>
                <a:lnTo>
                  <a:pt x="122110" y="2428"/>
                </a:lnTo>
                <a:lnTo>
                  <a:pt x="114681" y="2857"/>
                </a:lnTo>
                <a:lnTo>
                  <a:pt x="107251" y="3571"/>
                </a:lnTo>
                <a:lnTo>
                  <a:pt x="99822" y="4571"/>
                </a:lnTo>
                <a:lnTo>
                  <a:pt x="86225" y="5714"/>
                </a:lnTo>
                <a:lnTo>
                  <a:pt x="45720" y="9143"/>
                </a:lnTo>
                <a:lnTo>
                  <a:pt x="29432" y="9524"/>
                </a:lnTo>
                <a:lnTo>
                  <a:pt x="21395" y="9572"/>
                </a:lnTo>
                <a:lnTo>
                  <a:pt x="13716" y="9905"/>
                </a:lnTo>
                <a:lnTo>
                  <a:pt x="6858" y="10667"/>
                </a:lnTo>
                <a:lnTo>
                  <a:pt x="13716" y="10667"/>
                </a:lnTo>
                <a:lnTo>
                  <a:pt x="11430" y="10667"/>
                </a:lnTo>
                <a:lnTo>
                  <a:pt x="20585" y="11668"/>
                </a:lnTo>
                <a:lnTo>
                  <a:pt x="29813" y="12382"/>
                </a:lnTo>
                <a:lnTo>
                  <a:pt x="39183" y="12811"/>
                </a:lnTo>
                <a:lnTo>
                  <a:pt x="48768" y="12953"/>
                </a:lnTo>
                <a:lnTo>
                  <a:pt x="62484" y="12799"/>
                </a:lnTo>
                <a:lnTo>
                  <a:pt x="76200" y="12287"/>
                </a:lnTo>
                <a:lnTo>
                  <a:pt x="89916" y="11346"/>
                </a:lnTo>
                <a:lnTo>
                  <a:pt x="103632" y="9905"/>
                </a:lnTo>
                <a:lnTo>
                  <a:pt x="110490" y="8774"/>
                </a:lnTo>
                <a:lnTo>
                  <a:pt x="117348" y="7715"/>
                </a:lnTo>
                <a:lnTo>
                  <a:pt x="124205" y="6798"/>
                </a:lnTo>
                <a:lnTo>
                  <a:pt x="131064" y="6095"/>
                </a:lnTo>
                <a:lnTo>
                  <a:pt x="131826" y="6095"/>
                </a:lnTo>
                <a:lnTo>
                  <a:pt x="130302" y="6095"/>
                </a:lnTo>
                <a:lnTo>
                  <a:pt x="131064" y="6095"/>
                </a:lnTo>
                <a:lnTo>
                  <a:pt x="126492" y="6095"/>
                </a:lnTo>
                <a:lnTo>
                  <a:pt x="123444" y="8381"/>
                </a:lnTo>
                <a:lnTo>
                  <a:pt x="118872" y="9143"/>
                </a:lnTo>
                <a:lnTo>
                  <a:pt x="115062" y="9905"/>
                </a:lnTo>
                <a:lnTo>
                  <a:pt x="114300" y="9143"/>
                </a:lnTo>
                <a:lnTo>
                  <a:pt x="112014" y="6857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2" name="Google Shape;3162;p2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634080" y="4778632"/>
            <a:ext cx="250890" cy="216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3" name="Google Shape;3163;p2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008891" y="4741567"/>
            <a:ext cx="313850" cy="141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4" name="Google Shape;3164;p2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6037900" y="4693772"/>
            <a:ext cx="160384" cy="1219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5" name="Google Shape;3165;p23"/>
          <p:cNvGrpSpPr/>
          <p:nvPr/>
        </p:nvGrpSpPr>
        <p:grpSpPr>
          <a:xfrm>
            <a:off x="6172564" y="4968078"/>
            <a:ext cx="365951" cy="46333"/>
            <a:chOff x="7085837" y="4715255"/>
            <a:chExt cx="283463" cy="36195"/>
          </a:xfrm>
        </p:grpSpPr>
        <p:sp>
          <p:nvSpPr>
            <p:cNvPr id="3166" name="Google Shape;3166;p23"/>
            <p:cNvSpPr/>
            <p:nvPr/>
          </p:nvSpPr>
          <p:spPr>
            <a:xfrm>
              <a:off x="7085837" y="4727447"/>
              <a:ext cx="52705" cy="13970"/>
            </a:xfrm>
            <a:custGeom>
              <a:rect b="b" l="l" r="r" t="t"/>
              <a:pathLst>
                <a:path extrusionOk="0" h="13970" w="52704">
                  <a:moveTo>
                    <a:pt x="6857" y="12192"/>
                  </a:moveTo>
                  <a:lnTo>
                    <a:pt x="4571" y="12192"/>
                  </a:lnTo>
                  <a:lnTo>
                    <a:pt x="2285" y="12192"/>
                  </a:lnTo>
                  <a:lnTo>
                    <a:pt x="0" y="12954"/>
                  </a:lnTo>
                  <a:lnTo>
                    <a:pt x="10787" y="13358"/>
                  </a:lnTo>
                  <a:lnTo>
                    <a:pt x="28003" y="13906"/>
                  </a:lnTo>
                  <a:lnTo>
                    <a:pt x="44362" y="13596"/>
                  </a:lnTo>
                  <a:lnTo>
                    <a:pt x="52577" y="11430"/>
                  </a:lnTo>
                  <a:lnTo>
                    <a:pt x="52577" y="6858"/>
                  </a:lnTo>
                  <a:lnTo>
                    <a:pt x="52577" y="3810"/>
                  </a:lnTo>
                  <a:lnTo>
                    <a:pt x="52577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p23"/>
            <p:cNvSpPr/>
            <p:nvPr/>
          </p:nvSpPr>
          <p:spPr>
            <a:xfrm>
              <a:off x="7110221" y="4715255"/>
              <a:ext cx="259079" cy="36195"/>
            </a:xfrm>
            <a:custGeom>
              <a:rect b="b" l="l" r="r" t="t"/>
              <a:pathLst>
                <a:path extrusionOk="0" h="36195" w="259079">
                  <a:moveTo>
                    <a:pt x="0" y="35813"/>
                  </a:moveTo>
                  <a:lnTo>
                    <a:pt x="12584" y="32777"/>
                  </a:lnTo>
                  <a:lnTo>
                    <a:pt x="25241" y="30384"/>
                  </a:lnTo>
                  <a:lnTo>
                    <a:pt x="38040" y="28420"/>
                  </a:lnTo>
                  <a:lnTo>
                    <a:pt x="51053" y="26669"/>
                  </a:lnTo>
                  <a:lnTo>
                    <a:pt x="73794" y="23371"/>
                  </a:lnTo>
                  <a:lnTo>
                    <a:pt x="96393" y="20288"/>
                  </a:lnTo>
                  <a:lnTo>
                    <a:pt x="118991" y="17347"/>
                  </a:lnTo>
                  <a:lnTo>
                    <a:pt x="141732" y="14477"/>
                  </a:lnTo>
                  <a:lnTo>
                    <a:pt x="163449" y="11072"/>
                  </a:lnTo>
                  <a:lnTo>
                    <a:pt x="185166" y="7810"/>
                  </a:lnTo>
                  <a:lnTo>
                    <a:pt x="206883" y="4833"/>
                  </a:lnTo>
                  <a:lnTo>
                    <a:pt x="228600" y="2285"/>
                  </a:lnTo>
                  <a:lnTo>
                    <a:pt x="236470" y="1714"/>
                  </a:lnTo>
                  <a:lnTo>
                    <a:pt x="244125" y="1142"/>
                  </a:lnTo>
                  <a:lnTo>
                    <a:pt x="251638" y="571"/>
                  </a:lnTo>
                  <a:lnTo>
                    <a:pt x="259079" y="0"/>
                  </a:lnTo>
                  <a:lnTo>
                    <a:pt x="252984" y="2285"/>
                  </a:lnTo>
                  <a:lnTo>
                    <a:pt x="246126" y="6095"/>
                  </a:lnTo>
                  <a:lnTo>
                    <a:pt x="239268" y="6857"/>
                  </a:lnTo>
                  <a:lnTo>
                    <a:pt x="236220" y="6857"/>
                  </a:lnTo>
                  <a:lnTo>
                    <a:pt x="234696" y="7619"/>
                  </a:lnTo>
                  <a:lnTo>
                    <a:pt x="234696" y="5333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68" name="Google Shape;3168;p2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3591852" y="2157723"/>
            <a:ext cx="4731098" cy="1270007"/>
          </a:xfrm>
          <a:prstGeom prst="rect">
            <a:avLst/>
          </a:prstGeom>
          <a:noFill/>
          <a:ln>
            <a:noFill/>
          </a:ln>
        </p:spPr>
      </p:pic>
      <p:sp>
        <p:nvSpPr>
          <p:cNvPr id="3169" name="Google Shape;3169;p23"/>
          <p:cNvSpPr/>
          <p:nvPr/>
        </p:nvSpPr>
        <p:spPr>
          <a:xfrm>
            <a:off x="6228764" y="4775721"/>
            <a:ext cx="3277" cy="73152"/>
          </a:xfrm>
          <a:custGeom>
            <a:rect b="b" l="l" r="r" t="t"/>
            <a:pathLst>
              <a:path extrusionOk="0" h="57150" w="2540">
                <a:moveTo>
                  <a:pt x="0" y="0"/>
                </a:moveTo>
                <a:lnTo>
                  <a:pt x="2286" y="41147"/>
                </a:lnTo>
                <a:lnTo>
                  <a:pt x="2286" y="49529"/>
                </a:lnTo>
                <a:lnTo>
                  <a:pt x="2286" y="57149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0" name="Google Shape;3170;p23"/>
          <p:cNvGrpSpPr/>
          <p:nvPr/>
        </p:nvGrpSpPr>
        <p:grpSpPr>
          <a:xfrm>
            <a:off x="6195190" y="4549616"/>
            <a:ext cx="73781" cy="144690"/>
            <a:chOff x="7103363" y="4388357"/>
            <a:chExt cx="57150" cy="113030"/>
          </a:xfrm>
        </p:grpSpPr>
        <p:sp>
          <p:nvSpPr>
            <p:cNvPr id="3171" name="Google Shape;3171;p23"/>
            <p:cNvSpPr/>
            <p:nvPr/>
          </p:nvSpPr>
          <p:spPr>
            <a:xfrm>
              <a:off x="7125461" y="4487417"/>
              <a:ext cx="0" cy="13970"/>
            </a:xfrm>
            <a:custGeom>
              <a:rect b="b" l="l" r="r" t="t"/>
              <a:pathLst>
                <a:path extrusionOk="0" h="13970" w="120000">
                  <a:moveTo>
                    <a:pt x="0" y="13715"/>
                  </a:moveTo>
                  <a:lnTo>
                    <a:pt x="0" y="9143"/>
                  </a:lnTo>
                  <a:lnTo>
                    <a:pt x="0" y="4571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2" name="Google Shape;3172;p23"/>
            <p:cNvSpPr/>
            <p:nvPr/>
          </p:nvSpPr>
          <p:spPr>
            <a:xfrm>
              <a:off x="7103363" y="4388357"/>
              <a:ext cx="57150" cy="81280"/>
            </a:xfrm>
            <a:custGeom>
              <a:rect b="b" l="l" r="r" t="t"/>
              <a:pathLst>
                <a:path extrusionOk="0" h="81279" w="57150">
                  <a:moveTo>
                    <a:pt x="0" y="1524"/>
                  </a:moveTo>
                  <a:lnTo>
                    <a:pt x="9929" y="2381"/>
                  </a:lnTo>
                  <a:lnTo>
                    <a:pt x="19430" y="2667"/>
                  </a:lnTo>
                  <a:lnTo>
                    <a:pt x="28932" y="2381"/>
                  </a:lnTo>
                  <a:lnTo>
                    <a:pt x="38862" y="1524"/>
                  </a:lnTo>
                  <a:lnTo>
                    <a:pt x="44958" y="762"/>
                  </a:lnTo>
                  <a:lnTo>
                    <a:pt x="51053" y="0"/>
                  </a:lnTo>
                  <a:lnTo>
                    <a:pt x="57150" y="0"/>
                  </a:lnTo>
                  <a:lnTo>
                    <a:pt x="53340" y="0"/>
                  </a:lnTo>
                  <a:lnTo>
                    <a:pt x="51816" y="0"/>
                  </a:lnTo>
                  <a:lnTo>
                    <a:pt x="48006" y="0"/>
                  </a:lnTo>
                  <a:lnTo>
                    <a:pt x="36957" y="19145"/>
                  </a:lnTo>
                  <a:lnTo>
                    <a:pt x="37147" y="26658"/>
                  </a:lnTo>
                  <a:lnTo>
                    <a:pt x="37338" y="33528"/>
                  </a:lnTo>
                  <a:lnTo>
                    <a:pt x="38290" y="40266"/>
                  </a:lnTo>
                  <a:lnTo>
                    <a:pt x="39814" y="46863"/>
                  </a:lnTo>
                  <a:lnTo>
                    <a:pt x="41624" y="53459"/>
                  </a:lnTo>
                  <a:lnTo>
                    <a:pt x="43434" y="60198"/>
                  </a:lnTo>
                  <a:lnTo>
                    <a:pt x="44958" y="67056"/>
                  </a:lnTo>
                  <a:lnTo>
                    <a:pt x="46482" y="73914"/>
                  </a:lnTo>
                  <a:lnTo>
                    <a:pt x="49530" y="8077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3" name="Google Shape;3173;p23"/>
          <p:cNvGrpSpPr/>
          <p:nvPr/>
        </p:nvGrpSpPr>
        <p:grpSpPr>
          <a:xfrm>
            <a:off x="6349006" y="4546674"/>
            <a:ext cx="306822" cy="265351"/>
            <a:chOff x="7222508" y="4386059"/>
            <a:chExt cx="237662" cy="207289"/>
          </a:xfrm>
        </p:grpSpPr>
        <p:pic>
          <p:nvPicPr>
            <p:cNvPr id="3174" name="Google Shape;3174;p23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7222508" y="4466831"/>
              <a:ext cx="95751" cy="9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5" name="Google Shape;3175;p23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7349477" y="4386059"/>
              <a:ext cx="110693" cy="20728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76" name="Google Shape;3176;p23"/>
          <p:cNvGrpSpPr/>
          <p:nvPr/>
        </p:nvGrpSpPr>
        <p:grpSpPr>
          <a:xfrm>
            <a:off x="5829238" y="4545959"/>
            <a:ext cx="271530" cy="439759"/>
            <a:chOff x="6819899" y="4385500"/>
            <a:chExt cx="210325" cy="343535"/>
          </a:xfrm>
        </p:grpSpPr>
        <p:pic>
          <p:nvPicPr>
            <p:cNvPr id="3177" name="Google Shape;3177;p23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6925900" y="4453115"/>
              <a:ext cx="104324" cy="206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8" name="Google Shape;3178;p23"/>
            <p:cNvSpPr/>
            <p:nvPr/>
          </p:nvSpPr>
          <p:spPr>
            <a:xfrm>
              <a:off x="6819899" y="4385500"/>
              <a:ext cx="125095" cy="343535"/>
            </a:xfrm>
            <a:custGeom>
              <a:rect b="b" l="l" r="r" t="t"/>
              <a:pathLst>
                <a:path extrusionOk="0" h="343535" w="125095">
                  <a:moveTo>
                    <a:pt x="89153" y="2095"/>
                  </a:moveTo>
                  <a:lnTo>
                    <a:pt x="81843" y="1535"/>
                  </a:lnTo>
                  <a:lnTo>
                    <a:pt x="74675" y="1047"/>
                  </a:lnTo>
                  <a:lnTo>
                    <a:pt x="67508" y="702"/>
                  </a:lnTo>
                  <a:lnTo>
                    <a:pt x="60197" y="571"/>
                  </a:lnTo>
                  <a:lnTo>
                    <a:pt x="50482" y="142"/>
                  </a:lnTo>
                  <a:lnTo>
                    <a:pt x="40766" y="0"/>
                  </a:lnTo>
                  <a:lnTo>
                    <a:pt x="31051" y="142"/>
                  </a:lnTo>
                  <a:lnTo>
                    <a:pt x="21335" y="571"/>
                  </a:lnTo>
                  <a:lnTo>
                    <a:pt x="16001" y="1333"/>
                  </a:lnTo>
                  <a:lnTo>
                    <a:pt x="7619" y="571"/>
                  </a:lnTo>
                  <a:lnTo>
                    <a:pt x="3809" y="5905"/>
                  </a:lnTo>
                  <a:lnTo>
                    <a:pt x="761" y="12823"/>
                  </a:lnTo>
                  <a:lnTo>
                    <a:pt x="0" y="21240"/>
                  </a:lnTo>
                  <a:lnTo>
                    <a:pt x="380" y="29801"/>
                  </a:lnTo>
                  <a:lnTo>
                    <a:pt x="761" y="37147"/>
                  </a:lnTo>
                  <a:lnTo>
                    <a:pt x="1047" y="52589"/>
                  </a:lnTo>
                  <a:lnTo>
                    <a:pt x="1904" y="68103"/>
                  </a:lnTo>
                  <a:lnTo>
                    <a:pt x="3333" y="83760"/>
                  </a:lnTo>
                  <a:lnTo>
                    <a:pt x="5333" y="99631"/>
                  </a:lnTo>
                  <a:lnTo>
                    <a:pt x="8655" y="127754"/>
                  </a:lnTo>
                  <a:lnTo>
                    <a:pt x="11906" y="156019"/>
                  </a:lnTo>
                  <a:lnTo>
                    <a:pt x="15299" y="184284"/>
                  </a:lnTo>
                  <a:lnTo>
                    <a:pt x="19049" y="212407"/>
                  </a:lnTo>
                  <a:lnTo>
                    <a:pt x="21609" y="232850"/>
                  </a:lnTo>
                  <a:lnTo>
                    <a:pt x="24669" y="253079"/>
                  </a:lnTo>
                  <a:lnTo>
                    <a:pt x="28158" y="273165"/>
                  </a:lnTo>
                  <a:lnTo>
                    <a:pt x="32003" y="293179"/>
                  </a:lnTo>
                  <a:lnTo>
                    <a:pt x="34325" y="305288"/>
                  </a:lnTo>
                  <a:lnTo>
                    <a:pt x="36861" y="317468"/>
                  </a:lnTo>
                  <a:lnTo>
                    <a:pt x="39826" y="329505"/>
                  </a:lnTo>
                  <a:lnTo>
                    <a:pt x="43433" y="341185"/>
                  </a:lnTo>
                  <a:lnTo>
                    <a:pt x="43433" y="342709"/>
                  </a:lnTo>
                  <a:lnTo>
                    <a:pt x="43433" y="343471"/>
                  </a:lnTo>
                  <a:lnTo>
                    <a:pt x="44957" y="342709"/>
                  </a:lnTo>
                  <a:lnTo>
                    <a:pt x="50291" y="342709"/>
                  </a:lnTo>
                  <a:lnTo>
                    <a:pt x="54101" y="341185"/>
                  </a:lnTo>
                  <a:lnTo>
                    <a:pt x="58673" y="338899"/>
                  </a:lnTo>
                  <a:lnTo>
                    <a:pt x="67698" y="336768"/>
                  </a:lnTo>
                  <a:lnTo>
                    <a:pt x="76580" y="334994"/>
                  </a:lnTo>
                  <a:lnTo>
                    <a:pt x="85463" y="333648"/>
                  </a:lnTo>
                  <a:lnTo>
                    <a:pt x="94487" y="332803"/>
                  </a:lnTo>
                  <a:lnTo>
                    <a:pt x="102358" y="332220"/>
                  </a:lnTo>
                  <a:lnTo>
                    <a:pt x="110013" y="331565"/>
                  </a:lnTo>
                  <a:lnTo>
                    <a:pt x="117526" y="330767"/>
                  </a:lnTo>
                  <a:lnTo>
                    <a:pt x="124967" y="329755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9" name="Google Shape;3179;p23"/>
          <p:cNvSpPr/>
          <p:nvPr/>
        </p:nvSpPr>
        <p:spPr>
          <a:xfrm>
            <a:off x="6169740" y="4962025"/>
            <a:ext cx="376809" cy="38202"/>
          </a:xfrm>
          <a:custGeom>
            <a:rect b="b" l="l" r="r" t="t"/>
            <a:pathLst>
              <a:path extrusionOk="0" h="29845" w="292100">
                <a:moveTo>
                  <a:pt x="0" y="29718"/>
                </a:moveTo>
                <a:lnTo>
                  <a:pt x="10048" y="23991"/>
                </a:lnTo>
                <a:lnTo>
                  <a:pt x="18668" y="21050"/>
                </a:lnTo>
                <a:lnTo>
                  <a:pt x="27860" y="19966"/>
                </a:lnTo>
                <a:lnTo>
                  <a:pt x="39624" y="19812"/>
                </a:lnTo>
                <a:lnTo>
                  <a:pt x="69342" y="19895"/>
                </a:lnTo>
                <a:lnTo>
                  <a:pt x="99060" y="19907"/>
                </a:lnTo>
                <a:lnTo>
                  <a:pt x="158496" y="18288"/>
                </a:lnTo>
                <a:lnTo>
                  <a:pt x="213264" y="12858"/>
                </a:lnTo>
                <a:lnTo>
                  <a:pt x="267462" y="4571"/>
                </a:lnTo>
                <a:lnTo>
                  <a:pt x="283464" y="1523"/>
                </a:lnTo>
                <a:lnTo>
                  <a:pt x="291846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0" name="Google Shape;3180;p23"/>
          <p:cNvGrpSpPr/>
          <p:nvPr/>
        </p:nvGrpSpPr>
        <p:grpSpPr>
          <a:xfrm>
            <a:off x="7064373" y="4453535"/>
            <a:ext cx="718086" cy="441709"/>
            <a:chOff x="7776626" y="4313300"/>
            <a:chExt cx="556225" cy="345058"/>
          </a:xfrm>
        </p:grpSpPr>
        <p:sp>
          <p:nvSpPr>
            <p:cNvPr id="3181" name="Google Shape;3181;p23"/>
            <p:cNvSpPr/>
            <p:nvPr/>
          </p:nvSpPr>
          <p:spPr>
            <a:xfrm>
              <a:off x="7837931" y="4436173"/>
              <a:ext cx="48260" cy="73660"/>
            </a:xfrm>
            <a:custGeom>
              <a:rect b="b" l="l" r="r" t="t"/>
              <a:pathLst>
                <a:path extrusionOk="0" h="73660" w="48259">
                  <a:moveTo>
                    <a:pt x="0" y="4762"/>
                  </a:moveTo>
                  <a:lnTo>
                    <a:pt x="9989" y="1666"/>
                  </a:lnTo>
                  <a:lnTo>
                    <a:pt x="18192" y="0"/>
                  </a:lnTo>
                  <a:lnTo>
                    <a:pt x="26253" y="904"/>
                  </a:lnTo>
                  <a:lnTo>
                    <a:pt x="48006" y="32194"/>
                  </a:lnTo>
                  <a:lnTo>
                    <a:pt x="46112" y="41481"/>
                  </a:lnTo>
                  <a:lnTo>
                    <a:pt x="19812" y="71056"/>
                  </a:lnTo>
                  <a:lnTo>
                    <a:pt x="12954" y="73342"/>
                  </a:lnTo>
                  <a:lnTo>
                    <a:pt x="12954" y="66484"/>
                  </a:lnTo>
                  <a:lnTo>
                    <a:pt x="13716" y="63436"/>
                  </a:lnTo>
                  <a:lnTo>
                    <a:pt x="15240" y="5734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2" name="Google Shape;3182;p23"/>
            <p:cNvSpPr/>
            <p:nvPr/>
          </p:nvSpPr>
          <p:spPr>
            <a:xfrm>
              <a:off x="7899284" y="4417313"/>
              <a:ext cx="60960" cy="83185"/>
            </a:xfrm>
            <a:custGeom>
              <a:rect b="b" l="l" r="r" t="t"/>
              <a:pathLst>
                <a:path extrusionOk="0" h="83185" w="60959">
                  <a:moveTo>
                    <a:pt x="14847" y="0"/>
                  </a:moveTo>
                  <a:lnTo>
                    <a:pt x="369" y="36576"/>
                  </a:lnTo>
                  <a:lnTo>
                    <a:pt x="0" y="45243"/>
                  </a:lnTo>
                  <a:lnTo>
                    <a:pt x="273" y="53911"/>
                  </a:lnTo>
                  <a:lnTo>
                    <a:pt x="29325" y="83177"/>
                  </a:lnTo>
                  <a:lnTo>
                    <a:pt x="36373" y="82296"/>
                  </a:lnTo>
                  <a:lnTo>
                    <a:pt x="43136" y="80271"/>
                  </a:lnTo>
                  <a:lnTo>
                    <a:pt x="49899" y="76961"/>
                  </a:lnTo>
                  <a:lnTo>
                    <a:pt x="55233" y="73151"/>
                  </a:lnTo>
                  <a:lnTo>
                    <a:pt x="57519" y="71627"/>
                  </a:lnTo>
                  <a:lnTo>
                    <a:pt x="60567" y="6858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3" name="Google Shape;3183;p23"/>
            <p:cNvSpPr/>
            <p:nvPr/>
          </p:nvSpPr>
          <p:spPr>
            <a:xfrm>
              <a:off x="7980425" y="4471415"/>
              <a:ext cx="3810" cy="59690"/>
            </a:xfrm>
            <a:custGeom>
              <a:rect b="b" l="l" r="r" t="t"/>
              <a:pathLst>
                <a:path extrusionOk="0" h="59689" w="3809">
                  <a:moveTo>
                    <a:pt x="0" y="0"/>
                  </a:moveTo>
                  <a:lnTo>
                    <a:pt x="119" y="7429"/>
                  </a:lnTo>
                  <a:lnTo>
                    <a:pt x="381" y="14859"/>
                  </a:lnTo>
                  <a:lnTo>
                    <a:pt x="642" y="22288"/>
                  </a:lnTo>
                  <a:lnTo>
                    <a:pt x="762" y="29718"/>
                  </a:lnTo>
                  <a:lnTo>
                    <a:pt x="762" y="37338"/>
                  </a:lnTo>
                  <a:lnTo>
                    <a:pt x="762" y="44958"/>
                  </a:lnTo>
                  <a:lnTo>
                    <a:pt x="762" y="52577"/>
                  </a:lnTo>
                  <a:lnTo>
                    <a:pt x="1524" y="57912"/>
                  </a:lnTo>
                  <a:lnTo>
                    <a:pt x="2286" y="57150"/>
                  </a:lnTo>
                  <a:lnTo>
                    <a:pt x="3810" y="5943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4" name="Google Shape;3184;p23"/>
            <p:cNvSpPr/>
            <p:nvPr/>
          </p:nvSpPr>
          <p:spPr>
            <a:xfrm>
              <a:off x="7975853" y="4394453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5" name="Google Shape;3185;p23"/>
            <p:cNvSpPr/>
            <p:nvPr/>
          </p:nvSpPr>
          <p:spPr>
            <a:xfrm>
              <a:off x="7955279" y="4313300"/>
              <a:ext cx="71755" cy="88265"/>
            </a:xfrm>
            <a:custGeom>
              <a:rect b="b" l="l" r="r" t="t"/>
              <a:pathLst>
                <a:path extrusionOk="0" h="88264" w="71754">
                  <a:moveTo>
                    <a:pt x="0" y="8762"/>
                  </a:moveTo>
                  <a:lnTo>
                    <a:pt x="37719" y="3190"/>
                  </a:lnTo>
                  <a:lnTo>
                    <a:pt x="57912" y="1904"/>
                  </a:lnTo>
                  <a:lnTo>
                    <a:pt x="64769" y="1904"/>
                  </a:lnTo>
                  <a:lnTo>
                    <a:pt x="71628" y="1142"/>
                  </a:lnTo>
                  <a:lnTo>
                    <a:pt x="71628" y="380"/>
                  </a:lnTo>
                  <a:lnTo>
                    <a:pt x="64877" y="190"/>
                  </a:lnTo>
                  <a:lnTo>
                    <a:pt x="35052" y="12572"/>
                  </a:lnTo>
                  <a:lnTo>
                    <a:pt x="35052" y="20192"/>
                  </a:lnTo>
                  <a:lnTo>
                    <a:pt x="34909" y="28265"/>
                  </a:lnTo>
                  <a:lnTo>
                    <a:pt x="46386" y="66484"/>
                  </a:lnTo>
                  <a:lnTo>
                    <a:pt x="54864" y="81914"/>
                  </a:lnTo>
                  <a:lnTo>
                    <a:pt x="55626" y="84200"/>
                  </a:lnTo>
                  <a:lnTo>
                    <a:pt x="57150" y="86486"/>
                  </a:lnTo>
                  <a:lnTo>
                    <a:pt x="58674" y="8801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86" name="Google Shape;3186;p23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8058137" y="4379963"/>
              <a:ext cx="96085" cy="922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7" name="Google Shape;3187;p23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8174723" y="4317479"/>
              <a:ext cx="158128" cy="192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8" name="Google Shape;3188;p23"/>
            <p:cNvSpPr/>
            <p:nvPr/>
          </p:nvSpPr>
          <p:spPr>
            <a:xfrm>
              <a:off x="7776626" y="4407407"/>
              <a:ext cx="160655" cy="186690"/>
            </a:xfrm>
            <a:custGeom>
              <a:rect b="b" l="l" r="r" t="t"/>
              <a:pathLst>
                <a:path extrusionOk="0" h="186689" w="160654">
                  <a:moveTo>
                    <a:pt x="12537" y="0"/>
                  </a:moveTo>
                  <a:lnTo>
                    <a:pt x="4738" y="11799"/>
                  </a:lnTo>
                  <a:lnTo>
                    <a:pt x="1012" y="22383"/>
                  </a:lnTo>
                  <a:lnTo>
                    <a:pt x="0" y="33968"/>
                  </a:lnTo>
                  <a:lnTo>
                    <a:pt x="345" y="48768"/>
                  </a:lnTo>
                  <a:lnTo>
                    <a:pt x="5203" y="87344"/>
                  </a:lnTo>
                  <a:lnTo>
                    <a:pt x="18633" y="124205"/>
                  </a:lnTo>
                  <a:lnTo>
                    <a:pt x="44065" y="158019"/>
                  </a:lnTo>
                  <a:lnTo>
                    <a:pt x="80355" y="179831"/>
                  </a:lnTo>
                  <a:lnTo>
                    <a:pt x="120074" y="186308"/>
                  </a:lnTo>
                  <a:lnTo>
                    <a:pt x="140255" y="186261"/>
                  </a:lnTo>
                  <a:lnTo>
                    <a:pt x="160365" y="18592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9" name="Google Shape;3189;p23"/>
            <p:cNvSpPr/>
            <p:nvPr/>
          </p:nvSpPr>
          <p:spPr>
            <a:xfrm>
              <a:off x="7913369" y="4628387"/>
              <a:ext cx="336550" cy="26670"/>
            </a:xfrm>
            <a:custGeom>
              <a:rect b="b" l="l" r="r" t="t"/>
              <a:pathLst>
                <a:path extrusionOk="0" h="26670" w="336550">
                  <a:moveTo>
                    <a:pt x="0" y="26669"/>
                  </a:moveTo>
                  <a:lnTo>
                    <a:pt x="15311" y="24657"/>
                  </a:lnTo>
                  <a:lnTo>
                    <a:pt x="30480" y="23145"/>
                  </a:lnTo>
                  <a:lnTo>
                    <a:pt x="45648" y="22062"/>
                  </a:lnTo>
                  <a:lnTo>
                    <a:pt x="60960" y="21335"/>
                  </a:lnTo>
                  <a:lnTo>
                    <a:pt x="89535" y="18942"/>
                  </a:lnTo>
                  <a:lnTo>
                    <a:pt x="118109" y="16478"/>
                  </a:lnTo>
                  <a:lnTo>
                    <a:pt x="146684" y="14156"/>
                  </a:lnTo>
                  <a:lnTo>
                    <a:pt x="175260" y="12191"/>
                  </a:lnTo>
                  <a:lnTo>
                    <a:pt x="200406" y="10941"/>
                  </a:lnTo>
                  <a:lnTo>
                    <a:pt x="225552" y="9620"/>
                  </a:lnTo>
                  <a:lnTo>
                    <a:pt x="250698" y="8441"/>
                  </a:lnTo>
                  <a:lnTo>
                    <a:pt x="275844" y="7619"/>
                  </a:lnTo>
                  <a:lnTo>
                    <a:pt x="287976" y="7274"/>
                  </a:lnTo>
                  <a:lnTo>
                    <a:pt x="300323" y="7143"/>
                  </a:lnTo>
                  <a:lnTo>
                    <a:pt x="312812" y="6869"/>
                  </a:lnTo>
                  <a:lnTo>
                    <a:pt x="325374" y="6095"/>
                  </a:lnTo>
                  <a:lnTo>
                    <a:pt x="328422" y="6095"/>
                  </a:lnTo>
                  <a:lnTo>
                    <a:pt x="326898" y="5333"/>
                  </a:lnTo>
                  <a:lnTo>
                    <a:pt x="329946" y="3047"/>
                  </a:lnTo>
                  <a:lnTo>
                    <a:pt x="332232" y="2285"/>
                  </a:lnTo>
                  <a:lnTo>
                    <a:pt x="333756" y="761"/>
                  </a:lnTo>
                  <a:lnTo>
                    <a:pt x="336042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0" name="Google Shape;3190;p23"/>
            <p:cNvSpPr/>
            <p:nvPr/>
          </p:nvSpPr>
          <p:spPr>
            <a:xfrm>
              <a:off x="8002523" y="4629149"/>
              <a:ext cx="269240" cy="29209"/>
            </a:xfrm>
            <a:custGeom>
              <a:rect b="b" l="l" r="r" t="t"/>
              <a:pathLst>
                <a:path extrusionOk="0" h="29210" w="269240">
                  <a:moveTo>
                    <a:pt x="0" y="28956"/>
                  </a:moveTo>
                  <a:lnTo>
                    <a:pt x="14287" y="27110"/>
                  </a:lnTo>
                  <a:lnTo>
                    <a:pt x="28575" y="25050"/>
                  </a:lnTo>
                  <a:lnTo>
                    <a:pt x="42862" y="22848"/>
                  </a:lnTo>
                  <a:lnTo>
                    <a:pt x="57150" y="20574"/>
                  </a:lnTo>
                  <a:lnTo>
                    <a:pt x="79557" y="17621"/>
                  </a:lnTo>
                  <a:lnTo>
                    <a:pt x="124658" y="12001"/>
                  </a:lnTo>
                  <a:lnTo>
                    <a:pt x="165234" y="8322"/>
                  </a:lnTo>
                  <a:lnTo>
                    <a:pt x="219456" y="4571"/>
                  </a:lnTo>
                  <a:lnTo>
                    <a:pt x="225552" y="3809"/>
                  </a:lnTo>
                  <a:lnTo>
                    <a:pt x="231647" y="3809"/>
                  </a:lnTo>
                  <a:lnTo>
                    <a:pt x="237744" y="3809"/>
                  </a:lnTo>
                  <a:lnTo>
                    <a:pt x="245840" y="3214"/>
                  </a:lnTo>
                  <a:lnTo>
                    <a:pt x="253365" y="2476"/>
                  </a:lnTo>
                  <a:lnTo>
                    <a:pt x="260889" y="1452"/>
                  </a:lnTo>
                  <a:lnTo>
                    <a:pt x="26898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1" name="Google Shape;3191;p23"/>
          <p:cNvGrpSpPr/>
          <p:nvPr/>
        </p:nvGrpSpPr>
        <p:grpSpPr>
          <a:xfrm>
            <a:off x="8111413" y="4220086"/>
            <a:ext cx="887115" cy="546564"/>
            <a:chOff x="8587656" y="4130932"/>
            <a:chExt cx="687153" cy="426970"/>
          </a:xfrm>
        </p:grpSpPr>
        <p:sp>
          <p:nvSpPr>
            <p:cNvPr id="3192" name="Google Shape;3192;p23"/>
            <p:cNvSpPr/>
            <p:nvPr/>
          </p:nvSpPr>
          <p:spPr>
            <a:xfrm>
              <a:off x="8678417" y="4343018"/>
              <a:ext cx="41275" cy="81280"/>
            </a:xfrm>
            <a:custGeom>
              <a:rect b="b" l="l" r="r" t="t"/>
              <a:pathLst>
                <a:path extrusionOk="0" h="81279" w="41275">
                  <a:moveTo>
                    <a:pt x="0" y="5714"/>
                  </a:moveTo>
                  <a:lnTo>
                    <a:pt x="8882" y="2500"/>
                  </a:lnTo>
                  <a:lnTo>
                    <a:pt x="17335" y="0"/>
                  </a:lnTo>
                  <a:lnTo>
                    <a:pt x="25503" y="357"/>
                  </a:lnTo>
                  <a:lnTo>
                    <a:pt x="33528" y="5714"/>
                  </a:lnTo>
                  <a:lnTo>
                    <a:pt x="37814" y="12775"/>
                  </a:lnTo>
                  <a:lnTo>
                    <a:pt x="40386" y="21621"/>
                  </a:lnTo>
                  <a:lnTo>
                    <a:pt x="41243" y="30896"/>
                  </a:lnTo>
                  <a:lnTo>
                    <a:pt x="40386" y="39242"/>
                  </a:lnTo>
                  <a:lnTo>
                    <a:pt x="20574" y="75056"/>
                  </a:lnTo>
                  <a:lnTo>
                    <a:pt x="15240" y="78866"/>
                  </a:lnTo>
                  <a:lnTo>
                    <a:pt x="14478" y="79628"/>
                  </a:lnTo>
                  <a:lnTo>
                    <a:pt x="11430" y="81152"/>
                  </a:lnTo>
                  <a:lnTo>
                    <a:pt x="9144" y="76580"/>
                  </a:lnTo>
                  <a:lnTo>
                    <a:pt x="10668" y="73532"/>
                  </a:lnTo>
                  <a:lnTo>
                    <a:pt x="13716" y="6591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3" name="Google Shape;3193;p23"/>
            <p:cNvSpPr/>
            <p:nvPr/>
          </p:nvSpPr>
          <p:spPr>
            <a:xfrm>
              <a:off x="8726899" y="4332731"/>
              <a:ext cx="38100" cy="85090"/>
            </a:xfrm>
            <a:custGeom>
              <a:rect b="b" l="l" r="r" t="t"/>
              <a:pathLst>
                <a:path extrusionOk="0" h="85089" w="38100">
                  <a:moveTo>
                    <a:pt x="23907" y="0"/>
                  </a:moveTo>
                  <a:lnTo>
                    <a:pt x="2571" y="42672"/>
                  </a:lnTo>
                  <a:lnTo>
                    <a:pt x="0" y="59054"/>
                  </a:lnTo>
                  <a:lnTo>
                    <a:pt x="321" y="67746"/>
                  </a:lnTo>
                  <a:lnTo>
                    <a:pt x="2571" y="75438"/>
                  </a:lnTo>
                  <a:lnTo>
                    <a:pt x="7143" y="83820"/>
                  </a:lnTo>
                  <a:lnTo>
                    <a:pt x="16287" y="83820"/>
                  </a:lnTo>
                  <a:lnTo>
                    <a:pt x="23907" y="83820"/>
                  </a:lnTo>
                  <a:lnTo>
                    <a:pt x="31527" y="83820"/>
                  </a:lnTo>
                  <a:lnTo>
                    <a:pt x="33813" y="84582"/>
                  </a:lnTo>
                  <a:lnTo>
                    <a:pt x="37623" y="8153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4" name="Google Shape;3194;p23"/>
            <p:cNvSpPr/>
            <p:nvPr/>
          </p:nvSpPr>
          <p:spPr>
            <a:xfrm>
              <a:off x="8785859" y="4383785"/>
              <a:ext cx="5080" cy="62865"/>
            </a:xfrm>
            <a:custGeom>
              <a:rect b="b" l="l" r="r" t="t"/>
              <a:pathLst>
                <a:path extrusionOk="0" h="62864" w="5079">
                  <a:moveTo>
                    <a:pt x="4572" y="0"/>
                  </a:moveTo>
                  <a:lnTo>
                    <a:pt x="2250" y="9001"/>
                  </a:lnTo>
                  <a:lnTo>
                    <a:pt x="857" y="17145"/>
                  </a:lnTo>
                  <a:lnTo>
                    <a:pt x="178" y="25288"/>
                  </a:lnTo>
                  <a:lnTo>
                    <a:pt x="0" y="34290"/>
                  </a:lnTo>
                  <a:lnTo>
                    <a:pt x="321" y="41588"/>
                  </a:lnTo>
                  <a:lnTo>
                    <a:pt x="285" y="48672"/>
                  </a:lnTo>
                  <a:lnTo>
                    <a:pt x="107" y="55614"/>
                  </a:lnTo>
                  <a:lnTo>
                    <a:pt x="0" y="6248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5" name="Google Shape;3195;p23"/>
            <p:cNvSpPr/>
            <p:nvPr/>
          </p:nvSpPr>
          <p:spPr>
            <a:xfrm>
              <a:off x="8792717" y="4333493"/>
              <a:ext cx="5715" cy="19050"/>
            </a:xfrm>
            <a:custGeom>
              <a:rect b="b" l="l" r="r" t="t"/>
              <a:pathLst>
                <a:path extrusionOk="0" h="19050" w="5715">
                  <a:moveTo>
                    <a:pt x="761" y="19050"/>
                  </a:moveTo>
                  <a:lnTo>
                    <a:pt x="1523" y="7620"/>
                  </a:lnTo>
                  <a:lnTo>
                    <a:pt x="0" y="4571"/>
                  </a:lnTo>
                  <a:lnTo>
                    <a:pt x="5333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6" name="Google Shape;3196;p23"/>
            <p:cNvSpPr/>
            <p:nvPr/>
          </p:nvSpPr>
          <p:spPr>
            <a:xfrm>
              <a:off x="8765285" y="4213859"/>
              <a:ext cx="62865" cy="89535"/>
            </a:xfrm>
            <a:custGeom>
              <a:rect b="b" l="l" r="r" t="t"/>
              <a:pathLst>
                <a:path extrusionOk="0" h="89535" w="62865">
                  <a:moveTo>
                    <a:pt x="0" y="12953"/>
                  </a:moveTo>
                  <a:lnTo>
                    <a:pt x="44196" y="3047"/>
                  </a:lnTo>
                  <a:lnTo>
                    <a:pt x="57150" y="1523"/>
                  </a:lnTo>
                  <a:lnTo>
                    <a:pt x="62484" y="0"/>
                  </a:lnTo>
                  <a:lnTo>
                    <a:pt x="61722" y="0"/>
                  </a:lnTo>
                  <a:lnTo>
                    <a:pt x="60960" y="0"/>
                  </a:lnTo>
                  <a:lnTo>
                    <a:pt x="54102" y="761"/>
                  </a:lnTo>
                  <a:lnTo>
                    <a:pt x="48768" y="3047"/>
                  </a:lnTo>
                  <a:lnTo>
                    <a:pt x="43434" y="8381"/>
                  </a:lnTo>
                  <a:lnTo>
                    <a:pt x="37338" y="14477"/>
                  </a:lnTo>
                  <a:lnTo>
                    <a:pt x="38100" y="22097"/>
                  </a:lnTo>
                  <a:lnTo>
                    <a:pt x="37338" y="29717"/>
                  </a:lnTo>
                  <a:lnTo>
                    <a:pt x="37873" y="37802"/>
                  </a:lnTo>
                  <a:lnTo>
                    <a:pt x="50863" y="74961"/>
                  </a:lnTo>
                  <a:lnTo>
                    <a:pt x="54483" y="82165"/>
                  </a:lnTo>
                  <a:lnTo>
                    <a:pt x="58674" y="8915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97" name="Google Shape;3197;p23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8872714" y="4238993"/>
              <a:ext cx="287775" cy="192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8" name="Google Shape;3198;p23"/>
            <p:cNvSpPr/>
            <p:nvPr/>
          </p:nvSpPr>
          <p:spPr>
            <a:xfrm>
              <a:off x="8587656" y="4304537"/>
              <a:ext cx="156845" cy="187960"/>
            </a:xfrm>
            <a:custGeom>
              <a:rect b="b" l="l" r="r" t="t"/>
              <a:pathLst>
                <a:path extrusionOk="0" h="187960" w="156845">
                  <a:moveTo>
                    <a:pt x="19133" y="0"/>
                  </a:moveTo>
                  <a:lnTo>
                    <a:pt x="2631" y="41683"/>
                  </a:lnTo>
                  <a:lnTo>
                    <a:pt x="0" y="76295"/>
                  </a:lnTo>
                  <a:lnTo>
                    <a:pt x="369" y="94678"/>
                  </a:lnTo>
                  <a:lnTo>
                    <a:pt x="17097" y="146839"/>
                  </a:lnTo>
                  <a:lnTo>
                    <a:pt x="60281" y="180594"/>
                  </a:lnTo>
                  <a:lnTo>
                    <a:pt x="108001" y="187451"/>
                  </a:lnTo>
                  <a:lnTo>
                    <a:pt x="132183" y="185737"/>
                  </a:lnTo>
                  <a:lnTo>
                    <a:pt x="156293" y="18287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9" name="Google Shape;3199;p23"/>
            <p:cNvSpPr/>
            <p:nvPr/>
          </p:nvSpPr>
          <p:spPr>
            <a:xfrm>
              <a:off x="9124949" y="4130932"/>
              <a:ext cx="149860" cy="390525"/>
            </a:xfrm>
            <a:custGeom>
              <a:rect b="b" l="l" r="r" t="t"/>
              <a:pathLst>
                <a:path extrusionOk="0" h="390525" w="149859">
                  <a:moveTo>
                    <a:pt x="51053" y="8251"/>
                  </a:moveTo>
                  <a:lnTo>
                    <a:pt x="61579" y="5357"/>
                  </a:lnTo>
                  <a:lnTo>
                    <a:pt x="71818" y="3393"/>
                  </a:lnTo>
                  <a:lnTo>
                    <a:pt x="82343" y="2143"/>
                  </a:lnTo>
                  <a:lnTo>
                    <a:pt x="93725" y="1393"/>
                  </a:lnTo>
                  <a:lnTo>
                    <a:pt x="101977" y="738"/>
                  </a:lnTo>
                  <a:lnTo>
                    <a:pt x="110585" y="154"/>
                  </a:lnTo>
                  <a:lnTo>
                    <a:pt x="119336" y="0"/>
                  </a:lnTo>
                  <a:lnTo>
                    <a:pt x="128015" y="631"/>
                  </a:lnTo>
                  <a:lnTo>
                    <a:pt x="136397" y="1393"/>
                  </a:lnTo>
                  <a:lnTo>
                    <a:pt x="137921" y="11299"/>
                  </a:lnTo>
                  <a:lnTo>
                    <a:pt x="137921" y="18157"/>
                  </a:lnTo>
                  <a:lnTo>
                    <a:pt x="139481" y="48565"/>
                  </a:lnTo>
                  <a:lnTo>
                    <a:pt x="140112" y="79117"/>
                  </a:lnTo>
                  <a:lnTo>
                    <a:pt x="140600" y="109668"/>
                  </a:lnTo>
                  <a:lnTo>
                    <a:pt x="141731" y="140077"/>
                  </a:lnTo>
                  <a:lnTo>
                    <a:pt x="143220" y="163949"/>
                  </a:lnTo>
                  <a:lnTo>
                    <a:pt x="145065" y="187606"/>
                  </a:lnTo>
                  <a:lnTo>
                    <a:pt x="146768" y="211121"/>
                  </a:lnTo>
                  <a:lnTo>
                    <a:pt x="148387" y="253305"/>
                  </a:lnTo>
                  <a:lnTo>
                    <a:pt x="149351" y="309241"/>
                  </a:lnTo>
                  <a:lnTo>
                    <a:pt x="149054" y="322147"/>
                  </a:lnTo>
                  <a:lnTo>
                    <a:pt x="144017" y="360295"/>
                  </a:lnTo>
                  <a:lnTo>
                    <a:pt x="130301" y="390013"/>
                  </a:lnTo>
                  <a:lnTo>
                    <a:pt x="122431" y="389143"/>
                  </a:lnTo>
                  <a:lnTo>
                    <a:pt x="114776" y="387060"/>
                  </a:lnTo>
                  <a:lnTo>
                    <a:pt x="107263" y="384548"/>
                  </a:lnTo>
                  <a:lnTo>
                    <a:pt x="99821" y="382393"/>
                  </a:lnTo>
                  <a:lnTo>
                    <a:pt x="85534" y="380071"/>
                  </a:lnTo>
                  <a:lnTo>
                    <a:pt x="71246" y="378678"/>
                  </a:lnTo>
                  <a:lnTo>
                    <a:pt x="56959" y="377999"/>
                  </a:lnTo>
                  <a:lnTo>
                    <a:pt x="42671" y="377821"/>
                  </a:lnTo>
                  <a:lnTo>
                    <a:pt x="31825" y="377582"/>
                  </a:lnTo>
                  <a:lnTo>
                    <a:pt x="21050" y="377630"/>
                  </a:lnTo>
                  <a:lnTo>
                    <a:pt x="10417" y="377392"/>
                  </a:lnTo>
                  <a:lnTo>
                    <a:pt x="0" y="37629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0" name="Google Shape;3200;p23"/>
            <p:cNvSpPr/>
            <p:nvPr/>
          </p:nvSpPr>
          <p:spPr>
            <a:xfrm>
              <a:off x="8734043" y="4548377"/>
              <a:ext cx="174625" cy="9525"/>
            </a:xfrm>
            <a:custGeom>
              <a:rect b="b" l="l" r="r" t="t"/>
              <a:pathLst>
                <a:path extrusionOk="0" h="9525" w="174625">
                  <a:moveTo>
                    <a:pt x="0" y="3048"/>
                  </a:moveTo>
                  <a:lnTo>
                    <a:pt x="37933" y="7870"/>
                  </a:lnTo>
                  <a:lnTo>
                    <a:pt x="84200" y="9048"/>
                  </a:lnTo>
                  <a:lnTo>
                    <a:pt x="117348" y="9144"/>
                  </a:lnTo>
                  <a:lnTo>
                    <a:pt x="129230" y="8560"/>
                  </a:lnTo>
                  <a:lnTo>
                    <a:pt x="140970" y="7905"/>
                  </a:lnTo>
                  <a:lnTo>
                    <a:pt x="152709" y="7108"/>
                  </a:lnTo>
                  <a:lnTo>
                    <a:pt x="164592" y="6096"/>
                  </a:lnTo>
                  <a:lnTo>
                    <a:pt x="167640" y="6096"/>
                  </a:lnTo>
                  <a:lnTo>
                    <a:pt x="171450" y="6096"/>
                  </a:lnTo>
                  <a:lnTo>
                    <a:pt x="174498" y="5334"/>
                  </a:lnTo>
                  <a:lnTo>
                    <a:pt x="171450" y="3810"/>
                  </a:lnTo>
                  <a:lnTo>
                    <a:pt x="167640" y="1524"/>
                  </a:lnTo>
                  <a:lnTo>
                    <a:pt x="164592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1" name="Google Shape;3201;p23"/>
            <p:cNvSpPr/>
            <p:nvPr/>
          </p:nvSpPr>
          <p:spPr>
            <a:xfrm>
              <a:off x="8788145" y="4535423"/>
              <a:ext cx="257175" cy="14604"/>
            </a:xfrm>
            <a:custGeom>
              <a:rect b="b" l="l" r="r" t="t"/>
              <a:pathLst>
                <a:path extrusionOk="0" h="14604" w="257175">
                  <a:moveTo>
                    <a:pt x="0" y="14477"/>
                  </a:moveTo>
                  <a:lnTo>
                    <a:pt x="14859" y="13918"/>
                  </a:lnTo>
                  <a:lnTo>
                    <a:pt x="29718" y="13430"/>
                  </a:lnTo>
                  <a:lnTo>
                    <a:pt x="44577" y="13084"/>
                  </a:lnTo>
                  <a:lnTo>
                    <a:pt x="59436" y="12953"/>
                  </a:lnTo>
                  <a:lnTo>
                    <a:pt x="78307" y="12394"/>
                  </a:lnTo>
                  <a:lnTo>
                    <a:pt x="97250" y="11906"/>
                  </a:lnTo>
                  <a:lnTo>
                    <a:pt x="116335" y="11560"/>
                  </a:lnTo>
                  <a:lnTo>
                    <a:pt x="135636" y="11429"/>
                  </a:lnTo>
                  <a:lnTo>
                    <a:pt x="151649" y="11179"/>
                  </a:lnTo>
                  <a:lnTo>
                    <a:pt x="167735" y="10572"/>
                  </a:lnTo>
                  <a:lnTo>
                    <a:pt x="183963" y="9822"/>
                  </a:lnTo>
                  <a:lnTo>
                    <a:pt x="200406" y="9143"/>
                  </a:lnTo>
                  <a:lnTo>
                    <a:pt x="210693" y="8465"/>
                  </a:lnTo>
                  <a:lnTo>
                    <a:pt x="220980" y="7715"/>
                  </a:lnTo>
                  <a:lnTo>
                    <a:pt x="231267" y="7108"/>
                  </a:lnTo>
                  <a:lnTo>
                    <a:pt x="241554" y="6857"/>
                  </a:lnTo>
                  <a:lnTo>
                    <a:pt x="246888" y="6095"/>
                  </a:lnTo>
                  <a:lnTo>
                    <a:pt x="250697" y="6095"/>
                  </a:lnTo>
                  <a:lnTo>
                    <a:pt x="255270" y="6095"/>
                  </a:lnTo>
                  <a:lnTo>
                    <a:pt x="256032" y="6095"/>
                  </a:lnTo>
                  <a:lnTo>
                    <a:pt x="256794" y="6095"/>
                  </a:lnTo>
                  <a:lnTo>
                    <a:pt x="253746" y="3809"/>
                  </a:lnTo>
                  <a:lnTo>
                    <a:pt x="251460" y="2285"/>
                  </a:lnTo>
                  <a:lnTo>
                    <a:pt x="249174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2" name="Google Shape;3202;p23"/>
          <p:cNvGrpSpPr/>
          <p:nvPr/>
        </p:nvGrpSpPr>
        <p:grpSpPr>
          <a:xfrm>
            <a:off x="6004329" y="7005749"/>
            <a:ext cx="689635" cy="157077"/>
            <a:chOff x="6955523" y="6307061"/>
            <a:chExt cx="534187" cy="122707"/>
          </a:xfrm>
        </p:grpSpPr>
        <p:pic>
          <p:nvPicPr>
            <p:cNvPr id="3203" name="Google Shape;3203;p23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955523" y="6307061"/>
              <a:ext cx="154901" cy="1227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4" name="Google Shape;3204;p23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7132307" y="6310109"/>
              <a:ext cx="357403" cy="115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05" name="Google Shape;3205;p23"/>
          <p:cNvSpPr/>
          <p:nvPr/>
        </p:nvSpPr>
        <p:spPr>
          <a:xfrm>
            <a:off x="9130842" y="2373302"/>
            <a:ext cx="19660" cy="19506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2192" y="0"/>
                </a:lnTo>
                <a:lnTo>
                  <a:pt x="3810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80008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6" name="Google Shape;3206;p23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9122957" y="2500089"/>
            <a:ext cx="86603" cy="120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7" name="Google Shape;3207;p23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8840619" y="2472778"/>
            <a:ext cx="189897" cy="2146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8" name="Google Shape;3208;p23"/>
          <p:cNvGrpSpPr/>
          <p:nvPr/>
        </p:nvGrpSpPr>
        <p:grpSpPr>
          <a:xfrm>
            <a:off x="8695847" y="2962566"/>
            <a:ext cx="371377" cy="159028"/>
            <a:chOff x="9040355" y="3148571"/>
            <a:chExt cx="287666" cy="124231"/>
          </a:xfrm>
        </p:grpSpPr>
        <p:sp>
          <p:nvSpPr>
            <p:cNvPr id="3209" name="Google Shape;3209;p23"/>
            <p:cNvSpPr/>
            <p:nvPr/>
          </p:nvSpPr>
          <p:spPr>
            <a:xfrm>
              <a:off x="9078467" y="3195828"/>
              <a:ext cx="249554" cy="10795"/>
            </a:xfrm>
            <a:custGeom>
              <a:rect b="b" l="l" r="r" t="t"/>
              <a:pathLst>
                <a:path extrusionOk="0" h="10794" w="249554">
                  <a:moveTo>
                    <a:pt x="249174" y="4572"/>
                  </a:moveTo>
                  <a:lnTo>
                    <a:pt x="244602" y="3048"/>
                  </a:lnTo>
                  <a:lnTo>
                    <a:pt x="243078" y="1524"/>
                  </a:lnTo>
                  <a:lnTo>
                    <a:pt x="238506" y="1524"/>
                  </a:lnTo>
                  <a:lnTo>
                    <a:pt x="216562" y="333"/>
                  </a:lnTo>
                  <a:lnTo>
                    <a:pt x="194405" y="0"/>
                  </a:lnTo>
                  <a:lnTo>
                    <a:pt x="172390" y="238"/>
                  </a:lnTo>
                  <a:lnTo>
                    <a:pt x="150876" y="762"/>
                  </a:lnTo>
                  <a:lnTo>
                    <a:pt x="117288" y="1702"/>
                  </a:lnTo>
                  <a:lnTo>
                    <a:pt x="83915" y="3143"/>
                  </a:lnTo>
                  <a:lnTo>
                    <a:pt x="50684" y="4726"/>
                  </a:lnTo>
                  <a:lnTo>
                    <a:pt x="17526" y="6096"/>
                  </a:lnTo>
                  <a:lnTo>
                    <a:pt x="10668" y="6858"/>
                  </a:lnTo>
                  <a:lnTo>
                    <a:pt x="5334" y="7620"/>
                  </a:lnTo>
                  <a:lnTo>
                    <a:pt x="0" y="8382"/>
                  </a:lnTo>
                  <a:lnTo>
                    <a:pt x="4572" y="9144"/>
                  </a:lnTo>
                  <a:lnTo>
                    <a:pt x="12192" y="10668"/>
                  </a:lnTo>
                  <a:lnTo>
                    <a:pt x="17526" y="9144"/>
                  </a:lnTo>
                  <a:lnTo>
                    <a:pt x="21336" y="8382"/>
                  </a:lnTo>
                  <a:lnTo>
                    <a:pt x="24384" y="7620"/>
                  </a:lnTo>
                  <a:lnTo>
                    <a:pt x="28194" y="609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10" name="Google Shape;3210;p23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9040355" y="3148571"/>
              <a:ext cx="119659" cy="1242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1" name="Google Shape;3211;p23"/>
          <p:cNvGrpSpPr/>
          <p:nvPr/>
        </p:nvGrpSpPr>
        <p:grpSpPr>
          <a:xfrm>
            <a:off x="2776671" y="2954762"/>
            <a:ext cx="224842" cy="219976"/>
            <a:chOff x="4455401" y="3142475"/>
            <a:chExt cx="174161" cy="171843"/>
          </a:xfrm>
        </p:grpSpPr>
        <p:pic>
          <p:nvPicPr>
            <p:cNvPr id="3212" name="Google Shape;3212;p23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4455401" y="3142475"/>
              <a:ext cx="100609" cy="1448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3" name="Google Shape;3213;p23"/>
            <p:cNvSpPr/>
            <p:nvPr/>
          </p:nvSpPr>
          <p:spPr>
            <a:xfrm>
              <a:off x="4588287" y="3240023"/>
              <a:ext cx="41275" cy="74295"/>
            </a:xfrm>
            <a:custGeom>
              <a:rect b="b" l="l" r="r" t="t"/>
              <a:pathLst>
                <a:path extrusionOk="0" h="74295" w="41275">
                  <a:moveTo>
                    <a:pt x="3524" y="1524"/>
                  </a:moveTo>
                  <a:lnTo>
                    <a:pt x="2762" y="762"/>
                  </a:lnTo>
                  <a:lnTo>
                    <a:pt x="3524" y="1524"/>
                  </a:lnTo>
                  <a:lnTo>
                    <a:pt x="2000" y="762"/>
                  </a:lnTo>
                  <a:lnTo>
                    <a:pt x="1238" y="762"/>
                  </a:lnTo>
                  <a:lnTo>
                    <a:pt x="1238" y="0"/>
                  </a:lnTo>
                  <a:lnTo>
                    <a:pt x="1238" y="1524"/>
                  </a:lnTo>
                  <a:lnTo>
                    <a:pt x="1238" y="6858"/>
                  </a:lnTo>
                  <a:lnTo>
                    <a:pt x="1238" y="9906"/>
                  </a:lnTo>
                  <a:lnTo>
                    <a:pt x="726" y="22264"/>
                  </a:lnTo>
                  <a:lnTo>
                    <a:pt x="0" y="35623"/>
                  </a:lnTo>
                  <a:lnTo>
                    <a:pt x="273" y="48696"/>
                  </a:lnTo>
                  <a:lnTo>
                    <a:pt x="19978" y="73961"/>
                  </a:lnTo>
                  <a:lnTo>
                    <a:pt x="25812" y="72199"/>
                  </a:lnTo>
                  <a:lnTo>
                    <a:pt x="30789" y="68437"/>
                  </a:lnTo>
                  <a:lnTo>
                    <a:pt x="34766" y="63246"/>
                  </a:lnTo>
                  <a:lnTo>
                    <a:pt x="38576" y="56388"/>
                  </a:lnTo>
                  <a:lnTo>
                    <a:pt x="39338" y="53340"/>
                  </a:lnTo>
                  <a:lnTo>
                    <a:pt x="40862" y="4800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4" name="Google Shape;3214;p23"/>
            <p:cNvSpPr/>
            <p:nvPr/>
          </p:nvSpPr>
          <p:spPr>
            <a:xfrm>
              <a:off x="4595622" y="3175253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5" name="Google Shape;3215;p23"/>
          <p:cNvGrpSpPr/>
          <p:nvPr/>
        </p:nvGrpSpPr>
        <p:grpSpPr>
          <a:xfrm>
            <a:off x="3229209" y="2994527"/>
            <a:ext cx="114278" cy="80717"/>
            <a:chOff x="4805934" y="3173539"/>
            <a:chExt cx="88519" cy="63055"/>
          </a:xfrm>
        </p:grpSpPr>
        <p:sp>
          <p:nvSpPr>
            <p:cNvPr id="3216" name="Google Shape;3216;p23"/>
            <p:cNvSpPr/>
            <p:nvPr/>
          </p:nvSpPr>
          <p:spPr>
            <a:xfrm>
              <a:off x="4805934" y="3173539"/>
              <a:ext cx="48895" cy="2540"/>
            </a:xfrm>
            <a:custGeom>
              <a:rect b="b" l="l" r="r" t="t"/>
              <a:pathLst>
                <a:path extrusionOk="0" h="2539" w="48895">
                  <a:moveTo>
                    <a:pt x="0" y="952"/>
                  </a:moveTo>
                  <a:lnTo>
                    <a:pt x="11799" y="547"/>
                  </a:lnTo>
                  <a:lnTo>
                    <a:pt x="25241" y="0"/>
                  </a:lnTo>
                  <a:lnTo>
                    <a:pt x="38254" y="309"/>
                  </a:lnTo>
                  <a:lnTo>
                    <a:pt x="48768" y="247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7" name="Google Shape;3217;p23"/>
            <p:cNvSpPr/>
            <p:nvPr/>
          </p:nvSpPr>
          <p:spPr>
            <a:xfrm>
              <a:off x="4822698" y="3223259"/>
              <a:ext cx="71755" cy="13335"/>
            </a:xfrm>
            <a:custGeom>
              <a:rect b="b" l="l" r="r" t="t"/>
              <a:pathLst>
                <a:path extrusionOk="0" h="13335" w="71754">
                  <a:moveTo>
                    <a:pt x="0" y="12191"/>
                  </a:moveTo>
                  <a:lnTo>
                    <a:pt x="11525" y="13025"/>
                  </a:lnTo>
                  <a:lnTo>
                    <a:pt x="22479" y="13144"/>
                  </a:lnTo>
                  <a:lnTo>
                    <a:pt x="33432" y="12406"/>
                  </a:lnTo>
                  <a:lnTo>
                    <a:pt x="44958" y="10667"/>
                  </a:lnTo>
                  <a:lnTo>
                    <a:pt x="52018" y="8786"/>
                  </a:lnTo>
                  <a:lnTo>
                    <a:pt x="58578" y="6476"/>
                  </a:lnTo>
                  <a:lnTo>
                    <a:pt x="64996" y="3595"/>
                  </a:lnTo>
                  <a:lnTo>
                    <a:pt x="71628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8" name="Google Shape;3218;p23"/>
          <p:cNvGrpSpPr/>
          <p:nvPr/>
        </p:nvGrpSpPr>
        <p:grpSpPr>
          <a:xfrm>
            <a:off x="4007334" y="6119077"/>
            <a:ext cx="856855" cy="374259"/>
            <a:chOff x="5408664" y="5614403"/>
            <a:chExt cx="663714" cy="292367"/>
          </a:xfrm>
        </p:grpSpPr>
        <p:sp>
          <p:nvSpPr>
            <p:cNvPr id="3219" name="Google Shape;3219;p23"/>
            <p:cNvSpPr/>
            <p:nvPr/>
          </p:nvSpPr>
          <p:spPr>
            <a:xfrm>
              <a:off x="5408664" y="5700236"/>
              <a:ext cx="97790" cy="118110"/>
            </a:xfrm>
            <a:custGeom>
              <a:rect b="b" l="l" r="r" t="t"/>
              <a:pathLst>
                <a:path extrusionOk="0" h="118110" w="97789">
                  <a:moveTo>
                    <a:pt x="17537" y="14001"/>
                  </a:moveTo>
                  <a:lnTo>
                    <a:pt x="19133" y="607"/>
                  </a:lnTo>
                  <a:lnTo>
                    <a:pt x="19442" y="0"/>
                  </a:lnTo>
                  <a:lnTo>
                    <a:pt x="18609" y="4679"/>
                  </a:lnTo>
                  <a:lnTo>
                    <a:pt x="16775" y="7143"/>
                  </a:lnTo>
                  <a:lnTo>
                    <a:pt x="14132" y="14716"/>
                  </a:lnTo>
                  <a:lnTo>
                    <a:pt x="12775" y="22574"/>
                  </a:lnTo>
                  <a:lnTo>
                    <a:pt x="12275" y="30718"/>
                  </a:lnTo>
                  <a:lnTo>
                    <a:pt x="12203" y="39147"/>
                  </a:lnTo>
                  <a:lnTo>
                    <a:pt x="11930" y="54316"/>
                  </a:lnTo>
                  <a:lnTo>
                    <a:pt x="22109" y="97821"/>
                  </a:lnTo>
                  <a:lnTo>
                    <a:pt x="49006" y="117859"/>
                  </a:lnTo>
                  <a:lnTo>
                    <a:pt x="60971" y="117633"/>
                  </a:lnTo>
                  <a:lnTo>
                    <a:pt x="96023" y="84105"/>
                  </a:lnTo>
                  <a:lnTo>
                    <a:pt x="97750" y="70211"/>
                  </a:lnTo>
                  <a:lnTo>
                    <a:pt x="94404" y="58102"/>
                  </a:lnTo>
                  <a:lnTo>
                    <a:pt x="63222" y="29848"/>
                  </a:lnTo>
                  <a:lnTo>
                    <a:pt x="19823" y="20097"/>
                  </a:lnTo>
                  <a:lnTo>
                    <a:pt x="14263" y="20383"/>
                  </a:lnTo>
                  <a:lnTo>
                    <a:pt x="6203" y="21812"/>
                  </a:lnTo>
                  <a:lnTo>
                    <a:pt x="0" y="25241"/>
                  </a:lnTo>
                  <a:lnTo>
                    <a:pt x="11" y="31527"/>
                  </a:lnTo>
                  <a:lnTo>
                    <a:pt x="6107" y="36861"/>
                  </a:lnTo>
                  <a:lnTo>
                    <a:pt x="8393" y="39147"/>
                  </a:lnTo>
                  <a:lnTo>
                    <a:pt x="14489" y="3990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0" name="Google Shape;3220;p23"/>
            <p:cNvSpPr/>
            <p:nvPr/>
          </p:nvSpPr>
          <p:spPr>
            <a:xfrm>
              <a:off x="5515356" y="5697474"/>
              <a:ext cx="102870" cy="102870"/>
            </a:xfrm>
            <a:custGeom>
              <a:rect b="b" l="l" r="r" t="t"/>
              <a:pathLst>
                <a:path extrusionOk="0" h="102870" w="102870">
                  <a:moveTo>
                    <a:pt x="0" y="41148"/>
                  </a:moveTo>
                  <a:lnTo>
                    <a:pt x="10572" y="36433"/>
                  </a:lnTo>
                  <a:lnTo>
                    <a:pt x="19431" y="34290"/>
                  </a:lnTo>
                  <a:lnTo>
                    <a:pt x="28289" y="35575"/>
                  </a:lnTo>
                  <a:lnTo>
                    <a:pt x="57935" y="66651"/>
                  </a:lnTo>
                  <a:lnTo>
                    <a:pt x="60960" y="85344"/>
                  </a:lnTo>
                  <a:lnTo>
                    <a:pt x="60960" y="96012"/>
                  </a:lnTo>
                  <a:lnTo>
                    <a:pt x="51816" y="99060"/>
                  </a:lnTo>
                  <a:lnTo>
                    <a:pt x="41910" y="102870"/>
                  </a:lnTo>
                  <a:lnTo>
                    <a:pt x="38862" y="94488"/>
                  </a:lnTo>
                  <a:lnTo>
                    <a:pt x="38100" y="86868"/>
                  </a:lnTo>
                  <a:lnTo>
                    <a:pt x="37516" y="74890"/>
                  </a:lnTo>
                  <a:lnTo>
                    <a:pt x="38004" y="63055"/>
                  </a:lnTo>
                  <a:lnTo>
                    <a:pt x="49529" y="24098"/>
                  </a:lnTo>
                  <a:lnTo>
                    <a:pt x="61722" y="10668"/>
                  </a:lnTo>
                  <a:lnTo>
                    <a:pt x="64007" y="8382"/>
                  </a:lnTo>
                  <a:lnTo>
                    <a:pt x="77723" y="0"/>
                  </a:lnTo>
                  <a:lnTo>
                    <a:pt x="81533" y="4572"/>
                  </a:lnTo>
                  <a:lnTo>
                    <a:pt x="86105" y="9906"/>
                  </a:lnTo>
                  <a:lnTo>
                    <a:pt x="84582" y="17526"/>
                  </a:lnTo>
                  <a:lnTo>
                    <a:pt x="85344" y="23622"/>
                  </a:lnTo>
                  <a:lnTo>
                    <a:pt x="86367" y="32754"/>
                  </a:lnTo>
                  <a:lnTo>
                    <a:pt x="87249" y="41814"/>
                  </a:lnTo>
                  <a:lnTo>
                    <a:pt x="88130" y="50732"/>
                  </a:lnTo>
                  <a:lnTo>
                    <a:pt x="89154" y="59436"/>
                  </a:lnTo>
                  <a:lnTo>
                    <a:pt x="90773" y="66984"/>
                  </a:lnTo>
                  <a:lnTo>
                    <a:pt x="92392" y="74676"/>
                  </a:lnTo>
                  <a:lnTo>
                    <a:pt x="94297" y="82367"/>
                  </a:lnTo>
                  <a:lnTo>
                    <a:pt x="96774" y="89916"/>
                  </a:lnTo>
                  <a:lnTo>
                    <a:pt x="99060" y="96774"/>
                  </a:lnTo>
                  <a:lnTo>
                    <a:pt x="102870" y="9372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1" name="Google Shape;3221;p23"/>
            <p:cNvSpPr/>
            <p:nvPr/>
          </p:nvSpPr>
          <p:spPr>
            <a:xfrm>
              <a:off x="5570982" y="5644134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7"/>
                  </a:moveTo>
                  <a:lnTo>
                    <a:pt x="0" y="11429"/>
                  </a:lnTo>
                  <a:lnTo>
                    <a:pt x="3047" y="15239"/>
                  </a:lnTo>
                  <a:lnTo>
                    <a:pt x="12191" y="15239"/>
                  </a:lnTo>
                  <a:lnTo>
                    <a:pt x="15239" y="11429"/>
                  </a:lnTo>
                  <a:lnTo>
                    <a:pt x="15239" y="7619"/>
                  </a:lnTo>
                  <a:lnTo>
                    <a:pt x="15239" y="3047"/>
                  </a:lnTo>
                  <a:lnTo>
                    <a:pt x="12191" y="0"/>
                  </a:lnTo>
                  <a:lnTo>
                    <a:pt x="3047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2" name="Google Shape;3222;p23"/>
            <p:cNvSpPr/>
            <p:nvPr/>
          </p:nvSpPr>
          <p:spPr>
            <a:xfrm>
              <a:off x="5639562" y="5668518"/>
              <a:ext cx="69850" cy="179070"/>
            </a:xfrm>
            <a:custGeom>
              <a:rect b="b" l="l" r="r" t="t"/>
              <a:pathLst>
                <a:path extrusionOk="0" h="179070" w="69850">
                  <a:moveTo>
                    <a:pt x="57912" y="76200"/>
                  </a:moveTo>
                  <a:lnTo>
                    <a:pt x="58162" y="63305"/>
                  </a:lnTo>
                  <a:lnTo>
                    <a:pt x="58769" y="50768"/>
                  </a:lnTo>
                  <a:lnTo>
                    <a:pt x="59519" y="38373"/>
                  </a:lnTo>
                  <a:lnTo>
                    <a:pt x="60198" y="25908"/>
                  </a:lnTo>
                  <a:lnTo>
                    <a:pt x="60388" y="18645"/>
                  </a:lnTo>
                  <a:lnTo>
                    <a:pt x="60007" y="10667"/>
                  </a:lnTo>
                  <a:lnTo>
                    <a:pt x="57626" y="3833"/>
                  </a:lnTo>
                  <a:lnTo>
                    <a:pt x="51816" y="0"/>
                  </a:lnTo>
                  <a:lnTo>
                    <a:pt x="41207" y="1964"/>
                  </a:lnTo>
                  <a:lnTo>
                    <a:pt x="10715" y="42326"/>
                  </a:lnTo>
                  <a:lnTo>
                    <a:pt x="0" y="82296"/>
                  </a:lnTo>
                  <a:lnTo>
                    <a:pt x="1166" y="90011"/>
                  </a:lnTo>
                  <a:lnTo>
                    <a:pt x="5334" y="94297"/>
                  </a:lnTo>
                  <a:lnTo>
                    <a:pt x="11787" y="96012"/>
                  </a:lnTo>
                  <a:lnTo>
                    <a:pt x="19812" y="96012"/>
                  </a:lnTo>
                  <a:lnTo>
                    <a:pt x="53340" y="68580"/>
                  </a:lnTo>
                  <a:lnTo>
                    <a:pt x="55626" y="53340"/>
                  </a:lnTo>
                  <a:lnTo>
                    <a:pt x="55626" y="52578"/>
                  </a:lnTo>
                  <a:lnTo>
                    <a:pt x="56018" y="66282"/>
                  </a:lnTo>
                  <a:lnTo>
                    <a:pt x="57054" y="79914"/>
                  </a:lnTo>
                  <a:lnTo>
                    <a:pt x="58519" y="93404"/>
                  </a:lnTo>
                  <a:lnTo>
                    <a:pt x="60198" y="106680"/>
                  </a:lnTo>
                  <a:lnTo>
                    <a:pt x="62007" y="119824"/>
                  </a:lnTo>
                  <a:lnTo>
                    <a:pt x="63817" y="132969"/>
                  </a:lnTo>
                  <a:lnTo>
                    <a:pt x="65341" y="146113"/>
                  </a:lnTo>
                  <a:lnTo>
                    <a:pt x="66294" y="159258"/>
                  </a:lnTo>
                  <a:lnTo>
                    <a:pt x="67056" y="168402"/>
                  </a:lnTo>
                  <a:lnTo>
                    <a:pt x="69342" y="176784"/>
                  </a:lnTo>
                  <a:lnTo>
                    <a:pt x="58674" y="178308"/>
                  </a:lnTo>
                  <a:lnTo>
                    <a:pt x="49506" y="178879"/>
                  </a:lnTo>
                  <a:lnTo>
                    <a:pt x="41338" y="177165"/>
                  </a:lnTo>
                  <a:lnTo>
                    <a:pt x="16383" y="148113"/>
                  </a:lnTo>
                  <a:lnTo>
                    <a:pt x="14144" y="137410"/>
                  </a:lnTo>
                  <a:lnTo>
                    <a:pt x="14478" y="126492"/>
                  </a:lnTo>
                  <a:lnTo>
                    <a:pt x="15240" y="122682"/>
                  </a:lnTo>
                  <a:lnTo>
                    <a:pt x="16764" y="118872"/>
                  </a:lnTo>
                  <a:lnTo>
                    <a:pt x="17526" y="11506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3" name="Google Shape;3223;p23"/>
            <p:cNvSpPr/>
            <p:nvPr/>
          </p:nvSpPr>
          <p:spPr>
            <a:xfrm>
              <a:off x="5759958" y="5704332"/>
              <a:ext cx="3810" cy="70485"/>
            </a:xfrm>
            <a:custGeom>
              <a:rect b="b" l="l" r="r" t="t"/>
              <a:pathLst>
                <a:path extrusionOk="0" h="70485" w="3810">
                  <a:moveTo>
                    <a:pt x="0" y="0"/>
                  </a:moveTo>
                  <a:lnTo>
                    <a:pt x="3810" y="38862"/>
                  </a:lnTo>
                  <a:lnTo>
                    <a:pt x="3810" y="62114"/>
                  </a:lnTo>
                  <a:lnTo>
                    <a:pt x="3810" y="7010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4" name="Google Shape;3224;p23"/>
            <p:cNvSpPr/>
            <p:nvPr/>
          </p:nvSpPr>
          <p:spPr>
            <a:xfrm>
              <a:off x="5729478" y="5636514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09"/>
                  </a:moveTo>
                  <a:lnTo>
                    <a:pt x="0" y="12191"/>
                  </a:lnTo>
                  <a:lnTo>
                    <a:pt x="3047" y="15239"/>
                  </a:lnTo>
                  <a:lnTo>
                    <a:pt x="11429" y="15239"/>
                  </a:lnTo>
                  <a:lnTo>
                    <a:pt x="15239" y="12191"/>
                  </a:lnTo>
                  <a:lnTo>
                    <a:pt x="15239" y="7619"/>
                  </a:lnTo>
                  <a:lnTo>
                    <a:pt x="15239" y="3809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25" name="Google Shape;3225;p23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798045" y="5614403"/>
              <a:ext cx="222529" cy="171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6" name="Google Shape;3226;p23"/>
            <p:cNvSpPr/>
            <p:nvPr/>
          </p:nvSpPr>
          <p:spPr>
            <a:xfrm>
              <a:off x="5527548" y="5806440"/>
              <a:ext cx="544830" cy="100330"/>
            </a:xfrm>
            <a:custGeom>
              <a:rect b="b" l="l" r="r" t="t"/>
              <a:pathLst>
                <a:path extrusionOk="0" h="100329" w="544829">
                  <a:moveTo>
                    <a:pt x="0" y="99822"/>
                  </a:moveTo>
                  <a:lnTo>
                    <a:pt x="22859" y="96142"/>
                  </a:lnTo>
                  <a:lnTo>
                    <a:pt x="45719" y="92106"/>
                  </a:lnTo>
                  <a:lnTo>
                    <a:pt x="68580" y="87927"/>
                  </a:lnTo>
                  <a:lnTo>
                    <a:pt x="91440" y="83820"/>
                  </a:lnTo>
                  <a:lnTo>
                    <a:pt x="131004" y="76664"/>
                  </a:lnTo>
                  <a:lnTo>
                    <a:pt x="170783" y="70008"/>
                  </a:lnTo>
                  <a:lnTo>
                    <a:pt x="210704" y="63781"/>
                  </a:lnTo>
                  <a:lnTo>
                    <a:pt x="250697" y="57912"/>
                  </a:lnTo>
                  <a:lnTo>
                    <a:pt x="290703" y="51899"/>
                  </a:lnTo>
                  <a:lnTo>
                    <a:pt x="330708" y="46386"/>
                  </a:lnTo>
                  <a:lnTo>
                    <a:pt x="370713" y="41302"/>
                  </a:lnTo>
                  <a:lnTo>
                    <a:pt x="410718" y="36576"/>
                  </a:lnTo>
                  <a:lnTo>
                    <a:pt x="462534" y="31051"/>
                  </a:lnTo>
                  <a:lnTo>
                    <a:pt x="488513" y="28003"/>
                  </a:lnTo>
                  <a:lnTo>
                    <a:pt x="514350" y="24384"/>
                  </a:lnTo>
                  <a:lnTo>
                    <a:pt x="521446" y="23407"/>
                  </a:lnTo>
                  <a:lnTo>
                    <a:pt x="529399" y="22288"/>
                  </a:lnTo>
                  <a:lnTo>
                    <a:pt x="537067" y="20312"/>
                  </a:lnTo>
                  <a:lnTo>
                    <a:pt x="543306" y="16764"/>
                  </a:lnTo>
                  <a:lnTo>
                    <a:pt x="544830" y="16002"/>
                  </a:lnTo>
                  <a:lnTo>
                    <a:pt x="541782" y="7620"/>
                  </a:lnTo>
                  <a:lnTo>
                    <a:pt x="541782" y="6858"/>
                  </a:lnTo>
                  <a:lnTo>
                    <a:pt x="541782" y="4572"/>
                  </a:lnTo>
                  <a:lnTo>
                    <a:pt x="541782" y="2286"/>
                  </a:lnTo>
                  <a:lnTo>
                    <a:pt x="541782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7" name="Google Shape;3227;p23"/>
          <p:cNvSpPr/>
          <p:nvPr/>
        </p:nvSpPr>
        <p:spPr>
          <a:xfrm>
            <a:off x="4942997" y="6221271"/>
            <a:ext cx="2461" cy="18693"/>
          </a:xfrm>
          <a:custGeom>
            <a:rect b="b" l="l" r="r" t="t"/>
            <a:pathLst>
              <a:path extrusionOk="0" h="14604" w="1904">
                <a:moveTo>
                  <a:pt x="1524" y="0"/>
                </a:moveTo>
                <a:lnTo>
                  <a:pt x="1524" y="5334"/>
                </a:lnTo>
                <a:lnTo>
                  <a:pt x="762" y="9906"/>
                </a:lnTo>
                <a:lnTo>
                  <a:pt x="0" y="14478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8" name="Google Shape;3228;p23"/>
          <p:cNvSpPr/>
          <p:nvPr/>
        </p:nvSpPr>
        <p:spPr>
          <a:xfrm>
            <a:off x="4954802" y="6334416"/>
            <a:ext cx="19658" cy="19506"/>
          </a:xfrm>
          <a:custGeom>
            <a:rect b="b" l="l" r="r" t="t"/>
            <a:pathLst>
              <a:path extrusionOk="0" h="15239" w="15239">
                <a:moveTo>
                  <a:pt x="0" y="3809"/>
                </a:moveTo>
                <a:lnTo>
                  <a:pt x="0" y="12191"/>
                </a:lnTo>
                <a:lnTo>
                  <a:pt x="3809" y="15239"/>
                </a:lnTo>
                <a:lnTo>
                  <a:pt x="12191" y="15239"/>
                </a:lnTo>
                <a:lnTo>
                  <a:pt x="15239" y="12191"/>
                </a:lnTo>
                <a:lnTo>
                  <a:pt x="15239" y="7619"/>
                </a:lnTo>
                <a:lnTo>
                  <a:pt x="15239" y="3809"/>
                </a:lnTo>
                <a:lnTo>
                  <a:pt x="12191" y="0"/>
                </a:lnTo>
                <a:lnTo>
                  <a:pt x="3809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9" name="Google Shape;3229;p23"/>
          <p:cNvGrpSpPr/>
          <p:nvPr/>
        </p:nvGrpSpPr>
        <p:grpSpPr>
          <a:xfrm>
            <a:off x="5554774" y="6154193"/>
            <a:ext cx="320717" cy="151346"/>
            <a:chOff x="6607301" y="5641835"/>
            <a:chExt cx="248425" cy="118230"/>
          </a:xfrm>
        </p:grpSpPr>
        <p:sp>
          <p:nvSpPr>
            <p:cNvPr id="3230" name="Google Shape;3230;p23"/>
            <p:cNvSpPr/>
            <p:nvPr/>
          </p:nvSpPr>
          <p:spPr>
            <a:xfrm>
              <a:off x="6607301" y="5650992"/>
              <a:ext cx="17145" cy="104775"/>
            </a:xfrm>
            <a:custGeom>
              <a:rect b="b" l="l" r="r" t="t"/>
              <a:pathLst>
                <a:path extrusionOk="0" h="104775" w="17145">
                  <a:moveTo>
                    <a:pt x="0" y="0"/>
                  </a:moveTo>
                  <a:lnTo>
                    <a:pt x="11358" y="42969"/>
                  </a:lnTo>
                  <a:lnTo>
                    <a:pt x="13239" y="80295"/>
                  </a:lnTo>
                  <a:lnTo>
                    <a:pt x="13704" y="91451"/>
                  </a:lnTo>
                  <a:lnTo>
                    <a:pt x="15240" y="102107"/>
                  </a:lnTo>
                  <a:lnTo>
                    <a:pt x="16002" y="102870"/>
                  </a:lnTo>
                  <a:lnTo>
                    <a:pt x="16002" y="103632"/>
                  </a:lnTo>
                  <a:lnTo>
                    <a:pt x="16764" y="10439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31" name="Google Shape;3231;p23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6660379" y="5641835"/>
              <a:ext cx="76475" cy="1182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2" name="Google Shape;3232;p23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6774453" y="5650324"/>
              <a:ext cx="81273" cy="984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3" name="Google Shape;3233;p23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5938540" y="6126640"/>
            <a:ext cx="142677" cy="132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4" name="Google Shape;3234;p23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6167955" y="6097835"/>
            <a:ext cx="124769" cy="1263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5" name="Google Shape;3235;p23"/>
          <p:cNvGrpSpPr/>
          <p:nvPr/>
        </p:nvGrpSpPr>
        <p:grpSpPr>
          <a:xfrm>
            <a:off x="4199162" y="6717995"/>
            <a:ext cx="424337" cy="250865"/>
            <a:chOff x="5557253" y="6082271"/>
            <a:chExt cx="328689" cy="195973"/>
          </a:xfrm>
        </p:grpSpPr>
        <p:pic>
          <p:nvPicPr>
            <p:cNvPr id="3236" name="Google Shape;3236;p23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5557253" y="6082271"/>
              <a:ext cx="317779" cy="138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7" name="Google Shape;3237;p23"/>
            <p:cNvSpPr/>
            <p:nvPr/>
          </p:nvSpPr>
          <p:spPr>
            <a:xfrm>
              <a:off x="5624322" y="6252210"/>
              <a:ext cx="261620" cy="26034"/>
            </a:xfrm>
            <a:custGeom>
              <a:rect b="b" l="l" r="r" t="t"/>
              <a:pathLst>
                <a:path extrusionOk="0" h="26035" w="261620">
                  <a:moveTo>
                    <a:pt x="0" y="16764"/>
                  </a:moveTo>
                  <a:lnTo>
                    <a:pt x="19454" y="22776"/>
                  </a:lnTo>
                  <a:lnTo>
                    <a:pt x="38481" y="25431"/>
                  </a:lnTo>
                  <a:lnTo>
                    <a:pt x="58078" y="25657"/>
                  </a:lnTo>
                  <a:lnTo>
                    <a:pt x="79248" y="24384"/>
                  </a:lnTo>
                  <a:lnTo>
                    <a:pt x="103703" y="22050"/>
                  </a:lnTo>
                  <a:lnTo>
                    <a:pt x="128016" y="18859"/>
                  </a:lnTo>
                  <a:lnTo>
                    <a:pt x="152328" y="15382"/>
                  </a:lnTo>
                  <a:lnTo>
                    <a:pt x="176784" y="12192"/>
                  </a:lnTo>
                  <a:lnTo>
                    <a:pt x="225432" y="7048"/>
                  </a:lnTo>
                  <a:lnTo>
                    <a:pt x="251460" y="6096"/>
                  </a:lnTo>
                  <a:lnTo>
                    <a:pt x="255270" y="7620"/>
                  </a:lnTo>
                  <a:lnTo>
                    <a:pt x="261365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8" name="Google Shape;3238;p23"/>
          <p:cNvSpPr/>
          <p:nvPr/>
        </p:nvSpPr>
        <p:spPr>
          <a:xfrm>
            <a:off x="4757067" y="6712873"/>
            <a:ext cx="8192" cy="34138"/>
          </a:xfrm>
          <a:custGeom>
            <a:rect b="b" l="l" r="r" t="t"/>
            <a:pathLst>
              <a:path extrusionOk="0" h="26670" w="6350">
                <a:moveTo>
                  <a:pt x="6096" y="0"/>
                </a:moveTo>
                <a:lnTo>
                  <a:pt x="2893" y="7810"/>
                </a:lnTo>
                <a:lnTo>
                  <a:pt x="1047" y="13335"/>
                </a:lnTo>
                <a:lnTo>
                  <a:pt x="202" y="18859"/>
                </a:lnTo>
                <a:lnTo>
                  <a:pt x="0" y="2667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9" name="Google Shape;3239;p23"/>
          <p:cNvSpPr/>
          <p:nvPr/>
        </p:nvSpPr>
        <p:spPr>
          <a:xfrm>
            <a:off x="4792482" y="6871863"/>
            <a:ext cx="2461" cy="4877"/>
          </a:xfrm>
          <a:custGeom>
            <a:rect b="b" l="l" r="r" t="t"/>
            <a:pathLst>
              <a:path extrusionOk="0" h="3810" w="1904">
                <a:moveTo>
                  <a:pt x="0" y="3809"/>
                </a:moveTo>
                <a:lnTo>
                  <a:pt x="761" y="3047"/>
                </a:lnTo>
                <a:lnTo>
                  <a:pt x="1523" y="1523"/>
                </a:lnTo>
                <a:lnTo>
                  <a:pt x="1523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0" name="Google Shape;3240;p23"/>
          <p:cNvGrpSpPr/>
          <p:nvPr/>
        </p:nvGrpSpPr>
        <p:grpSpPr>
          <a:xfrm>
            <a:off x="5631261" y="6549260"/>
            <a:ext cx="782895" cy="441385"/>
            <a:chOff x="6666547" y="5950457"/>
            <a:chExt cx="606425" cy="344805"/>
          </a:xfrm>
        </p:grpSpPr>
        <p:sp>
          <p:nvSpPr>
            <p:cNvPr id="3241" name="Google Shape;3241;p23"/>
            <p:cNvSpPr/>
            <p:nvPr/>
          </p:nvSpPr>
          <p:spPr>
            <a:xfrm>
              <a:off x="6666547" y="5950457"/>
              <a:ext cx="606425" cy="344805"/>
            </a:xfrm>
            <a:custGeom>
              <a:rect b="b" l="l" r="r" t="t"/>
              <a:pathLst>
                <a:path extrusionOk="0" h="344804" w="606425">
                  <a:moveTo>
                    <a:pt x="23812" y="320040"/>
                  </a:moveTo>
                  <a:lnTo>
                    <a:pt x="17776" y="275463"/>
                  </a:lnTo>
                  <a:lnTo>
                    <a:pt x="16859" y="260604"/>
                  </a:lnTo>
                  <a:lnTo>
                    <a:pt x="12703" y="212598"/>
                  </a:lnTo>
                  <a:lnTo>
                    <a:pt x="7917" y="176022"/>
                  </a:lnTo>
                  <a:lnTo>
                    <a:pt x="5524" y="157734"/>
                  </a:lnTo>
                  <a:lnTo>
                    <a:pt x="3952" y="142875"/>
                  </a:lnTo>
                  <a:lnTo>
                    <a:pt x="2666" y="128016"/>
                  </a:lnTo>
                  <a:lnTo>
                    <a:pt x="1666" y="113157"/>
                  </a:lnTo>
                  <a:lnTo>
                    <a:pt x="952" y="98298"/>
                  </a:lnTo>
                  <a:lnTo>
                    <a:pt x="547" y="92642"/>
                  </a:lnTo>
                  <a:lnTo>
                    <a:pt x="0" y="85058"/>
                  </a:lnTo>
                  <a:lnTo>
                    <a:pt x="309" y="77616"/>
                  </a:lnTo>
                  <a:lnTo>
                    <a:pt x="2476" y="72390"/>
                  </a:lnTo>
                  <a:lnTo>
                    <a:pt x="5524" y="69342"/>
                  </a:lnTo>
                  <a:lnTo>
                    <a:pt x="13144" y="67818"/>
                  </a:lnTo>
                  <a:lnTo>
                    <a:pt x="16954" y="67056"/>
                  </a:lnTo>
                  <a:lnTo>
                    <a:pt x="57340" y="59436"/>
                  </a:lnTo>
                  <a:lnTo>
                    <a:pt x="106310" y="54613"/>
                  </a:lnTo>
                  <a:lnTo>
                    <a:pt x="122872" y="53340"/>
                  </a:lnTo>
                  <a:lnTo>
                    <a:pt x="144017" y="50946"/>
                  </a:lnTo>
                  <a:lnTo>
                    <a:pt x="165163" y="48482"/>
                  </a:lnTo>
                  <a:lnTo>
                    <a:pt x="186308" y="46160"/>
                  </a:lnTo>
                  <a:lnTo>
                    <a:pt x="207454" y="44196"/>
                  </a:lnTo>
                  <a:lnTo>
                    <a:pt x="230314" y="41576"/>
                  </a:lnTo>
                  <a:lnTo>
                    <a:pt x="253174" y="39243"/>
                  </a:lnTo>
                  <a:lnTo>
                    <a:pt x="276034" y="36909"/>
                  </a:lnTo>
                  <a:lnTo>
                    <a:pt x="298894" y="34290"/>
                  </a:lnTo>
                  <a:lnTo>
                    <a:pt x="326898" y="30741"/>
                  </a:lnTo>
                  <a:lnTo>
                    <a:pt x="354901" y="27051"/>
                  </a:lnTo>
                  <a:lnTo>
                    <a:pt x="382904" y="23360"/>
                  </a:lnTo>
                  <a:lnTo>
                    <a:pt x="410908" y="19812"/>
                  </a:lnTo>
                  <a:lnTo>
                    <a:pt x="430339" y="17645"/>
                  </a:lnTo>
                  <a:lnTo>
                    <a:pt x="449770" y="15621"/>
                  </a:lnTo>
                  <a:lnTo>
                    <a:pt x="469201" y="13596"/>
                  </a:lnTo>
                  <a:lnTo>
                    <a:pt x="488632" y="11430"/>
                  </a:lnTo>
                  <a:lnTo>
                    <a:pt x="498800" y="10727"/>
                  </a:lnTo>
                  <a:lnTo>
                    <a:pt x="508825" y="9810"/>
                  </a:lnTo>
                  <a:lnTo>
                    <a:pt x="518850" y="8751"/>
                  </a:lnTo>
                  <a:lnTo>
                    <a:pt x="529018" y="7620"/>
                  </a:lnTo>
                  <a:lnTo>
                    <a:pt x="536447" y="7048"/>
                  </a:lnTo>
                  <a:lnTo>
                    <a:pt x="543877" y="6477"/>
                  </a:lnTo>
                  <a:lnTo>
                    <a:pt x="551307" y="5905"/>
                  </a:lnTo>
                  <a:lnTo>
                    <a:pt x="558736" y="5334"/>
                  </a:lnTo>
                  <a:lnTo>
                    <a:pt x="565594" y="4572"/>
                  </a:lnTo>
                  <a:lnTo>
                    <a:pt x="572452" y="3810"/>
                  </a:lnTo>
                  <a:lnTo>
                    <a:pt x="579310" y="2286"/>
                  </a:lnTo>
                  <a:lnTo>
                    <a:pt x="583120" y="1524"/>
                  </a:lnTo>
                  <a:lnTo>
                    <a:pt x="586168" y="762"/>
                  </a:lnTo>
                  <a:lnTo>
                    <a:pt x="589216" y="762"/>
                  </a:lnTo>
                  <a:lnTo>
                    <a:pt x="591502" y="762"/>
                  </a:lnTo>
                  <a:lnTo>
                    <a:pt x="592264" y="0"/>
                  </a:lnTo>
                  <a:lnTo>
                    <a:pt x="593788" y="1524"/>
                  </a:lnTo>
                  <a:lnTo>
                    <a:pt x="597598" y="6096"/>
                  </a:lnTo>
                  <a:lnTo>
                    <a:pt x="598360" y="17526"/>
                  </a:lnTo>
                  <a:lnTo>
                    <a:pt x="599884" y="23622"/>
                  </a:lnTo>
                  <a:lnTo>
                    <a:pt x="605218" y="70866"/>
                  </a:lnTo>
                  <a:lnTo>
                    <a:pt x="605968" y="118550"/>
                  </a:lnTo>
                  <a:lnTo>
                    <a:pt x="605980" y="134112"/>
                  </a:lnTo>
                  <a:lnTo>
                    <a:pt x="605825" y="149423"/>
                  </a:lnTo>
                  <a:lnTo>
                    <a:pt x="605313" y="164592"/>
                  </a:lnTo>
                  <a:lnTo>
                    <a:pt x="604373" y="179760"/>
                  </a:lnTo>
                  <a:lnTo>
                    <a:pt x="602932" y="195072"/>
                  </a:lnTo>
                  <a:lnTo>
                    <a:pt x="602253" y="207073"/>
                  </a:lnTo>
                  <a:lnTo>
                    <a:pt x="601503" y="219075"/>
                  </a:lnTo>
                  <a:lnTo>
                    <a:pt x="600896" y="231076"/>
                  </a:lnTo>
                  <a:lnTo>
                    <a:pt x="600646" y="243078"/>
                  </a:lnTo>
                  <a:lnTo>
                    <a:pt x="600646" y="246888"/>
                  </a:lnTo>
                  <a:lnTo>
                    <a:pt x="602932" y="262128"/>
                  </a:lnTo>
                  <a:lnTo>
                    <a:pt x="599884" y="265938"/>
                  </a:lnTo>
                  <a:lnTo>
                    <a:pt x="596074" y="269748"/>
                  </a:lnTo>
                  <a:lnTo>
                    <a:pt x="588454" y="271272"/>
                  </a:lnTo>
                  <a:lnTo>
                    <a:pt x="583120" y="272034"/>
                  </a:lnTo>
                  <a:lnTo>
                    <a:pt x="569725" y="275641"/>
                  </a:lnTo>
                  <a:lnTo>
                    <a:pt x="555974" y="278606"/>
                  </a:lnTo>
                  <a:lnTo>
                    <a:pt x="542079" y="281142"/>
                  </a:lnTo>
                  <a:lnTo>
                    <a:pt x="528256" y="283464"/>
                  </a:lnTo>
                  <a:lnTo>
                    <a:pt x="503812" y="287571"/>
                  </a:lnTo>
                  <a:lnTo>
                    <a:pt x="479583" y="291750"/>
                  </a:lnTo>
                  <a:lnTo>
                    <a:pt x="455497" y="295786"/>
                  </a:lnTo>
                  <a:lnTo>
                    <a:pt x="431482" y="299466"/>
                  </a:lnTo>
                  <a:lnTo>
                    <a:pt x="403609" y="303561"/>
                  </a:lnTo>
                  <a:lnTo>
                    <a:pt x="375951" y="307657"/>
                  </a:lnTo>
                  <a:lnTo>
                    <a:pt x="320992" y="314706"/>
                  </a:lnTo>
                  <a:lnTo>
                    <a:pt x="251269" y="319182"/>
                  </a:lnTo>
                  <a:lnTo>
                    <a:pt x="216408" y="320813"/>
                  </a:lnTo>
                  <a:lnTo>
                    <a:pt x="181546" y="323088"/>
                  </a:lnTo>
                  <a:lnTo>
                    <a:pt x="132397" y="327755"/>
                  </a:lnTo>
                  <a:lnTo>
                    <a:pt x="83248" y="335280"/>
                  </a:lnTo>
                  <a:lnTo>
                    <a:pt x="43624" y="344424"/>
                  </a:lnTo>
                  <a:lnTo>
                    <a:pt x="50113" y="342197"/>
                  </a:lnTo>
                  <a:lnTo>
                    <a:pt x="56102" y="339185"/>
                  </a:lnTo>
                  <a:lnTo>
                    <a:pt x="61948" y="335744"/>
                  </a:lnTo>
                  <a:lnTo>
                    <a:pt x="68008" y="33223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2" name="Google Shape;3242;p23"/>
            <p:cNvSpPr/>
            <p:nvPr/>
          </p:nvSpPr>
          <p:spPr>
            <a:xfrm>
              <a:off x="6706361" y="6089141"/>
              <a:ext cx="20955" cy="107950"/>
            </a:xfrm>
            <a:custGeom>
              <a:rect b="b" l="l" r="r" t="t"/>
              <a:pathLst>
                <a:path extrusionOk="0" h="107950" w="20954">
                  <a:moveTo>
                    <a:pt x="0" y="0"/>
                  </a:moveTo>
                  <a:lnTo>
                    <a:pt x="4607" y="40183"/>
                  </a:lnTo>
                  <a:lnTo>
                    <a:pt x="12322" y="83248"/>
                  </a:lnTo>
                  <a:lnTo>
                    <a:pt x="14478" y="92964"/>
                  </a:lnTo>
                  <a:lnTo>
                    <a:pt x="15240" y="97536"/>
                  </a:lnTo>
                  <a:lnTo>
                    <a:pt x="14478" y="107442"/>
                  </a:lnTo>
                  <a:lnTo>
                    <a:pt x="18288" y="104394"/>
                  </a:lnTo>
                  <a:lnTo>
                    <a:pt x="20574" y="104394"/>
                  </a:lnTo>
                  <a:lnTo>
                    <a:pt x="20574" y="103632"/>
                  </a:lnTo>
                  <a:lnTo>
                    <a:pt x="19812" y="10058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43" name="Google Shape;3243;p23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755224" y="6088367"/>
              <a:ext cx="78058" cy="97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4" name="Google Shape;3244;p23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6859403" y="6083033"/>
              <a:ext cx="72963" cy="993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5" name="Google Shape;3245;p23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6969238" y="6066269"/>
              <a:ext cx="89179" cy="960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6" name="Google Shape;3246;p23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7110208" y="6025121"/>
              <a:ext cx="97787" cy="14328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47" name="Google Shape;3247;p23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6550436" y="6654333"/>
            <a:ext cx="131856" cy="1580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8" name="Google Shape;3248;p23"/>
          <p:cNvGrpSpPr/>
          <p:nvPr/>
        </p:nvGrpSpPr>
        <p:grpSpPr>
          <a:xfrm>
            <a:off x="6862152" y="6624901"/>
            <a:ext cx="598147" cy="260397"/>
            <a:chOff x="7619987" y="6009547"/>
            <a:chExt cx="463321" cy="203419"/>
          </a:xfrm>
        </p:grpSpPr>
        <p:pic>
          <p:nvPicPr>
            <p:cNvPr id="3249" name="Google Shape;3249;p23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7619987" y="6011405"/>
              <a:ext cx="94513" cy="138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0" name="Google Shape;3250;p23"/>
            <p:cNvSpPr/>
            <p:nvPr/>
          </p:nvSpPr>
          <p:spPr>
            <a:xfrm>
              <a:off x="7669530" y="6190106"/>
              <a:ext cx="344170" cy="22860"/>
            </a:xfrm>
            <a:custGeom>
              <a:rect b="b" l="l" r="r" t="t"/>
              <a:pathLst>
                <a:path extrusionOk="0" h="22860" w="344170">
                  <a:moveTo>
                    <a:pt x="32766" y="11049"/>
                  </a:moveTo>
                  <a:lnTo>
                    <a:pt x="25146" y="8763"/>
                  </a:lnTo>
                  <a:lnTo>
                    <a:pt x="25146" y="7239"/>
                  </a:lnTo>
                  <a:lnTo>
                    <a:pt x="20574" y="7239"/>
                  </a:lnTo>
                  <a:lnTo>
                    <a:pt x="46279" y="7322"/>
                  </a:lnTo>
                  <a:lnTo>
                    <a:pt x="71913" y="7334"/>
                  </a:lnTo>
                  <a:lnTo>
                    <a:pt x="97405" y="6917"/>
                  </a:lnTo>
                  <a:lnTo>
                    <a:pt x="122682" y="5715"/>
                  </a:lnTo>
                  <a:lnTo>
                    <a:pt x="164401" y="3595"/>
                  </a:lnTo>
                  <a:lnTo>
                    <a:pt x="206121" y="1905"/>
                  </a:lnTo>
                  <a:lnTo>
                    <a:pt x="247840" y="785"/>
                  </a:lnTo>
                  <a:lnTo>
                    <a:pt x="289560" y="381"/>
                  </a:lnTo>
                  <a:lnTo>
                    <a:pt x="302073" y="381"/>
                  </a:lnTo>
                  <a:lnTo>
                    <a:pt x="320516" y="381"/>
                  </a:lnTo>
                  <a:lnTo>
                    <a:pt x="336815" y="381"/>
                  </a:lnTo>
                  <a:lnTo>
                    <a:pt x="342900" y="381"/>
                  </a:lnTo>
                  <a:lnTo>
                    <a:pt x="305871" y="190"/>
                  </a:lnTo>
                  <a:lnTo>
                    <a:pt x="268986" y="0"/>
                  </a:lnTo>
                  <a:lnTo>
                    <a:pt x="195072" y="1905"/>
                  </a:lnTo>
                  <a:lnTo>
                    <a:pt x="133350" y="5715"/>
                  </a:lnTo>
                  <a:lnTo>
                    <a:pt x="71628" y="11811"/>
                  </a:lnTo>
                  <a:lnTo>
                    <a:pt x="22550" y="17918"/>
                  </a:lnTo>
                  <a:lnTo>
                    <a:pt x="6096" y="20193"/>
                  </a:lnTo>
                  <a:lnTo>
                    <a:pt x="0" y="20955"/>
                  </a:lnTo>
                  <a:lnTo>
                    <a:pt x="1524" y="21717"/>
                  </a:lnTo>
                  <a:lnTo>
                    <a:pt x="0" y="21717"/>
                  </a:lnTo>
                  <a:lnTo>
                    <a:pt x="18859" y="21836"/>
                  </a:lnTo>
                  <a:lnTo>
                    <a:pt x="37719" y="22098"/>
                  </a:lnTo>
                  <a:lnTo>
                    <a:pt x="56578" y="22359"/>
                  </a:lnTo>
                  <a:lnTo>
                    <a:pt x="75438" y="22479"/>
                  </a:lnTo>
                  <a:lnTo>
                    <a:pt x="107311" y="21943"/>
                  </a:lnTo>
                  <a:lnTo>
                    <a:pt x="138969" y="20478"/>
                  </a:lnTo>
                  <a:lnTo>
                    <a:pt x="170485" y="18299"/>
                  </a:lnTo>
                  <a:lnTo>
                    <a:pt x="201930" y="15621"/>
                  </a:lnTo>
                  <a:lnTo>
                    <a:pt x="227076" y="13799"/>
                  </a:lnTo>
                  <a:lnTo>
                    <a:pt x="277368" y="10156"/>
                  </a:lnTo>
                  <a:lnTo>
                    <a:pt x="321564" y="7905"/>
                  </a:lnTo>
                  <a:lnTo>
                    <a:pt x="331231" y="7369"/>
                  </a:lnTo>
                  <a:lnTo>
                    <a:pt x="340614" y="6477"/>
                  </a:lnTo>
                  <a:lnTo>
                    <a:pt x="342138" y="6477"/>
                  </a:lnTo>
                  <a:lnTo>
                    <a:pt x="342900" y="6477"/>
                  </a:lnTo>
                  <a:lnTo>
                    <a:pt x="343662" y="6477"/>
                  </a:lnTo>
                  <a:lnTo>
                    <a:pt x="341376" y="6477"/>
                  </a:lnTo>
                  <a:lnTo>
                    <a:pt x="339090" y="5715"/>
                  </a:lnTo>
                  <a:lnTo>
                    <a:pt x="336042" y="5715"/>
                  </a:lnTo>
                  <a:lnTo>
                    <a:pt x="329184" y="5715"/>
                  </a:lnTo>
                  <a:lnTo>
                    <a:pt x="326136" y="6477"/>
                  </a:lnTo>
                  <a:lnTo>
                    <a:pt x="320040" y="1905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51" name="Google Shape;3251;p23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7748765" y="6031217"/>
              <a:ext cx="88417" cy="1044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2" name="Google Shape;3252;p23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907833" y="6009547"/>
              <a:ext cx="175475" cy="1132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6" name="Shape 3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7" name="Google Shape;3257;p24"/>
          <p:cNvGrpSpPr/>
          <p:nvPr/>
        </p:nvGrpSpPr>
        <p:grpSpPr>
          <a:xfrm>
            <a:off x="3432786" y="4805622"/>
            <a:ext cx="913292" cy="332742"/>
            <a:chOff x="4103309" y="4104119"/>
            <a:chExt cx="820199" cy="244627"/>
          </a:xfrm>
        </p:grpSpPr>
        <p:pic>
          <p:nvPicPr>
            <p:cNvPr id="3258" name="Google Shape;3258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03309" y="4169651"/>
              <a:ext cx="334591" cy="1790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9" name="Google Shape;3259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61640" y="4155935"/>
              <a:ext cx="182000" cy="1517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0" name="Google Shape;3260;p24"/>
            <p:cNvSpPr/>
            <p:nvPr/>
          </p:nvSpPr>
          <p:spPr>
            <a:xfrm>
              <a:off x="4672583" y="4187189"/>
              <a:ext cx="5080" cy="71755"/>
            </a:xfrm>
            <a:custGeom>
              <a:rect b="b" l="l" r="r" t="t"/>
              <a:pathLst>
                <a:path extrusionOk="0" h="71754" w="5079">
                  <a:moveTo>
                    <a:pt x="1524" y="0"/>
                  </a:moveTo>
                  <a:lnTo>
                    <a:pt x="642" y="9596"/>
                  </a:lnTo>
                  <a:lnTo>
                    <a:pt x="190" y="19050"/>
                  </a:lnTo>
                  <a:lnTo>
                    <a:pt x="23" y="28503"/>
                  </a:lnTo>
                  <a:lnTo>
                    <a:pt x="0" y="38100"/>
                  </a:lnTo>
                  <a:lnTo>
                    <a:pt x="71" y="46874"/>
                  </a:lnTo>
                  <a:lnTo>
                    <a:pt x="571" y="55149"/>
                  </a:lnTo>
                  <a:lnTo>
                    <a:pt x="1928" y="63281"/>
                  </a:lnTo>
                  <a:lnTo>
                    <a:pt x="4572" y="7162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61" name="Google Shape;3261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10016" y="4179557"/>
              <a:ext cx="76201" cy="1034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2" name="Google Shape;3262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17351" y="4104119"/>
              <a:ext cx="106157" cy="1790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63" name="Google Shape;3263;p24"/>
          <p:cNvSpPr/>
          <p:nvPr/>
        </p:nvSpPr>
        <p:spPr>
          <a:xfrm>
            <a:off x="5173984" y="2781444"/>
            <a:ext cx="125745" cy="25908"/>
          </a:xfrm>
          <a:custGeom>
            <a:rect b="b" l="l" r="r" t="t"/>
            <a:pathLst>
              <a:path extrusionOk="0" h="19050" w="113029">
                <a:moveTo>
                  <a:pt x="17525" y="12191"/>
                </a:moveTo>
                <a:lnTo>
                  <a:pt x="29408" y="9632"/>
                </a:lnTo>
                <a:lnTo>
                  <a:pt x="41147" y="8286"/>
                </a:lnTo>
                <a:lnTo>
                  <a:pt x="52887" y="7369"/>
                </a:lnTo>
                <a:lnTo>
                  <a:pt x="64769" y="6095"/>
                </a:lnTo>
                <a:lnTo>
                  <a:pt x="75628" y="4833"/>
                </a:lnTo>
                <a:lnTo>
                  <a:pt x="86486" y="3428"/>
                </a:lnTo>
                <a:lnTo>
                  <a:pt x="97345" y="2024"/>
                </a:lnTo>
                <a:lnTo>
                  <a:pt x="108203" y="761"/>
                </a:lnTo>
                <a:lnTo>
                  <a:pt x="111251" y="0"/>
                </a:lnTo>
                <a:lnTo>
                  <a:pt x="112775" y="0"/>
                </a:lnTo>
                <a:lnTo>
                  <a:pt x="96773" y="2226"/>
                </a:lnTo>
                <a:lnTo>
                  <a:pt x="80771" y="5238"/>
                </a:lnTo>
                <a:lnTo>
                  <a:pt x="64769" y="8679"/>
                </a:lnTo>
                <a:lnTo>
                  <a:pt x="48767" y="12191"/>
                </a:lnTo>
                <a:lnTo>
                  <a:pt x="36754" y="14442"/>
                </a:lnTo>
                <a:lnTo>
                  <a:pt x="24669" y="16478"/>
                </a:lnTo>
                <a:lnTo>
                  <a:pt x="12442" y="18085"/>
                </a:lnTo>
                <a:lnTo>
                  <a:pt x="0" y="19049"/>
                </a:lnTo>
                <a:lnTo>
                  <a:pt x="2285" y="18287"/>
                </a:lnTo>
                <a:lnTo>
                  <a:pt x="48005" y="11620"/>
                </a:lnTo>
                <a:lnTo>
                  <a:pt x="73151" y="9905"/>
                </a:lnTo>
                <a:lnTo>
                  <a:pt x="80771" y="9143"/>
                </a:lnTo>
                <a:lnTo>
                  <a:pt x="89153" y="7619"/>
                </a:lnTo>
                <a:lnTo>
                  <a:pt x="96773" y="8381"/>
                </a:lnTo>
                <a:lnTo>
                  <a:pt x="96773" y="9143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4" name="Google Shape;3264;p24"/>
          <p:cNvGrpSpPr/>
          <p:nvPr/>
        </p:nvGrpSpPr>
        <p:grpSpPr>
          <a:xfrm>
            <a:off x="7923881" y="2310833"/>
            <a:ext cx="290480" cy="159700"/>
            <a:chOff x="8136623" y="2269985"/>
            <a:chExt cx="260871" cy="117409"/>
          </a:xfrm>
        </p:grpSpPr>
        <p:pic>
          <p:nvPicPr>
            <p:cNvPr id="3265" name="Google Shape;3265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136623" y="2269985"/>
              <a:ext cx="147091" cy="1174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6" name="Google Shape;3266;p24"/>
            <p:cNvSpPr/>
            <p:nvPr/>
          </p:nvSpPr>
          <p:spPr>
            <a:xfrm>
              <a:off x="8324850" y="2277617"/>
              <a:ext cx="43815" cy="7620"/>
            </a:xfrm>
            <a:custGeom>
              <a:rect b="b" l="l" r="r" t="t"/>
              <a:pathLst>
                <a:path extrusionOk="0" h="7619" w="43815">
                  <a:moveTo>
                    <a:pt x="0" y="0"/>
                  </a:moveTo>
                  <a:lnTo>
                    <a:pt x="40386" y="5333"/>
                  </a:lnTo>
                  <a:lnTo>
                    <a:pt x="41910" y="4571"/>
                  </a:lnTo>
                  <a:lnTo>
                    <a:pt x="43434" y="761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p24"/>
            <p:cNvSpPr/>
            <p:nvPr/>
          </p:nvSpPr>
          <p:spPr>
            <a:xfrm>
              <a:off x="8337804" y="2332481"/>
              <a:ext cx="59690" cy="10795"/>
            </a:xfrm>
            <a:custGeom>
              <a:rect b="b" l="l" r="r" t="t"/>
              <a:pathLst>
                <a:path extrusionOk="0" h="10794" w="59690">
                  <a:moveTo>
                    <a:pt x="0" y="9905"/>
                  </a:moveTo>
                  <a:lnTo>
                    <a:pt x="12311" y="10787"/>
                  </a:lnTo>
                  <a:lnTo>
                    <a:pt x="23622" y="10096"/>
                  </a:lnTo>
                  <a:lnTo>
                    <a:pt x="34932" y="7977"/>
                  </a:lnTo>
                  <a:lnTo>
                    <a:pt x="47244" y="4571"/>
                  </a:lnTo>
                  <a:lnTo>
                    <a:pt x="51053" y="3047"/>
                  </a:lnTo>
                  <a:lnTo>
                    <a:pt x="55626" y="1523"/>
                  </a:lnTo>
                  <a:lnTo>
                    <a:pt x="59436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8" name="Google Shape;3268;p24"/>
          <p:cNvGrpSpPr/>
          <p:nvPr/>
        </p:nvGrpSpPr>
        <p:grpSpPr>
          <a:xfrm>
            <a:off x="8345275" y="2156416"/>
            <a:ext cx="394158" cy="688390"/>
            <a:chOff x="8515064" y="2156460"/>
            <a:chExt cx="353981" cy="506095"/>
          </a:xfrm>
        </p:grpSpPr>
        <p:sp>
          <p:nvSpPr>
            <p:cNvPr id="3269" name="Google Shape;3269;p24"/>
            <p:cNvSpPr/>
            <p:nvPr/>
          </p:nvSpPr>
          <p:spPr>
            <a:xfrm>
              <a:off x="8515064" y="2186940"/>
              <a:ext cx="96520" cy="475615"/>
            </a:xfrm>
            <a:custGeom>
              <a:rect b="b" l="l" r="r" t="t"/>
              <a:pathLst>
                <a:path extrusionOk="0" h="475614" w="96520">
                  <a:moveTo>
                    <a:pt x="48291" y="4572"/>
                  </a:moveTo>
                  <a:lnTo>
                    <a:pt x="40100" y="2250"/>
                  </a:lnTo>
                  <a:lnTo>
                    <a:pt x="33051" y="857"/>
                  </a:lnTo>
                  <a:lnTo>
                    <a:pt x="26003" y="178"/>
                  </a:lnTo>
                  <a:lnTo>
                    <a:pt x="17811" y="0"/>
                  </a:lnTo>
                  <a:lnTo>
                    <a:pt x="10953" y="0"/>
                  </a:lnTo>
                  <a:lnTo>
                    <a:pt x="4095" y="3048"/>
                  </a:lnTo>
                  <a:lnTo>
                    <a:pt x="1809" y="10668"/>
                  </a:lnTo>
                  <a:lnTo>
                    <a:pt x="83" y="22586"/>
                  </a:lnTo>
                  <a:lnTo>
                    <a:pt x="0" y="35718"/>
                  </a:lnTo>
                  <a:lnTo>
                    <a:pt x="631" y="48708"/>
                  </a:lnTo>
                  <a:lnTo>
                    <a:pt x="1047" y="60198"/>
                  </a:lnTo>
                  <a:lnTo>
                    <a:pt x="2678" y="85915"/>
                  </a:lnTo>
                  <a:lnTo>
                    <a:pt x="4953" y="111633"/>
                  </a:lnTo>
                  <a:lnTo>
                    <a:pt x="7369" y="137350"/>
                  </a:lnTo>
                  <a:lnTo>
                    <a:pt x="9429" y="163068"/>
                  </a:lnTo>
                  <a:lnTo>
                    <a:pt x="11430" y="193357"/>
                  </a:lnTo>
                  <a:lnTo>
                    <a:pt x="12858" y="223647"/>
                  </a:lnTo>
                  <a:lnTo>
                    <a:pt x="13716" y="253936"/>
                  </a:lnTo>
                  <a:lnTo>
                    <a:pt x="14001" y="284226"/>
                  </a:lnTo>
                  <a:lnTo>
                    <a:pt x="13942" y="309252"/>
                  </a:lnTo>
                  <a:lnTo>
                    <a:pt x="12394" y="359021"/>
                  </a:lnTo>
                  <a:lnTo>
                    <a:pt x="7703" y="401193"/>
                  </a:lnTo>
                  <a:lnTo>
                    <a:pt x="5143" y="418338"/>
                  </a:lnTo>
                  <a:lnTo>
                    <a:pt x="3012" y="435483"/>
                  </a:lnTo>
                  <a:lnTo>
                    <a:pt x="1809" y="452628"/>
                  </a:lnTo>
                  <a:lnTo>
                    <a:pt x="1809" y="462534"/>
                  </a:lnTo>
                  <a:lnTo>
                    <a:pt x="41529" y="475404"/>
                  </a:lnTo>
                  <a:lnTo>
                    <a:pt x="51339" y="475488"/>
                  </a:lnTo>
                  <a:lnTo>
                    <a:pt x="65329" y="473273"/>
                  </a:lnTo>
                  <a:lnTo>
                    <a:pt x="76390" y="468058"/>
                  </a:lnTo>
                  <a:lnTo>
                    <a:pt x="86165" y="460271"/>
                  </a:lnTo>
                  <a:lnTo>
                    <a:pt x="96297" y="45034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70" name="Google Shape;3270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644115" y="2208263"/>
              <a:ext cx="88417" cy="9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1" name="Google Shape;3271;p2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673738" y="2394191"/>
              <a:ext cx="66414" cy="89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2" name="Google Shape;3272;p2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673071" y="2529541"/>
              <a:ext cx="74701" cy="651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3" name="Google Shape;3273;p24"/>
            <p:cNvSpPr/>
            <p:nvPr/>
          </p:nvSpPr>
          <p:spPr>
            <a:xfrm>
              <a:off x="8759190" y="2156460"/>
              <a:ext cx="109855" cy="464184"/>
            </a:xfrm>
            <a:custGeom>
              <a:rect b="b" l="l" r="r" t="t"/>
              <a:pathLst>
                <a:path extrusionOk="0" h="464185" w="109854">
                  <a:moveTo>
                    <a:pt x="12953" y="22098"/>
                  </a:moveTo>
                  <a:lnTo>
                    <a:pt x="58673" y="5334"/>
                  </a:lnTo>
                  <a:lnTo>
                    <a:pt x="98297" y="0"/>
                  </a:lnTo>
                  <a:lnTo>
                    <a:pt x="102869" y="0"/>
                  </a:lnTo>
                  <a:lnTo>
                    <a:pt x="104393" y="0"/>
                  </a:lnTo>
                  <a:lnTo>
                    <a:pt x="106679" y="0"/>
                  </a:lnTo>
                  <a:lnTo>
                    <a:pt x="108430" y="8691"/>
                  </a:lnTo>
                  <a:lnTo>
                    <a:pt x="109251" y="17526"/>
                  </a:lnTo>
                  <a:lnTo>
                    <a:pt x="109358" y="26360"/>
                  </a:lnTo>
                  <a:lnTo>
                    <a:pt x="108965" y="35052"/>
                  </a:lnTo>
                  <a:lnTo>
                    <a:pt x="107489" y="72068"/>
                  </a:lnTo>
                  <a:lnTo>
                    <a:pt x="105727" y="108870"/>
                  </a:lnTo>
                  <a:lnTo>
                    <a:pt x="104251" y="145530"/>
                  </a:lnTo>
                  <a:lnTo>
                    <a:pt x="103631" y="182118"/>
                  </a:lnTo>
                  <a:lnTo>
                    <a:pt x="103751" y="206692"/>
                  </a:lnTo>
                  <a:lnTo>
                    <a:pt x="104012" y="231267"/>
                  </a:lnTo>
                  <a:lnTo>
                    <a:pt x="104274" y="255841"/>
                  </a:lnTo>
                  <a:lnTo>
                    <a:pt x="104393" y="280416"/>
                  </a:lnTo>
                  <a:lnTo>
                    <a:pt x="104703" y="306931"/>
                  </a:lnTo>
                  <a:lnTo>
                    <a:pt x="105155" y="333660"/>
                  </a:lnTo>
                  <a:lnTo>
                    <a:pt x="105036" y="360247"/>
                  </a:lnTo>
                  <a:lnTo>
                    <a:pt x="101881" y="399585"/>
                  </a:lnTo>
                  <a:lnTo>
                    <a:pt x="94487" y="438912"/>
                  </a:lnTo>
                  <a:lnTo>
                    <a:pt x="92963" y="445008"/>
                  </a:lnTo>
                  <a:lnTo>
                    <a:pt x="92201" y="456438"/>
                  </a:lnTo>
                  <a:lnTo>
                    <a:pt x="88391" y="461772"/>
                  </a:lnTo>
                  <a:lnTo>
                    <a:pt x="86867" y="463296"/>
                  </a:lnTo>
                  <a:lnTo>
                    <a:pt x="81533" y="462534"/>
                  </a:lnTo>
                  <a:lnTo>
                    <a:pt x="79247" y="462534"/>
                  </a:lnTo>
                  <a:lnTo>
                    <a:pt x="71246" y="461974"/>
                  </a:lnTo>
                  <a:lnTo>
                    <a:pt x="63245" y="461486"/>
                  </a:lnTo>
                  <a:lnTo>
                    <a:pt x="55244" y="461140"/>
                  </a:lnTo>
                  <a:lnTo>
                    <a:pt x="47243" y="461010"/>
                  </a:lnTo>
                  <a:lnTo>
                    <a:pt x="35361" y="461271"/>
                  </a:lnTo>
                  <a:lnTo>
                    <a:pt x="23621" y="461962"/>
                  </a:lnTo>
                  <a:lnTo>
                    <a:pt x="11882" y="462938"/>
                  </a:lnTo>
                  <a:lnTo>
                    <a:pt x="0" y="46405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4" name="Google Shape;3274;p24"/>
          <p:cNvGrpSpPr/>
          <p:nvPr/>
        </p:nvGrpSpPr>
        <p:grpSpPr>
          <a:xfrm>
            <a:off x="8331724" y="3165922"/>
            <a:ext cx="377587" cy="154468"/>
            <a:chOff x="8502894" y="2898635"/>
            <a:chExt cx="339099" cy="113563"/>
          </a:xfrm>
        </p:grpSpPr>
        <p:pic>
          <p:nvPicPr>
            <p:cNvPr id="3275" name="Google Shape;3275;p2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502894" y="2916923"/>
              <a:ext cx="92477" cy="9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6" name="Google Shape;3276;p24"/>
            <p:cNvSpPr/>
            <p:nvPr/>
          </p:nvSpPr>
          <p:spPr>
            <a:xfrm>
              <a:off x="8618981" y="2956559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77" name="Google Shape;3277;p2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666212" y="2898635"/>
              <a:ext cx="91465" cy="74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8" name="Google Shape;3278;p24"/>
            <p:cNvSpPr/>
            <p:nvPr/>
          </p:nvSpPr>
          <p:spPr>
            <a:xfrm>
              <a:off x="8785288" y="2947415"/>
              <a:ext cx="4445" cy="57150"/>
            </a:xfrm>
            <a:custGeom>
              <a:rect b="b" l="l" r="r" t="t"/>
              <a:pathLst>
                <a:path extrusionOk="0" h="57150" w="4445">
                  <a:moveTo>
                    <a:pt x="571" y="0"/>
                  </a:moveTo>
                  <a:lnTo>
                    <a:pt x="142" y="8584"/>
                  </a:lnTo>
                  <a:lnTo>
                    <a:pt x="0" y="17240"/>
                  </a:lnTo>
                  <a:lnTo>
                    <a:pt x="142" y="26038"/>
                  </a:lnTo>
                  <a:lnTo>
                    <a:pt x="571" y="35052"/>
                  </a:lnTo>
                  <a:lnTo>
                    <a:pt x="571" y="42672"/>
                  </a:lnTo>
                  <a:lnTo>
                    <a:pt x="2857" y="49530"/>
                  </a:lnTo>
                  <a:lnTo>
                    <a:pt x="4381" y="5715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9" name="Google Shape;3279;p24"/>
            <p:cNvSpPr/>
            <p:nvPr/>
          </p:nvSpPr>
          <p:spPr>
            <a:xfrm>
              <a:off x="8836913" y="2940557"/>
              <a:ext cx="5080" cy="52069"/>
            </a:xfrm>
            <a:custGeom>
              <a:rect b="b" l="l" r="r" t="t"/>
              <a:pathLst>
                <a:path extrusionOk="0" h="52069" w="5079">
                  <a:moveTo>
                    <a:pt x="4572" y="0"/>
                  </a:moveTo>
                  <a:lnTo>
                    <a:pt x="2250" y="8560"/>
                  </a:lnTo>
                  <a:lnTo>
                    <a:pt x="857" y="16478"/>
                  </a:lnTo>
                  <a:lnTo>
                    <a:pt x="178" y="24538"/>
                  </a:lnTo>
                  <a:lnTo>
                    <a:pt x="0" y="33528"/>
                  </a:lnTo>
                  <a:lnTo>
                    <a:pt x="762" y="39624"/>
                  </a:lnTo>
                  <a:lnTo>
                    <a:pt x="762" y="45720"/>
                  </a:lnTo>
                  <a:lnTo>
                    <a:pt x="1524" y="5181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80" name="Google Shape;3280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90241" y="3147307"/>
            <a:ext cx="77241" cy="1181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1" name="Google Shape;3281;p24"/>
          <p:cNvGrpSpPr/>
          <p:nvPr/>
        </p:nvGrpSpPr>
        <p:grpSpPr>
          <a:xfrm>
            <a:off x="8936869" y="3071603"/>
            <a:ext cx="489414" cy="171725"/>
            <a:chOff x="9046356" y="2829293"/>
            <a:chExt cx="439528" cy="126250"/>
          </a:xfrm>
        </p:grpSpPr>
        <p:pic>
          <p:nvPicPr>
            <p:cNvPr id="3282" name="Google Shape;3282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046356" y="2829293"/>
              <a:ext cx="93084" cy="120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3" name="Google Shape;3283;p2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169895" y="2836913"/>
              <a:ext cx="85655" cy="846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4" name="Google Shape;3284;p24"/>
            <p:cNvSpPr/>
            <p:nvPr/>
          </p:nvSpPr>
          <p:spPr>
            <a:xfrm>
              <a:off x="9288018" y="2889503"/>
              <a:ext cx="3810" cy="66040"/>
            </a:xfrm>
            <a:custGeom>
              <a:rect b="b" l="l" r="r" t="t"/>
              <a:pathLst>
                <a:path extrusionOk="0" h="66039" w="3809">
                  <a:moveTo>
                    <a:pt x="3809" y="0"/>
                  </a:moveTo>
                  <a:lnTo>
                    <a:pt x="3559" y="9024"/>
                  </a:lnTo>
                  <a:lnTo>
                    <a:pt x="2952" y="17907"/>
                  </a:lnTo>
                  <a:lnTo>
                    <a:pt x="2202" y="26789"/>
                  </a:lnTo>
                  <a:lnTo>
                    <a:pt x="1523" y="35814"/>
                  </a:lnTo>
                  <a:lnTo>
                    <a:pt x="964" y="42672"/>
                  </a:lnTo>
                  <a:lnTo>
                    <a:pt x="476" y="49530"/>
                  </a:lnTo>
                  <a:lnTo>
                    <a:pt x="130" y="56388"/>
                  </a:lnTo>
                  <a:lnTo>
                    <a:pt x="0" y="63246"/>
                  </a:lnTo>
                  <a:lnTo>
                    <a:pt x="0" y="64008"/>
                  </a:lnTo>
                  <a:lnTo>
                    <a:pt x="0" y="64769"/>
                  </a:lnTo>
                  <a:lnTo>
                    <a:pt x="0" y="6553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5" name="Google Shape;3285;p24"/>
            <p:cNvSpPr/>
            <p:nvPr/>
          </p:nvSpPr>
          <p:spPr>
            <a:xfrm>
              <a:off x="9323070" y="2888670"/>
              <a:ext cx="68580" cy="60325"/>
            </a:xfrm>
            <a:custGeom>
              <a:rect b="b" l="l" r="r" t="t"/>
              <a:pathLst>
                <a:path extrusionOk="0" h="60325" w="68579">
                  <a:moveTo>
                    <a:pt x="0" y="9215"/>
                  </a:moveTo>
                  <a:lnTo>
                    <a:pt x="8703" y="4905"/>
                  </a:lnTo>
                  <a:lnTo>
                    <a:pt x="17049" y="1595"/>
                  </a:lnTo>
                  <a:lnTo>
                    <a:pt x="25824" y="0"/>
                  </a:lnTo>
                  <a:lnTo>
                    <a:pt x="35814" y="833"/>
                  </a:lnTo>
                  <a:lnTo>
                    <a:pt x="44196" y="3119"/>
                  </a:lnTo>
                  <a:lnTo>
                    <a:pt x="48768" y="9977"/>
                  </a:lnTo>
                  <a:lnTo>
                    <a:pt x="48006" y="18359"/>
                  </a:lnTo>
                  <a:lnTo>
                    <a:pt x="45779" y="26074"/>
                  </a:lnTo>
                  <a:lnTo>
                    <a:pt x="41052" y="33218"/>
                  </a:lnTo>
                  <a:lnTo>
                    <a:pt x="35040" y="39790"/>
                  </a:lnTo>
                  <a:lnTo>
                    <a:pt x="28956" y="45791"/>
                  </a:lnTo>
                  <a:lnTo>
                    <a:pt x="24384" y="50363"/>
                  </a:lnTo>
                  <a:lnTo>
                    <a:pt x="20574" y="54173"/>
                  </a:lnTo>
                  <a:lnTo>
                    <a:pt x="16764" y="60269"/>
                  </a:lnTo>
                  <a:lnTo>
                    <a:pt x="22860" y="60269"/>
                  </a:lnTo>
                  <a:lnTo>
                    <a:pt x="27432" y="60269"/>
                  </a:lnTo>
                  <a:lnTo>
                    <a:pt x="33528" y="58745"/>
                  </a:lnTo>
                  <a:lnTo>
                    <a:pt x="40493" y="57447"/>
                  </a:lnTo>
                  <a:lnTo>
                    <a:pt x="47529" y="55792"/>
                  </a:lnTo>
                  <a:lnTo>
                    <a:pt x="54423" y="53709"/>
                  </a:lnTo>
                  <a:lnTo>
                    <a:pt x="60960" y="51125"/>
                  </a:lnTo>
                  <a:lnTo>
                    <a:pt x="64008" y="49601"/>
                  </a:lnTo>
                  <a:lnTo>
                    <a:pt x="66294" y="48077"/>
                  </a:lnTo>
                  <a:lnTo>
                    <a:pt x="68580" y="4655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6" name="Google Shape;3286;p24"/>
            <p:cNvSpPr/>
            <p:nvPr/>
          </p:nvSpPr>
          <p:spPr>
            <a:xfrm>
              <a:off x="9438894" y="2856737"/>
              <a:ext cx="46990" cy="4445"/>
            </a:xfrm>
            <a:custGeom>
              <a:rect b="b" l="l" r="r" t="t"/>
              <a:pathLst>
                <a:path extrusionOk="0" h="4444" w="46990">
                  <a:moveTo>
                    <a:pt x="0" y="3810"/>
                  </a:moveTo>
                  <a:lnTo>
                    <a:pt x="9703" y="3905"/>
                  </a:lnTo>
                  <a:lnTo>
                    <a:pt x="19335" y="4000"/>
                  </a:lnTo>
                  <a:lnTo>
                    <a:pt x="28825" y="3810"/>
                  </a:lnTo>
                  <a:lnTo>
                    <a:pt x="38100" y="3048"/>
                  </a:lnTo>
                  <a:lnTo>
                    <a:pt x="43434" y="2286"/>
                  </a:lnTo>
                  <a:lnTo>
                    <a:pt x="43434" y="1524"/>
                  </a:lnTo>
                  <a:lnTo>
                    <a:pt x="46482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7" name="Google Shape;3287;p24"/>
            <p:cNvSpPr/>
            <p:nvPr/>
          </p:nvSpPr>
          <p:spPr>
            <a:xfrm>
              <a:off x="9473184" y="2830829"/>
              <a:ext cx="9525" cy="72390"/>
            </a:xfrm>
            <a:custGeom>
              <a:rect b="b" l="l" r="r" t="t"/>
              <a:pathLst>
                <a:path extrusionOk="0" h="72389" w="9525">
                  <a:moveTo>
                    <a:pt x="0" y="0"/>
                  </a:moveTo>
                  <a:lnTo>
                    <a:pt x="2238" y="10620"/>
                  </a:lnTo>
                  <a:lnTo>
                    <a:pt x="4191" y="20955"/>
                  </a:lnTo>
                  <a:lnTo>
                    <a:pt x="5572" y="31289"/>
                  </a:lnTo>
                  <a:lnTo>
                    <a:pt x="6096" y="41910"/>
                  </a:lnTo>
                  <a:lnTo>
                    <a:pt x="6572" y="49672"/>
                  </a:lnTo>
                  <a:lnTo>
                    <a:pt x="7048" y="57150"/>
                  </a:lnTo>
                  <a:lnTo>
                    <a:pt x="7810" y="64627"/>
                  </a:lnTo>
                  <a:lnTo>
                    <a:pt x="9144" y="7239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88" name="Google Shape;3288;p2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500428" y="3038605"/>
            <a:ext cx="88271" cy="1108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9" name="Google Shape;3289;p24"/>
          <p:cNvGrpSpPr/>
          <p:nvPr/>
        </p:nvGrpSpPr>
        <p:grpSpPr>
          <a:xfrm>
            <a:off x="9667628" y="2999050"/>
            <a:ext cx="258711" cy="185563"/>
            <a:chOff x="9702628" y="2775953"/>
            <a:chExt cx="232340" cy="136423"/>
          </a:xfrm>
        </p:grpSpPr>
        <p:pic>
          <p:nvPicPr>
            <p:cNvPr id="3290" name="Google Shape;3290;p2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9702628" y="2775953"/>
              <a:ext cx="106252" cy="830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1" name="Google Shape;3291;p2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834359" y="2824721"/>
              <a:ext cx="100609" cy="876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92" name="Google Shape;3292;p24"/>
          <p:cNvGrpSpPr/>
          <p:nvPr/>
        </p:nvGrpSpPr>
        <p:grpSpPr>
          <a:xfrm>
            <a:off x="8373142" y="3572220"/>
            <a:ext cx="376345" cy="183490"/>
            <a:chOff x="8540090" y="3197339"/>
            <a:chExt cx="337984" cy="134899"/>
          </a:xfrm>
        </p:grpSpPr>
        <p:pic>
          <p:nvPicPr>
            <p:cNvPr id="3293" name="Google Shape;3293;p2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540090" y="3204959"/>
              <a:ext cx="113956" cy="94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4" name="Google Shape;3294;p2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689156" y="3197339"/>
              <a:ext cx="77856" cy="785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5" name="Google Shape;3295;p2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787371" y="3253727"/>
              <a:ext cx="90703" cy="785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96" name="Google Shape;3296;p2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813998" y="3527696"/>
            <a:ext cx="97604" cy="1389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7" name="Google Shape;3297;p24"/>
          <p:cNvGrpSpPr/>
          <p:nvPr/>
        </p:nvGrpSpPr>
        <p:grpSpPr>
          <a:xfrm>
            <a:off x="8987884" y="3459244"/>
            <a:ext cx="534575" cy="201110"/>
            <a:chOff x="9092171" y="3114281"/>
            <a:chExt cx="480085" cy="147853"/>
          </a:xfrm>
        </p:grpSpPr>
        <p:pic>
          <p:nvPicPr>
            <p:cNvPr id="3298" name="Google Shape;3298;p2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092171" y="3116567"/>
              <a:ext cx="359689" cy="145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9" name="Google Shape;3299;p2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9491459" y="3114281"/>
              <a:ext cx="80797" cy="891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00" name="Google Shape;3300;p24"/>
          <p:cNvGrpSpPr/>
          <p:nvPr/>
        </p:nvGrpSpPr>
        <p:grpSpPr>
          <a:xfrm>
            <a:off x="9628491" y="3409493"/>
            <a:ext cx="381847" cy="184526"/>
            <a:chOff x="9667481" y="3077705"/>
            <a:chExt cx="342925" cy="135661"/>
          </a:xfrm>
        </p:grpSpPr>
        <p:pic>
          <p:nvPicPr>
            <p:cNvPr id="3301" name="Google Shape;3301;p2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9667481" y="3098505"/>
              <a:ext cx="78511" cy="859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2" name="Google Shape;3302;p24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9774923" y="3077705"/>
              <a:ext cx="235483" cy="13566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03" name="Google Shape;3303;p24"/>
          <p:cNvGrpSpPr/>
          <p:nvPr/>
        </p:nvGrpSpPr>
        <p:grpSpPr>
          <a:xfrm>
            <a:off x="3188383" y="2548201"/>
            <a:ext cx="323208" cy="401633"/>
            <a:chOff x="3883818" y="2444495"/>
            <a:chExt cx="290263" cy="295275"/>
          </a:xfrm>
        </p:grpSpPr>
        <p:sp>
          <p:nvSpPr>
            <p:cNvPr id="3304" name="Google Shape;3304;p24"/>
            <p:cNvSpPr/>
            <p:nvPr/>
          </p:nvSpPr>
          <p:spPr>
            <a:xfrm>
              <a:off x="3883818" y="2444495"/>
              <a:ext cx="109220" cy="295275"/>
            </a:xfrm>
            <a:custGeom>
              <a:rect b="b" l="l" r="r" t="t"/>
              <a:pathLst>
                <a:path extrusionOk="0" h="295275" w="109220">
                  <a:moveTo>
                    <a:pt x="77819" y="7620"/>
                  </a:moveTo>
                  <a:lnTo>
                    <a:pt x="70961" y="7620"/>
                  </a:lnTo>
                  <a:lnTo>
                    <a:pt x="64865" y="8382"/>
                  </a:lnTo>
                  <a:lnTo>
                    <a:pt x="58769" y="6096"/>
                  </a:lnTo>
                  <a:lnTo>
                    <a:pt x="52673" y="3810"/>
                  </a:lnTo>
                  <a:lnTo>
                    <a:pt x="46577" y="3048"/>
                  </a:lnTo>
                  <a:lnTo>
                    <a:pt x="40481" y="1524"/>
                  </a:lnTo>
                  <a:lnTo>
                    <a:pt x="32861" y="762"/>
                  </a:lnTo>
                  <a:lnTo>
                    <a:pt x="25241" y="0"/>
                  </a:lnTo>
                  <a:lnTo>
                    <a:pt x="17621" y="0"/>
                  </a:lnTo>
                  <a:lnTo>
                    <a:pt x="9239" y="0"/>
                  </a:lnTo>
                  <a:lnTo>
                    <a:pt x="5429" y="3048"/>
                  </a:lnTo>
                  <a:lnTo>
                    <a:pt x="3143" y="11430"/>
                  </a:lnTo>
                  <a:lnTo>
                    <a:pt x="750" y="24717"/>
                  </a:lnTo>
                  <a:lnTo>
                    <a:pt x="0" y="38862"/>
                  </a:lnTo>
                  <a:lnTo>
                    <a:pt x="250" y="53006"/>
                  </a:lnTo>
                  <a:lnTo>
                    <a:pt x="857" y="66294"/>
                  </a:lnTo>
                  <a:lnTo>
                    <a:pt x="4107" y="95440"/>
                  </a:lnTo>
                  <a:lnTo>
                    <a:pt x="8572" y="124587"/>
                  </a:lnTo>
                  <a:lnTo>
                    <a:pt x="13180" y="153733"/>
                  </a:lnTo>
                  <a:lnTo>
                    <a:pt x="16859" y="182880"/>
                  </a:lnTo>
                  <a:lnTo>
                    <a:pt x="18418" y="201739"/>
                  </a:lnTo>
                  <a:lnTo>
                    <a:pt x="19621" y="220599"/>
                  </a:lnTo>
                  <a:lnTo>
                    <a:pt x="20395" y="239458"/>
                  </a:lnTo>
                  <a:lnTo>
                    <a:pt x="20669" y="258318"/>
                  </a:lnTo>
                  <a:lnTo>
                    <a:pt x="20669" y="267462"/>
                  </a:lnTo>
                  <a:lnTo>
                    <a:pt x="20669" y="276606"/>
                  </a:lnTo>
                  <a:lnTo>
                    <a:pt x="20669" y="285750"/>
                  </a:lnTo>
                  <a:lnTo>
                    <a:pt x="20669" y="294894"/>
                  </a:lnTo>
                  <a:lnTo>
                    <a:pt x="33563" y="294703"/>
                  </a:lnTo>
                  <a:lnTo>
                    <a:pt x="81307" y="286154"/>
                  </a:lnTo>
                  <a:lnTo>
                    <a:pt x="100000" y="276486"/>
                  </a:lnTo>
                  <a:lnTo>
                    <a:pt x="109061" y="27051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05" name="Google Shape;3305;p24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3973055" y="2499347"/>
              <a:ext cx="201026" cy="1364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06" name="Google Shape;3306;p24"/>
          <p:cNvGrpSpPr/>
          <p:nvPr/>
        </p:nvGrpSpPr>
        <p:grpSpPr>
          <a:xfrm>
            <a:off x="3655460" y="2532281"/>
            <a:ext cx="294308" cy="337373"/>
            <a:chOff x="4303286" y="2432791"/>
            <a:chExt cx="264309" cy="248032"/>
          </a:xfrm>
        </p:grpSpPr>
        <p:pic>
          <p:nvPicPr>
            <p:cNvPr id="3307" name="Google Shape;3307;p24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4444733" y="2432791"/>
              <a:ext cx="122862" cy="2480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8" name="Google Shape;3308;p24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4303286" y="2520088"/>
              <a:ext cx="119373" cy="932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9" name="Google Shape;3309;p24"/>
          <p:cNvSpPr/>
          <p:nvPr/>
        </p:nvSpPr>
        <p:spPr>
          <a:xfrm>
            <a:off x="3379994" y="2857109"/>
            <a:ext cx="32496" cy="67361"/>
          </a:xfrm>
          <a:custGeom>
            <a:rect b="b" l="l" r="r" t="t"/>
            <a:pathLst>
              <a:path extrusionOk="0" h="49530" w="29210">
                <a:moveTo>
                  <a:pt x="29206" y="0"/>
                </a:moveTo>
                <a:lnTo>
                  <a:pt x="2071" y="30563"/>
                </a:lnTo>
                <a:lnTo>
                  <a:pt x="0" y="43017"/>
                </a:lnTo>
                <a:lnTo>
                  <a:pt x="250" y="4953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0" name="Google Shape;3310;p24"/>
          <p:cNvSpPr/>
          <p:nvPr/>
        </p:nvSpPr>
        <p:spPr>
          <a:xfrm>
            <a:off x="3577121" y="2815650"/>
            <a:ext cx="31790" cy="105358"/>
          </a:xfrm>
          <a:custGeom>
            <a:rect b="b" l="l" r="r" t="t"/>
            <a:pathLst>
              <a:path extrusionOk="0" h="77469" w="28575">
                <a:moveTo>
                  <a:pt x="28194" y="0"/>
                </a:moveTo>
                <a:lnTo>
                  <a:pt x="23145" y="10739"/>
                </a:lnTo>
                <a:lnTo>
                  <a:pt x="17526" y="21336"/>
                </a:lnTo>
                <a:lnTo>
                  <a:pt x="11906" y="31932"/>
                </a:lnTo>
                <a:lnTo>
                  <a:pt x="6858" y="42672"/>
                </a:lnTo>
                <a:lnTo>
                  <a:pt x="3536" y="51030"/>
                </a:lnTo>
                <a:lnTo>
                  <a:pt x="1428" y="59245"/>
                </a:lnTo>
                <a:lnTo>
                  <a:pt x="321" y="67746"/>
                </a:lnTo>
                <a:lnTo>
                  <a:pt x="0" y="7696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1" name="Google Shape;3311;p2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4255901" y="2643576"/>
            <a:ext cx="327333" cy="255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2" name="Google Shape;3312;p24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5235909" y="4892744"/>
            <a:ext cx="509123" cy="263301"/>
          </a:xfrm>
          <a:prstGeom prst="rect">
            <a:avLst/>
          </a:prstGeom>
          <a:noFill/>
          <a:ln>
            <a:noFill/>
          </a:ln>
        </p:spPr>
      </p:pic>
      <p:sp>
        <p:nvSpPr>
          <p:cNvPr id="3313" name="Google Shape;3313;p24"/>
          <p:cNvSpPr/>
          <p:nvPr/>
        </p:nvSpPr>
        <p:spPr>
          <a:xfrm>
            <a:off x="6101384" y="4985009"/>
            <a:ext cx="22606" cy="112268"/>
          </a:xfrm>
          <a:custGeom>
            <a:rect b="b" l="l" r="r" t="t"/>
            <a:pathLst>
              <a:path extrusionOk="0" h="82550" w="20320">
                <a:moveTo>
                  <a:pt x="0" y="0"/>
                </a:moveTo>
                <a:lnTo>
                  <a:pt x="17680" y="35147"/>
                </a:lnTo>
                <a:lnTo>
                  <a:pt x="20133" y="57650"/>
                </a:lnTo>
                <a:lnTo>
                  <a:pt x="20097" y="65913"/>
                </a:lnTo>
                <a:lnTo>
                  <a:pt x="19919" y="74175"/>
                </a:lnTo>
                <a:lnTo>
                  <a:pt x="19812" y="82296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4" name="Google Shape;3314;p24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6168401" y="4884354"/>
            <a:ext cx="112877" cy="224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5" name="Google Shape;3315;p24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6671252" y="4820190"/>
            <a:ext cx="494155" cy="2932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6" name="Google Shape;3316;p24"/>
          <p:cNvGrpSpPr/>
          <p:nvPr/>
        </p:nvGrpSpPr>
        <p:grpSpPr>
          <a:xfrm>
            <a:off x="7482111" y="4836716"/>
            <a:ext cx="794614" cy="335851"/>
            <a:chOff x="7739883" y="4126979"/>
            <a:chExt cx="713618" cy="246913"/>
          </a:xfrm>
        </p:grpSpPr>
        <p:pic>
          <p:nvPicPr>
            <p:cNvPr id="3317" name="Google Shape;3317;p24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7739883" y="4126979"/>
              <a:ext cx="506969" cy="246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8" name="Google Shape;3318;p24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8278355" y="4140695"/>
              <a:ext cx="111277" cy="1219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9" name="Google Shape;3319;p24"/>
            <p:cNvSpPr/>
            <p:nvPr/>
          </p:nvSpPr>
          <p:spPr>
            <a:xfrm>
              <a:off x="8441436" y="4175760"/>
              <a:ext cx="12065" cy="67945"/>
            </a:xfrm>
            <a:custGeom>
              <a:rect b="b" l="l" r="r" t="t"/>
              <a:pathLst>
                <a:path extrusionOk="0" h="67945" w="12065">
                  <a:moveTo>
                    <a:pt x="9905" y="0"/>
                  </a:moveTo>
                  <a:lnTo>
                    <a:pt x="11370" y="13454"/>
                  </a:lnTo>
                  <a:lnTo>
                    <a:pt x="11906" y="25908"/>
                  </a:lnTo>
                  <a:lnTo>
                    <a:pt x="10870" y="38361"/>
                  </a:lnTo>
                  <a:lnTo>
                    <a:pt x="7619" y="51816"/>
                  </a:lnTo>
                  <a:lnTo>
                    <a:pt x="3809" y="60198"/>
                  </a:lnTo>
                  <a:lnTo>
                    <a:pt x="2285" y="62484"/>
                  </a:lnTo>
                  <a:lnTo>
                    <a:pt x="0" y="6781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p24"/>
            <p:cNvSpPr/>
            <p:nvPr/>
          </p:nvSpPr>
          <p:spPr>
            <a:xfrm>
              <a:off x="8429244" y="4127754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21" name="Google Shape;3321;p24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8337146" y="4742454"/>
            <a:ext cx="494553" cy="265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2" name="Google Shape;3322;p24"/>
          <p:cNvGrpSpPr/>
          <p:nvPr/>
        </p:nvGrpSpPr>
        <p:grpSpPr>
          <a:xfrm>
            <a:off x="8886928" y="4744488"/>
            <a:ext cx="145657" cy="349982"/>
            <a:chOff x="9001506" y="4059174"/>
            <a:chExt cx="130810" cy="257302"/>
          </a:xfrm>
        </p:grpSpPr>
        <p:sp>
          <p:nvSpPr>
            <p:cNvPr id="3323" name="Google Shape;3323;p24"/>
            <p:cNvSpPr/>
            <p:nvPr/>
          </p:nvSpPr>
          <p:spPr>
            <a:xfrm>
              <a:off x="9014460" y="4059174"/>
              <a:ext cx="8890" cy="147320"/>
            </a:xfrm>
            <a:custGeom>
              <a:rect b="b" l="l" r="r" t="t"/>
              <a:pathLst>
                <a:path extrusionOk="0" h="147320" w="8890">
                  <a:moveTo>
                    <a:pt x="8381" y="0"/>
                  </a:moveTo>
                  <a:lnTo>
                    <a:pt x="7036" y="13596"/>
                  </a:lnTo>
                  <a:lnTo>
                    <a:pt x="6191" y="27051"/>
                  </a:lnTo>
                  <a:lnTo>
                    <a:pt x="5488" y="40505"/>
                  </a:lnTo>
                  <a:lnTo>
                    <a:pt x="4571" y="54102"/>
                  </a:lnTo>
                  <a:lnTo>
                    <a:pt x="3321" y="74235"/>
                  </a:lnTo>
                  <a:lnTo>
                    <a:pt x="2000" y="94583"/>
                  </a:lnTo>
                  <a:lnTo>
                    <a:pt x="821" y="115073"/>
                  </a:lnTo>
                  <a:lnTo>
                    <a:pt x="0" y="135636"/>
                  </a:lnTo>
                  <a:lnTo>
                    <a:pt x="0" y="142494"/>
                  </a:lnTo>
                  <a:lnTo>
                    <a:pt x="0" y="144780"/>
                  </a:lnTo>
                  <a:lnTo>
                    <a:pt x="4571" y="147066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4" name="Google Shape;3324;p24"/>
            <p:cNvSpPr/>
            <p:nvPr/>
          </p:nvSpPr>
          <p:spPr>
            <a:xfrm>
              <a:off x="9001506" y="4124706"/>
              <a:ext cx="130810" cy="191770"/>
            </a:xfrm>
            <a:custGeom>
              <a:rect b="b" l="l" r="r" t="t"/>
              <a:pathLst>
                <a:path extrusionOk="0" h="191770" w="130809">
                  <a:moveTo>
                    <a:pt x="73151" y="0"/>
                  </a:moveTo>
                  <a:lnTo>
                    <a:pt x="66770" y="10429"/>
                  </a:lnTo>
                  <a:lnTo>
                    <a:pt x="61531" y="20574"/>
                  </a:lnTo>
                  <a:lnTo>
                    <a:pt x="57721" y="31289"/>
                  </a:lnTo>
                  <a:lnTo>
                    <a:pt x="55625" y="43434"/>
                  </a:lnTo>
                  <a:lnTo>
                    <a:pt x="56435" y="51470"/>
                  </a:lnTo>
                  <a:lnTo>
                    <a:pt x="59816" y="57435"/>
                  </a:lnTo>
                  <a:lnTo>
                    <a:pt x="65484" y="61543"/>
                  </a:lnTo>
                  <a:lnTo>
                    <a:pt x="73151" y="64008"/>
                  </a:lnTo>
                  <a:lnTo>
                    <a:pt x="82748" y="65091"/>
                  </a:lnTo>
                  <a:lnTo>
                    <a:pt x="92773" y="64674"/>
                  </a:lnTo>
                  <a:lnTo>
                    <a:pt x="124110" y="40195"/>
                  </a:lnTo>
                  <a:lnTo>
                    <a:pt x="129539" y="19049"/>
                  </a:lnTo>
                  <a:lnTo>
                    <a:pt x="130301" y="15239"/>
                  </a:lnTo>
                  <a:lnTo>
                    <a:pt x="130301" y="11429"/>
                  </a:lnTo>
                  <a:lnTo>
                    <a:pt x="130301" y="7619"/>
                  </a:lnTo>
                  <a:lnTo>
                    <a:pt x="130468" y="15144"/>
                  </a:lnTo>
                  <a:lnTo>
                    <a:pt x="129920" y="22097"/>
                  </a:lnTo>
                  <a:lnTo>
                    <a:pt x="128801" y="29051"/>
                  </a:lnTo>
                  <a:lnTo>
                    <a:pt x="127253" y="36575"/>
                  </a:lnTo>
                  <a:lnTo>
                    <a:pt x="124075" y="52708"/>
                  </a:lnTo>
                  <a:lnTo>
                    <a:pt x="121253" y="69056"/>
                  </a:lnTo>
                  <a:lnTo>
                    <a:pt x="118574" y="85546"/>
                  </a:lnTo>
                  <a:lnTo>
                    <a:pt x="115823" y="102107"/>
                  </a:lnTo>
                  <a:lnTo>
                    <a:pt x="107680" y="148078"/>
                  </a:lnTo>
                  <a:lnTo>
                    <a:pt x="89915" y="187499"/>
                  </a:lnTo>
                  <a:lnTo>
                    <a:pt x="71449" y="191702"/>
                  </a:lnTo>
                  <a:lnTo>
                    <a:pt x="62579" y="189071"/>
                  </a:lnTo>
                  <a:lnTo>
                    <a:pt x="30575" y="164306"/>
                  </a:lnTo>
                  <a:lnTo>
                    <a:pt x="23014" y="156555"/>
                  </a:lnTo>
                  <a:lnTo>
                    <a:pt x="15239" y="148590"/>
                  </a:lnTo>
                  <a:lnTo>
                    <a:pt x="9905" y="143256"/>
                  </a:lnTo>
                  <a:lnTo>
                    <a:pt x="4571" y="138684"/>
                  </a:lnTo>
                  <a:lnTo>
                    <a:pt x="0" y="13335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25" name="Google Shape;3325;p24"/>
          <p:cNvGrpSpPr/>
          <p:nvPr/>
        </p:nvGrpSpPr>
        <p:grpSpPr>
          <a:xfrm>
            <a:off x="5923162" y="5523915"/>
            <a:ext cx="309248" cy="272074"/>
            <a:chOff x="6339839" y="4632198"/>
            <a:chExt cx="277726" cy="200025"/>
          </a:xfrm>
        </p:grpSpPr>
        <p:sp>
          <p:nvSpPr>
            <p:cNvPr id="3326" name="Google Shape;3326;p24"/>
            <p:cNvSpPr/>
            <p:nvPr/>
          </p:nvSpPr>
          <p:spPr>
            <a:xfrm>
              <a:off x="6339839" y="4632198"/>
              <a:ext cx="29845" cy="200025"/>
            </a:xfrm>
            <a:custGeom>
              <a:rect b="b" l="l" r="r" t="t"/>
              <a:pathLst>
                <a:path extrusionOk="0" h="200025" w="29845">
                  <a:moveTo>
                    <a:pt x="0" y="0"/>
                  </a:moveTo>
                  <a:lnTo>
                    <a:pt x="15109" y="50041"/>
                  </a:lnTo>
                  <a:lnTo>
                    <a:pt x="24860" y="107537"/>
                  </a:lnTo>
                  <a:lnTo>
                    <a:pt x="26670" y="148590"/>
                  </a:lnTo>
                  <a:lnTo>
                    <a:pt x="27146" y="161282"/>
                  </a:lnTo>
                  <a:lnTo>
                    <a:pt x="27622" y="174117"/>
                  </a:lnTo>
                  <a:lnTo>
                    <a:pt x="28384" y="186951"/>
                  </a:lnTo>
                  <a:lnTo>
                    <a:pt x="29718" y="199644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27" name="Google Shape;3327;p24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6400977" y="4663427"/>
              <a:ext cx="216588" cy="14328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28" name="Google Shape;3328;p24"/>
          <p:cNvGrpSpPr/>
          <p:nvPr/>
        </p:nvGrpSpPr>
        <p:grpSpPr>
          <a:xfrm>
            <a:off x="6578380" y="5395375"/>
            <a:ext cx="1139347" cy="308643"/>
            <a:chOff x="6928270" y="4537697"/>
            <a:chExt cx="1023212" cy="226910"/>
          </a:xfrm>
        </p:grpSpPr>
        <p:pic>
          <p:nvPicPr>
            <p:cNvPr id="3329" name="Google Shape;3329;p24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6928270" y="4571225"/>
              <a:ext cx="406659" cy="193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0" name="Google Shape;3330;p24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7365479" y="4568177"/>
              <a:ext cx="225672" cy="1594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1" name="Google Shape;3331;p24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7632274" y="4537697"/>
              <a:ext cx="319208" cy="1653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32" name="Google Shape;3332;p24"/>
          <p:cNvGrpSpPr/>
          <p:nvPr/>
        </p:nvGrpSpPr>
        <p:grpSpPr>
          <a:xfrm>
            <a:off x="4791161" y="2353621"/>
            <a:ext cx="513044" cy="425817"/>
            <a:chOff x="5323224" y="2301442"/>
            <a:chExt cx="460749" cy="313055"/>
          </a:xfrm>
        </p:grpSpPr>
        <p:sp>
          <p:nvSpPr>
            <p:cNvPr id="3333" name="Google Shape;3333;p24"/>
            <p:cNvSpPr/>
            <p:nvPr/>
          </p:nvSpPr>
          <p:spPr>
            <a:xfrm>
              <a:off x="5323224" y="2301442"/>
              <a:ext cx="161925" cy="313055"/>
            </a:xfrm>
            <a:custGeom>
              <a:rect b="b" l="l" r="r" t="t"/>
              <a:pathLst>
                <a:path extrusionOk="0" h="313055" w="161925">
                  <a:moveTo>
                    <a:pt x="128885" y="2083"/>
                  </a:moveTo>
                  <a:lnTo>
                    <a:pt x="112823" y="0"/>
                  </a:lnTo>
                  <a:lnTo>
                    <a:pt x="98690" y="273"/>
                  </a:lnTo>
                  <a:lnTo>
                    <a:pt x="84415" y="2405"/>
                  </a:lnTo>
                  <a:lnTo>
                    <a:pt x="36873" y="13132"/>
                  </a:lnTo>
                  <a:lnTo>
                    <a:pt x="2262" y="29956"/>
                  </a:lnTo>
                  <a:lnTo>
                    <a:pt x="0" y="43695"/>
                  </a:lnTo>
                  <a:lnTo>
                    <a:pt x="869" y="50851"/>
                  </a:lnTo>
                  <a:lnTo>
                    <a:pt x="4262" y="67984"/>
                  </a:lnTo>
                  <a:lnTo>
                    <a:pt x="9155" y="85046"/>
                  </a:lnTo>
                  <a:lnTo>
                    <a:pt x="14478" y="101965"/>
                  </a:lnTo>
                  <a:lnTo>
                    <a:pt x="19157" y="118669"/>
                  </a:lnTo>
                  <a:lnTo>
                    <a:pt x="31825" y="190392"/>
                  </a:lnTo>
                  <a:lnTo>
                    <a:pt x="35921" y="262687"/>
                  </a:lnTo>
                  <a:lnTo>
                    <a:pt x="36242" y="274474"/>
                  </a:lnTo>
                  <a:lnTo>
                    <a:pt x="36778" y="286690"/>
                  </a:lnTo>
                  <a:lnTo>
                    <a:pt x="36885" y="298906"/>
                  </a:lnTo>
                  <a:lnTo>
                    <a:pt x="35921" y="310693"/>
                  </a:lnTo>
                  <a:lnTo>
                    <a:pt x="35159" y="312217"/>
                  </a:lnTo>
                  <a:lnTo>
                    <a:pt x="35159" y="312979"/>
                  </a:lnTo>
                  <a:lnTo>
                    <a:pt x="41255" y="311455"/>
                  </a:lnTo>
                  <a:lnTo>
                    <a:pt x="47351" y="309169"/>
                  </a:lnTo>
                  <a:lnTo>
                    <a:pt x="54209" y="307645"/>
                  </a:lnTo>
                  <a:lnTo>
                    <a:pt x="64639" y="305311"/>
                  </a:lnTo>
                  <a:lnTo>
                    <a:pt x="75354" y="303835"/>
                  </a:lnTo>
                  <a:lnTo>
                    <a:pt x="86356" y="302930"/>
                  </a:lnTo>
                  <a:lnTo>
                    <a:pt x="97643" y="302311"/>
                  </a:lnTo>
                  <a:lnTo>
                    <a:pt x="109073" y="301418"/>
                  </a:lnTo>
                  <a:lnTo>
                    <a:pt x="120503" y="300882"/>
                  </a:lnTo>
                  <a:lnTo>
                    <a:pt x="131933" y="300489"/>
                  </a:lnTo>
                  <a:lnTo>
                    <a:pt x="143363" y="300025"/>
                  </a:lnTo>
                  <a:lnTo>
                    <a:pt x="147173" y="299263"/>
                  </a:lnTo>
                  <a:lnTo>
                    <a:pt x="155555" y="300025"/>
                  </a:lnTo>
                  <a:lnTo>
                    <a:pt x="160127" y="298501"/>
                  </a:lnTo>
                  <a:lnTo>
                    <a:pt x="161651" y="297739"/>
                  </a:lnTo>
                  <a:lnTo>
                    <a:pt x="160889" y="296215"/>
                  </a:lnTo>
                  <a:lnTo>
                    <a:pt x="160889" y="29392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34" name="Google Shape;3334;p24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455145" y="2308085"/>
              <a:ext cx="144805" cy="205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5" name="Google Shape;3335;p24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5628500" y="2383523"/>
              <a:ext cx="155473" cy="1676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36" name="Google Shape;3336;p24"/>
          <p:cNvSpPr/>
          <p:nvPr/>
        </p:nvSpPr>
        <p:spPr>
          <a:xfrm>
            <a:off x="2156747" y="7277710"/>
            <a:ext cx="19780" cy="49225"/>
          </a:xfrm>
          <a:custGeom>
            <a:rect b="b" l="l" r="r" t="t"/>
            <a:pathLst>
              <a:path extrusionOk="0" h="36195" w="17780">
                <a:moveTo>
                  <a:pt x="6857" y="21336"/>
                </a:moveTo>
                <a:lnTo>
                  <a:pt x="12191" y="25908"/>
                </a:lnTo>
                <a:lnTo>
                  <a:pt x="17525" y="28956"/>
                </a:lnTo>
                <a:lnTo>
                  <a:pt x="8381" y="34290"/>
                </a:lnTo>
                <a:lnTo>
                  <a:pt x="6857" y="35052"/>
                </a:lnTo>
                <a:lnTo>
                  <a:pt x="6095" y="35052"/>
                </a:lnTo>
                <a:lnTo>
                  <a:pt x="5333" y="35814"/>
                </a:lnTo>
                <a:lnTo>
                  <a:pt x="4571" y="35814"/>
                </a:lnTo>
                <a:lnTo>
                  <a:pt x="3809" y="35814"/>
                </a:lnTo>
                <a:lnTo>
                  <a:pt x="3047" y="35814"/>
                </a:lnTo>
                <a:lnTo>
                  <a:pt x="1523" y="28194"/>
                </a:lnTo>
                <a:lnTo>
                  <a:pt x="0" y="19812"/>
                </a:lnTo>
                <a:lnTo>
                  <a:pt x="761" y="11430"/>
                </a:lnTo>
                <a:lnTo>
                  <a:pt x="1523" y="7620"/>
                </a:lnTo>
                <a:lnTo>
                  <a:pt x="2285" y="3810"/>
                </a:lnTo>
                <a:lnTo>
                  <a:pt x="2285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7" name="Google Shape;3337;p24"/>
          <p:cNvSpPr/>
          <p:nvPr/>
        </p:nvSpPr>
        <p:spPr>
          <a:xfrm>
            <a:off x="2085474" y="7140892"/>
            <a:ext cx="19073" cy="12089"/>
          </a:xfrm>
          <a:custGeom>
            <a:rect b="b" l="l" r="r" t="t"/>
            <a:pathLst>
              <a:path extrusionOk="0" h="8889" w="17144">
                <a:moveTo>
                  <a:pt x="0" y="8382"/>
                </a:moveTo>
                <a:lnTo>
                  <a:pt x="761" y="6858"/>
                </a:lnTo>
                <a:lnTo>
                  <a:pt x="3810" y="6858"/>
                </a:lnTo>
                <a:lnTo>
                  <a:pt x="2285" y="6096"/>
                </a:lnTo>
                <a:lnTo>
                  <a:pt x="761" y="6096"/>
                </a:lnTo>
                <a:lnTo>
                  <a:pt x="0" y="5334"/>
                </a:lnTo>
                <a:lnTo>
                  <a:pt x="4571" y="2286"/>
                </a:lnTo>
                <a:lnTo>
                  <a:pt x="9143" y="1524"/>
                </a:lnTo>
                <a:lnTo>
                  <a:pt x="16763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8" name="Google Shape;3338;p24"/>
          <p:cNvSpPr/>
          <p:nvPr/>
        </p:nvSpPr>
        <p:spPr>
          <a:xfrm>
            <a:off x="2455363" y="5564402"/>
            <a:ext cx="73468" cy="1976779"/>
          </a:xfrm>
          <a:custGeom>
            <a:rect b="b" l="l" r="r" t="t"/>
            <a:pathLst>
              <a:path extrusionOk="0" h="1453514" w="66039">
                <a:moveTo>
                  <a:pt x="46529" y="0"/>
                </a:moveTo>
                <a:lnTo>
                  <a:pt x="44410" y="16918"/>
                </a:lnTo>
                <a:lnTo>
                  <a:pt x="43291" y="33623"/>
                </a:lnTo>
                <a:lnTo>
                  <a:pt x="42457" y="50470"/>
                </a:lnTo>
                <a:lnTo>
                  <a:pt x="41195" y="67818"/>
                </a:lnTo>
                <a:lnTo>
                  <a:pt x="37397" y="110097"/>
                </a:lnTo>
                <a:lnTo>
                  <a:pt x="33099" y="152304"/>
                </a:lnTo>
                <a:lnTo>
                  <a:pt x="28658" y="194369"/>
                </a:lnTo>
                <a:lnTo>
                  <a:pt x="24431" y="236220"/>
                </a:lnTo>
                <a:lnTo>
                  <a:pt x="20562" y="279523"/>
                </a:lnTo>
                <a:lnTo>
                  <a:pt x="16906" y="322611"/>
                </a:lnTo>
                <a:lnTo>
                  <a:pt x="13394" y="365557"/>
                </a:lnTo>
                <a:lnTo>
                  <a:pt x="9953" y="408431"/>
                </a:lnTo>
                <a:lnTo>
                  <a:pt x="6703" y="454723"/>
                </a:lnTo>
                <a:lnTo>
                  <a:pt x="3952" y="501015"/>
                </a:lnTo>
                <a:lnTo>
                  <a:pt x="1916" y="547306"/>
                </a:lnTo>
                <a:lnTo>
                  <a:pt x="809" y="593598"/>
                </a:lnTo>
                <a:lnTo>
                  <a:pt x="0" y="639996"/>
                </a:lnTo>
                <a:lnTo>
                  <a:pt x="47" y="686466"/>
                </a:lnTo>
                <a:lnTo>
                  <a:pt x="1238" y="732793"/>
                </a:lnTo>
                <a:lnTo>
                  <a:pt x="3857" y="778764"/>
                </a:lnTo>
                <a:lnTo>
                  <a:pt x="8060" y="821936"/>
                </a:lnTo>
                <a:lnTo>
                  <a:pt x="13477" y="864679"/>
                </a:lnTo>
                <a:lnTo>
                  <a:pt x="19609" y="907137"/>
                </a:lnTo>
                <a:lnTo>
                  <a:pt x="25955" y="949452"/>
                </a:lnTo>
                <a:lnTo>
                  <a:pt x="34551" y="1004887"/>
                </a:lnTo>
                <a:lnTo>
                  <a:pt x="42719" y="1060323"/>
                </a:lnTo>
                <a:lnTo>
                  <a:pt x="49744" y="1115758"/>
                </a:lnTo>
                <a:lnTo>
                  <a:pt x="54911" y="1171194"/>
                </a:lnTo>
                <a:lnTo>
                  <a:pt x="58054" y="1235202"/>
                </a:lnTo>
                <a:lnTo>
                  <a:pt x="59483" y="1299210"/>
                </a:lnTo>
                <a:lnTo>
                  <a:pt x="60043" y="1322653"/>
                </a:lnTo>
                <a:lnTo>
                  <a:pt x="60531" y="1346168"/>
                </a:lnTo>
                <a:lnTo>
                  <a:pt x="60876" y="1369825"/>
                </a:lnTo>
                <a:lnTo>
                  <a:pt x="61007" y="1393698"/>
                </a:lnTo>
                <a:lnTo>
                  <a:pt x="61138" y="1405818"/>
                </a:lnTo>
                <a:lnTo>
                  <a:pt x="61483" y="1418082"/>
                </a:lnTo>
                <a:lnTo>
                  <a:pt x="61972" y="1430345"/>
                </a:lnTo>
                <a:lnTo>
                  <a:pt x="62531" y="1442466"/>
                </a:lnTo>
                <a:lnTo>
                  <a:pt x="62531" y="1446276"/>
                </a:lnTo>
                <a:lnTo>
                  <a:pt x="63293" y="1449324"/>
                </a:lnTo>
                <a:lnTo>
                  <a:pt x="64055" y="1453134"/>
                </a:lnTo>
                <a:lnTo>
                  <a:pt x="64055" y="1451610"/>
                </a:lnTo>
                <a:lnTo>
                  <a:pt x="65579" y="1442466"/>
                </a:lnTo>
                <a:lnTo>
                  <a:pt x="65579" y="1437894"/>
                </a:lnTo>
                <a:lnTo>
                  <a:pt x="64055" y="1434084"/>
                </a:lnTo>
                <a:lnTo>
                  <a:pt x="63293" y="1429512"/>
                </a:lnTo>
                <a:lnTo>
                  <a:pt x="62531" y="142570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9" name="Google Shape;3339;p24"/>
          <p:cNvSpPr/>
          <p:nvPr/>
        </p:nvSpPr>
        <p:spPr>
          <a:xfrm>
            <a:off x="791524" y="4489569"/>
            <a:ext cx="9192165" cy="166673"/>
          </a:xfrm>
          <a:custGeom>
            <a:rect b="b" l="l" r="r" t="t"/>
            <a:pathLst>
              <a:path extrusionOk="0" h="122554" w="8262620">
                <a:moveTo>
                  <a:pt x="0" y="120396"/>
                </a:moveTo>
                <a:lnTo>
                  <a:pt x="27991" y="120288"/>
                </a:lnTo>
                <a:lnTo>
                  <a:pt x="55911" y="120110"/>
                </a:lnTo>
                <a:lnTo>
                  <a:pt x="83689" y="120074"/>
                </a:lnTo>
                <a:lnTo>
                  <a:pt x="111252" y="120396"/>
                </a:lnTo>
                <a:lnTo>
                  <a:pt x="143136" y="120955"/>
                </a:lnTo>
                <a:lnTo>
                  <a:pt x="174879" y="121443"/>
                </a:lnTo>
                <a:lnTo>
                  <a:pt x="206621" y="121789"/>
                </a:lnTo>
                <a:lnTo>
                  <a:pt x="238506" y="121920"/>
                </a:lnTo>
                <a:lnTo>
                  <a:pt x="289941" y="122217"/>
                </a:lnTo>
                <a:lnTo>
                  <a:pt x="341375" y="122015"/>
                </a:lnTo>
                <a:lnTo>
                  <a:pt x="392810" y="121384"/>
                </a:lnTo>
                <a:lnTo>
                  <a:pt x="444245" y="120396"/>
                </a:lnTo>
                <a:lnTo>
                  <a:pt x="492132" y="118824"/>
                </a:lnTo>
                <a:lnTo>
                  <a:pt x="539877" y="117538"/>
                </a:lnTo>
                <a:lnTo>
                  <a:pt x="587621" y="116538"/>
                </a:lnTo>
                <a:lnTo>
                  <a:pt x="635508" y="115824"/>
                </a:lnTo>
                <a:lnTo>
                  <a:pt x="689681" y="114561"/>
                </a:lnTo>
                <a:lnTo>
                  <a:pt x="743712" y="113157"/>
                </a:lnTo>
                <a:lnTo>
                  <a:pt x="797742" y="111752"/>
                </a:lnTo>
                <a:lnTo>
                  <a:pt x="851916" y="110490"/>
                </a:lnTo>
                <a:lnTo>
                  <a:pt x="899842" y="109654"/>
                </a:lnTo>
                <a:lnTo>
                  <a:pt x="947659" y="108929"/>
                </a:lnTo>
                <a:lnTo>
                  <a:pt x="995440" y="108240"/>
                </a:lnTo>
                <a:lnTo>
                  <a:pt x="1043257" y="107515"/>
                </a:lnTo>
                <a:lnTo>
                  <a:pt x="1091184" y="106680"/>
                </a:lnTo>
                <a:lnTo>
                  <a:pt x="1145054" y="105125"/>
                </a:lnTo>
                <a:lnTo>
                  <a:pt x="1198814" y="103205"/>
                </a:lnTo>
                <a:lnTo>
                  <a:pt x="1252539" y="100919"/>
                </a:lnTo>
                <a:lnTo>
                  <a:pt x="1306299" y="98267"/>
                </a:lnTo>
                <a:lnTo>
                  <a:pt x="1360170" y="95250"/>
                </a:lnTo>
                <a:lnTo>
                  <a:pt x="1410137" y="92144"/>
                </a:lnTo>
                <a:lnTo>
                  <a:pt x="1460118" y="88785"/>
                </a:lnTo>
                <a:lnTo>
                  <a:pt x="1510126" y="85292"/>
                </a:lnTo>
                <a:lnTo>
                  <a:pt x="1560173" y="81787"/>
                </a:lnTo>
                <a:lnTo>
                  <a:pt x="1610274" y="78388"/>
                </a:lnTo>
                <a:lnTo>
                  <a:pt x="1660442" y="75215"/>
                </a:lnTo>
                <a:lnTo>
                  <a:pt x="1710689" y="72390"/>
                </a:lnTo>
                <a:lnTo>
                  <a:pt x="1766468" y="69915"/>
                </a:lnTo>
                <a:lnTo>
                  <a:pt x="1822246" y="67952"/>
                </a:lnTo>
                <a:lnTo>
                  <a:pt x="1878025" y="66464"/>
                </a:lnTo>
                <a:lnTo>
                  <a:pt x="1933803" y="65416"/>
                </a:lnTo>
                <a:lnTo>
                  <a:pt x="1989582" y="64770"/>
                </a:lnTo>
                <a:lnTo>
                  <a:pt x="2037531" y="64180"/>
                </a:lnTo>
                <a:lnTo>
                  <a:pt x="2085396" y="63866"/>
                </a:lnTo>
                <a:lnTo>
                  <a:pt x="2133219" y="63722"/>
                </a:lnTo>
                <a:lnTo>
                  <a:pt x="2181041" y="63641"/>
                </a:lnTo>
                <a:lnTo>
                  <a:pt x="2228906" y="63517"/>
                </a:lnTo>
                <a:lnTo>
                  <a:pt x="2276856" y="63246"/>
                </a:lnTo>
                <a:lnTo>
                  <a:pt x="2327204" y="62745"/>
                </a:lnTo>
                <a:lnTo>
                  <a:pt x="2377637" y="62032"/>
                </a:lnTo>
                <a:lnTo>
                  <a:pt x="2428113" y="61150"/>
                </a:lnTo>
                <a:lnTo>
                  <a:pt x="2478588" y="60141"/>
                </a:lnTo>
                <a:lnTo>
                  <a:pt x="2529021" y="59047"/>
                </a:lnTo>
                <a:lnTo>
                  <a:pt x="2579370" y="57912"/>
                </a:lnTo>
                <a:lnTo>
                  <a:pt x="2631129" y="56716"/>
                </a:lnTo>
                <a:lnTo>
                  <a:pt x="2682804" y="55456"/>
                </a:lnTo>
                <a:lnTo>
                  <a:pt x="2734437" y="54197"/>
                </a:lnTo>
                <a:lnTo>
                  <a:pt x="2786069" y="53001"/>
                </a:lnTo>
                <a:lnTo>
                  <a:pt x="2837744" y="51932"/>
                </a:lnTo>
                <a:lnTo>
                  <a:pt x="2889504" y="51054"/>
                </a:lnTo>
                <a:lnTo>
                  <a:pt x="2940584" y="50343"/>
                </a:lnTo>
                <a:lnTo>
                  <a:pt x="2991708" y="49713"/>
                </a:lnTo>
                <a:lnTo>
                  <a:pt x="3042863" y="49134"/>
                </a:lnTo>
                <a:lnTo>
                  <a:pt x="3094037" y="48574"/>
                </a:lnTo>
                <a:lnTo>
                  <a:pt x="3145218" y="48001"/>
                </a:lnTo>
                <a:lnTo>
                  <a:pt x="3196392" y="47385"/>
                </a:lnTo>
                <a:lnTo>
                  <a:pt x="3247547" y="46693"/>
                </a:lnTo>
                <a:lnTo>
                  <a:pt x="3298671" y="45894"/>
                </a:lnTo>
                <a:lnTo>
                  <a:pt x="3349752" y="44958"/>
                </a:lnTo>
                <a:lnTo>
                  <a:pt x="3400805" y="43755"/>
                </a:lnTo>
                <a:lnTo>
                  <a:pt x="3451859" y="42446"/>
                </a:lnTo>
                <a:lnTo>
                  <a:pt x="3502913" y="41052"/>
                </a:lnTo>
                <a:lnTo>
                  <a:pt x="3553967" y="39595"/>
                </a:lnTo>
                <a:lnTo>
                  <a:pt x="3605021" y="38096"/>
                </a:lnTo>
                <a:lnTo>
                  <a:pt x="3656076" y="36576"/>
                </a:lnTo>
                <a:lnTo>
                  <a:pt x="3707664" y="34771"/>
                </a:lnTo>
                <a:lnTo>
                  <a:pt x="3759296" y="32923"/>
                </a:lnTo>
                <a:lnTo>
                  <a:pt x="3810959" y="31044"/>
                </a:lnTo>
                <a:lnTo>
                  <a:pt x="3862641" y="29146"/>
                </a:lnTo>
                <a:lnTo>
                  <a:pt x="3914330" y="27241"/>
                </a:lnTo>
                <a:lnTo>
                  <a:pt x="3966012" y="25343"/>
                </a:lnTo>
                <a:lnTo>
                  <a:pt x="4017675" y="23464"/>
                </a:lnTo>
                <a:lnTo>
                  <a:pt x="4069307" y="21616"/>
                </a:lnTo>
                <a:lnTo>
                  <a:pt x="4120896" y="19812"/>
                </a:lnTo>
                <a:lnTo>
                  <a:pt x="4171893" y="18351"/>
                </a:lnTo>
                <a:lnTo>
                  <a:pt x="4222806" y="17018"/>
                </a:lnTo>
                <a:lnTo>
                  <a:pt x="4273676" y="15811"/>
                </a:lnTo>
                <a:lnTo>
                  <a:pt x="4324547" y="14732"/>
                </a:lnTo>
                <a:lnTo>
                  <a:pt x="4375460" y="13779"/>
                </a:lnTo>
                <a:lnTo>
                  <a:pt x="4426458" y="12954"/>
                </a:lnTo>
                <a:lnTo>
                  <a:pt x="4475931" y="12195"/>
                </a:lnTo>
                <a:lnTo>
                  <a:pt x="4525320" y="11458"/>
                </a:lnTo>
                <a:lnTo>
                  <a:pt x="4574666" y="10763"/>
                </a:lnTo>
                <a:lnTo>
                  <a:pt x="4624013" y="10131"/>
                </a:lnTo>
                <a:lnTo>
                  <a:pt x="4673402" y="9584"/>
                </a:lnTo>
                <a:lnTo>
                  <a:pt x="4722876" y="9144"/>
                </a:lnTo>
                <a:lnTo>
                  <a:pt x="4772021" y="8703"/>
                </a:lnTo>
                <a:lnTo>
                  <a:pt x="4821145" y="8156"/>
                </a:lnTo>
                <a:lnTo>
                  <a:pt x="4870227" y="7524"/>
                </a:lnTo>
                <a:lnTo>
                  <a:pt x="4919246" y="6829"/>
                </a:lnTo>
                <a:lnTo>
                  <a:pt x="4968180" y="6092"/>
                </a:lnTo>
                <a:lnTo>
                  <a:pt x="5017008" y="5334"/>
                </a:lnTo>
                <a:lnTo>
                  <a:pt x="5066100" y="4628"/>
                </a:lnTo>
                <a:lnTo>
                  <a:pt x="5115108" y="4007"/>
                </a:lnTo>
                <a:lnTo>
                  <a:pt x="5164074" y="3428"/>
                </a:lnTo>
                <a:lnTo>
                  <a:pt x="5213039" y="2850"/>
                </a:lnTo>
                <a:lnTo>
                  <a:pt x="5262047" y="2229"/>
                </a:lnTo>
                <a:lnTo>
                  <a:pt x="5311140" y="1523"/>
                </a:lnTo>
                <a:lnTo>
                  <a:pt x="5357625" y="881"/>
                </a:lnTo>
                <a:lnTo>
                  <a:pt x="5404132" y="451"/>
                </a:lnTo>
                <a:lnTo>
                  <a:pt x="5450681" y="190"/>
                </a:lnTo>
                <a:lnTo>
                  <a:pt x="5497293" y="56"/>
                </a:lnTo>
                <a:lnTo>
                  <a:pt x="5543990" y="7"/>
                </a:lnTo>
                <a:lnTo>
                  <a:pt x="5590794" y="0"/>
                </a:lnTo>
                <a:lnTo>
                  <a:pt x="5642000" y="6"/>
                </a:lnTo>
                <a:lnTo>
                  <a:pt x="5693206" y="48"/>
                </a:lnTo>
                <a:lnTo>
                  <a:pt x="5744413" y="164"/>
                </a:lnTo>
                <a:lnTo>
                  <a:pt x="5795619" y="390"/>
                </a:lnTo>
                <a:lnTo>
                  <a:pt x="5846826" y="761"/>
                </a:lnTo>
                <a:lnTo>
                  <a:pt x="5894460" y="1463"/>
                </a:lnTo>
                <a:lnTo>
                  <a:pt x="5942240" y="2529"/>
                </a:lnTo>
                <a:lnTo>
                  <a:pt x="5990130" y="3779"/>
                </a:lnTo>
                <a:lnTo>
                  <a:pt x="6038094" y="5029"/>
                </a:lnTo>
                <a:lnTo>
                  <a:pt x="6086094" y="6095"/>
                </a:lnTo>
                <a:lnTo>
                  <a:pt x="6134179" y="6918"/>
                </a:lnTo>
                <a:lnTo>
                  <a:pt x="6182374" y="7559"/>
                </a:lnTo>
                <a:lnTo>
                  <a:pt x="6230605" y="8016"/>
                </a:lnTo>
                <a:lnTo>
                  <a:pt x="6278800" y="8290"/>
                </a:lnTo>
                <a:lnTo>
                  <a:pt x="6326886" y="8381"/>
                </a:lnTo>
                <a:lnTo>
                  <a:pt x="6374355" y="8394"/>
                </a:lnTo>
                <a:lnTo>
                  <a:pt x="6421715" y="8479"/>
                </a:lnTo>
                <a:lnTo>
                  <a:pt x="6469038" y="8711"/>
                </a:lnTo>
                <a:lnTo>
                  <a:pt x="6516398" y="9162"/>
                </a:lnTo>
                <a:lnTo>
                  <a:pt x="6563868" y="9905"/>
                </a:lnTo>
                <a:lnTo>
                  <a:pt x="6618148" y="10608"/>
                </a:lnTo>
                <a:lnTo>
                  <a:pt x="6672357" y="11525"/>
                </a:lnTo>
                <a:lnTo>
                  <a:pt x="6726424" y="12584"/>
                </a:lnTo>
                <a:lnTo>
                  <a:pt x="6780276" y="13715"/>
                </a:lnTo>
                <a:lnTo>
                  <a:pt x="6829368" y="14795"/>
                </a:lnTo>
                <a:lnTo>
                  <a:pt x="6878376" y="15747"/>
                </a:lnTo>
                <a:lnTo>
                  <a:pt x="6927341" y="16573"/>
                </a:lnTo>
                <a:lnTo>
                  <a:pt x="6976307" y="17271"/>
                </a:lnTo>
                <a:lnTo>
                  <a:pt x="7025315" y="17843"/>
                </a:lnTo>
                <a:lnTo>
                  <a:pt x="7074408" y="18287"/>
                </a:lnTo>
                <a:lnTo>
                  <a:pt x="7129962" y="18621"/>
                </a:lnTo>
                <a:lnTo>
                  <a:pt x="7185659" y="18668"/>
                </a:lnTo>
                <a:lnTo>
                  <a:pt x="7241357" y="18716"/>
                </a:lnTo>
                <a:lnTo>
                  <a:pt x="7296911" y="19049"/>
                </a:lnTo>
                <a:lnTo>
                  <a:pt x="7337357" y="19752"/>
                </a:lnTo>
                <a:lnTo>
                  <a:pt x="7377588" y="20669"/>
                </a:lnTo>
                <a:lnTo>
                  <a:pt x="7417677" y="21728"/>
                </a:lnTo>
                <a:lnTo>
                  <a:pt x="7457694" y="22859"/>
                </a:lnTo>
                <a:lnTo>
                  <a:pt x="7531608" y="26003"/>
                </a:lnTo>
                <a:lnTo>
                  <a:pt x="7568493" y="27896"/>
                </a:lnTo>
                <a:lnTo>
                  <a:pt x="7605522" y="29717"/>
                </a:lnTo>
                <a:lnTo>
                  <a:pt x="7648253" y="31670"/>
                </a:lnTo>
                <a:lnTo>
                  <a:pt x="7690770" y="33908"/>
                </a:lnTo>
                <a:lnTo>
                  <a:pt x="7733145" y="36147"/>
                </a:lnTo>
                <a:lnTo>
                  <a:pt x="7775448" y="38099"/>
                </a:lnTo>
                <a:lnTo>
                  <a:pt x="7807452" y="39695"/>
                </a:lnTo>
                <a:lnTo>
                  <a:pt x="7839456" y="41147"/>
                </a:lnTo>
                <a:lnTo>
                  <a:pt x="7871459" y="42600"/>
                </a:lnTo>
                <a:lnTo>
                  <a:pt x="7903464" y="44195"/>
                </a:lnTo>
                <a:lnTo>
                  <a:pt x="7930205" y="45469"/>
                </a:lnTo>
                <a:lnTo>
                  <a:pt x="7956804" y="46958"/>
                </a:lnTo>
                <a:lnTo>
                  <a:pt x="7983402" y="48589"/>
                </a:lnTo>
                <a:lnTo>
                  <a:pt x="8010144" y="50291"/>
                </a:lnTo>
                <a:lnTo>
                  <a:pt x="8032432" y="51554"/>
                </a:lnTo>
                <a:lnTo>
                  <a:pt x="8054721" y="52958"/>
                </a:lnTo>
                <a:lnTo>
                  <a:pt x="8077009" y="54363"/>
                </a:lnTo>
                <a:lnTo>
                  <a:pt x="8099298" y="55625"/>
                </a:lnTo>
                <a:lnTo>
                  <a:pt x="8118145" y="57090"/>
                </a:lnTo>
                <a:lnTo>
                  <a:pt x="8136921" y="58197"/>
                </a:lnTo>
                <a:lnTo>
                  <a:pt x="8155555" y="59162"/>
                </a:lnTo>
                <a:lnTo>
                  <a:pt x="8173974" y="60197"/>
                </a:lnTo>
                <a:lnTo>
                  <a:pt x="8189976" y="60650"/>
                </a:lnTo>
                <a:lnTo>
                  <a:pt x="8205978" y="60959"/>
                </a:lnTo>
                <a:lnTo>
                  <a:pt x="8221980" y="61269"/>
                </a:lnTo>
                <a:lnTo>
                  <a:pt x="8237982" y="61721"/>
                </a:lnTo>
                <a:lnTo>
                  <a:pt x="8246364" y="61721"/>
                </a:lnTo>
                <a:lnTo>
                  <a:pt x="8253983" y="61721"/>
                </a:lnTo>
                <a:lnTo>
                  <a:pt x="8262366" y="61721"/>
                </a:lnTo>
                <a:lnTo>
                  <a:pt x="8255508" y="62483"/>
                </a:lnTo>
                <a:lnTo>
                  <a:pt x="8245602" y="64007"/>
                </a:lnTo>
                <a:lnTo>
                  <a:pt x="8238744" y="64769"/>
                </a:lnTo>
                <a:lnTo>
                  <a:pt x="8225158" y="64960"/>
                </a:lnTo>
                <a:lnTo>
                  <a:pt x="8211788" y="64579"/>
                </a:lnTo>
                <a:lnTo>
                  <a:pt x="8198560" y="63912"/>
                </a:lnTo>
                <a:lnTo>
                  <a:pt x="8185404" y="63245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0" name="Google Shape;3340;p24"/>
          <p:cNvSpPr/>
          <p:nvPr/>
        </p:nvSpPr>
        <p:spPr>
          <a:xfrm>
            <a:off x="2942451" y="6146743"/>
            <a:ext cx="38147" cy="47498"/>
          </a:xfrm>
          <a:custGeom>
            <a:rect b="b" l="l" r="r" t="t"/>
            <a:pathLst>
              <a:path extrusionOk="0" h="34925" w="34289">
                <a:moveTo>
                  <a:pt x="0" y="13073"/>
                </a:moveTo>
                <a:lnTo>
                  <a:pt x="5429" y="6238"/>
                </a:lnTo>
                <a:lnTo>
                  <a:pt x="10286" y="1833"/>
                </a:lnTo>
                <a:lnTo>
                  <a:pt x="16287" y="0"/>
                </a:lnTo>
                <a:lnTo>
                  <a:pt x="25145" y="881"/>
                </a:lnTo>
                <a:lnTo>
                  <a:pt x="32766" y="3167"/>
                </a:lnTo>
                <a:lnTo>
                  <a:pt x="34290" y="12311"/>
                </a:lnTo>
                <a:lnTo>
                  <a:pt x="32766" y="18407"/>
                </a:lnTo>
                <a:lnTo>
                  <a:pt x="31242" y="25265"/>
                </a:lnTo>
                <a:lnTo>
                  <a:pt x="24384" y="31361"/>
                </a:lnTo>
                <a:lnTo>
                  <a:pt x="17526" y="33647"/>
                </a:lnTo>
                <a:lnTo>
                  <a:pt x="15240" y="34409"/>
                </a:lnTo>
                <a:lnTo>
                  <a:pt x="12954" y="33647"/>
                </a:lnTo>
                <a:lnTo>
                  <a:pt x="11430" y="33647"/>
                </a:lnTo>
                <a:lnTo>
                  <a:pt x="11430" y="28313"/>
                </a:lnTo>
                <a:lnTo>
                  <a:pt x="9144" y="29837"/>
                </a:lnTo>
                <a:lnTo>
                  <a:pt x="13716" y="26027"/>
                </a:lnTo>
                <a:lnTo>
                  <a:pt x="16002" y="24503"/>
                </a:lnTo>
                <a:lnTo>
                  <a:pt x="16764" y="23741"/>
                </a:lnTo>
                <a:lnTo>
                  <a:pt x="17526" y="22217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1" name="Google Shape;3341;p24"/>
          <p:cNvSpPr/>
          <p:nvPr/>
        </p:nvSpPr>
        <p:spPr>
          <a:xfrm>
            <a:off x="3471908" y="5156029"/>
            <a:ext cx="849843" cy="63905"/>
          </a:xfrm>
          <a:custGeom>
            <a:rect b="b" l="l" r="r" t="t"/>
            <a:pathLst>
              <a:path extrusionOk="0" h="46989" w="763904">
                <a:moveTo>
                  <a:pt x="0" y="46482"/>
                </a:moveTo>
                <a:lnTo>
                  <a:pt x="19204" y="42945"/>
                </a:lnTo>
                <a:lnTo>
                  <a:pt x="38195" y="41052"/>
                </a:lnTo>
                <a:lnTo>
                  <a:pt x="57328" y="40159"/>
                </a:lnTo>
                <a:lnTo>
                  <a:pt x="76962" y="39624"/>
                </a:lnTo>
                <a:lnTo>
                  <a:pt x="104965" y="38731"/>
                </a:lnTo>
                <a:lnTo>
                  <a:pt x="132969" y="38195"/>
                </a:lnTo>
                <a:lnTo>
                  <a:pt x="160972" y="37802"/>
                </a:lnTo>
                <a:lnTo>
                  <a:pt x="188976" y="37338"/>
                </a:lnTo>
                <a:lnTo>
                  <a:pt x="227266" y="36564"/>
                </a:lnTo>
                <a:lnTo>
                  <a:pt x="265557" y="36290"/>
                </a:lnTo>
                <a:lnTo>
                  <a:pt x="303847" y="36159"/>
                </a:lnTo>
                <a:lnTo>
                  <a:pt x="342138" y="35814"/>
                </a:lnTo>
                <a:lnTo>
                  <a:pt x="382845" y="35337"/>
                </a:lnTo>
                <a:lnTo>
                  <a:pt x="423767" y="34861"/>
                </a:lnTo>
                <a:lnTo>
                  <a:pt x="464831" y="34099"/>
                </a:lnTo>
                <a:lnTo>
                  <a:pt x="505968" y="32766"/>
                </a:lnTo>
                <a:lnTo>
                  <a:pt x="580358" y="27908"/>
                </a:lnTo>
                <a:lnTo>
                  <a:pt x="655320" y="21336"/>
                </a:lnTo>
                <a:lnTo>
                  <a:pt x="699135" y="16287"/>
                </a:lnTo>
                <a:lnTo>
                  <a:pt x="742950" y="10668"/>
                </a:lnTo>
                <a:lnTo>
                  <a:pt x="744474" y="10668"/>
                </a:lnTo>
                <a:lnTo>
                  <a:pt x="759714" y="10668"/>
                </a:lnTo>
                <a:lnTo>
                  <a:pt x="762000" y="9144"/>
                </a:lnTo>
                <a:lnTo>
                  <a:pt x="763524" y="6858"/>
                </a:lnTo>
                <a:lnTo>
                  <a:pt x="762000" y="3048"/>
                </a:lnTo>
                <a:lnTo>
                  <a:pt x="762000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2" name="Google Shape;3342;p24"/>
          <p:cNvSpPr/>
          <p:nvPr/>
        </p:nvSpPr>
        <p:spPr>
          <a:xfrm>
            <a:off x="4493493" y="4890688"/>
            <a:ext cx="7771" cy="2589"/>
          </a:xfrm>
          <a:custGeom>
            <a:rect b="b" l="l" r="r" t="t"/>
            <a:pathLst>
              <a:path extrusionOk="0" h="1904" w="6985">
                <a:moveTo>
                  <a:pt x="6858" y="1524"/>
                </a:moveTo>
                <a:lnTo>
                  <a:pt x="4572" y="762"/>
                </a:lnTo>
                <a:lnTo>
                  <a:pt x="2286" y="762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3" name="Google Shape;3343;p24"/>
          <p:cNvGrpSpPr/>
          <p:nvPr/>
        </p:nvGrpSpPr>
        <p:grpSpPr>
          <a:xfrm>
            <a:off x="5735633" y="2279204"/>
            <a:ext cx="556635" cy="405467"/>
            <a:chOff x="6171425" y="2246732"/>
            <a:chExt cx="499897" cy="298094"/>
          </a:xfrm>
        </p:grpSpPr>
        <p:sp>
          <p:nvSpPr>
            <p:cNvPr id="3344" name="Google Shape;3344;p24"/>
            <p:cNvSpPr/>
            <p:nvPr/>
          </p:nvSpPr>
          <p:spPr>
            <a:xfrm>
              <a:off x="6413753" y="2535936"/>
              <a:ext cx="112395" cy="8890"/>
            </a:xfrm>
            <a:custGeom>
              <a:rect b="b" l="l" r="r" t="t"/>
              <a:pathLst>
                <a:path extrusionOk="0" h="8889" w="112395">
                  <a:moveTo>
                    <a:pt x="9144" y="2286"/>
                  </a:moveTo>
                  <a:lnTo>
                    <a:pt x="21359" y="3274"/>
                  </a:lnTo>
                  <a:lnTo>
                    <a:pt x="33147" y="3905"/>
                  </a:lnTo>
                  <a:lnTo>
                    <a:pt x="44934" y="4107"/>
                  </a:lnTo>
                  <a:lnTo>
                    <a:pt x="57150" y="3810"/>
                  </a:lnTo>
                  <a:lnTo>
                    <a:pt x="64460" y="3559"/>
                  </a:lnTo>
                  <a:lnTo>
                    <a:pt x="71628" y="2952"/>
                  </a:lnTo>
                  <a:lnTo>
                    <a:pt x="78795" y="2202"/>
                  </a:lnTo>
                  <a:lnTo>
                    <a:pt x="86106" y="1524"/>
                  </a:lnTo>
                  <a:lnTo>
                    <a:pt x="77545" y="1666"/>
                  </a:lnTo>
                  <a:lnTo>
                    <a:pt x="69056" y="2095"/>
                  </a:lnTo>
                  <a:lnTo>
                    <a:pt x="60709" y="2809"/>
                  </a:lnTo>
                  <a:lnTo>
                    <a:pt x="52578" y="3810"/>
                  </a:lnTo>
                  <a:lnTo>
                    <a:pt x="41136" y="5060"/>
                  </a:lnTo>
                  <a:lnTo>
                    <a:pt x="29622" y="6381"/>
                  </a:lnTo>
                  <a:lnTo>
                    <a:pt x="17966" y="7560"/>
                  </a:lnTo>
                  <a:lnTo>
                    <a:pt x="6096" y="8382"/>
                  </a:lnTo>
                  <a:lnTo>
                    <a:pt x="4572" y="8382"/>
                  </a:lnTo>
                  <a:lnTo>
                    <a:pt x="2286" y="8382"/>
                  </a:lnTo>
                  <a:lnTo>
                    <a:pt x="0" y="8382"/>
                  </a:lnTo>
                  <a:lnTo>
                    <a:pt x="8382" y="7620"/>
                  </a:lnTo>
                  <a:lnTo>
                    <a:pt x="16002" y="6858"/>
                  </a:lnTo>
                  <a:lnTo>
                    <a:pt x="30289" y="5595"/>
                  </a:lnTo>
                  <a:lnTo>
                    <a:pt x="44577" y="4191"/>
                  </a:lnTo>
                  <a:lnTo>
                    <a:pt x="82748" y="964"/>
                  </a:lnTo>
                  <a:lnTo>
                    <a:pt x="111252" y="0"/>
                  </a:lnTo>
                  <a:lnTo>
                    <a:pt x="104394" y="0"/>
                  </a:lnTo>
                  <a:lnTo>
                    <a:pt x="101346" y="0"/>
                  </a:lnTo>
                  <a:lnTo>
                    <a:pt x="93726" y="0"/>
                  </a:lnTo>
                  <a:lnTo>
                    <a:pt x="81724" y="464"/>
                  </a:lnTo>
                  <a:lnTo>
                    <a:pt x="69723" y="857"/>
                  </a:lnTo>
                  <a:lnTo>
                    <a:pt x="57721" y="1393"/>
                  </a:lnTo>
                  <a:lnTo>
                    <a:pt x="45720" y="2286"/>
                  </a:lnTo>
                  <a:lnTo>
                    <a:pt x="38100" y="3810"/>
                  </a:lnTo>
                  <a:lnTo>
                    <a:pt x="36576" y="3810"/>
                  </a:lnTo>
                  <a:lnTo>
                    <a:pt x="32004" y="3810"/>
                  </a:lnTo>
                  <a:lnTo>
                    <a:pt x="26670" y="3810"/>
                  </a:lnTo>
                  <a:lnTo>
                    <a:pt x="37338" y="3810"/>
                  </a:lnTo>
                  <a:lnTo>
                    <a:pt x="86106" y="2286"/>
                  </a:lnTo>
                  <a:lnTo>
                    <a:pt x="92511" y="2286"/>
                  </a:lnTo>
                  <a:lnTo>
                    <a:pt x="99060" y="2286"/>
                  </a:lnTo>
                  <a:lnTo>
                    <a:pt x="105608" y="2286"/>
                  </a:lnTo>
                  <a:lnTo>
                    <a:pt x="112014" y="2286"/>
                  </a:lnTo>
                  <a:lnTo>
                    <a:pt x="108204" y="3810"/>
                  </a:lnTo>
                  <a:lnTo>
                    <a:pt x="102870" y="5334"/>
                  </a:lnTo>
                  <a:lnTo>
                    <a:pt x="98298" y="6096"/>
                  </a:lnTo>
                  <a:lnTo>
                    <a:pt x="96012" y="6096"/>
                  </a:lnTo>
                  <a:lnTo>
                    <a:pt x="94488" y="609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45" name="Google Shape;3345;p24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6350495" y="2246732"/>
              <a:ext cx="320827" cy="251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6" name="Google Shape;3346;p24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6171425" y="2247125"/>
              <a:ext cx="153187" cy="2156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47" name="Google Shape;3347;p24"/>
          <p:cNvSpPr/>
          <p:nvPr/>
        </p:nvSpPr>
        <p:spPr>
          <a:xfrm>
            <a:off x="6041142" y="3116650"/>
            <a:ext cx="163893" cy="700380"/>
          </a:xfrm>
          <a:custGeom>
            <a:rect b="b" l="l" r="r" t="t"/>
            <a:pathLst>
              <a:path extrusionOk="0" h="514985" w="147320">
                <a:moveTo>
                  <a:pt x="0" y="33218"/>
                </a:moveTo>
                <a:lnTo>
                  <a:pt x="40897" y="6988"/>
                </a:lnTo>
                <a:lnTo>
                  <a:pt x="80009" y="452"/>
                </a:lnTo>
                <a:lnTo>
                  <a:pt x="89344" y="0"/>
                </a:lnTo>
                <a:lnTo>
                  <a:pt x="97536" y="833"/>
                </a:lnTo>
                <a:lnTo>
                  <a:pt x="104013" y="4524"/>
                </a:lnTo>
                <a:lnTo>
                  <a:pt x="108204" y="12644"/>
                </a:lnTo>
                <a:lnTo>
                  <a:pt x="110561" y="29479"/>
                </a:lnTo>
                <a:lnTo>
                  <a:pt x="110489" y="47315"/>
                </a:lnTo>
                <a:lnTo>
                  <a:pt x="109275" y="65151"/>
                </a:lnTo>
                <a:lnTo>
                  <a:pt x="108204" y="81986"/>
                </a:lnTo>
                <a:lnTo>
                  <a:pt x="106572" y="111942"/>
                </a:lnTo>
                <a:lnTo>
                  <a:pt x="105441" y="142184"/>
                </a:lnTo>
                <a:lnTo>
                  <a:pt x="105310" y="172426"/>
                </a:lnTo>
                <a:lnTo>
                  <a:pt x="106680" y="202382"/>
                </a:lnTo>
                <a:lnTo>
                  <a:pt x="110120" y="230826"/>
                </a:lnTo>
                <a:lnTo>
                  <a:pt x="115347" y="259056"/>
                </a:lnTo>
                <a:lnTo>
                  <a:pt x="121574" y="287143"/>
                </a:lnTo>
                <a:lnTo>
                  <a:pt x="128016" y="315158"/>
                </a:lnTo>
                <a:lnTo>
                  <a:pt x="132659" y="336887"/>
                </a:lnTo>
                <a:lnTo>
                  <a:pt x="141089" y="380630"/>
                </a:lnTo>
                <a:lnTo>
                  <a:pt x="145970" y="422707"/>
                </a:lnTo>
                <a:lnTo>
                  <a:pt x="147066" y="443269"/>
                </a:lnTo>
                <a:lnTo>
                  <a:pt x="147018" y="463974"/>
                </a:lnTo>
                <a:lnTo>
                  <a:pt x="137290" y="506075"/>
                </a:lnTo>
                <a:lnTo>
                  <a:pt x="113442" y="514516"/>
                </a:lnTo>
                <a:lnTo>
                  <a:pt x="104167" y="514314"/>
                </a:lnTo>
                <a:lnTo>
                  <a:pt x="95250" y="514040"/>
                </a:lnTo>
                <a:lnTo>
                  <a:pt x="86260" y="513766"/>
                </a:lnTo>
                <a:lnTo>
                  <a:pt x="59436" y="498800"/>
                </a:lnTo>
                <a:lnTo>
                  <a:pt x="58674" y="49651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8" name="Google Shape;3348;p24"/>
          <p:cNvSpPr/>
          <p:nvPr/>
        </p:nvSpPr>
        <p:spPr>
          <a:xfrm>
            <a:off x="5939322" y="3264447"/>
            <a:ext cx="14835" cy="94996"/>
          </a:xfrm>
          <a:custGeom>
            <a:rect b="b" l="l" r="r" t="t"/>
            <a:pathLst>
              <a:path extrusionOk="0" h="69850" w="13335">
                <a:moveTo>
                  <a:pt x="0" y="19050"/>
                </a:moveTo>
                <a:lnTo>
                  <a:pt x="761" y="13716"/>
                </a:lnTo>
                <a:lnTo>
                  <a:pt x="761" y="5333"/>
                </a:lnTo>
                <a:lnTo>
                  <a:pt x="3809" y="0"/>
                </a:lnTo>
                <a:lnTo>
                  <a:pt x="4571" y="0"/>
                </a:lnTo>
                <a:lnTo>
                  <a:pt x="4571" y="6096"/>
                </a:lnTo>
                <a:lnTo>
                  <a:pt x="4571" y="11429"/>
                </a:lnTo>
                <a:lnTo>
                  <a:pt x="5334" y="17526"/>
                </a:lnTo>
                <a:lnTo>
                  <a:pt x="6226" y="25407"/>
                </a:lnTo>
                <a:lnTo>
                  <a:pt x="6762" y="33147"/>
                </a:lnTo>
                <a:lnTo>
                  <a:pt x="7155" y="40886"/>
                </a:lnTo>
                <a:lnTo>
                  <a:pt x="7620" y="48768"/>
                </a:lnTo>
                <a:lnTo>
                  <a:pt x="8382" y="55626"/>
                </a:lnTo>
                <a:lnTo>
                  <a:pt x="9906" y="63246"/>
                </a:lnTo>
                <a:lnTo>
                  <a:pt x="12192" y="69342"/>
                </a:lnTo>
                <a:lnTo>
                  <a:pt x="12954" y="6934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9" name="Google Shape;3349;p24"/>
          <p:cNvGrpSpPr/>
          <p:nvPr/>
        </p:nvGrpSpPr>
        <p:grpSpPr>
          <a:xfrm>
            <a:off x="5617641" y="3226411"/>
            <a:ext cx="436202" cy="583194"/>
            <a:chOff x="6065460" y="2943105"/>
            <a:chExt cx="391740" cy="428756"/>
          </a:xfrm>
        </p:grpSpPr>
        <p:pic>
          <p:nvPicPr>
            <p:cNvPr id="3350" name="Google Shape;3350;p24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6199619" y="3112757"/>
              <a:ext cx="227863" cy="108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1" name="Google Shape;3351;p24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233147" y="3264395"/>
              <a:ext cx="89941" cy="678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2" name="Google Shape;3352;p24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343637" y="3271562"/>
              <a:ext cx="113563" cy="100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3" name="Google Shape;3353;p24"/>
            <p:cNvSpPr/>
            <p:nvPr/>
          </p:nvSpPr>
          <p:spPr>
            <a:xfrm>
              <a:off x="6065460" y="2943105"/>
              <a:ext cx="139065" cy="403225"/>
            </a:xfrm>
            <a:custGeom>
              <a:rect b="b" l="l" r="r" t="t"/>
              <a:pathLst>
                <a:path extrusionOk="0" h="403225" w="139064">
                  <a:moveTo>
                    <a:pt x="73973" y="18026"/>
                  </a:moveTo>
                  <a:lnTo>
                    <a:pt x="34504" y="1571"/>
                  </a:lnTo>
                  <a:lnTo>
                    <a:pt x="17859" y="0"/>
                  </a:lnTo>
                  <a:lnTo>
                    <a:pt x="9965" y="500"/>
                  </a:lnTo>
                  <a:lnTo>
                    <a:pt x="3595" y="3976"/>
                  </a:lnTo>
                  <a:lnTo>
                    <a:pt x="726" y="10025"/>
                  </a:lnTo>
                  <a:lnTo>
                    <a:pt x="0" y="17216"/>
                  </a:lnTo>
                  <a:lnTo>
                    <a:pt x="59" y="24122"/>
                  </a:lnTo>
                  <a:lnTo>
                    <a:pt x="5417" y="77378"/>
                  </a:lnTo>
                  <a:lnTo>
                    <a:pt x="13311" y="123122"/>
                  </a:lnTo>
                  <a:lnTo>
                    <a:pt x="17680" y="151471"/>
                  </a:lnTo>
                  <a:lnTo>
                    <a:pt x="25205" y="208526"/>
                  </a:lnTo>
                  <a:lnTo>
                    <a:pt x="29777" y="261199"/>
                  </a:lnTo>
                  <a:lnTo>
                    <a:pt x="32063" y="314444"/>
                  </a:lnTo>
                  <a:lnTo>
                    <a:pt x="32623" y="330577"/>
                  </a:lnTo>
                  <a:lnTo>
                    <a:pt x="33111" y="346924"/>
                  </a:lnTo>
                  <a:lnTo>
                    <a:pt x="33456" y="363414"/>
                  </a:lnTo>
                  <a:lnTo>
                    <a:pt x="33587" y="379976"/>
                  </a:lnTo>
                  <a:lnTo>
                    <a:pt x="33587" y="386834"/>
                  </a:lnTo>
                  <a:lnTo>
                    <a:pt x="33587" y="393692"/>
                  </a:lnTo>
                  <a:lnTo>
                    <a:pt x="34349" y="401312"/>
                  </a:lnTo>
                  <a:lnTo>
                    <a:pt x="35873" y="402074"/>
                  </a:lnTo>
                  <a:lnTo>
                    <a:pt x="37397" y="402074"/>
                  </a:lnTo>
                  <a:lnTo>
                    <a:pt x="38921" y="402074"/>
                  </a:lnTo>
                  <a:lnTo>
                    <a:pt x="57542" y="402633"/>
                  </a:lnTo>
                  <a:lnTo>
                    <a:pt x="76450" y="402550"/>
                  </a:lnTo>
                  <a:lnTo>
                    <a:pt x="95071" y="400895"/>
                  </a:lnTo>
                  <a:lnTo>
                    <a:pt x="112835" y="396740"/>
                  </a:lnTo>
                  <a:lnTo>
                    <a:pt x="121598" y="392310"/>
                  </a:lnTo>
                  <a:lnTo>
                    <a:pt x="128075" y="388739"/>
                  </a:lnTo>
                  <a:lnTo>
                    <a:pt x="133409" y="385167"/>
                  </a:lnTo>
                  <a:lnTo>
                    <a:pt x="138743" y="38073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54" name="Google Shape;3354;p24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6187427" y="2946641"/>
              <a:ext cx="83928" cy="884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5" name="Google Shape;3355;p24"/>
            <p:cNvSpPr/>
            <p:nvPr/>
          </p:nvSpPr>
          <p:spPr>
            <a:xfrm>
              <a:off x="6305550" y="2972561"/>
              <a:ext cx="9525" cy="60960"/>
            </a:xfrm>
            <a:custGeom>
              <a:rect b="b" l="l" r="r" t="t"/>
              <a:pathLst>
                <a:path extrusionOk="0" h="60960" w="9525">
                  <a:moveTo>
                    <a:pt x="0" y="0"/>
                  </a:moveTo>
                  <a:lnTo>
                    <a:pt x="1166" y="8453"/>
                  </a:lnTo>
                  <a:lnTo>
                    <a:pt x="2476" y="16764"/>
                  </a:lnTo>
                  <a:lnTo>
                    <a:pt x="4071" y="25074"/>
                  </a:lnTo>
                  <a:lnTo>
                    <a:pt x="6096" y="33528"/>
                  </a:lnTo>
                  <a:lnTo>
                    <a:pt x="7215" y="40600"/>
                  </a:lnTo>
                  <a:lnTo>
                    <a:pt x="8191" y="47244"/>
                  </a:lnTo>
                  <a:lnTo>
                    <a:pt x="8882" y="53887"/>
                  </a:lnTo>
                  <a:lnTo>
                    <a:pt x="9144" y="6096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6" name="Google Shape;3356;p24"/>
          <p:cNvGrpSpPr/>
          <p:nvPr/>
        </p:nvGrpSpPr>
        <p:grpSpPr>
          <a:xfrm>
            <a:off x="5198541" y="3344196"/>
            <a:ext cx="313672" cy="157561"/>
            <a:chOff x="5689079" y="3029699"/>
            <a:chExt cx="281699" cy="115837"/>
          </a:xfrm>
        </p:grpSpPr>
        <p:pic>
          <p:nvPicPr>
            <p:cNvPr id="3357" name="Google Shape;3357;p24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5689079" y="3029699"/>
              <a:ext cx="110991" cy="856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8" name="Google Shape;3358;p24"/>
            <p:cNvSpPr/>
            <p:nvPr/>
          </p:nvSpPr>
          <p:spPr>
            <a:xfrm>
              <a:off x="5839206" y="3069336"/>
              <a:ext cx="8890" cy="76200"/>
            </a:xfrm>
            <a:custGeom>
              <a:rect b="b" l="l" r="r" t="t"/>
              <a:pathLst>
                <a:path extrusionOk="0" h="76200" w="8889">
                  <a:moveTo>
                    <a:pt x="0" y="0"/>
                  </a:moveTo>
                  <a:lnTo>
                    <a:pt x="2286" y="39624"/>
                  </a:lnTo>
                  <a:lnTo>
                    <a:pt x="3202" y="47172"/>
                  </a:lnTo>
                  <a:lnTo>
                    <a:pt x="3905" y="54864"/>
                  </a:lnTo>
                  <a:lnTo>
                    <a:pt x="4750" y="62555"/>
                  </a:lnTo>
                  <a:lnTo>
                    <a:pt x="6096" y="70104"/>
                  </a:lnTo>
                  <a:lnTo>
                    <a:pt x="6858" y="73914"/>
                  </a:lnTo>
                  <a:lnTo>
                    <a:pt x="6858" y="74676"/>
                  </a:lnTo>
                  <a:lnTo>
                    <a:pt x="8382" y="7620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9" name="Google Shape;3359;p24"/>
            <p:cNvSpPr/>
            <p:nvPr/>
          </p:nvSpPr>
          <p:spPr>
            <a:xfrm>
              <a:off x="5901690" y="3041142"/>
              <a:ext cx="40640" cy="3175"/>
            </a:xfrm>
            <a:custGeom>
              <a:rect b="b" l="l" r="r" t="t"/>
              <a:pathLst>
                <a:path extrusionOk="0" h="3175" w="40639">
                  <a:moveTo>
                    <a:pt x="0" y="0"/>
                  </a:moveTo>
                  <a:lnTo>
                    <a:pt x="8572" y="119"/>
                  </a:lnTo>
                  <a:lnTo>
                    <a:pt x="17145" y="380"/>
                  </a:lnTo>
                  <a:lnTo>
                    <a:pt x="25717" y="642"/>
                  </a:lnTo>
                  <a:lnTo>
                    <a:pt x="34290" y="761"/>
                  </a:lnTo>
                  <a:lnTo>
                    <a:pt x="37338" y="761"/>
                  </a:lnTo>
                  <a:lnTo>
                    <a:pt x="38862" y="761"/>
                  </a:lnTo>
                  <a:lnTo>
                    <a:pt x="40386" y="304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0" name="Google Shape;3360;p24"/>
            <p:cNvSpPr/>
            <p:nvPr/>
          </p:nvSpPr>
          <p:spPr>
            <a:xfrm>
              <a:off x="5919978" y="3073908"/>
              <a:ext cx="50800" cy="11430"/>
            </a:xfrm>
            <a:custGeom>
              <a:rect b="b" l="l" r="r" t="t"/>
              <a:pathLst>
                <a:path extrusionOk="0" h="11430" w="50800">
                  <a:moveTo>
                    <a:pt x="0" y="11429"/>
                  </a:moveTo>
                  <a:lnTo>
                    <a:pt x="11179" y="11203"/>
                  </a:lnTo>
                  <a:lnTo>
                    <a:pt x="22002" y="10191"/>
                  </a:lnTo>
                  <a:lnTo>
                    <a:pt x="32682" y="7893"/>
                  </a:lnTo>
                  <a:lnTo>
                    <a:pt x="43434" y="3809"/>
                  </a:lnTo>
                  <a:lnTo>
                    <a:pt x="45720" y="3047"/>
                  </a:lnTo>
                  <a:lnTo>
                    <a:pt x="48006" y="1523"/>
                  </a:lnTo>
                  <a:lnTo>
                    <a:pt x="50292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1" name="Google Shape;3361;p24"/>
          <p:cNvGrpSpPr/>
          <p:nvPr/>
        </p:nvGrpSpPr>
        <p:grpSpPr>
          <a:xfrm>
            <a:off x="6573938" y="2963697"/>
            <a:ext cx="948480" cy="742503"/>
            <a:chOff x="6924281" y="2749962"/>
            <a:chExt cx="851801" cy="545878"/>
          </a:xfrm>
        </p:grpSpPr>
        <p:pic>
          <p:nvPicPr>
            <p:cNvPr id="3362" name="Google Shape;3362;p24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6924281" y="2974835"/>
              <a:ext cx="77749" cy="739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3" name="Google Shape;3363;p24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7022579" y="2999790"/>
              <a:ext cx="92989" cy="847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4" name="Google Shape;3364;p24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7136117" y="2944736"/>
              <a:ext cx="83845" cy="682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5" name="Google Shape;3365;p24"/>
            <p:cNvSpPr/>
            <p:nvPr/>
          </p:nvSpPr>
          <p:spPr>
            <a:xfrm>
              <a:off x="7261193" y="2810065"/>
              <a:ext cx="113664" cy="485775"/>
            </a:xfrm>
            <a:custGeom>
              <a:rect b="b" l="l" r="r" t="t"/>
              <a:pathLst>
                <a:path extrusionOk="0" h="485775" w="113665">
                  <a:moveTo>
                    <a:pt x="73056" y="19240"/>
                  </a:moveTo>
                  <a:lnTo>
                    <a:pt x="30384" y="952"/>
                  </a:lnTo>
                  <a:lnTo>
                    <a:pt x="15621" y="0"/>
                  </a:lnTo>
                  <a:lnTo>
                    <a:pt x="8632" y="1809"/>
                  </a:lnTo>
                  <a:lnTo>
                    <a:pt x="3714" y="7048"/>
                  </a:lnTo>
                  <a:lnTo>
                    <a:pt x="464" y="20490"/>
                  </a:lnTo>
                  <a:lnTo>
                    <a:pt x="0" y="35718"/>
                  </a:lnTo>
                  <a:lnTo>
                    <a:pt x="821" y="51089"/>
                  </a:lnTo>
                  <a:lnTo>
                    <a:pt x="1428" y="64960"/>
                  </a:lnTo>
                  <a:lnTo>
                    <a:pt x="1952" y="91118"/>
                  </a:lnTo>
                  <a:lnTo>
                    <a:pt x="3333" y="117062"/>
                  </a:lnTo>
                  <a:lnTo>
                    <a:pt x="5286" y="142863"/>
                  </a:lnTo>
                  <a:lnTo>
                    <a:pt x="7524" y="168592"/>
                  </a:lnTo>
                  <a:lnTo>
                    <a:pt x="9775" y="195464"/>
                  </a:lnTo>
                  <a:lnTo>
                    <a:pt x="11811" y="222408"/>
                  </a:lnTo>
                  <a:lnTo>
                    <a:pt x="13418" y="249495"/>
                  </a:lnTo>
                  <a:lnTo>
                    <a:pt x="14382" y="276796"/>
                  </a:lnTo>
                  <a:lnTo>
                    <a:pt x="14787" y="308788"/>
                  </a:lnTo>
                  <a:lnTo>
                    <a:pt x="14763" y="340709"/>
                  </a:lnTo>
                  <a:lnTo>
                    <a:pt x="14168" y="372487"/>
                  </a:lnTo>
                  <a:lnTo>
                    <a:pt x="12858" y="404050"/>
                  </a:lnTo>
                  <a:lnTo>
                    <a:pt x="12180" y="420040"/>
                  </a:lnTo>
                  <a:lnTo>
                    <a:pt x="11430" y="435959"/>
                  </a:lnTo>
                  <a:lnTo>
                    <a:pt x="10822" y="451735"/>
                  </a:lnTo>
                  <a:lnTo>
                    <a:pt x="10572" y="467296"/>
                  </a:lnTo>
                  <a:lnTo>
                    <a:pt x="10572" y="476440"/>
                  </a:lnTo>
                  <a:lnTo>
                    <a:pt x="15906" y="477202"/>
                  </a:lnTo>
                  <a:lnTo>
                    <a:pt x="23526" y="479488"/>
                  </a:lnTo>
                  <a:lnTo>
                    <a:pt x="30944" y="480738"/>
                  </a:lnTo>
                  <a:lnTo>
                    <a:pt x="38290" y="482060"/>
                  </a:lnTo>
                  <a:lnTo>
                    <a:pt x="45493" y="483238"/>
                  </a:lnTo>
                  <a:lnTo>
                    <a:pt x="52482" y="484060"/>
                  </a:lnTo>
                  <a:lnTo>
                    <a:pt x="61769" y="484786"/>
                  </a:lnTo>
                  <a:lnTo>
                    <a:pt x="71913" y="485298"/>
                  </a:lnTo>
                  <a:lnTo>
                    <a:pt x="82057" y="484810"/>
                  </a:lnTo>
                  <a:lnTo>
                    <a:pt x="91344" y="482536"/>
                  </a:lnTo>
                  <a:lnTo>
                    <a:pt x="98655" y="478559"/>
                  </a:lnTo>
                  <a:lnTo>
                    <a:pt x="104108" y="475297"/>
                  </a:lnTo>
                  <a:lnTo>
                    <a:pt x="108704" y="472035"/>
                  </a:lnTo>
                  <a:lnTo>
                    <a:pt x="113442" y="46805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66" name="Google Shape;3366;p24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7367765" y="2827769"/>
              <a:ext cx="94513" cy="78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7" name="Google Shape;3367;p24"/>
            <p:cNvSpPr/>
            <p:nvPr/>
          </p:nvSpPr>
          <p:spPr>
            <a:xfrm>
              <a:off x="7491221" y="2879598"/>
              <a:ext cx="81915" cy="52069"/>
            </a:xfrm>
            <a:custGeom>
              <a:rect b="b" l="l" r="r" t="t"/>
              <a:pathLst>
                <a:path extrusionOk="0" h="52069" w="81915">
                  <a:moveTo>
                    <a:pt x="0" y="6858"/>
                  </a:moveTo>
                  <a:lnTo>
                    <a:pt x="38862" y="0"/>
                  </a:lnTo>
                  <a:lnTo>
                    <a:pt x="40386" y="4572"/>
                  </a:lnTo>
                  <a:lnTo>
                    <a:pt x="40386" y="11430"/>
                  </a:lnTo>
                  <a:lnTo>
                    <a:pt x="39659" y="18216"/>
                  </a:lnTo>
                  <a:lnTo>
                    <a:pt x="36861" y="24003"/>
                  </a:lnTo>
                  <a:lnTo>
                    <a:pt x="32777" y="29217"/>
                  </a:lnTo>
                  <a:lnTo>
                    <a:pt x="28194" y="34290"/>
                  </a:lnTo>
                  <a:lnTo>
                    <a:pt x="25908" y="38100"/>
                  </a:lnTo>
                  <a:lnTo>
                    <a:pt x="20574" y="44958"/>
                  </a:lnTo>
                  <a:lnTo>
                    <a:pt x="21336" y="49530"/>
                  </a:lnTo>
                  <a:lnTo>
                    <a:pt x="21336" y="50292"/>
                  </a:lnTo>
                  <a:lnTo>
                    <a:pt x="22098" y="51054"/>
                  </a:lnTo>
                  <a:lnTo>
                    <a:pt x="29396" y="51589"/>
                  </a:lnTo>
                  <a:lnTo>
                    <a:pt x="36480" y="51911"/>
                  </a:lnTo>
                  <a:lnTo>
                    <a:pt x="74080" y="43338"/>
                  </a:lnTo>
                  <a:lnTo>
                    <a:pt x="81534" y="3962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8" name="Google Shape;3368;p24"/>
            <p:cNvSpPr/>
            <p:nvPr/>
          </p:nvSpPr>
          <p:spPr>
            <a:xfrm>
              <a:off x="7587995" y="2870454"/>
              <a:ext cx="1270" cy="54610"/>
            </a:xfrm>
            <a:custGeom>
              <a:rect b="b" l="l" r="r" t="t"/>
              <a:pathLst>
                <a:path extrusionOk="0" h="54610" w="1270">
                  <a:moveTo>
                    <a:pt x="0" y="0"/>
                  </a:moveTo>
                  <a:lnTo>
                    <a:pt x="440" y="13704"/>
                  </a:lnTo>
                  <a:lnTo>
                    <a:pt x="666" y="27336"/>
                  </a:lnTo>
                  <a:lnTo>
                    <a:pt x="750" y="40826"/>
                  </a:lnTo>
                  <a:lnTo>
                    <a:pt x="762" y="5410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69" name="Google Shape;3369;p24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358621" y="3010649"/>
              <a:ext cx="84607" cy="65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0" name="Google Shape;3370;p24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7468349" y="3019329"/>
              <a:ext cx="169951" cy="911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1" name="Google Shape;3371;p24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7407948" y="3178039"/>
              <a:ext cx="247115" cy="985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2" name="Google Shape;3372;p24"/>
            <p:cNvSpPr/>
            <p:nvPr/>
          </p:nvSpPr>
          <p:spPr>
            <a:xfrm>
              <a:off x="7645907" y="2749962"/>
              <a:ext cx="130175" cy="542290"/>
            </a:xfrm>
            <a:custGeom>
              <a:rect b="b" l="l" r="r" t="t"/>
              <a:pathLst>
                <a:path extrusionOk="0" h="542289" w="130175">
                  <a:moveTo>
                    <a:pt x="0" y="42005"/>
                  </a:moveTo>
                  <a:lnTo>
                    <a:pt x="30098" y="10858"/>
                  </a:lnTo>
                  <a:lnTo>
                    <a:pt x="74675" y="3143"/>
                  </a:lnTo>
                  <a:lnTo>
                    <a:pt x="85594" y="1535"/>
                  </a:lnTo>
                  <a:lnTo>
                    <a:pt x="98583" y="0"/>
                  </a:lnTo>
                  <a:lnTo>
                    <a:pt x="111430" y="35"/>
                  </a:lnTo>
                  <a:lnTo>
                    <a:pt x="121920" y="3143"/>
                  </a:lnTo>
                  <a:lnTo>
                    <a:pt x="127706" y="10537"/>
                  </a:lnTo>
                  <a:lnTo>
                    <a:pt x="129920" y="22288"/>
                  </a:lnTo>
                  <a:lnTo>
                    <a:pt x="129849" y="34754"/>
                  </a:lnTo>
                  <a:lnTo>
                    <a:pt x="128778" y="44291"/>
                  </a:lnTo>
                  <a:lnTo>
                    <a:pt x="124896" y="70020"/>
                  </a:lnTo>
                  <a:lnTo>
                    <a:pt x="120586" y="95821"/>
                  </a:lnTo>
                  <a:lnTo>
                    <a:pt x="116562" y="121765"/>
                  </a:lnTo>
                  <a:lnTo>
                    <a:pt x="113538" y="147923"/>
                  </a:lnTo>
                  <a:lnTo>
                    <a:pt x="111347" y="179927"/>
                  </a:lnTo>
                  <a:lnTo>
                    <a:pt x="110299" y="211931"/>
                  </a:lnTo>
                  <a:lnTo>
                    <a:pt x="110109" y="243935"/>
                  </a:lnTo>
                  <a:lnTo>
                    <a:pt x="110490" y="275939"/>
                  </a:lnTo>
                  <a:lnTo>
                    <a:pt x="111121" y="301537"/>
                  </a:lnTo>
                  <a:lnTo>
                    <a:pt x="112680" y="326993"/>
                  </a:lnTo>
                  <a:lnTo>
                    <a:pt x="114669" y="352448"/>
                  </a:lnTo>
                  <a:lnTo>
                    <a:pt x="116586" y="378047"/>
                  </a:lnTo>
                  <a:lnTo>
                    <a:pt x="117681" y="398287"/>
                  </a:lnTo>
                  <a:lnTo>
                    <a:pt x="118491" y="418814"/>
                  </a:lnTo>
                  <a:lnTo>
                    <a:pt x="118729" y="439340"/>
                  </a:lnTo>
                  <a:lnTo>
                    <a:pt x="118110" y="459581"/>
                  </a:lnTo>
                  <a:lnTo>
                    <a:pt x="111894" y="497407"/>
                  </a:lnTo>
                  <a:lnTo>
                    <a:pt x="88392" y="533495"/>
                  </a:lnTo>
                  <a:lnTo>
                    <a:pt x="84582" y="536543"/>
                  </a:lnTo>
                  <a:lnTo>
                    <a:pt x="73914" y="541877"/>
                  </a:lnTo>
                  <a:lnTo>
                    <a:pt x="68580" y="538067"/>
                  </a:lnTo>
                  <a:lnTo>
                    <a:pt x="63627" y="530637"/>
                  </a:lnTo>
                  <a:lnTo>
                    <a:pt x="63246" y="520350"/>
                  </a:lnTo>
                  <a:lnTo>
                    <a:pt x="65151" y="509778"/>
                  </a:lnTo>
                  <a:lnTo>
                    <a:pt x="67056" y="50149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73" name="Google Shape;3373;p24"/>
          <p:cNvSpPr/>
          <p:nvPr/>
        </p:nvSpPr>
        <p:spPr>
          <a:xfrm>
            <a:off x="1169103" y="6705571"/>
            <a:ext cx="2558717" cy="385166"/>
          </a:xfrm>
          <a:custGeom>
            <a:rect b="b" l="l" r="r" t="t"/>
            <a:pathLst>
              <a:path extrusionOk="0" h="283210" w="2299970">
                <a:moveTo>
                  <a:pt x="0" y="282702"/>
                </a:moveTo>
                <a:lnTo>
                  <a:pt x="37814" y="277653"/>
                </a:lnTo>
                <a:lnTo>
                  <a:pt x="76200" y="274320"/>
                </a:lnTo>
                <a:lnTo>
                  <a:pt x="108894" y="271641"/>
                </a:lnTo>
                <a:lnTo>
                  <a:pt x="141732" y="268319"/>
                </a:lnTo>
                <a:lnTo>
                  <a:pt x="174569" y="264568"/>
                </a:lnTo>
                <a:lnTo>
                  <a:pt x="207264" y="260604"/>
                </a:lnTo>
                <a:lnTo>
                  <a:pt x="253555" y="255496"/>
                </a:lnTo>
                <a:lnTo>
                  <a:pt x="299847" y="250602"/>
                </a:lnTo>
                <a:lnTo>
                  <a:pt x="346138" y="246137"/>
                </a:lnTo>
                <a:lnTo>
                  <a:pt x="392430" y="242316"/>
                </a:lnTo>
                <a:lnTo>
                  <a:pt x="447745" y="238091"/>
                </a:lnTo>
                <a:lnTo>
                  <a:pt x="503023" y="234488"/>
                </a:lnTo>
                <a:lnTo>
                  <a:pt x="558229" y="231398"/>
                </a:lnTo>
                <a:lnTo>
                  <a:pt x="613324" y="228709"/>
                </a:lnTo>
                <a:lnTo>
                  <a:pt x="668274" y="226314"/>
                </a:lnTo>
                <a:lnTo>
                  <a:pt x="721223" y="224381"/>
                </a:lnTo>
                <a:lnTo>
                  <a:pt x="774027" y="222193"/>
                </a:lnTo>
                <a:lnTo>
                  <a:pt x="826721" y="219675"/>
                </a:lnTo>
                <a:lnTo>
                  <a:pt x="879341" y="216755"/>
                </a:lnTo>
                <a:lnTo>
                  <a:pt x="931926" y="213360"/>
                </a:lnTo>
                <a:lnTo>
                  <a:pt x="981396" y="209687"/>
                </a:lnTo>
                <a:lnTo>
                  <a:pt x="1030760" y="205570"/>
                </a:lnTo>
                <a:lnTo>
                  <a:pt x="1080039" y="201072"/>
                </a:lnTo>
                <a:lnTo>
                  <a:pt x="1129255" y="196257"/>
                </a:lnTo>
                <a:lnTo>
                  <a:pt x="1178429" y="191187"/>
                </a:lnTo>
                <a:lnTo>
                  <a:pt x="1227582" y="185928"/>
                </a:lnTo>
                <a:lnTo>
                  <a:pt x="1278636" y="180354"/>
                </a:lnTo>
                <a:lnTo>
                  <a:pt x="1329689" y="174356"/>
                </a:lnTo>
                <a:lnTo>
                  <a:pt x="1380743" y="168021"/>
                </a:lnTo>
                <a:lnTo>
                  <a:pt x="1431797" y="161431"/>
                </a:lnTo>
                <a:lnTo>
                  <a:pt x="1482851" y="154671"/>
                </a:lnTo>
                <a:lnTo>
                  <a:pt x="1533906" y="147828"/>
                </a:lnTo>
                <a:lnTo>
                  <a:pt x="1583817" y="140790"/>
                </a:lnTo>
                <a:lnTo>
                  <a:pt x="1633727" y="133434"/>
                </a:lnTo>
                <a:lnTo>
                  <a:pt x="1683639" y="125825"/>
                </a:lnTo>
                <a:lnTo>
                  <a:pt x="1733550" y="118025"/>
                </a:lnTo>
                <a:lnTo>
                  <a:pt x="1783461" y="110098"/>
                </a:lnTo>
                <a:lnTo>
                  <a:pt x="1833372" y="102108"/>
                </a:lnTo>
                <a:lnTo>
                  <a:pt x="1884115" y="94244"/>
                </a:lnTo>
                <a:lnTo>
                  <a:pt x="1934821" y="86197"/>
                </a:lnTo>
                <a:lnTo>
                  <a:pt x="1985455" y="77967"/>
                </a:lnTo>
                <a:lnTo>
                  <a:pt x="2035978" y="69555"/>
                </a:lnTo>
                <a:lnTo>
                  <a:pt x="2086356" y="60960"/>
                </a:lnTo>
                <a:lnTo>
                  <a:pt x="2133076" y="52792"/>
                </a:lnTo>
                <a:lnTo>
                  <a:pt x="2179510" y="44196"/>
                </a:lnTo>
                <a:lnTo>
                  <a:pt x="2225659" y="35028"/>
                </a:lnTo>
                <a:lnTo>
                  <a:pt x="2271522" y="25146"/>
                </a:lnTo>
                <a:lnTo>
                  <a:pt x="2299716" y="15240"/>
                </a:lnTo>
                <a:lnTo>
                  <a:pt x="2295953" y="10608"/>
                </a:lnTo>
                <a:lnTo>
                  <a:pt x="2290762" y="6762"/>
                </a:lnTo>
                <a:lnTo>
                  <a:pt x="2284714" y="3345"/>
                </a:lnTo>
                <a:lnTo>
                  <a:pt x="2278380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4" name="Google Shape;3374;p24"/>
          <p:cNvSpPr/>
          <p:nvPr/>
        </p:nvSpPr>
        <p:spPr>
          <a:xfrm>
            <a:off x="2644629" y="6393588"/>
            <a:ext cx="27550" cy="27635"/>
          </a:xfrm>
          <a:custGeom>
            <a:rect b="b" l="l" r="r" t="t"/>
            <a:pathLst>
              <a:path extrusionOk="0" h="20320" w="24764">
                <a:moveTo>
                  <a:pt x="0" y="13716"/>
                </a:moveTo>
                <a:lnTo>
                  <a:pt x="6095" y="1524"/>
                </a:lnTo>
                <a:lnTo>
                  <a:pt x="4571" y="762"/>
                </a:lnTo>
                <a:lnTo>
                  <a:pt x="17525" y="762"/>
                </a:lnTo>
                <a:lnTo>
                  <a:pt x="23621" y="0"/>
                </a:lnTo>
                <a:lnTo>
                  <a:pt x="23621" y="3810"/>
                </a:lnTo>
                <a:lnTo>
                  <a:pt x="24384" y="9906"/>
                </a:lnTo>
                <a:lnTo>
                  <a:pt x="24384" y="14478"/>
                </a:lnTo>
                <a:lnTo>
                  <a:pt x="19812" y="19812"/>
                </a:lnTo>
                <a:lnTo>
                  <a:pt x="14478" y="16764"/>
                </a:lnTo>
                <a:lnTo>
                  <a:pt x="10668" y="14478"/>
                </a:lnTo>
                <a:lnTo>
                  <a:pt x="10668" y="12192"/>
                </a:lnTo>
                <a:lnTo>
                  <a:pt x="10667" y="7620"/>
                </a:lnTo>
                <a:lnTo>
                  <a:pt x="10667" y="6096"/>
                </a:lnTo>
                <a:lnTo>
                  <a:pt x="10667" y="5334"/>
                </a:lnTo>
                <a:lnTo>
                  <a:pt x="10667" y="3810"/>
                </a:lnTo>
                <a:lnTo>
                  <a:pt x="16001" y="4572"/>
                </a:lnTo>
                <a:lnTo>
                  <a:pt x="16764" y="6096"/>
                </a:lnTo>
                <a:lnTo>
                  <a:pt x="21336" y="8382"/>
                </a:lnTo>
                <a:lnTo>
                  <a:pt x="22098" y="8382"/>
                </a:lnTo>
                <a:lnTo>
                  <a:pt x="22860" y="8382"/>
                </a:lnTo>
                <a:lnTo>
                  <a:pt x="24384" y="838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5" name="Google Shape;3375;p24"/>
          <p:cNvSpPr/>
          <p:nvPr/>
        </p:nvSpPr>
        <p:spPr>
          <a:xfrm>
            <a:off x="3314090" y="6123067"/>
            <a:ext cx="26844" cy="63905"/>
          </a:xfrm>
          <a:custGeom>
            <a:rect b="b" l="l" r="r" t="t"/>
            <a:pathLst>
              <a:path extrusionOk="0" h="46989" w="24129">
                <a:moveTo>
                  <a:pt x="19812" y="9143"/>
                </a:moveTo>
                <a:lnTo>
                  <a:pt x="22705" y="20383"/>
                </a:lnTo>
                <a:lnTo>
                  <a:pt x="23526" y="28193"/>
                </a:lnTo>
                <a:lnTo>
                  <a:pt x="20776" y="34861"/>
                </a:lnTo>
                <a:lnTo>
                  <a:pt x="12954" y="42671"/>
                </a:lnTo>
                <a:lnTo>
                  <a:pt x="8382" y="46481"/>
                </a:lnTo>
                <a:lnTo>
                  <a:pt x="5334" y="46481"/>
                </a:lnTo>
                <a:lnTo>
                  <a:pt x="0" y="46481"/>
                </a:lnTo>
                <a:lnTo>
                  <a:pt x="1488" y="37397"/>
                </a:lnTo>
                <a:lnTo>
                  <a:pt x="4476" y="29241"/>
                </a:lnTo>
                <a:lnTo>
                  <a:pt x="8465" y="21514"/>
                </a:lnTo>
                <a:lnTo>
                  <a:pt x="12954" y="13715"/>
                </a:lnTo>
                <a:lnTo>
                  <a:pt x="15240" y="9143"/>
                </a:lnTo>
                <a:lnTo>
                  <a:pt x="17526" y="4571"/>
                </a:lnTo>
                <a:lnTo>
                  <a:pt x="20574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6" name="Google Shape;3376;p24"/>
          <p:cNvSpPr/>
          <p:nvPr/>
        </p:nvSpPr>
        <p:spPr>
          <a:xfrm>
            <a:off x="3414211" y="5806939"/>
            <a:ext cx="31082" cy="39726"/>
          </a:xfrm>
          <a:custGeom>
            <a:rect b="b" l="l" r="r" t="t"/>
            <a:pathLst>
              <a:path extrusionOk="0" h="29210" w="27939">
                <a:moveTo>
                  <a:pt x="6096" y="18287"/>
                </a:moveTo>
                <a:lnTo>
                  <a:pt x="9144" y="5333"/>
                </a:lnTo>
                <a:lnTo>
                  <a:pt x="6858" y="1523"/>
                </a:lnTo>
                <a:lnTo>
                  <a:pt x="19812" y="761"/>
                </a:lnTo>
                <a:lnTo>
                  <a:pt x="25908" y="0"/>
                </a:lnTo>
                <a:lnTo>
                  <a:pt x="27432" y="761"/>
                </a:lnTo>
                <a:lnTo>
                  <a:pt x="27432" y="7619"/>
                </a:lnTo>
                <a:lnTo>
                  <a:pt x="26670" y="15239"/>
                </a:lnTo>
                <a:lnTo>
                  <a:pt x="19050" y="22859"/>
                </a:lnTo>
                <a:lnTo>
                  <a:pt x="12954" y="26669"/>
                </a:lnTo>
                <a:lnTo>
                  <a:pt x="9144" y="28955"/>
                </a:lnTo>
                <a:lnTo>
                  <a:pt x="6096" y="27431"/>
                </a:lnTo>
                <a:lnTo>
                  <a:pt x="2286" y="28193"/>
                </a:lnTo>
                <a:lnTo>
                  <a:pt x="1524" y="23621"/>
                </a:lnTo>
                <a:lnTo>
                  <a:pt x="0" y="22097"/>
                </a:lnTo>
                <a:lnTo>
                  <a:pt x="5334" y="21335"/>
                </a:lnTo>
                <a:lnTo>
                  <a:pt x="8382" y="20573"/>
                </a:lnTo>
                <a:lnTo>
                  <a:pt x="12192" y="21335"/>
                </a:lnTo>
                <a:lnTo>
                  <a:pt x="15240" y="21335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7" name="Google Shape;3377;p24"/>
          <p:cNvSpPr/>
          <p:nvPr/>
        </p:nvSpPr>
        <p:spPr>
          <a:xfrm>
            <a:off x="2981480" y="6605032"/>
            <a:ext cx="24018" cy="43180"/>
          </a:xfrm>
          <a:custGeom>
            <a:rect b="b" l="l" r="r" t="t"/>
            <a:pathLst>
              <a:path extrusionOk="0" h="31750" w="21589">
                <a:moveTo>
                  <a:pt x="12953" y="19812"/>
                </a:moveTo>
                <a:lnTo>
                  <a:pt x="12953" y="16002"/>
                </a:lnTo>
                <a:lnTo>
                  <a:pt x="12191" y="3810"/>
                </a:lnTo>
                <a:lnTo>
                  <a:pt x="18287" y="0"/>
                </a:lnTo>
                <a:lnTo>
                  <a:pt x="19811" y="0"/>
                </a:lnTo>
                <a:lnTo>
                  <a:pt x="20573" y="0"/>
                </a:lnTo>
                <a:lnTo>
                  <a:pt x="20573" y="6858"/>
                </a:lnTo>
                <a:lnTo>
                  <a:pt x="5333" y="31242"/>
                </a:lnTo>
                <a:lnTo>
                  <a:pt x="4571" y="31242"/>
                </a:lnTo>
                <a:lnTo>
                  <a:pt x="3809" y="31242"/>
                </a:lnTo>
                <a:lnTo>
                  <a:pt x="3047" y="31242"/>
                </a:lnTo>
                <a:lnTo>
                  <a:pt x="1523" y="26670"/>
                </a:lnTo>
                <a:lnTo>
                  <a:pt x="0" y="17526"/>
                </a:lnTo>
                <a:lnTo>
                  <a:pt x="2285" y="12954"/>
                </a:lnTo>
                <a:lnTo>
                  <a:pt x="3809" y="10668"/>
                </a:lnTo>
                <a:lnTo>
                  <a:pt x="6857" y="7620"/>
                </a:lnTo>
                <a:lnTo>
                  <a:pt x="9143" y="533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8" name="Google Shape;3378;p24"/>
          <p:cNvSpPr/>
          <p:nvPr/>
        </p:nvSpPr>
        <p:spPr>
          <a:xfrm>
            <a:off x="2707417" y="6703497"/>
            <a:ext cx="26844" cy="37997"/>
          </a:xfrm>
          <a:custGeom>
            <a:rect b="b" l="l" r="r" t="t"/>
            <a:pathLst>
              <a:path extrusionOk="0" h="27939" w="24129">
                <a:moveTo>
                  <a:pt x="9144" y="6095"/>
                </a:moveTo>
                <a:lnTo>
                  <a:pt x="12954" y="3809"/>
                </a:lnTo>
                <a:lnTo>
                  <a:pt x="16002" y="1523"/>
                </a:lnTo>
                <a:lnTo>
                  <a:pt x="19812" y="0"/>
                </a:lnTo>
                <a:lnTo>
                  <a:pt x="21336" y="5333"/>
                </a:lnTo>
                <a:lnTo>
                  <a:pt x="23622" y="12191"/>
                </a:lnTo>
                <a:lnTo>
                  <a:pt x="19812" y="18287"/>
                </a:lnTo>
                <a:lnTo>
                  <a:pt x="16764" y="24383"/>
                </a:lnTo>
                <a:lnTo>
                  <a:pt x="8382" y="27431"/>
                </a:lnTo>
                <a:lnTo>
                  <a:pt x="1524" y="25907"/>
                </a:lnTo>
                <a:lnTo>
                  <a:pt x="762" y="25145"/>
                </a:lnTo>
                <a:lnTo>
                  <a:pt x="0" y="24383"/>
                </a:lnTo>
                <a:lnTo>
                  <a:pt x="0" y="16763"/>
                </a:lnTo>
                <a:lnTo>
                  <a:pt x="1524" y="12953"/>
                </a:lnTo>
                <a:lnTo>
                  <a:pt x="6096" y="6095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79" name="Google Shape;3379;p24"/>
          <p:cNvGrpSpPr/>
          <p:nvPr/>
        </p:nvGrpSpPr>
        <p:grpSpPr>
          <a:xfrm>
            <a:off x="1958182" y="5600614"/>
            <a:ext cx="1631216" cy="1977071"/>
            <a:chOff x="2779013" y="4688586"/>
            <a:chExt cx="1464945" cy="1453515"/>
          </a:xfrm>
        </p:grpSpPr>
        <p:sp>
          <p:nvSpPr>
            <p:cNvPr id="3380" name="Google Shape;3380;p24"/>
            <p:cNvSpPr/>
            <p:nvPr/>
          </p:nvSpPr>
          <p:spPr>
            <a:xfrm>
              <a:off x="3111245" y="5945124"/>
              <a:ext cx="15240" cy="22860"/>
            </a:xfrm>
            <a:custGeom>
              <a:rect b="b" l="l" r="r" t="t"/>
              <a:pathLst>
                <a:path extrusionOk="0" h="22860" w="15239">
                  <a:moveTo>
                    <a:pt x="6857" y="9143"/>
                  </a:moveTo>
                  <a:lnTo>
                    <a:pt x="8381" y="8381"/>
                  </a:lnTo>
                  <a:lnTo>
                    <a:pt x="9905" y="6857"/>
                  </a:lnTo>
                  <a:lnTo>
                    <a:pt x="11429" y="6095"/>
                  </a:lnTo>
                  <a:lnTo>
                    <a:pt x="12953" y="9143"/>
                  </a:lnTo>
                  <a:lnTo>
                    <a:pt x="15239" y="12191"/>
                  </a:lnTo>
                  <a:lnTo>
                    <a:pt x="13715" y="16763"/>
                  </a:lnTo>
                  <a:lnTo>
                    <a:pt x="12191" y="21335"/>
                  </a:lnTo>
                  <a:lnTo>
                    <a:pt x="6857" y="22097"/>
                  </a:lnTo>
                  <a:lnTo>
                    <a:pt x="3047" y="22859"/>
                  </a:lnTo>
                  <a:lnTo>
                    <a:pt x="2285" y="22859"/>
                  </a:lnTo>
                  <a:lnTo>
                    <a:pt x="1523" y="22859"/>
                  </a:lnTo>
                  <a:lnTo>
                    <a:pt x="0" y="15239"/>
                  </a:lnTo>
                  <a:lnTo>
                    <a:pt x="761" y="7619"/>
                  </a:lnTo>
                  <a:lnTo>
                    <a:pt x="761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1" name="Google Shape;3381;p24"/>
            <p:cNvSpPr/>
            <p:nvPr/>
          </p:nvSpPr>
          <p:spPr>
            <a:xfrm>
              <a:off x="2779013" y="4688586"/>
              <a:ext cx="1464945" cy="1453515"/>
            </a:xfrm>
            <a:custGeom>
              <a:rect b="b" l="l" r="r" t="t"/>
              <a:pathLst>
                <a:path extrusionOk="0" h="1453514" w="1464945">
                  <a:moveTo>
                    <a:pt x="0" y="1453134"/>
                  </a:moveTo>
                  <a:lnTo>
                    <a:pt x="24110" y="1420129"/>
                  </a:lnTo>
                  <a:lnTo>
                    <a:pt x="54197" y="1392828"/>
                  </a:lnTo>
                  <a:lnTo>
                    <a:pt x="72771" y="1375314"/>
                  </a:lnTo>
                  <a:lnTo>
                    <a:pt x="90773" y="1357086"/>
                  </a:lnTo>
                  <a:lnTo>
                    <a:pt x="108203" y="1338072"/>
                  </a:lnTo>
                  <a:lnTo>
                    <a:pt x="127384" y="1317247"/>
                  </a:lnTo>
                  <a:lnTo>
                    <a:pt x="146208" y="1296066"/>
                  </a:lnTo>
                  <a:lnTo>
                    <a:pt x="164889" y="1274742"/>
                  </a:lnTo>
                  <a:lnTo>
                    <a:pt x="183641" y="1253490"/>
                  </a:lnTo>
                  <a:lnTo>
                    <a:pt x="224790" y="1210341"/>
                  </a:lnTo>
                  <a:lnTo>
                    <a:pt x="268223" y="1168908"/>
                  </a:lnTo>
                  <a:lnTo>
                    <a:pt x="305276" y="1135475"/>
                  </a:lnTo>
                  <a:lnTo>
                    <a:pt x="324052" y="1119080"/>
                  </a:lnTo>
                  <a:lnTo>
                    <a:pt x="342899" y="1102614"/>
                  </a:lnTo>
                  <a:lnTo>
                    <a:pt x="393953" y="1056513"/>
                  </a:lnTo>
                  <a:lnTo>
                    <a:pt x="442721" y="1008126"/>
                  </a:lnTo>
                  <a:lnTo>
                    <a:pt x="472618" y="974907"/>
                  </a:lnTo>
                  <a:lnTo>
                    <a:pt x="482345" y="963930"/>
                  </a:lnTo>
                  <a:lnTo>
                    <a:pt x="492513" y="952511"/>
                  </a:lnTo>
                  <a:lnTo>
                    <a:pt x="502538" y="941165"/>
                  </a:lnTo>
                  <a:lnTo>
                    <a:pt x="512564" y="929961"/>
                  </a:lnTo>
                  <a:lnTo>
                    <a:pt x="544163" y="897064"/>
                  </a:lnTo>
                  <a:lnTo>
                    <a:pt x="566165" y="876300"/>
                  </a:lnTo>
                  <a:lnTo>
                    <a:pt x="578738" y="864310"/>
                  </a:lnTo>
                  <a:lnTo>
                    <a:pt x="591311" y="852392"/>
                  </a:lnTo>
                  <a:lnTo>
                    <a:pt x="603885" y="840616"/>
                  </a:lnTo>
                  <a:lnTo>
                    <a:pt x="616457" y="829056"/>
                  </a:lnTo>
                  <a:lnTo>
                    <a:pt x="630043" y="816363"/>
                  </a:lnTo>
                  <a:lnTo>
                    <a:pt x="643413" y="803529"/>
                  </a:lnTo>
                  <a:lnTo>
                    <a:pt x="656641" y="790694"/>
                  </a:lnTo>
                  <a:lnTo>
                    <a:pt x="669797" y="778002"/>
                  </a:lnTo>
                  <a:lnTo>
                    <a:pt x="684526" y="764726"/>
                  </a:lnTo>
                  <a:lnTo>
                    <a:pt x="699039" y="751236"/>
                  </a:lnTo>
                  <a:lnTo>
                    <a:pt x="713410" y="737604"/>
                  </a:lnTo>
                  <a:lnTo>
                    <a:pt x="727709" y="723900"/>
                  </a:lnTo>
                  <a:lnTo>
                    <a:pt x="744152" y="708910"/>
                  </a:lnTo>
                  <a:lnTo>
                    <a:pt x="760380" y="693705"/>
                  </a:lnTo>
                  <a:lnTo>
                    <a:pt x="776466" y="678358"/>
                  </a:lnTo>
                  <a:lnTo>
                    <a:pt x="792479" y="662940"/>
                  </a:lnTo>
                  <a:lnTo>
                    <a:pt x="811780" y="645211"/>
                  </a:lnTo>
                  <a:lnTo>
                    <a:pt x="830865" y="627411"/>
                  </a:lnTo>
                  <a:lnTo>
                    <a:pt x="849808" y="609469"/>
                  </a:lnTo>
                  <a:lnTo>
                    <a:pt x="868679" y="591312"/>
                  </a:lnTo>
                  <a:lnTo>
                    <a:pt x="888551" y="572440"/>
                  </a:lnTo>
                  <a:lnTo>
                    <a:pt x="927723" y="534412"/>
                  </a:lnTo>
                  <a:lnTo>
                    <a:pt x="965203" y="496693"/>
                  </a:lnTo>
                  <a:lnTo>
                    <a:pt x="1000422" y="459283"/>
                  </a:lnTo>
                  <a:lnTo>
                    <a:pt x="1018031" y="440436"/>
                  </a:lnTo>
                  <a:lnTo>
                    <a:pt x="1040439" y="417814"/>
                  </a:lnTo>
                  <a:lnTo>
                    <a:pt x="1062989" y="395478"/>
                  </a:lnTo>
                  <a:lnTo>
                    <a:pt x="1085540" y="373141"/>
                  </a:lnTo>
                  <a:lnTo>
                    <a:pt x="1107947" y="350520"/>
                  </a:lnTo>
                  <a:lnTo>
                    <a:pt x="1125545" y="333494"/>
                  </a:lnTo>
                  <a:lnTo>
                    <a:pt x="1142999" y="316611"/>
                  </a:lnTo>
                  <a:lnTo>
                    <a:pt x="1160454" y="299727"/>
                  </a:lnTo>
                  <a:lnTo>
                    <a:pt x="1195208" y="266140"/>
                  </a:lnTo>
                  <a:lnTo>
                    <a:pt x="1229808" y="233302"/>
                  </a:lnTo>
                  <a:lnTo>
                    <a:pt x="1247393" y="217170"/>
                  </a:lnTo>
                  <a:lnTo>
                    <a:pt x="1265241" y="200155"/>
                  </a:lnTo>
                  <a:lnTo>
                    <a:pt x="1283303" y="183356"/>
                  </a:lnTo>
                  <a:lnTo>
                    <a:pt x="1301507" y="166699"/>
                  </a:lnTo>
                  <a:lnTo>
                    <a:pt x="1319783" y="150114"/>
                  </a:lnTo>
                  <a:lnTo>
                    <a:pt x="1343298" y="127777"/>
                  </a:lnTo>
                  <a:lnTo>
                    <a:pt x="1389757" y="81962"/>
                  </a:lnTo>
                  <a:lnTo>
                    <a:pt x="1422737" y="45672"/>
                  </a:lnTo>
                  <a:lnTo>
                    <a:pt x="1433417" y="33146"/>
                  </a:lnTo>
                  <a:lnTo>
                    <a:pt x="1444240" y="20621"/>
                  </a:lnTo>
                  <a:lnTo>
                    <a:pt x="1455419" y="8381"/>
                  </a:lnTo>
                  <a:lnTo>
                    <a:pt x="1458467" y="5334"/>
                  </a:lnTo>
                  <a:lnTo>
                    <a:pt x="1461515" y="3047"/>
                  </a:lnTo>
                  <a:lnTo>
                    <a:pt x="1464563" y="0"/>
                  </a:lnTo>
                  <a:lnTo>
                    <a:pt x="1441739" y="35087"/>
                  </a:lnTo>
                  <a:lnTo>
                    <a:pt x="1434845" y="4038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85" name="Shape 3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6" name="Google Shape;3386;g2668d8541bd_0_0"/>
          <p:cNvSpPr txBox="1"/>
          <p:nvPr/>
        </p:nvSpPr>
        <p:spPr>
          <a:xfrm>
            <a:off x="3429000" y="990600"/>
            <a:ext cx="358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Summary So Far</a:t>
            </a:r>
            <a:endParaRPr b="0" i="0" sz="32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387" name="Google Shape;3387;g2668d8541bd_0_0"/>
          <p:cNvSpPr txBox="1"/>
          <p:nvPr/>
        </p:nvSpPr>
        <p:spPr>
          <a:xfrm>
            <a:off x="1348819" y="2057400"/>
            <a:ext cx="68772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Algorithm</a:t>
            </a:r>
            <a:r>
              <a:rPr b="0" i="0" lang="en-US" sz="2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Given data  {x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,…x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	-&gt; Center data so that mean is 0 (origin shift)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	-&gt; Use the “magic” box to find the best line represented by w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baseline="-2500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	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-&gt; Create dataset with residues</a:t>
            </a:r>
            <a:endParaRPr b="0" baseline="-25000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baseline="-2500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	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-&gt; Iterate the process to find w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w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…</a:t>
            </a:r>
            <a:endParaRPr b="0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388" name="Google Shape;3388;g2668d8541bd_0_0"/>
          <p:cNvSpPr txBox="1"/>
          <p:nvPr/>
        </p:nvSpPr>
        <p:spPr>
          <a:xfrm>
            <a:off x="1371600" y="4191000"/>
            <a:ext cx="96012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Observations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8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All the lines obtained from the above process are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orthogonal to each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6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residues must necessarily become 0 after ‘d’ rounds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6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We gain (compression wise) if residues becomes 0 much earlier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baseline="-2500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than d rounds.</a:t>
            </a:r>
            <a:endParaRPr b="0" baseline="-25000" i="0" sz="18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baseline="-25000" i="0" lang="en-US" sz="2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	</a:t>
            </a:r>
            <a:endParaRPr b="0" i="0" sz="20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Question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What if data lives in an approximately low dimensional space?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92" name="Shape 3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3" name="Google Shape;3393;g2668d8541bd_0_6"/>
          <p:cNvGrpSpPr/>
          <p:nvPr/>
        </p:nvGrpSpPr>
        <p:grpSpPr>
          <a:xfrm>
            <a:off x="-183365" y="1905045"/>
            <a:ext cx="10089192" cy="3527028"/>
            <a:chOff x="155493" y="2106155"/>
            <a:chExt cx="9700213" cy="2565111"/>
          </a:xfrm>
        </p:grpSpPr>
        <p:grpSp>
          <p:nvGrpSpPr>
            <p:cNvPr id="3394" name="Google Shape;3394;g2668d8541bd_0_6"/>
            <p:cNvGrpSpPr/>
            <p:nvPr/>
          </p:nvGrpSpPr>
          <p:grpSpPr>
            <a:xfrm>
              <a:off x="4325874" y="2106155"/>
              <a:ext cx="1649095" cy="437020"/>
              <a:chOff x="4325874" y="2106155"/>
              <a:chExt cx="1649095" cy="437020"/>
            </a:xfrm>
          </p:grpSpPr>
          <p:sp>
            <p:nvSpPr>
              <p:cNvPr id="3395" name="Google Shape;3395;g2668d8541bd_0_6"/>
              <p:cNvSpPr/>
              <p:nvPr/>
            </p:nvSpPr>
            <p:spPr>
              <a:xfrm>
                <a:off x="4325874" y="2388870"/>
                <a:ext cx="1649095" cy="154305"/>
              </a:xfrm>
              <a:custGeom>
                <a:rect b="b" l="l" r="r" t="t"/>
                <a:pathLst>
                  <a:path extrusionOk="0" h="154305" w="1649095">
                    <a:moveTo>
                      <a:pt x="0" y="153924"/>
                    </a:moveTo>
                    <a:lnTo>
                      <a:pt x="9334" y="147554"/>
                    </a:lnTo>
                    <a:lnTo>
                      <a:pt x="16382" y="144684"/>
                    </a:lnTo>
                    <a:lnTo>
                      <a:pt x="24003" y="143958"/>
                    </a:lnTo>
                    <a:lnTo>
                      <a:pt x="35052" y="144018"/>
                    </a:lnTo>
                    <a:lnTo>
                      <a:pt x="58483" y="144137"/>
                    </a:lnTo>
                    <a:lnTo>
                      <a:pt x="81914" y="144399"/>
                    </a:lnTo>
                    <a:lnTo>
                      <a:pt x="105346" y="144660"/>
                    </a:lnTo>
                    <a:lnTo>
                      <a:pt x="128778" y="144780"/>
                    </a:lnTo>
                    <a:lnTo>
                      <a:pt x="173807" y="144613"/>
                    </a:lnTo>
                    <a:lnTo>
                      <a:pt x="218694" y="144018"/>
                    </a:lnTo>
                    <a:lnTo>
                      <a:pt x="263580" y="142851"/>
                    </a:lnTo>
                    <a:lnTo>
                      <a:pt x="308610" y="140970"/>
                    </a:lnTo>
                    <a:lnTo>
                      <a:pt x="354210" y="138553"/>
                    </a:lnTo>
                    <a:lnTo>
                      <a:pt x="399669" y="135921"/>
                    </a:lnTo>
                    <a:lnTo>
                      <a:pt x="445127" y="133147"/>
                    </a:lnTo>
                    <a:lnTo>
                      <a:pt x="490728" y="130301"/>
                    </a:lnTo>
                    <a:lnTo>
                      <a:pt x="539186" y="126599"/>
                    </a:lnTo>
                    <a:lnTo>
                      <a:pt x="587502" y="122396"/>
                    </a:lnTo>
                    <a:lnTo>
                      <a:pt x="635817" y="117764"/>
                    </a:lnTo>
                    <a:lnTo>
                      <a:pt x="684276" y="112775"/>
                    </a:lnTo>
                    <a:lnTo>
                      <a:pt x="737877" y="106930"/>
                    </a:lnTo>
                    <a:lnTo>
                      <a:pt x="791337" y="100869"/>
                    </a:lnTo>
                    <a:lnTo>
                      <a:pt x="844796" y="94666"/>
                    </a:lnTo>
                    <a:lnTo>
                      <a:pt x="898397" y="88391"/>
                    </a:lnTo>
                    <a:lnTo>
                      <a:pt x="952559" y="81914"/>
                    </a:lnTo>
                    <a:lnTo>
                      <a:pt x="1006827" y="75437"/>
                    </a:lnTo>
                    <a:lnTo>
                      <a:pt x="1061180" y="68960"/>
                    </a:lnTo>
                    <a:lnTo>
                      <a:pt x="1115596" y="62483"/>
                    </a:lnTo>
                    <a:lnTo>
                      <a:pt x="1170054" y="56006"/>
                    </a:lnTo>
                    <a:lnTo>
                      <a:pt x="1224534" y="49529"/>
                    </a:lnTo>
                    <a:lnTo>
                      <a:pt x="1273802" y="43934"/>
                    </a:lnTo>
                    <a:lnTo>
                      <a:pt x="1323213" y="38480"/>
                    </a:lnTo>
                    <a:lnTo>
                      <a:pt x="1372623" y="33027"/>
                    </a:lnTo>
                    <a:lnTo>
                      <a:pt x="1421892" y="27431"/>
                    </a:lnTo>
                    <a:lnTo>
                      <a:pt x="1496853" y="18954"/>
                    </a:lnTo>
                    <a:lnTo>
                      <a:pt x="1571244" y="9905"/>
                    </a:lnTo>
                    <a:lnTo>
                      <a:pt x="1625465" y="3047"/>
                    </a:lnTo>
                    <a:lnTo>
                      <a:pt x="1643633" y="761"/>
                    </a:lnTo>
                    <a:lnTo>
                      <a:pt x="1645158" y="0"/>
                    </a:lnTo>
                    <a:lnTo>
                      <a:pt x="1647444" y="0"/>
                    </a:lnTo>
                    <a:lnTo>
                      <a:pt x="1648968" y="0"/>
                    </a:lnTo>
                    <a:lnTo>
                      <a:pt x="1645920" y="1523"/>
                    </a:lnTo>
                    <a:lnTo>
                      <a:pt x="1645158" y="2285"/>
                    </a:lnTo>
                    <a:lnTo>
                      <a:pt x="1641348" y="3809"/>
                    </a:lnTo>
                    <a:lnTo>
                      <a:pt x="1633727" y="4571"/>
                    </a:lnTo>
                    <a:lnTo>
                      <a:pt x="1630680" y="4571"/>
                    </a:lnTo>
                    <a:lnTo>
                      <a:pt x="1625346" y="4571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396" name="Google Shape;3396;g2668d8541bd_0_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360913" y="2153018"/>
                <a:ext cx="249961" cy="2290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97" name="Google Shape;3397;g2668d8541bd_0_6"/>
              <p:cNvSpPr/>
              <p:nvPr/>
            </p:nvSpPr>
            <p:spPr>
              <a:xfrm>
                <a:off x="4664964" y="2320290"/>
                <a:ext cx="15239" cy="16510"/>
              </a:xfrm>
              <a:custGeom>
                <a:rect b="b" l="l" r="r" t="t"/>
                <a:pathLst>
                  <a:path extrusionOk="0" h="16510" w="15239">
                    <a:moveTo>
                      <a:pt x="0" y="3810"/>
                    </a:moveTo>
                    <a:lnTo>
                      <a:pt x="0" y="12192"/>
                    </a:lnTo>
                    <a:lnTo>
                      <a:pt x="3809" y="16002"/>
                    </a:lnTo>
                    <a:lnTo>
                      <a:pt x="12191" y="16002"/>
                    </a:lnTo>
                    <a:lnTo>
                      <a:pt x="15239" y="12192"/>
                    </a:lnTo>
                    <a:lnTo>
                      <a:pt x="15239" y="8382"/>
                    </a:lnTo>
                    <a:lnTo>
                      <a:pt x="15239" y="3810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33339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398" name="Google Shape;3398;g2668d8541bd_0_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680191" y="2193023"/>
                <a:ext cx="122707" cy="1486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99" name="Google Shape;3399;g2668d8541bd_0_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836401" y="2186927"/>
                <a:ext cx="103562" cy="15166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0" name="Google Shape;3400;g2668d8541bd_0_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995659" y="2177783"/>
                <a:ext cx="114325" cy="13642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1" name="Google Shape;3401;g2668d8541bd_0_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202923" y="2144183"/>
                <a:ext cx="226660" cy="1645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2" name="Google Shape;3402;g2668d8541bd_0_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468861" y="2146327"/>
                <a:ext cx="96037" cy="1404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3" name="Google Shape;3403;g2668d8541bd_0_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5592436" y="2162769"/>
                <a:ext cx="72284" cy="1085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4" name="Google Shape;3404;g2668d8541bd_0_6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5693651" y="2106155"/>
                <a:ext cx="218719" cy="1722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405" name="Google Shape;3405;g2668d8541bd_0_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323634" y="2936068"/>
              <a:ext cx="91405" cy="1050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6" name="Google Shape;3406;g2668d8541bd_0_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485464" y="3117329"/>
              <a:ext cx="153949" cy="1851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7" name="Google Shape;3407;g2668d8541bd_0_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707777" y="3153143"/>
              <a:ext cx="67271" cy="1074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8" name="Google Shape;3408;g2668d8541bd_0_6"/>
            <p:cNvSpPr/>
            <p:nvPr/>
          </p:nvSpPr>
          <p:spPr>
            <a:xfrm>
              <a:off x="3090672" y="3071717"/>
              <a:ext cx="11430" cy="15239"/>
            </a:xfrm>
            <a:custGeom>
              <a:rect b="b" l="l" r="r" t="t"/>
              <a:pathLst>
                <a:path extrusionOk="0" h="15239" w="11430">
                  <a:moveTo>
                    <a:pt x="11430" y="15144"/>
                  </a:moveTo>
                  <a:lnTo>
                    <a:pt x="4500" y="892"/>
                  </a:lnTo>
                  <a:lnTo>
                    <a:pt x="5143" y="0"/>
                  </a:lnTo>
                  <a:lnTo>
                    <a:pt x="6072" y="3250"/>
                  </a:lnTo>
                  <a:lnTo>
                    <a:pt x="0" y="142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9" name="Google Shape;3409;g2668d8541bd_0_6"/>
            <p:cNvGrpSpPr/>
            <p:nvPr/>
          </p:nvGrpSpPr>
          <p:grpSpPr>
            <a:xfrm>
              <a:off x="3842766" y="3070098"/>
              <a:ext cx="50800" cy="264033"/>
              <a:chOff x="3842766" y="3070098"/>
              <a:chExt cx="50800" cy="264033"/>
            </a:xfrm>
          </p:grpSpPr>
          <p:sp>
            <p:nvSpPr>
              <p:cNvPr id="3410" name="Google Shape;3410;g2668d8541bd_0_6"/>
              <p:cNvSpPr/>
              <p:nvPr/>
            </p:nvSpPr>
            <p:spPr>
              <a:xfrm>
                <a:off x="3842766" y="3088386"/>
                <a:ext cx="17145" cy="245745"/>
              </a:xfrm>
              <a:custGeom>
                <a:rect b="b" l="l" r="r" t="t"/>
                <a:pathLst>
                  <a:path extrusionOk="0" h="245745" w="17145">
                    <a:moveTo>
                      <a:pt x="0" y="0"/>
                    </a:moveTo>
                    <a:lnTo>
                      <a:pt x="619" y="16466"/>
                    </a:lnTo>
                    <a:lnTo>
                      <a:pt x="2095" y="32861"/>
                    </a:lnTo>
                    <a:lnTo>
                      <a:pt x="3857" y="49399"/>
                    </a:lnTo>
                    <a:lnTo>
                      <a:pt x="5334" y="66294"/>
                    </a:lnTo>
                    <a:lnTo>
                      <a:pt x="7048" y="89273"/>
                    </a:lnTo>
                    <a:lnTo>
                      <a:pt x="8763" y="112395"/>
                    </a:lnTo>
                    <a:lnTo>
                      <a:pt x="10477" y="135516"/>
                    </a:lnTo>
                    <a:lnTo>
                      <a:pt x="12192" y="158496"/>
                    </a:lnTo>
                    <a:lnTo>
                      <a:pt x="13323" y="175057"/>
                    </a:lnTo>
                    <a:lnTo>
                      <a:pt x="14382" y="191547"/>
                    </a:lnTo>
                    <a:lnTo>
                      <a:pt x="15299" y="207895"/>
                    </a:lnTo>
                    <a:lnTo>
                      <a:pt x="16002" y="224028"/>
                    </a:lnTo>
                    <a:lnTo>
                      <a:pt x="16002" y="231647"/>
                    </a:lnTo>
                    <a:lnTo>
                      <a:pt x="16764" y="238506"/>
                    </a:lnTo>
                    <a:lnTo>
                      <a:pt x="16764" y="245364"/>
                    </a:lnTo>
                    <a:lnTo>
                      <a:pt x="16764" y="240792"/>
                    </a:lnTo>
                    <a:lnTo>
                      <a:pt x="16002" y="237744"/>
                    </a:lnTo>
                    <a:lnTo>
                      <a:pt x="16002" y="233172"/>
                    </a:lnTo>
                    <a:lnTo>
                      <a:pt x="16002" y="230124"/>
                    </a:lnTo>
                    <a:lnTo>
                      <a:pt x="16002" y="226314"/>
                    </a:lnTo>
                    <a:lnTo>
                      <a:pt x="16002" y="223265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1" name="Google Shape;3411;g2668d8541bd_0_6"/>
              <p:cNvSpPr/>
              <p:nvPr/>
            </p:nvSpPr>
            <p:spPr>
              <a:xfrm>
                <a:off x="3880866" y="3070098"/>
                <a:ext cx="12700" cy="251460"/>
              </a:xfrm>
              <a:custGeom>
                <a:rect b="b" l="l" r="r" t="t"/>
                <a:pathLst>
                  <a:path extrusionOk="0" h="251460" w="12700">
                    <a:moveTo>
                      <a:pt x="0" y="0"/>
                    </a:moveTo>
                    <a:lnTo>
                      <a:pt x="83" y="19061"/>
                    </a:lnTo>
                    <a:lnTo>
                      <a:pt x="1238" y="37623"/>
                    </a:lnTo>
                    <a:lnTo>
                      <a:pt x="3107" y="56042"/>
                    </a:lnTo>
                    <a:lnTo>
                      <a:pt x="5334" y="74676"/>
                    </a:lnTo>
                    <a:lnTo>
                      <a:pt x="7346" y="96523"/>
                    </a:lnTo>
                    <a:lnTo>
                      <a:pt x="9941" y="140791"/>
                    </a:lnTo>
                    <a:lnTo>
                      <a:pt x="11049" y="194405"/>
                    </a:lnTo>
                    <a:lnTo>
                      <a:pt x="11096" y="210323"/>
                    </a:lnTo>
                    <a:lnTo>
                      <a:pt x="11430" y="226314"/>
                    </a:lnTo>
                    <a:lnTo>
                      <a:pt x="11549" y="232707"/>
                    </a:lnTo>
                    <a:lnTo>
                      <a:pt x="11811" y="242030"/>
                    </a:lnTo>
                    <a:lnTo>
                      <a:pt x="12072" y="249781"/>
                    </a:lnTo>
                    <a:lnTo>
                      <a:pt x="12192" y="251460"/>
                    </a:lnTo>
                    <a:lnTo>
                      <a:pt x="12192" y="249174"/>
                    </a:lnTo>
                    <a:lnTo>
                      <a:pt x="12192" y="246888"/>
                    </a:lnTo>
                    <a:lnTo>
                      <a:pt x="12192" y="24536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12" name="Google Shape;3412;g2668d8541bd_0_6"/>
            <p:cNvGrpSpPr/>
            <p:nvPr/>
          </p:nvGrpSpPr>
          <p:grpSpPr>
            <a:xfrm>
              <a:off x="3974853" y="3137903"/>
              <a:ext cx="204080" cy="163841"/>
              <a:chOff x="3974853" y="3137903"/>
              <a:chExt cx="204080" cy="163841"/>
            </a:xfrm>
          </p:grpSpPr>
          <p:pic>
            <p:nvPicPr>
              <p:cNvPr id="3413" name="Google Shape;3413;g2668d8541bd_0_6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3974853" y="3137903"/>
                <a:ext cx="130815" cy="1257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14" name="Google Shape;3414;g2668d8541bd_0_6"/>
              <p:cNvSpPr/>
              <p:nvPr/>
            </p:nvSpPr>
            <p:spPr>
              <a:xfrm>
                <a:off x="4145279" y="3229355"/>
                <a:ext cx="33654" cy="72389"/>
              </a:xfrm>
              <a:custGeom>
                <a:rect b="b" l="l" r="r" t="t"/>
                <a:pathLst>
                  <a:path extrusionOk="0" h="72389" w="33654">
                    <a:moveTo>
                      <a:pt x="6096" y="0"/>
                    </a:moveTo>
                    <a:lnTo>
                      <a:pt x="3548" y="11656"/>
                    </a:lnTo>
                    <a:lnTo>
                      <a:pt x="1714" y="22955"/>
                    </a:lnTo>
                    <a:lnTo>
                      <a:pt x="738" y="34397"/>
                    </a:lnTo>
                    <a:lnTo>
                      <a:pt x="762" y="46482"/>
                    </a:lnTo>
                    <a:lnTo>
                      <a:pt x="762" y="52577"/>
                    </a:lnTo>
                    <a:lnTo>
                      <a:pt x="0" y="61722"/>
                    </a:lnTo>
                    <a:lnTo>
                      <a:pt x="3810" y="67056"/>
                    </a:lnTo>
                    <a:lnTo>
                      <a:pt x="6858" y="70104"/>
                    </a:lnTo>
                    <a:lnTo>
                      <a:pt x="14478" y="72390"/>
                    </a:lnTo>
                    <a:lnTo>
                      <a:pt x="18288" y="70866"/>
                    </a:lnTo>
                    <a:lnTo>
                      <a:pt x="24098" y="67186"/>
                    </a:lnTo>
                    <a:lnTo>
                      <a:pt x="28194" y="61436"/>
                    </a:lnTo>
                    <a:lnTo>
                      <a:pt x="31146" y="54685"/>
                    </a:lnTo>
                    <a:lnTo>
                      <a:pt x="33528" y="4800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5" name="Google Shape;3415;g2668d8541bd_0_6"/>
              <p:cNvSpPr/>
              <p:nvPr/>
            </p:nvSpPr>
            <p:spPr>
              <a:xfrm>
                <a:off x="4139945" y="3153917"/>
                <a:ext cx="15239" cy="15239"/>
              </a:xfrm>
              <a:custGeom>
                <a:rect b="b" l="l" r="r" t="t"/>
                <a:pathLst>
                  <a:path extrusionOk="0" h="15239" w="15239">
                    <a:moveTo>
                      <a:pt x="0" y="3048"/>
                    </a:moveTo>
                    <a:lnTo>
                      <a:pt x="0" y="11430"/>
                    </a:lnTo>
                    <a:lnTo>
                      <a:pt x="3809" y="15240"/>
                    </a:lnTo>
                    <a:lnTo>
                      <a:pt x="12191" y="15240"/>
                    </a:lnTo>
                    <a:lnTo>
                      <a:pt x="15239" y="11430"/>
                    </a:lnTo>
                    <a:lnTo>
                      <a:pt x="15239" y="7620"/>
                    </a:lnTo>
                    <a:lnTo>
                      <a:pt x="15239" y="3048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33339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16" name="Google Shape;3416;g2668d8541bd_0_6"/>
            <p:cNvGrpSpPr/>
            <p:nvPr/>
          </p:nvGrpSpPr>
          <p:grpSpPr>
            <a:xfrm>
              <a:off x="4246625" y="3069335"/>
              <a:ext cx="59880" cy="217170"/>
              <a:chOff x="4246625" y="3069335"/>
              <a:chExt cx="59880" cy="217170"/>
            </a:xfrm>
          </p:grpSpPr>
          <p:sp>
            <p:nvSpPr>
              <p:cNvPr id="3417" name="Google Shape;3417;g2668d8541bd_0_6"/>
              <p:cNvSpPr/>
              <p:nvPr/>
            </p:nvSpPr>
            <p:spPr>
              <a:xfrm>
                <a:off x="4246625" y="3069335"/>
                <a:ext cx="24764" cy="217170"/>
              </a:xfrm>
              <a:custGeom>
                <a:rect b="b" l="l" r="r" t="t"/>
                <a:pathLst>
                  <a:path extrusionOk="0" h="217170" w="24764">
                    <a:moveTo>
                      <a:pt x="0" y="0"/>
                    </a:moveTo>
                    <a:lnTo>
                      <a:pt x="6965" y="43183"/>
                    </a:lnTo>
                    <a:lnTo>
                      <a:pt x="10287" y="81474"/>
                    </a:lnTo>
                    <a:lnTo>
                      <a:pt x="12668" y="129170"/>
                    </a:lnTo>
                    <a:lnTo>
                      <a:pt x="14573" y="177546"/>
                    </a:lnTo>
                    <a:lnTo>
                      <a:pt x="15109" y="189809"/>
                    </a:lnTo>
                    <a:lnTo>
                      <a:pt x="16002" y="201930"/>
                    </a:lnTo>
                    <a:lnTo>
                      <a:pt x="16002" y="206502"/>
                    </a:lnTo>
                    <a:lnTo>
                      <a:pt x="16002" y="212597"/>
                    </a:lnTo>
                    <a:lnTo>
                      <a:pt x="17526" y="217170"/>
                    </a:lnTo>
                    <a:lnTo>
                      <a:pt x="19812" y="208788"/>
                    </a:lnTo>
                    <a:lnTo>
                      <a:pt x="22098" y="201168"/>
                    </a:lnTo>
                    <a:lnTo>
                      <a:pt x="22860" y="193548"/>
                    </a:lnTo>
                    <a:lnTo>
                      <a:pt x="23622" y="189738"/>
                    </a:lnTo>
                    <a:lnTo>
                      <a:pt x="23622" y="185928"/>
                    </a:lnTo>
                    <a:lnTo>
                      <a:pt x="24384" y="182118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8" name="Google Shape;3418;g2668d8541bd_0_6"/>
              <p:cNvSpPr/>
              <p:nvPr/>
            </p:nvSpPr>
            <p:spPr>
              <a:xfrm>
                <a:off x="4294441" y="3070859"/>
                <a:ext cx="12064" cy="201295"/>
              </a:xfrm>
              <a:custGeom>
                <a:rect b="b" l="l" r="r" t="t"/>
                <a:pathLst>
                  <a:path extrusionOk="0" h="201295" w="12064">
                    <a:moveTo>
                      <a:pt x="2476" y="0"/>
                    </a:moveTo>
                    <a:lnTo>
                      <a:pt x="833" y="14061"/>
                    </a:lnTo>
                    <a:lnTo>
                      <a:pt x="190" y="27908"/>
                    </a:lnTo>
                    <a:lnTo>
                      <a:pt x="119" y="41898"/>
                    </a:lnTo>
                    <a:lnTo>
                      <a:pt x="190" y="56388"/>
                    </a:lnTo>
                    <a:lnTo>
                      <a:pt x="95" y="74676"/>
                    </a:lnTo>
                    <a:lnTo>
                      <a:pt x="0" y="92963"/>
                    </a:lnTo>
                    <a:lnTo>
                      <a:pt x="190" y="111251"/>
                    </a:lnTo>
                    <a:lnTo>
                      <a:pt x="952" y="129539"/>
                    </a:lnTo>
                    <a:lnTo>
                      <a:pt x="1238" y="142101"/>
                    </a:lnTo>
                    <a:lnTo>
                      <a:pt x="2095" y="154590"/>
                    </a:lnTo>
                    <a:lnTo>
                      <a:pt x="3524" y="166937"/>
                    </a:lnTo>
                    <a:lnTo>
                      <a:pt x="5524" y="179070"/>
                    </a:lnTo>
                    <a:lnTo>
                      <a:pt x="6286" y="185928"/>
                    </a:lnTo>
                    <a:lnTo>
                      <a:pt x="7810" y="192024"/>
                    </a:lnTo>
                    <a:lnTo>
                      <a:pt x="8572" y="198882"/>
                    </a:lnTo>
                    <a:lnTo>
                      <a:pt x="8572" y="199644"/>
                    </a:lnTo>
                    <a:lnTo>
                      <a:pt x="8572" y="200406"/>
                    </a:lnTo>
                    <a:lnTo>
                      <a:pt x="8572" y="201168"/>
                    </a:lnTo>
                    <a:lnTo>
                      <a:pt x="9334" y="197358"/>
                    </a:lnTo>
                    <a:lnTo>
                      <a:pt x="10858" y="191262"/>
                    </a:lnTo>
                    <a:lnTo>
                      <a:pt x="11620" y="18669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419" name="Google Shape;3419;g2668d8541bd_0_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970763" y="2754617"/>
              <a:ext cx="75463" cy="9603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20" name="Google Shape;3420;g2668d8541bd_0_6"/>
            <p:cNvGrpSpPr/>
            <p:nvPr/>
          </p:nvGrpSpPr>
          <p:grpSpPr>
            <a:xfrm>
              <a:off x="4930139" y="3153156"/>
              <a:ext cx="105283" cy="58165"/>
              <a:chOff x="4930139" y="3153156"/>
              <a:chExt cx="105283" cy="58165"/>
            </a:xfrm>
          </p:grpSpPr>
          <p:sp>
            <p:nvSpPr>
              <p:cNvPr id="3421" name="Google Shape;3421;g2668d8541bd_0_6"/>
              <p:cNvSpPr/>
              <p:nvPr/>
            </p:nvSpPr>
            <p:spPr>
              <a:xfrm>
                <a:off x="4930139" y="3153156"/>
                <a:ext cx="80010" cy="8255"/>
              </a:xfrm>
              <a:custGeom>
                <a:rect b="b" l="l" r="r" t="t"/>
                <a:pathLst>
                  <a:path extrusionOk="0" h="8255" w="80010">
                    <a:moveTo>
                      <a:pt x="0" y="7620"/>
                    </a:moveTo>
                    <a:lnTo>
                      <a:pt x="9834" y="7703"/>
                    </a:lnTo>
                    <a:lnTo>
                      <a:pt x="19812" y="7715"/>
                    </a:lnTo>
                    <a:lnTo>
                      <a:pt x="29789" y="7298"/>
                    </a:lnTo>
                    <a:lnTo>
                      <a:pt x="39624" y="6096"/>
                    </a:lnTo>
                    <a:lnTo>
                      <a:pt x="46922" y="5274"/>
                    </a:lnTo>
                    <a:lnTo>
                      <a:pt x="54006" y="4095"/>
                    </a:lnTo>
                    <a:lnTo>
                      <a:pt x="60948" y="2774"/>
                    </a:lnTo>
                    <a:lnTo>
                      <a:pt x="67818" y="1524"/>
                    </a:lnTo>
                    <a:lnTo>
                      <a:pt x="70104" y="762"/>
                    </a:lnTo>
                    <a:lnTo>
                      <a:pt x="80010" y="0"/>
                    </a:lnTo>
                    <a:lnTo>
                      <a:pt x="71628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2" name="Google Shape;3422;g2668d8541bd_0_6"/>
              <p:cNvSpPr/>
              <p:nvPr/>
            </p:nvSpPr>
            <p:spPr>
              <a:xfrm>
                <a:off x="4948427" y="3197352"/>
                <a:ext cx="86995" cy="13969"/>
              </a:xfrm>
              <a:custGeom>
                <a:rect b="b" l="l" r="r" t="t"/>
                <a:pathLst>
                  <a:path extrusionOk="0" h="13969" w="86995">
                    <a:moveTo>
                      <a:pt x="0" y="13715"/>
                    </a:moveTo>
                    <a:lnTo>
                      <a:pt x="13644" y="13608"/>
                    </a:lnTo>
                    <a:lnTo>
                      <a:pt x="25717" y="12287"/>
                    </a:lnTo>
                    <a:lnTo>
                      <a:pt x="37504" y="9965"/>
                    </a:lnTo>
                    <a:lnTo>
                      <a:pt x="50292" y="6857"/>
                    </a:lnTo>
                    <a:lnTo>
                      <a:pt x="57840" y="5036"/>
                    </a:lnTo>
                    <a:lnTo>
                      <a:pt x="65532" y="3143"/>
                    </a:lnTo>
                    <a:lnTo>
                      <a:pt x="73223" y="1393"/>
                    </a:lnTo>
                    <a:lnTo>
                      <a:pt x="80772" y="0"/>
                    </a:lnTo>
                    <a:lnTo>
                      <a:pt x="86868" y="0"/>
                    </a:lnTo>
                    <a:lnTo>
                      <a:pt x="71628" y="0"/>
                    </a:lnTo>
                    <a:lnTo>
                      <a:pt x="70866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23" name="Google Shape;3423;g2668d8541bd_0_6"/>
            <p:cNvGrpSpPr/>
            <p:nvPr/>
          </p:nvGrpSpPr>
          <p:grpSpPr>
            <a:xfrm>
              <a:off x="5395722" y="3022854"/>
              <a:ext cx="60555" cy="256539"/>
              <a:chOff x="5395722" y="3022854"/>
              <a:chExt cx="60555" cy="256539"/>
            </a:xfrm>
          </p:grpSpPr>
          <p:sp>
            <p:nvSpPr>
              <p:cNvPr id="3424" name="Google Shape;3424;g2668d8541bd_0_6"/>
              <p:cNvSpPr/>
              <p:nvPr/>
            </p:nvSpPr>
            <p:spPr>
              <a:xfrm>
                <a:off x="5395722" y="3030474"/>
                <a:ext cx="24129" cy="235585"/>
              </a:xfrm>
              <a:custGeom>
                <a:rect b="b" l="l" r="r" t="t"/>
                <a:pathLst>
                  <a:path extrusionOk="0" h="235585" w="24129">
                    <a:moveTo>
                      <a:pt x="0" y="0"/>
                    </a:moveTo>
                    <a:lnTo>
                      <a:pt x="2655" y="23312"/>
                    </a:lnTo>
                    <a:lnTo>
                      <a:pt x="5810" y="46482"/>
                    </a:lnTo>
                    <a:lnTo>
                      <a:pt x="9108" y="69651"/>
                    </a:lnTo>
                    <a:lnTo>
                      <a:pt x="12192" y="92964"/>
                    </a:lnTo>
                    <a:lnTo>
                      <a:pt x="16573" y="133445"/>
                    </a:lnTo>
                    <a:lnTo>
                      <a:pt x="19812" y="174498"/>
                    </a:lnTo>
                    <a:lnTo>
                      <a:pt x="20490" y="186499"/>
                    </a:lnTo>
                    <a:lnTo>
                      <a:pt x="21240" y="198501"/>
                    </a:lnTo>
                    <a:lnTo>
                      <a:pt x="21847" y="210502"/>
                    </a:lnTo>
                    <a:lnTo>
                      <a:pt x="22098" y="222504"/>
                    </a:lnTo>
                    <a:lnTo>
                      <a:pt x="22098" y="227838"/>
                    </a:lnTo>
                    <a:lnTo>
                      <a:pt x="22098" y="228600"/>
                    </a:lnTo>
                    <a:lnTo>
                      <a:pt x="23622" y="231647"/>
                    </a:lnTo>
                    <a:lnTo>
                      <a:pt x="23622" y="235458"/>
                    </a:lnTo>
                    <a:lnTo>
                      <a:pt x="23622" y="232410"/>
                    </a:lnTo>
                    <a:lnTo>
                      <a:pt x="23622" y="230124"/>
                    </a:lnTo>
                    <a:lnTo>
                      <a:pt x="23622" y="221742"/>
                    </a:lnTo>
                    <a:lnTo>
                      <a:pt x="23622" y="214122"/>
                    </a:lnTo>
                    <a:lnTo>
                      <a:pt x="23622" y="20650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5" name="Google Shape;3425;g2668d8541bd_0_6"/>
              <p:cNvSpPr/>
              <p:nvPr/>
            </p:nvSpPr>
            <p:spPr>
              <a:xfrm>
                <a:off x="5448657" y="3022854"/>
                <a:ext cx="7620" cy="256539"/>
              </a:xfrm>
              <a:custGeom>
                <a:rect b="b" l="l" r="r" t="t"/>
                <a:pathLst>
                  <a:path extrusionOk="0" h="256539" w="7620">
                    <a:moveTo>
                      <a:pt x="1928" y="0"/>
                    </a:moveTo>
                    <a:lnTo>
                      <a:pt x="619" y="13025"/>
                    </a:lnTo>
                    <a:lnTo>
                      <a:pt x="23" y="25908"/>
                    </a:lnTo>
                    <a:lnTo>
                      <a:pt x="0" y="38790"/>
                    </a:lnTo>
                    <a:lnTo>
                      <a:pt x="404" y="51816"/>
                    </a:lnTo>
                    <a:lnTo>
                      <a:pt x="1666" y="80379"/>
                    </a:lnTo>
                    <a:lnTo>
                      <a:pt x="3071" y="108870"/>
                    </a:lnTo>
                    <a:lnTo>
                      <a:pt x="4476" y="137219"/>
                    </a:lnTo>
                    <a:lnTo>
                      <a:pt x="5738" y="165354"/>
                    </a:lnTo>
                    <a:lnTo>
                      <a:pt x="6298" y="179641"/>
                    </a:lnTo>
                    <a:lnTo>
                      <a:pt x="6786" y="193929"/>
                    </a:lnTo>
                    <a:lnTo>
                      <a:pt x="7131" y="208216"/>
                    </a:lnTo>
                    <a:lnTo>
                      <a:pt x="7262" y="222504"/>
                    </a:lnTo>
                    <a:lnTo>
                      <a:pt x="7262" y="228909"/>
                    </a:lnTo>
                    <a:lnTo>
                      <a:pt x="7262" y="235458"/>
                    </a:lnTo>
                    <a:lnTo>
                      <a:pt x="7262" y="242006"/>
                    </a:lnTo>
                    <a:lnTo>
                      <a:pt x="7262" y="248411"/>
                    </a:lnTo>
                    <a:lnTo>
                      <a:pt x="7262" y="250697"/>
                    </a:lnTo>
                    <a:lnTo>
                      <a:pt x="7262" y="256032"/>
                    </a:lnTo>
                    <a:lnTo>
                      <a:pt x="7262" y="247650"/>
                    </a:lnTo>
                    <a:lnTo>
                      <a:pt x="7262" y="240029"/>
                    </a:lnTo>
                    <a:lnTo>
                      <a:pt x="7262" y="236982"/>
                    </a:lnTo>
                    <a:lnTo>
                      <a:pt x="7262" y="231647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426" name="Google Shape;3426;g2668d8541bd_0_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593829" y="3044843"/>
              <a:ext cx="189001" cy="185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7" name="Google Shape;3427;g2668d8541bd_0_6"/>
            <p:cNvSpPr/>
            <p:nvPr/>
          </p:nvSpPr>
          <p:spPr>
            <a:xfrm>
              <a:off x="5951220" y="3092957"/>
              <a:ext cx="80010" cy="5714"/>
            </a:xfrm>
            <a:custGeom>
              <a:rect b="b" l="l" r="r" t="t"/>
              <a:pathLst>
                <a:path extrusionOk="0" h="5714" w="80010">
                  <a:moveTo>
                    <a:pt x="0" y="5334"/>
                  </a:moveTo>
                  <a:lnTo>
                    <a:pt x="12775" y="4953"/>
                  </a:lnTo>
                  <a:lnTo>
                    <a:pt x="25050" y="4000"/>
                  </a:lnTo>
                  <a:lnTo>
                    <a:pt x="37183" y="2762"/>
                  </a:lnTo>
                  <a:lnTo>
                    <a:pt x="49530" y="1524"/>
                  </a:lnTo>
                  <a:lnTo>
                    <a:pt x="79248" y="0"/>
                  </a:lnTo>
                  <a:lnTo>
                    <a:pt x="80010" y="0"/>
                  </a:lnTo>
                  <a:lnTo>
                    <a:pt x="76962" y="1524"/>
                  </a:lnTo>
                  <a:lnTo>
                    <a:pt x="74676" y="2286"/>
                  </a:lnTo>
                  <a:lnTo>
                    <a:pt x="68580" y="228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28" name="Google Shape;3428;g2668d8541bd_0_6"/>
            <p:cNvGrpSpPr/>
            <p:nvPr/>
          </p:nvGrpSpPr>
          <p:grpSpPr>
            <a:xfrm>
              <a:off x="6159233" y="2892539"/>
              <a:ext cx="486181" cy="303416"/>
              <a:chOff x="6159233" y="2892539"/>
              <a:chExt cx="486181" cy="303416"/>
            </a:xfrm>
          </p:grpSpPr>
          <p:pic>
            <p:nvPicPr>
              <p:cNvPr id="3429" name="Google Shape;3429;g2668d8541bd_0_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6184379" y="3016745"/>
                <a:ext cx="188239" cy="1425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30" name="Google Shape;3430;g2668d8541bd_0_6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6314681" y="2894063"/>
                <a:ext cx="83845" cy="998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31" name="Google Shape;3431;g2668d8541bd_0_6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6426421" y="2970263"/>
                <a:ext cx="116599" cy="12651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32" name="Google Shape;3432;g2668d8541bd_0_6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6564617" y="2892539"/>
                <a:ext cx="80797" cy="21186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33" name="Google Shape;3433;g2668d8541bd_0_6"/>
              <p:cNvSpPr/>
              <p:nvPr/>
            </p:nvSpPr>
            <p:spPr>
              <a:xfrm>
                <a:off x="6159233" y="2941320"/>
                <a:ext cx="141604" cy="254635"/>
              </a:xfrm>
              <a:custGeom>
                <a:rect b="b" l="l" r="r" t="t"/>
                <a:pathLst>
                  <a:path extrusionOk="0" h="254635" w="141604">
                    <a:moveTo>
                      <a:pt x="25157" y="0"/>
                    </a:moveTo>
                    <a:lnTo>
                      <a:pt x="12203" y="38100"/>
                    </a:lnTo>
                    <a:lnTo>
                      <a:pt x="6107" y="78486"/>
                    </a:lnTo>
                    <a:lnTo>
                      <a:pt x="869" y="130016"/>
                    </a:lnTo>
                    <a:lnTo>
                      <a:pt x="0" y="155959"/>
                    </a:lnTo>
                    <a:lnTo>
                      <a:pt x="773" y="182118"/>
                    </a:lnTo>
                    <a:lnTo>
                      <a:pt x="15061" y="226504"/>
                    </a:lnTo>
                    <a:lnTo>
                      <a:pt x="53351" y="251460"/>
                    </a:lnTo>
                    <a:lnTo>
                      <a:pt x="75830" y="254424"/>
                    </a:lnTo>
                    <a:lnTo>
                      <a:pt x="97738" y="252888"/>
                    </a:lnTo>
                    <a:lnTo>
                      <a:pt x="119360" y="248352"/>
                    </a:lnTo>
                    <a:lnTo>
                      <a:pt x="140981" y="242315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434" name="Google Shape;3434;g2668d8541bd_0_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691109" y="2915399"/>
              <a:ext cx="124231" cy="132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5" name="Google Shape;3435;g2668d8541bd_0_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903635" y="2844533"/>
              <a:ext cx="165450" cy="3177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6" name="Google Shape;3436;g2668d8541bd_0_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394435" y="2877299"/>
              <a:ext cx="110515" cy="13794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37" name="Google Shape;3437;g2668d8541bd_0_6"/>
            <p:cNvGrpSpPr/>
            <p:nvPr/>
          </p:nvGrpSpPr>
          <p:grpSpPr>
            <a:xfrm>
              <a:off x="7864221" y="2805684"/>
              <a:ext cx="39751" cy="203200"/>
              <a:chOff x="7864221" y="2805684"/>
              <a:chExt cx="39751" cy="203200"/>
            </a:xfrm>
          </p:grpSpPr>
          <p:sp>
            <p:nvSpPr>
              <p:cNvPr id="3438" name="Google Shape;3438;g2668d8541bd_0_6"/>
              <p:cNvSpPr/>
              <p:nvPr/>
            </p:nvSpPr>
            <p:spPr>
              <a:xfrm>
                <a:off x="7864221" y="2807208"/>
                <a:ext cx="6984" cy="198119"/>
              </a:xfrm>
              <a:custGeom>
                <a:rect b="b" l="l" r="r" t="t"/>
                <a:pathLst>
                  <a:path extrusionOk="0" h="198119" w="6984">
                    <a:moveTo>
                      <a:pt x="380" y="0"/>
                    </a:moveTo>
                    <a:lnTo>
                      <a:pt x="0" y="19192"/>
                    </a:lnTo>
                    <a:lnTo>
                      <a:pt x="761" y="38100"/>
                    </a:lnTo>
                    <a:lnTo>
                      <a:pt x="2095" y="57007"/>
                    </a:lnTo>
                    <a:lnTo>
                      <a:pt x="3428" y="76200"/>
                    </a:lnTo>
                    <a:lnTo>
                      <a:pt x="4441" y="94035"/>
                    </a:lnTo>
                    <a:lnTo>
                      <a:pt x="5238" y="112014"/>
                    </a:lnTo>
                    <a:lnTo>
                      <a:pt x="5893" y="129992"/>
                    </a:lnTo>
                    <a:lnTo>
                      <a:pt x="6476" y="147828"/>
                    </a:lnTo>
                    <a:lnTo>
                      <a:pt x="6476" y="158115"/>
                    </a:lnTo>
                    <a:lnTo>
                      <a:pt x="6476" y="168402"/>
                    </a:lnTo>
                    <a:lnTo>
                      <a:pt x="6476" y="178689"/>
                    </a:lnTo>
                    <a:lnTo>
                      <a:pt x="6476" y="188976"/>
                    </a:lnTo>
                    <a:lnTo>
                      <a:pt x="6476" y="192024"/>
                    </a:lnTo>
                    <a:lnTo>
                      <a:pt x="6476" y="195072"/>
                    </a:lnTo>
                    <a:lnTo>
                      <a:pt x="6476" y="198120"/>
                    </a:lnTo>
                    <a:lnTo>
                      <a:pt x="4952" y="195072"/>
                    </a:lnTo>
                    <a:lnTo>
                      <a:pt x="4952" y="198120"/>
                    </a:lnTo>
                    <a:lnTo>
                      <a:pt x="4952" y="189738"/>
                    </a:lnTo>
                    <a:lnTo>
                      <a:pt x="4952" y="179832"/>
                    </a:lnTo>
                    <a:lnTo>
                      <a:pt x="4952" y="176022"/>
                    </a:lnTo>
                    <a:lnTo>
                      <a:pt x="4952" y="16992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9" name="Google Shape;3439;g2668d8541bd_0_6"/>
              <p:cNvSpPr/>
              <p:nvPr/>
            </p:nvSpPr>
            <p:spPr>
              <a:xfrm>
                <a:off x="7891272" y="2805684"/>
                <a:ext cx="12700" cy="203200"/>
              </a:xfrm>
              <a:custGeom>
                <a:rect b="b" l="l" r="r" t="t"/>
                <a:pathLst>
                  <a:path extrusionOk="0" h="203200" w="12700">
                    <a:moveTo>
                      <a:pt x="8381" y="0"/>
                    </a:moveTo>
                    <a:lnTo>
                      <a:pt x="7310" y="15978"/>
                    </a:lnTo>
                    <a:lnTo>
                      <a:pt x="7238" y="31242"/>
                    </a:lnTo>
                    <a:lnTo>
                      <a:pt x="7739" y="46505"/>
                    </a:lnTo>
                    <a:lnTo>
                      <a:pt x="8381" y="62484"/>
                    </a:lnTo>
                    <a:lnTo>
                      <a:pt x="9370" y="81010"/>
                    </a:lnTo>
                    <a:lnTo>
                      <a:pt x="10001" y="99822"/>
                    </a:lnTo>
                    <a:lnTo>
                      <a:pt x="8608" y="150185"/>
                    </a:lnTo>
                    <a:lnTo>
                      <a:pt x="4012" y="175950"/>
                    </a:lnTo>
                    <a:lnTo>
                      <a:pt x="2285" y="188976"/>
                    </a:lnTo>
                    <a:lnTo>
                      <a:pt x="2285" y="194310"/>
                    </a:lnTo>
                    <a:lnTo>
                      <a:pt x="0" y="202692"/>
                    </a:lnTo>
                    <a:lnTo>
                      <a:pt x="7619" y="201930"/>
                    </a:lnTo>
                    <a:lnTo>
                      <a:pt x="9143" y="201168"/>
                    </a:lnTo>
                    <a:lnTo>
                      <a:pt x="10667" y="200406"/>
                    </a:lnTo>
                    <a:lnTo>
                      <a:pt x="12191" y="19964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440" name="Google Shape;3440;g2668d8541bd_0_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8021168" y="2681465"/>
              <a:ext cx="402754" cy="3141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1" name="Google Shape;3441;g2668d8541bd_0_6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496287" y="2746235"/>
              <a:ext cx="128993" cy="954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2" name="Google Shape;3442;g2668d8541bd_0_6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8708885" y="2657843"/>
              <a:ext cx="64795" cy="22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3" name="Google Shape;3443;g2668d8541bd_0_6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8831567" y="2549341"/>
              <a:ext cx="112039" cy="841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4" name="Google Shape;3444;g2668d8541bd_0_6"/>
            <p:cNvSpPr/>
            <p:nvPr/>
          </p:nvSpPr>
          <p:spPr>
            <a:xfrm>
              <a:off x="8084057" y="3100577"/>
              <a:ext cx="544195" cy="96519"/>
            </a:xfrm>
            <a:custGeom>
              <a:rect b="b" l="l" r="r" t="t"/>
              <a:pathLst>
                <a:path extrusionOk="0" h="96519" w="544195">
                  <a:moveTo>
                    <a:pt x="0" y="54101"/>
                  </a:moveTo>
                  <a:lnTo>
                    <a:pt x="17430" y="91154"/>
                  </a:lnTo>
                  <a:lnTo>
                    <a:pt x="43112" y="96464"/>
                  </a:lnTo>
                  <a:lnTo>
                    <a:pt x="54768" y="95630"/>
                  </a:lnTo>
                  <a:lnTo>
                    <a:pt x="94618" y="85046"/>
                  </a:lnTo>
                  <a:lnTo>
                    <a:pt x="127551" y="72354"/>
                  </a:lnTo>
                  <a:lnTo>
                    <a:pt x="144018" y="66293"/>
                  </a:lnTo>
                  <a:lnTo>
                    <a:pt x="197488" y="49899"/>
                  </a:lnTo>
                  <a:lnTo>
                    <a:pt x="247935" y="45243"/>
                  </a:lnTo>
                  <a:lnTo>
                    <a:pt x="264187" y="46279"/>
                  </a:lnTo>
                  <a:lnTo>
                    <a:pt x="307836" y="63996"/>
                  </a:lnTo>
                  <a:lnTo>
                    <a:pt x="323850" y="80771"/>
                  </a:lnTo>
                  <a:lnTo>
                    <a:pt x="329184" y="83819"/>
                  </a:lnTo>
                  <a:lnTo>
                    <a:pt x="331470" y="85343"/>
                  </a:lnTo>
                  <a:lnTo>
                    <a:pt x="331470" y="86105"/>
                  </a:lnTo>
                  <a:lnTo>
                    <a:pt x="335280" y="84581"/>
                  </a:lnTo>
                  <a:lnTo>
                    <a:pt x="342471" y="80093"/>
                  </a:lnTo>
                  <a:lnTo>
                    <a:pt x="349377" y="74961"/>
                  </a:lnTo>
                  <a:lnTo>
                    <a:pt x="356282" y="69687"/>
                  </a:lnTo>
                  <a:lnTo>
                    <a:pt x="363474" y="64769"/>
                  </a:lnTo>
                  <a:lnTo>
                    <a:pt x="410718" y="48767"/>
                  </a:lnTo>
                  <a:lnTo>
                    <a:pt x="422552" y="48339"/>
                  </a:lnTo>
                  <a:lnTo>
                    <a:pt x="433387" y="49339"/>
                  </a:lnTo>
                  <a:lnTo>
                    <a:pt x="443936" y="51768"/>
                  </a:lnTo>
                  <a:lnTo>
                    <a:pt x="454914" y="55625"/>
                  </a:lnTo>
                  <a:lnTo>
                    <a:pt x="461783" y="58185"/>
                  </a:lnTo>
                  <a:lnTo>
                    <a:pt x="468725" y="60102"/>
                  </a:lnTo>
                  <a:lnTo>
                    <a:pt x="475809" y="61305"/>
                  </a:lnTo>
                  <a:lnTo>
                    <a:pt x="483108" y="61721"/>
                  </a:lnTo>
                  <a:lnTo>
                    <a:pt x="493144" y="61721"/>
                  </a:lnTo>
                  <a:lnTo>
                    <a:pt x="535305" y="48386"/>
                  </a:lnTo>
                  <a:lnTo>
                    <a:pt x="544068" y="37337"/>
                  </a:lnTo>
                  <a:lnTo>
                    <a:pt x="542567" y="27431"/>
                  </a:lnTo>
                  <a:lnTo>
                    <a:pt x="536638" y="16954"/>
                  </a:lnTo>
                  <a:lnTo>
                    <a:pt x="529280" y="7334"/>
                  </a:lnTo>
                  <a:lnTo>
                    <a:pt x="523494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45" name="Google Shape;3445;g2668d8541bd_0_6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7851635" y="3548288"/>
              <a:ext cx="108229" cy="95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6" name="Google Shape;3446;g2668d8541bd_0_6"/>
            <p:cNvSpPr/>
            <p:nvPr/>
          </p:nvSpPr>
          <p:spPr>
            <a:xfrm>
              <a:off x="5622797" y="3321558"/>
              <a:ext cx="1081404" cy="128270"/>
            </a:xfrm>
            <a:custGeom>
              <a:rect b="b" l="l" r="r" t="t"/>
              <a:pathLst>
                <a:path extrusionOk="0" h="128270" w="1081404">
                  <a:moveTo>
                    <a:pt x="4572" y="37337"/>
                  </a:moveTo>
                  <a:lnTo>
                    <a:pt x="762" y="48005"/>
                  </a:lnTo>
                  <a:lnTo>
                    <a:pt x="0" y="50291"/>
                  </a:lnTo>
                  <a:lnTo>
                    <a:pt x="6096" y="60197"/>
                  </a:lnTo>
                  <a:lnTo>
                    <a:pt x="38552" y="83069"/>
                  </a:lnTo>
                  <a:lnTo>
                    <a:pt x="91297" y="91880"/>
                  </a:lnTo>
                  <a:lnTo>
                    <a:pt x="108966" y="92297"/>
                  </a:lnTo>
                  <a:lnTo>
                    <a:pt x="126634" y="92285"/>
                  </a:lnTo>
                  <a:lnTo>
                    <a:pt x="167770" y="90975"/>
                  </a:lnTo>
                  <a:lnTo>
                    <a:pt x="214419" y="85665"/>
                  </a:lnTo>
                  <a:lnTo>
                    <a:pt x="269176" y="77378"/>
                  </a:lnTo>
                  <a:lnTo>
                    <a:pt x="300609" y="72104"/>
                  </a:lnTo>
                  <a:lnTo>
                    <a:pt x="332041" y="66972"/>
                  </a:lnTo>
                  <a:lnTo>
                    <a:pt x="396632" y="58364"/>
                  </a:lnTo>
                  <a:lnTo>
                    <a:pt x="463236" y="53268"/>
                  </a:lnTo>
                  <a:lnTo>
                    <a:pt x="525279" y="52244"/>
                  </a:lnTo>
                  <a:lnTo>
                    <a:pt x="553593" y="52768"/>
                  </a:lnTo>
                  <a:lnTo>
                    <a:pt x="610362" y="58673"/>
                  </a:lnTo>
                  <a:lnTo>
                    <a:pt x="653605" y="68198"/>
                  </a:lnTo>
                  <a:lnTo>
                    <a:pt x="695706" y="82295"/>
                  </a:lnTo>
                  <a:lnTo>
                    <a:pt x="744890" y="106406"/>
                  </a:lnTo>
                  <a:lnTo>
                    <a:pt x="771906" y="124967"/>
                  </a:lnTo>
                  <a:lnTo>
                    <a:pt x="778002" y="128015"/>
                  </a:lnTo>
                  <a:lnTo>
                    <a:pt x="778764" y="128015"/>
                  </a:lnTo>
                  <a:lnTo>
                    <a:pt x="781050" y="123443"/>
                  </a:lnTo>
                  <a:lnTo>
                    <a:pt x="782574" y="118109"/>
                  </a:lnTo>
                  <a:lnTo>
                    <a:pt x="808434" y="85355"/>
                  </a:lnTo>
                  <a:lnTo>
                    <a:pt x="848106" y="62483"/>
                  </a:lnTo>
                  <a:lnTo>
                    <a:pt x="899922" y="46470"/>
                  </a:lnTo>
                  <a:lnTo>
                    <a:pt x="940974" y="40445"/>
                  </a:lnTo>
                  <a:lnTo>
                    <a:pt x="991362" y="37909"/>
                  </a:lnTo>
                  <a:lnTo>
                    <a:pt x="1006221" y="38004"/>
                  </a:lnTo>
                  <a:lnTo>
                    <a:pt x="1021080" y="38099"/>
                  </a:lnTo>
                  <a:lnTo>
                    <a:pt x="1031164" y="38492"/>
                  </a:lnTo>
                  <a:lnTo>
                    <a:pt x="1042320" y="38957"/>
                  </a:lnTo>
                  <a:lnTo>
                    <a:pt x="1053334" y="38421"/>
                  </a:lnTo>
                  <a:lnTo>
                    <a:pt x="1081278" y="12191"/>
                  </a:lnTo>
                  <a:lnTo>
                    <a:pt x="1077468" y="6857"/>
                  </a:lnTo>
                  <a:lnTo>
                    <a:pt x="1075182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7" name="Google Shape;3447;g2668d8541bd_0_6"/>
            <p:cNvSpPr/>
            <p:nvPr/>
          </p:nvSpPr>
          <p:spPr>
            <a:xfrm>
              <a:off x="3963161" y="4139184"/>
              <a:ext cx="10795" cy="9525"/>
            </a:xfrm>
            <a:custGeom>
              <a:rect b="b" l="l" r="r" t="t"/>
              <a:pathLst>
                <a:path extrusionOk="0" h="9525" w="10795">
                  <a:moveTo>
                    <a:pt x="6858" y="9144"/>
                  </a:moveTo>
                  <a:lnTo>
                    <a:pt x="7620" y="6858"/>
                  </a:lnTo>
                  <a:lnTo>
                    <a:pt x="7620" y="3810"/>
                  </a:lnTo>
                  <a:lnTo>
                    <a:pt x="7620" y="1524"/>
                  </a:lnTo>
                  <a:lnTo>
                    <a:pt x="5334" y="3048"/>
                  </a:lnTo>
                  <a:lnTo>
                    <a:pt x="10668" y="2286"/>
                  </a:lnTo>
                  <a:lnTo>
                    <a:pt x="6096" y="3048"/>
                  </a:lnTo>
                  <a:lnTo>
                    <a:pt x="2286" y="3810"/>
                  </a:lnTo>
                  <a:lnTo>
                    <a:pt x="2286" y="3048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48" name="Google Shape;3448;g2668d8541bd_0_6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4162793" y="4051541"/>
              <a:ext cx="172237" cy="192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9" name="Google Shape;3449;g2668d8541bd_0_6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4217442" y="4306716"/>
              <a:ext cx="134351" cy="11442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50" name="Google Shape;3450;g2668d8541bd_0_6"/>
            <p:cNvGrpSpPr/>
            <p:nvPr/>
          </p:nvGrpSpPr>
          <p:grpSpPr>
            <a:xfrm>
              <a:off x="4496263" y="3852409"/>
              <a:ext cx="565715" cy="539771"/>
              <a:chOff x="4496263" y="3852409"/>
              <a:chExt cx="565715" cy="539771"/>
            </a:xfrm>
          </p:grpSpPr>
          <p:sp>
            <p:nvSpPr>
              <p:cNvPr id="3451" name="Google Shape;3451;g2668d8541bd_0_6"/>
              <p:cNvSpPr/>
              <p:nvPr/>
            </p:nvSpPr>
            <p:spPr>
              <a:xfrm>
                <a:off x="4498086" y="4242816"/>
                <a:ext cx="16510" cy="3175"/>
              </a:xfrm>
              <a:custGeom>
                <a:rect b="b" l="l" r="r" t="t"/>
                <a:pathLst>
                  <a:path extrusionOk="0" h="3175" w="16510">
                    <a:moveTo>
                      <a:pt x="0" y="0"/>
                    </a:moveTo>
                    <a:lnTo>
                      <a:pt x="5334" y="761"/>
                    </a:lnTo>
                    <a:lnTo>
                      <a:pt x="10668" y="2285"/>
                    </a:lnTo>
                    <a:lnTo>
                      <a:pt x="16002" y="3047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2" name="Google Shape;3452;g2668d8541bd_0_6"/>
              <p:cNvSpPr/>
              <p:nvPr/>
            </p:nvSpPr>
            <p:spPr>
              <a:xfrm>
                <a:off x="4509516" y="3985831"/>
                <a:ext cx="251460" cy="213360"/>
              </a:xfrm>
              <a:custGeom>
                <a:rect b="b" l="l" r="r" t="t"/>
                <a:pathLst>
                  <a:path extrusionOk="0" h="213360" w="251460">
                    <a:moveTo>
                      <a:pt x="189737" y="1714"/>
                    </a:moveTo>
                    <a:lnTo>
                      <a:pt x="177962" y="428"/>
                    </a:lnTo>
                    <a:lnTo>
                      <a:pt x="166401" y="0"/>
                    </a:lnTo>
                    <a:lnTo>
                      <a:pt x="154697" y="428"/>
                    </a:lnTo>
                    <a:lnTo>
                      <a:pt x="142494" y="1714"/>
                    </a:lnTo>
                    <a:lnTo>
                      <a:pt x="123622" y="4500"/>
                    </a:lnTo>
                    <a:lnTo>
                      <a:pt x="104679" y="8000"/>
                    </a:lnTo>
                    <a:lnTo>
                      <a:pt x="85594" y="11787"/>
                    </a:lnTo>
                    <a:lnTo>
                      <a:pt x="66293" y="15430"/>
                    </a:lnTo>
                    <a:lnTo>
                      <a:pt x="54292" y="18180"/>
                    </a:lnTo>
                    <a:lnTo>
                      <a:pt x="42290" y="20859"/>
                    </a:lnTo>
                    <a:lnTo>
                      <a:pt x="30289" y="23681"/>
                    </a:lnTo>
                    <a:lnTo>
                      <a:pt x="18287" y="26860"/>
                    </a:lnTo>
                    <a:lnTo>
                      <a:pt x="16763" y="27622"/>
                    </a:lnTo>
                    <a:lnTo>
                      <a:pt x="15239" y="27622"/>
                    </a:lnTo>
                    <a:lnTo>
                      <a:pt x="13715" y="28384"/>
                    </a:lnTo>
                    <a:lnTo>
                      <a:pt x="16001" y="33718"/>
                    </a:lnTo>
                    <a:lnTo>
                      <a:pt x="19049" y="33718"/>
                    </a:lnTo>
                    <a:lnTo>
                      <a:pt x="26669" y="35242"/>
                    </a:lnTo>
                    <a:lnTo>
                      <a:pt x="70282" y="48529"/>
                    </a:lnTo>
                    <a:lnTo>
                      <a:pt x="121824" y="67246"/>
                    </a:lnTo>
                    <a:lnTo>
                      <a:pt x="158495" y="83248"/>
                    </a:lnTo>
                    <a:lnTo>
                      <a:pt x="182118" y="100012"/>
                    </a:lnTo>
                    <a:lnTo>
                      <a:pt x="181427" y="106179"/>
                    </a:lnTo>
                    <a:lnTo>
                      <a:pt x="134397" y="132206"/>
                    </a:lnTo>
                    <a:lnTo>
                      <a:pt x="118526" y="138969"/>
                    </a:lnTo>
                    <a:lnTo>
                      <a:pt x="102870" y="145732"/>
                    </a:lnTo>
                    <a:lnTo>
                      <a:pt x="85855" y="153281"/>
                    </a:lnTo>
                    <a:lnTo>
                      <a:pt x="69056" y="160972"/>
                    </a:lnTo>
                    <a:lnTo>
                      <a:pt x="52399" y="168663"/>
                    </a:lnTo>
                    <a:lnTo>
                      <a:pt x="35814" y="176212"/>
                    </a:lnTo>
                    <a:lnTo>
                      <a:pt x="0" y="199072"/>
                    </a:lnTo>
                    <a:lnTo>
                      <a:pt x="2286" y="205168"/>
                    </a:lnTo>
                    <a:lnTo>
                      <a:pt x="7620" y="206692"/>
                    </a:lnTo>
                    <a:lnTo>
                      <a:pt x="20681" y="210538"/>
                    </a:lnTo>
                    <a:lnTo>
                      <a:pt x="34385" y="212312"/>
                    </a:lnTo>
                    <a:lnTo>
                      <a:pt x="48232" y="212800"/>
                    </a:lnTo>
                    <a:lnTo>
                      <a:pt x="61722" y="212788"/>
                    </a:lnTo>
                    <a:lnTo>
                      <a:pt x="107346" y="209740"/>
                    </a:lnTo>
                    <a:lnTo>
                      <a:pt x="152400" y="202120"/>
                    </a:lnTo>
                    <a:lnTo>
                      <a:pt x="195453" y="192595"/>
                    </a:lnTo>
                    <a:lnTo>
                      <a:pt x="216908" y="188404"/>
                    </a:lnTo>
                    <a:lnTo>
                      <a:pt x="238506" y="185356"/>
                    </a:lnTo>
                    <a:lnTo>
                      <a:pt x="243078" y="184594"/>
                    </a:lnTo>
                    <a:lnTo>
                      <a:pt x="247650" y="184594"/>
                    </a:lnTo>
                    <a:lnTo>
                      <a:pt x="251460" y="184594"/>
                    </a:lnTo>
                    <a:lnTo>
                      <a:pt x="247650" y="189166"/>
                    </a:lnTo>
                    <a:lnTo>
                      <a:pt x="245364" y="188404"/>
                    </a:lnTo>
                    <a:lnTo>
                      <a:pt x="238506" y="18840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53" name="Google Shape;3453;g2668d8541bd_0_6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4530077" y="3852409"/>
                <a:ext cx="80606" cy="84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54" name="Google Shape;3454;g2668d8541bd_0_6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4496263" y="4293857"/>
                <a:ext cx="157283" cy="9832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55" name="Google Shape;3455;g2668d8541bd_0_6"/>
              <p:cNvSpPr/>
              <p:nvPr/>
            </p:nvSpPr>
            <p:spPr>
              <a:xfrm>
                <a:off x="4696777" y="4274058"/>
                <a:ext cx="3810" cy="80010"/>
              </a:xfrm>
              <a:custGeom>
                <a:rect b="b" l="l" r="r" t="t"/>
                <a:pathLst>
                  <a:path extrusionOk="0" h="80010" w="3810">
                    <a:moveTo>
                      <a:pt x="190" y="0"/>
                    </a:moveTo>
                    <a:lnTo>
                      <a:pt x="95" y="13013"/>
                    </a:lnTo>
                    <a:lnTo>
                      <a:pt x="0" y="25812"/>
                    </a:lnTo>
                    <a:lnTo>
                      <a:pt x="190" y="38469"/>
                    </a:lnTo>
                    <a:lnTo>
                      <a:pt x="952" y="51053"/>
                    </a:lnTo>
                    <a:lnTo>
                      <a:pt x="1523" y="58364"/>
                    </a:lnTo>
                    <a:lnTo>
                      <a:pt x="2095" y="65532"/>
                    </a:lnTo>
                    <a:lnTo>
                      <a:pt x="2666" y="72699"/>
                    </a:lnTo>
                    <a:lnTo>
                      <a:pt x="3238" y="8001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56" name="Google Shape;3456;g2668d8541bd_0_6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4764773" y="3924287"/>
                <a:ext cx="83845" cy="2303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57" name="Google Shape;3457;g2668d8541bd_0_6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4892789" y="3960876"/>
                <a:ext cx="169189" cy="1630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458" name="Google Shape;3458;g2668d8541bd_0_6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155493" y="2773861"/>
              <a:ext cx="2627401" cy="189740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59" name="Google Shape;3459;g2668d8541bd_0_6"/>
            <p:cNvGrpSpPr/>
            <p:nvPr/>
          </p:nvGrpSpPr>
          <p:grpSpPr>
            <a:xfrm>
              <a:off x="5093969" y="3807047"/>
              <a:ext cx="160781" cy="301783"/>
              <a:chOff x="5093969" y="3807047"/>
              <a:chExt cx="160781" cy="301783"/>
            </a:xfrm>
          </p:grpSpPr>
          <p:sp>
            <p:nvSpPr>
              <p:cNvPr id="3460" name="Google Shape;3460;g2668d8541bd_0_6"/>
              <p:cNvSpPr/>
              <p:nvPr/>
            </p:nvSpPr>
            <p:spPr>
              <a:xfrm>
                <a:off x="5093969" y="3922776"/>
                <a:ext cx="21589" cy="186054"/>
              </a:xfrm>
              <a:custGeom>
                <a:rect b="b" l="l" r="r" t="t"/>
                <a:pathLst>
                  <a:path extrusionOk="0" h="186054" w="21589">
                    <a:moveTo>
                      <a:pt x="0" y="0"/>
                    </a:moveTo>
                    <a:lnTo>
                      <a:pt x="6215" y="40505"/>
                    </a:lnTo>
                    <a:lnTo>
                      <a:pt x="9906" y="95250"/>
                    </a:lnTo>
                    <a:lnTo>
                      <a:pt x="9977" y="115824"/>
                    </a:lnTo>
                    <a:lnTo>
                      <a:pt x="9906" y="136398"/>
                    </a:lnTo>
                    <a:lnTo>
                      <a:pt x="9810" y="147816"/>
                    </a:lnTo>
                    <a:lnTo>
                      <a:pt x="9715" y="159162"/>
                    </a:lnTo>
                    <a:lnTo>
                      <a:pt x="9906" y="170366"/>
                    </a:lnTo>
                    <a:lnTo>
                      <a:pt x="10668" y="181356"/>
                    </a:lnTo>
                    <a:lnTo>
                      <a:pt x="12977" y="185856"/>
                    </a:lnTo>
                    <a:lnTo>
                      <a:pt x="16573" y="183070"/>
                    </a:lnTo>
                    <a:lnTo>
                      <a:pt x="19883" y="177712"/>
                    </a:lnTo>
                    <a:lnTo>
                      <a:pt x="21336" y="174498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1" name="Google Shape;3461;g2668d8541bd_0_6"/>
              <p:cNvSpPr/>
              <p:nvPr/>
            </p:nvSpPr>
            <p:spPr>
              <a:xfrm>
                <a:off x="5154656" y="3892296"/>
                <a:ext cx="4445" cy="208279"/>
              </a:xfrm>
              <a:custGeom>
                <a:rect b="b" l="l" r="r" t="t"/>
                <a:pathLst>
                  <a:path extrusionOk="0" h="208279" w="4445">
                    <a:moveTo>
                      <a:pt x="3321" y="0"/>
                    </a:moveTo>
                    <a:lnTo>
                      <a:pt x="1452" y="14620"/>
                    </a:lnTo>
                    <a:lnTo>
                      <a:pt x="369" y="28955"/>
                    </a:lnTo>
                    <a:lnTo>
                      <a:pt x="0" y="43291"/>
                    </a:lnTo>
                    <a:lnTo>
                      <a:pt x="273" y="57912"/>
                    </a:lnTo>
                    <a:lnTo>
                      <a:pt x="392" y="75628"/>
                    </a:lnTo>
                    <a:lnTo>
                      <a:pt x="654" y="93345"/>
                    </a:lnTo>
                    <a:lnTo>
                      <a:pt x="916" y="111061"/>
                    </a:lnTo>
                    <a:lnTo>
                      <a:pt x="1035" y="128778"/>
                    </a:lnTo>
                    <a:lnTo>
                      <a:pt x="869" y="148875"/>
                    </a:lnTo>
                    <a:lnTo>
                      <a:pt x="845" y="177546"/>
                    </a:lnTo>
                    <a:lnTo>
                      <a:pt x="1678" y="201644"/>
                    </a:lnTo>
                    <a:lnTo>
                      <a:pt x="4083" y="20802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2" name="Google Shape;3462;g2668d8541bd_0_6"/>
              <p:cNvSpPr/>
              <p:nvPr/>
            </p:nvSpPr>
            <p:spPr>
              <a:xfrm>
                <a:off x="5163311" y="3807047"/>
                <a:ext cx="91439" cy="88900"/>
              </a:xfrm>
              <a:custGeom>
                <a:rect b="b" l="l" r="r" t="t"/>
                <a:pathLst>
                  <a:path extrusionOk="0" h="88900" w="91439">
                    <a:moveTo>
                      <a:pt x="0" y="26574"/>
                    </a:moveTo>
                    <a:lnTo>
                      <a:pt x="29622" y="0"/>
                    </a:lnTo>
                    <a:lnTo>
                      <a:pt x="36992" y="797"/>
                    </a:lnTo>
                    <a:lnTo>
                      <a:pt x="56388" y="28098"/>
                    </a:lnTo>
                    <a:lnTo>
                      <a:pt x="55209" y="37635"/>
                    </a:lnTo>
                    <a:lnTo>
                      <a:pt x="34290" y="71532"/>
                    </a:lnTo>
                    <a:lnTo>
                      <a:pt x="30480" y="76104"/>
                    </a:lnTo>
                    <a:lnTo>
                      <a:pt x="34290" y="75342"/>
                    </a:lnTo>
                    <a:lnTo>
                      <a:pt x="38100" y="73818"/>
                    </a:lnTo>
                    <a:lnTo>
                      <a:pt x="41148" y="73056"/>
                    </a:lnTo>
                    <a:lnTo>
                      <a:pt x="48006" y="72294"/>
                    </a:lnTo>
                    <a:lnTo>
                      <a:pt x="55626" y="73056"/>
                    </a:lnTo>
                    <a:lnTo>
                      <a:pt x="62484" y="75342"/>
                    </a:lnTo>
                    <a:lnTo>
                      <a:pt x="68091" y="78093"/>
                    </a:lnTo>
                    <a:lnTo>
                      <a:pt x="73628" y="81343"/>
                    </a:lnTo>
                    <a:lnTo>
                      <a:pt x="79307" y="84451"/>
                    </a:lnTo>
                    <a:lnTo>
                      <a:pt x="85344" y="86772"/>
                    </a:lnTo>
                    <a:lnTo>
                      <a:pt x="87630" y="87534"/>
                    </a:lnTo>
                    <a:lnTo>
                      <a:pt x="89916" y="88296"/>
                    </a:lnTo>
                    <a:lnTo>
                      <a:pt x="91440" y="8829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63" name="Google Shape;3463;g2668d8541bd_0_6"/>
            <p:cNvGrpSpPr/>
            <p:nvPr/>
          </p:nvGrpSpPr>
          <p:grpSpPr>
            <a:xfrm>
              <a:off x="5451348" y="3986784"/>
              <a:ext cx="100964" cy="44577"/>
              <a:chOff x="5451348" y="3986784"/>
              <a:chExt cx="100964" cy="44577"/>
            </a:xfrm>
          </p:grpSpPr>
          <p:sp>
            <p:nvSpPr>
              <p:cNvPr id="3464" name="Google Shape;3464;g2668d8541bd_0_6"/>
              <p:cNvSpPr/>
              <p:nvPr/>
            </p:nvSpPr>
            <p:spPr>
              <a:xfrm>
                <a:off x="5468112" y="3986784"/>
                <a:ext cx="56514" cy="9525"/>
              </a:xfrm>
              <a:custGeom>
                <a:rect b="b" l="l" r="r" t="t"/>
                <a:pathLst>
                  <a:path extrusionOk="0" h="9525" w="56514">
                    <a:moveTo>
                      <a:pt x="0" y="9144"/>
                    </a:moveTo>
                    <a:lnTo>
                      <a:pt x="43434" y="2286"/>
                    </a:lnTo>
                    <a:lnTo>
                      <a:pt x="50292" y="762"/>
                    </a:lnTo>
                    <a:lnTo>
                      <a:pt x="51816" y="762"/>
                    </a:lnTo>
                    <a:lnTo>
                      <a:pt x="56388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5" name="Google Shape;3465;g2668d8541bd_0_6"/>
              <p:cNvSpPr/>
              <p:nvPr/>
            </p:nvSpPr>
            <p:spPr>
              <a:xfrm>
                <a:off x="5451348" y="4018026"/>
                <a:ext cx="100964" cy="13335"/>
              </a:xfrm>
              <a:custGeom>
                <a:rect b="b" l="l" r="r" t="t"/>
                <a:pathLst>
                  <a:path extrusionOk="0" h="13335" w="100964">
                    <a:moveTo>
                      <a:pt x="0" y="12191"/>
                    </a:moveTo>
                    <a:lnTo>
                      <a:pt x="44195" y="12096"/>
                    </a:lnTo>
                    <a:lnTo>
                      <a:pt x="88392" y="4571"/>
                    </a:lnTo>
                    <a:lnTo>
                      <a:pt x="92202" y="3047"/>
                    </a:lnTo>
                    <a:lnTo>
                      <a:pt x="96774" y="1523"/>
                    </a:lnTo>
                    <a:lnTo>
                      <a:pt x="100584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466" name="Google Shape;3466;g2668d8541bd_0_6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5811761" y="3965435"/>
              <a:ext cx="154711" cy="1745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7" name="Google Shape;3467;g2668d8541bd_0_6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5839193" y="4214609"/>
              <a:ext cx="131089" cy="96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8" name="Google Shape;3468;g2668d8541bd_0_6"/>
            <p:cNvSpPr/>
            <p:nvPr/>
          </p:nvSpPr>
          <p:spPr>
            <a:xfrm>
              <a:off x="6160770" y="3888485"/>
              <a:ext cx="304164" cy="204470"/>
            </a:xfrm>
            <a:custGeom>
              <a:rect b="b" l="l" r="r" t="t"/>
              <a:pathLst>
                <a:path extrusionOk="0" h="204470" w="304164">
                  <a:moveTo>
                    <a:pt x="291846" y="0"/>
                  </a:moveTo>
                  <a:lnTo>
                    <a:pt x="247911" y="7608"/>
                  </a:lnTo>
                  <a:lnTo>
                    <a:pt x="200036" y="14156"/>
                  </a:lnTo>
                  <a:lnTo>
                    <a:pt x="166973" y="18764"/>
                  </a:lnTo>
                  <a:lnTo>
                    <a:pt x="134052" y="23514"/>
                  </a:lnTo>
                  <a:lnTo>
                    <a:pt x="101346" y="28194"/>
                  </a:lnTo>
                  <a:lnTo>
                    <a:pt x="94166" y="29360"/>
                  </a:lnTo>
                  <a:lnTo>
                    <a:pt x="87344" y="30670"/>
                  </a:lnTo>
                  <a:lnTo>
                    <a:pt x="80664" y="32265"/>
                  </a:lnTo>
                  <a:lnTo>
                    <a:pt x="73914" y="34290"/>
                  </a:lnTo>
                  <a:lnTo>
                    <a:pt x="79248" y="38862"/>
                  </a:lnTo>
                  <a:lnTo>
                    <a:pt x="85344" y="40386"/>
                  </a:lnTo>
                  <a:lnTo>
                    <a:pt x="94488" y="41910"/>
                  </a:lnTo>
                  <a:lnTo>
                    <a:pt x="124325" y="45017"/>
                  </a:lnTo>
                  <a:lnTo>
                    <a:pt x="154305" y="47339"/>
                  </a:lnTo>
                  <a:lnTo>
                    <a:pt x="184284" y="50375"/>
                  </a:lnTo>
                  <a:lnTo>
                    <a:pt x="229171" y="60483"/>
                  </a:lnTo>
                  <a:lnTo>
                    <a:pt x="238506" y="71628"/>
                  </a:lnTo>
                  <a:lnTo>
                    <a:pt x="234719" y="81986"/>
                  </a:lnTo>
                  <a:lnTo>
                    <a:pt x="224218" y="91059"/>
                  </a:lnTo>
                  <a:lnTo>
                    <a:pt x="211716" y="98417"/>
                  </a:lnTo>
                  <a:lnTo>
                    <a:pt x="201930" y="103632"/>
                  </a:lnTo>
                  <a:lnTo>
                    <a:pt x="176522" y="117407"/>
                  </a:lnTo>
                  <a:lnTo>
                    <a:pt x="124563" y="142958"/>
                  </a:lnTo>
                  <a:lnTo>
                    <a:pt x="76461" y="165068"/>
                  </a:lnTo>
                  <a:lnTo>
                    <a:pt x="54483" y="174688"/>
                  </a:lnTo>
                  <a:lnTo>
                    <a:pt x="32504" y="184594"/>
                  </a:lnTo>
                  <a:lnTo>
                    <a:pt x="10668" y="195072"/>
                  </a:lnTo>
                  <a:lnTo>
                    <a:pt x="4572" y="198120"/>
                  </a:lnTo>
                  <a:lnTo>
                    <a:pt x="3048" y="198120"/>
                  </a:lnTo>
                  <a:lnTo>
                    <a:pt x="0" y="201930"/>
                  </a:lnTo>
                  <a:lnTo>
                    <a:pt x="12596" y="203882"/>
                  </a:lnTo>
                  <a:lnTo>
                    <a:pt x="25908" y="204406"/>
                  </a:lnTo>
                  <a:lnTo>
                    <a:pt x="39219" y="204073"/>
                  </a:lnTo>
                  <a:lnTo>
                    <a:pt x="82093" y="201537"/>
                  </a:lnTo>
                  <a:lnTo>
                    <a:pt x="142363" y="194560"/>
                  </a:lnTo>
                  <a:lnTo>
                    <a:pt x="172212" y="190500"/>
                  </a:lnTo>
                  <a:lnTo>
                    <a:pt x="201810" y="186940"/>
                  </a:lnTo>
                  <a:lnTo>
                    <a:pt x="231267" y="183165"/>
                  </a:lnTo>
                  <a:lnTo>
                    <a:pt x="260723" y="179248"/>
                  </a:lnTo>
                  <a:lnTo>
                    <a:pt x="290322" y="175260"/>
                  </a:lnTo>
                  <a:lnTo>
                    <a:pt x="297942" y="174498"/>
                  </a:lnTo>
                  <a:lnTo>
                    <a:pt x="299466" y="174498"/>
                  </a:lnTo>
                  <a:lnTo>
                    <a:pt x="304038" y="174498"/>
                  </a:lnTo>
                  <a:lnTo>
                    <a:pt x="296418" y="177546"/>
                  </a:lnTo>
                  <a:lnTo>
                    <a:pt x="288798" y="179832"/>
                  </a:lnTo>
                  <a:lnTo>
                    <a:pt x="281178" y="18211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69" name="Google Shape;3469;g2668d8541bd_0_6"/>
            <p:cNvGrpSpPr/>
            <p:nvPr/>
          </p:nvGrpSpPr>
          <p:grpSpPr>
            <a:xfrm>
              <a:off x="6177534" y="4149089"/>
              <a:ext cx="204216" cy="125095"/>
              <a:chOff x="6177534" y="4149089"/>
              <a:chExt cx="204216" cy="125095"/>
            </a:xfrm>
          </p:grpSpPr>
          <p:sp>
            <p:nvSpPr>
              <p:cNvPr id="3470" name="Google Shape;3470;g2668d8541bd_0_6"/>
              <p:cNvSpPr/>
              <p:nvPr/>
            </p:nvSpPr>
            <p:spPr>
              <a:xfrm>
                <a:off x="6177534" y="4206239"/>
                <a:ext cx="36195" cy="67945"/>
              </a:xfrm>
              <a:custGeom>
                <a:rect b="b" l="l" r="r" t="t"/>
                <a:pathLst>
                  <a:path extrusionOk="0" h="67945" w="36195">
                    <a:moveTo>
                      <a:pt x="762" y="0"/>
                    </a:moveTo>
                    <a:lnTo>
                      <a:pt x="238" y="8572"/>
                    </a:lnTo>
                    <a:lnTo>
                      <a:pt x="0" y="17145"/>
                    </a:lnTo>
                    <a:lnTo>
                      <a:pt x="333" y="25717"/>
                    </a:lnTo>
                    <a:lnTo>
                      <a:pt x="1524" y="34290"/>
                    </a:lnTo>
                    <a:lnTo>
                      <a:pt x="2488" y="40933"/>
                    </a:lnTo>
                    <a:lnTo>
                      <a:pt x="3524" y="48577"/>
                    </a:lnTo>
                    <a:lnTo>
                      <a:pt x="5274" y="55935"/>
                    </a:lnTo>
                    <a:lnTo>
                      <a:pt x="8382" y="61722"/>
                    </a:lnTo>
                    <a:lnTo>
                      <a:pt x="12192" y="67818"/>
                    </a:lnTo>
                    <a:lnTo>
                      <a:pt x="21336" y="63246"/>
                    </a:lnTo>
                    <a:lnTo>
                      <a:pt x="25146" y="59436"/>
                    </a:lnTo>
                    <a:lnTo>
                      <a:pt x="31242" y="51816"/>
                    </a:lnTo>
                    <a:lnTo>
                      <a:pt x="33528" y="48767"/>
                    </a:lnTo>
                    <a:lnTo>
                      <a:pt x="35814" y="42671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1" name="Google Shape;3471;g2668d8541bd_0_6"/>
              <p:cNvSpPr/>
              <p:nvPr/>
            </p:nvSpPr>
            <p:spPr>
              <a:xfrm>
                <a:off x="6180582" y="4149089"/>
                <a:ext cx="20954" cy="7620"/>
              </a:xfrm>
              <a:custGeom>
                <a:rect b="b" l="l" r="r" t="t"/>
                <a:pathLst>
                  <a:path extrusionOk="0" h="7620" w="20954">
                    <a:moveTo>
                      <a:pt x="0" y="0"/>
                    </a:moveTo>
                    <a:lnTo>
                      <a:pt x="10668" y="5333"/>
                    </a:lnTo>
                    <a:lnTo>
                      <a:pt x="12954" y="7619"/>
                    </a:lnTo>
                    <a:lnTo>
                      <a:pt x="20574" y="6857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72" name="Google Shape;3472;g2668d8541bd_0_6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6249911" y="4194035"/>
                <a:ext cx="87655" cy="6403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73" name="Google Shape;3473;g2668d8541bd_0_6"/>
              <p:cNvSpPr/>
              <p:nvPr/>
            </p:nvSpPr>
            <p:spPr>
              <a:xfrm>
                <a:off x="6381750" y="4173473"/>
                <a:ext cx="0" cy="78104"/>
              </a:xfrm>
              <a:custGeom>
                <a:rect b="b" l="l" r="r" t="t"/>
                <a:pathLst>
                  <a:path extrusionOk="0" h="78104" w="120000">
                    <a:moveTo>
                      <a:pt x="0" y="0"/>
                    </a:moveTo>
                    <a:lnTo>
                      <a:pt x="0" y="10406"/>
                    </a:lnTo>
                    <a:lnTo>
                      <a:pt x="0" y="20955"/>
                    </a:lnTo>
                    <a:lnTo>
                      <a:pt x="0" y="31503"/>
                    </a:lnTo>
                    <a:lnTo>
                      <a:pt x="0" y="41910"/>
                    </a:lnTo>
                    <a:lnTo>
                      <a:pt x="0" y="50934"/>
                    </a:lnTo>
                    <a:lnTo>
                      <a:pt x="0" y="59817"/>
                    </a:lnTo>
                    <a:lnTo>
                      <a:pt x="0" y="68699"/>
                    </a:lnTo>
                    <a:lnTo>
                      <a:pt x="0" y="7772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474" name="Google Shape;3474;g2668d8541bd_0_6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6214859" y="3763505"/>
              <a:ext cx="74701" cy="8003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75" name="Google Shape;3475;g2668d8541bd_0_6"/>
            <p:cNvGrpSpPr/>
            <p:nvPr/>
          </p:nvGrpSpPr>
          <p:grpSpPr>
            <a:xfrm>
              <a:off x="6534911" y="3874007"/>
              <a:ext cx="52324" cy="197485"/>
              <a:chOff x="6534911" y="3874007"/>
              <a:chExt cx="52324" cy="197485"/>
            </a:xfrm>
          </p:grpSpPr>
          <p:sp>
            <p:nvSpPr>
              <p:cNvPr id="3476" name="Google Shape;3476;g2668d8541bd_0_6"/>
              <p:cNvSpPr/>
              <p:nvPr/>
            </p:nvSpPr>
            <p:spPr>
              <a:xfrm>
                <a:off x="6534911" y="3874007"/>
                <a:ext cx="20320" cy="197485"/>
              </a:xfrm>
              <a:custGeom>
                <a:rect b="b" l="l" r="r" t="t"/>
                <a:pathLst>
                  <a:path extrusionOk="0" h="197485" w="20320">
                    <a:moveTo>
                      <a:pt x="0" y="0"/>
                    </a:moveTo>
                    <a:lnTo>
                      <a:pt x="9751" y="45970"/>
                    </a:lnTo>
                    <a:lnTo>
                      <a:pt x="12001" y="101727"/>
                    </a:lnTo>
                    <a:lnTo>
                      <a:pt x="12192" y="141732"/>
                    </a:lnTo>
                    <a:lnTo>
                      <a:pt x="12001" y="153840"/>
                    </a:lnTo>
                    <a:lnTo>
                      <a:pt x="11811" y="166020"/>
                    </a:lnTo>
                    <a:lnTo>
                      <a:pt x="12192" y="178057"/>
                    </a:lnTo>
                    <a:lnTo>
                      <a:pt x="13716" y="189738"/>
                    </a:lnTo>
                    <a:lnTo>
                      <a:pt x="16002" y="197358"/>
                    </a:lnTo>
                    <a:lnTo>
                      <a:pt x="18288" y="190500"/>
                    </a:lnTo>
                    <a:lnTo>
                      <a:pt x="19812" y="18897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7" name="Google Shape;3477;g2668d8541bd_0_6"/>
              <p:cNvSpPr/>
              <p:nvPr/>
            </p:nvSpPr>
            <p:spPr>
              <a:xfrm>
                <a:off x="6578345" y="3875531"/>
                <a:ext cx="8890" cy="186689"/>
              </a:xfrm>
              <a:custGeom>
                <a:rect b="b" l="l" r="r" t="t"/>
                <a:pathLst>
                  <a:path extrusionOk="0" h="186689" w="8890">
                    <a:moveTo>
                      <a:pt x="0" y="0"/>
                    </a:moveTo>
                    <a:lnTo>
                      <a:pt x="809" y="20014"/>
                    </a:lnTo>
                    <a:lnTo>
                      <a:pt x="1905" y="40100"/>
                    </a:lnTo>
                    <a:lnTo>
                      <a:pt x="3000" y="60328"/>
                    </a:lnTo>
                    <a:lnTo>
                      <a:pt x="4250" y="100905"/>
                    </a:lnTo>
                    <a:lnTo>
                      <a:pt x="4560" y="141743"/>
                    </a:lnTo>
                    <a:lnTo>
                      <a:pt x="4572" y="162306"/>
                    </a:lnTo>
                    <a:lnTo>
                      <a:pt x="4202" y="168902"/>
                    </a:lnTo>
                    <a:lnTo>
                      <a:pt x="3905" y="176212"/>
                    </a:lnTo>
                    <a:lnTo>
                      <a:pt x="4893" y="182665"/>
                    </a:lnTo>
                    <a:lnTo>
                      <a:pt x="8382" y="18669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478" name="Google Shape;3478;g2668d8541bd_0_6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6639293" y="3876294"/>
              <a:ext cx="167652" cy="1752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9" name="Google Shape;3479;g2668d8541bd_0_6"/>
            <p:cNvSpPr/>
            <p:nvPr/>
          </p:nvSpPr>
          <p:spPr>
            <a:xfrm>
              <a:off x="6984492" y="3938015"/>
              <a:ext cx="67945" cy="6350"/>
            </a:xfrm>
            <a:custGeom>
              <a:rect b="b" l="l" r="r" t="t"/>
              <a:pathLst>
                <a:path extrusionOk="0" h="6350" w="67945">
                  <a:moveTo>
                    <a:pt x="0" y="6096"/>
                  </a:moveTo>
                  <a:lnTo>
                    <a:pt x="9715" y="5976"/>
                  </a:lnTo>
                  <a:lnTo>
                    <a:pt x="19431" y="5715"/>
                  </a:lnTo>
                  <a:lnTo>
                    <a:pt x="29146" y="5453"/>
                  </a:lnTo>
                  <a:lnTo>
                    <a:pt x="38862" y="5334"/>
                  </a:lnTo>
                  <a:lnTo>
                    <a:pt x="45148" y="5631"/>
                  </a:lnTo>
                  <a:lnTo>
                    <a:pt x="52006" y="6000"/>
                  </a:lnTo>
                  <a:lnTo>
                    <a:pt x="58578" y="5655"/>
                  </a:lnTo>
                  <a:lnTo>
                    <a:pt x="64008" y="3810"/>
                  </a:lnTo>
                  <a:lnTo>
                    <a:pt x="65532" y="3048"/>
                  </a:lnTo>
                  <a:lnTo>
                    <a:pt x="67056" y="1524"/>
                  </a:lnTo>
                  <a:lnTo>
                    <a:pt x="6781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80" name="Google Shape;3480;g2668d8541bd_0_6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7149702" y="3736073"/>
              <a:ext cx="408588" cy="3095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81" name="Google Shape;3481;g2668d8541bd_0_6"/>
            <p:cNvGrpSpPr/>
            <p:nvPr/>
          </p:nvGrpSpPr>
          <p:grpSpPr>
            <a:xfrm>
              <a:off x="7616094" y="3697224"/>
              <a:ext cx="294240" cy="275094"/>
              <a:chOff x="7616094" y="3697224"/>
              <a:chExt cx="294240" cy="275094"/>
            </a:xfrm>
          </p:grpSpPr>
          <p:pic>
            <p:nvPicPr>
              <p:cNvPr id="3482" name="Google Shape;3482;g2668d8541bd_0_6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7616094" y="3749027"/>
                <a:ext cx="104502" cy="1135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83" name="Google Shape;3483;g2668d8541bd_0_6"/>
              <p:cNvSpPr/>
              <p:nvPr/>
            </p:nvSpPr>
            <p:spPr>
              <a:xfrm>
                <a:off x="7757160" y="3710178"/>
                <a:ext cx="20320" cy="226695"/>
              </a:xfrm>
              <a:custGeom>
                <a:rect b="b" l="l" r="r" t="t"/>
                <a:pathLst>
                  <a:path extrusionOk="0" h="226695" w="20320">
                    <a:moveTo>
                      <a:pt x="0" y="0"/>
                    </a:moveTo>
                    <a:lnTo>
                      <a:pt x="16394" y="42969"/>
                    </a:lnTo>
                    <a:lnTo>
                      <a:pt x="19621" y="99060"/>
                    </a:lnTo>
                    <a:lnTo>
                      <a:pt x="19812" y="138684"/>
                    </a:lnTo>
                    <a:lnTo>
                      <a:pt x="19657" y="156983"/>
                    </a:lnTo>
                    <a:lnTo>
                      <a:pt x="16764" y="212597"/>
                    </a:lnTo>
                    <a:lnTo>
                      <a:pt x="14728" y="226099"/>
                    </a:lnTo>
                    <a:lnTo>
                      <a:pt x="12954" y="220979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4" name="Google Shape;3484;g2668d8541bd_0_6"/>
              <p:cNvSpPr/>
              <p:nvPr/>
            </p:nvSpPr>
            <p:spPr>
              <a:xfrm>
                <a:off x="7802118" y="3697224"/>
                <a:ext cx="12700" cy="254000"/>
              </a:xfrm>
              <a:custGeom>
                <a:rect b="b" l="l" r="r" t="t"/>
                <a:pathLst>
                  <a:path extrusionOk="0" h="254000" w="12700">
                    <a:moveTo>
                      <a:pt x="12192" y="0"/>
                    </a:moveTo>
                    <a:lnTo>
                      <a:pt x="4798" y="44255"/>
                    </a:lnTo>
                    <a:lnTo>
                      <a:pt x="3690" y="97155"/>
                    </a:lnTo>
                    <a:lnTo>
                      <a:pt x="4000" y="134874"/>
                    </a:lnTo>
                    <a:lnTo>
                      <a:pt x="4024" y="172593"/>
                    </a:lnTo>
                    <a:lnTo>
                      <a:pt x="2476" y="220468"/>
                    </a:lnTo>
                    <a:lnTo>
                      <a:pt x="762" y="249936"/>
                    </a:lnTo>
                    <a:lnTo>
                      <a:pt x="762" y="252222"/>
                    </a:lnTo>
                    <a:lnTo>
                      <a:pt x="0" y="253746"/>
                    </a:lnTo>
                    <a:lnTo>
                      <a:pt x="1524" y="25222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85" name="Google Shape;3485;g2668d8541bd_0_6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7843253" y="3895962"/>
                <a:ext cx="67081" cy="763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486" name="Google Shape;3486;g2668d8541bd_0_6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8177771" y="3726167"/>
              <a:ext cx="126517" cy="1310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7" name="Google Shape;3487;g2668d8541bd_0_6"/>
            <p:cNvSpPr/>
            <p:nvPr/>
          </p:nvSpPr>
          <p:spPr>
            <a:xfrm>
              <a:off x="8500871" y="3875532"/>
              <a:ext cx="118109" cy="12064"/>
            </a:xfrm>
            <a:custGeom>
              <a:rect b="b" l="l" r="r" t="t"/>
              <a:pathLst>
                <a:path extrusionOk="0" h="12064" w="118109">
                  <a:moveTo>
                    <a:pt x="0" y="11429"/>
                  </a:moveTo>
                  <a:lnTo>
                    <a:pt x="12573" y="11834"/>
                  </a:lnTo>
                  <a:lnTo>
                    <a:pt x="25146" y="11810"/>
                  </a:lnTo>
                  <a:lnTo>
                    <a:pt x="37719" y="11215"/>
                  </a:lnTo>
                  <a:lnTo>
                    <a:pt x="50292" y="9905"/>
                  </a:lnTo>
                  <a:lnTo>
                    <a:pt x="64448" y="7536"/>
                  </a:lnTo>
                  <a:lnTo>
                    <a:pt x="78390" y="5238"/>
                  </a:lnTo>
                  <a:lnTo>
                    <a:pt x="92190" y="3369"/>
                  </a:lnTo>
                  <a:lnTo>
                    <a:pt x="105918" y="2285"/>
                  </a:lnTo>
                  <a:lnTo>
                    <a:pt x="115823" y="1523"/>
                  </a:lnTo>
                  <a:lnTo>
                    <a:pt x="116586" y="0"/>
                  </a:lnTo>
                  <a:lnTo>
                    <a:pt x="118110" y="6095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88" name="Google Shape;3488;g2668d8541bd_0_6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8513050" y="3954767"/>
              <a:ext cx="85369" cy="945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9" name="Google Shape;3489;g2668d8541bd_0_6"/>
            <p:cNvSpPr/>
            <p:nvPr/>
          </p:nvSpPr>
          <p:spPr>
            <a:xfrm>
              <a:off x="8553450" y="3721608"/>
              <a:ext cx="6984" cy="112395"/>
            </a:xfrm>
            <a:custGeom>
              <a:rect b="b" l="l" r="r" t="t"/>
              <a:pathLst>
                <a:path extrusionOk="0" h="112395" w="6984">
                  <a:moveTo>
                    <a:pt x="0" y="0"/>
                  </a:moveTo>
                  <a:lnTo>
                    <a:pt x="690" y="11429"/>
                  </a:lnTo>
                  <a:lnTo>
                    <a:pt x="1524" y="22859"/>
                  </a:lnTo>
                  <a:lnTo>
                    <a:pt x="2357" y="34290"/>
                  </a:lnTo>
                  <a:lnTo>
                    <a:pt x="3048" y="45720"/>
                  </a:lnTo>
                  <a:lnTo>
                    <a:pt x="4048" y="58281"/>
                  </a:lnTo>
                  <a:lnTo>
                    <a:pt x="4762" y="70770"/>
                  </a:lnTo>
                  <a:lnTo>
                    <a:pt x="5191" y="83117"/>
                  </a:lnTo>
                  <a:lnTo>
                    <a:pt x="5334" y="95250"/>
                  </a:lnTo>
                  <a:lnTo>
                    <a:pt x="6096" y="102107"/>
                  </a:lnTo>
                  <a:lnTo>
                    <a:pt x="6858" y="107442"/>
                  </a:lnTo>
                  <a:lnTo>
                    <a:pt x="3048" y="11201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90" name="Google Shape;3490;g2668d8541bd_0_6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8752319" y="3624761"/>
              <a:ext cx="241579" cy="181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1" name="Google Shape;3491;g2668d8541bd_0_6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8784323" y="3494221"/>
              <a:ext cx="73272" cy="7423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92" name="Google Shape;3492;g2668d8541bd_0_6"/>
            <p:cNvGrpSpPr/>
            <p:nvPr/>
          </p:nvGrpSpPr>
          <p:grpSpPr>
            <a:xfrm>
              <a:off x="8777096" y="3890772"/>
              <a:ext cx="204343" cy="99186"/>
              <a:chOff x="8777096" y="3890772"/>
              <a:chExt cx="204343" cy="99186"/>
            </a:xfrm>
          </p:grpSpPr>
          <p:sp>
            <p:nvSpPr>
              <p:cNvPr id="3493" name="Google Shape;3493;g2668d8541bd_0_6"/>
              <p:cNvSpPr/>
              <p:nvPr/>
            </p:nvSpPr>
            <p:spPr>
              <a:xfrm>
                <a:off x="8777096" y="3933444"/>
                <a:ext cx="41909" cy="56514"/>
              </a:xfrm>
              <a:custGeom>
                <a:rect b="b" l="l" r="r" t="t"/>
                <a:pathLst>
                  <a:path extrusionOk="0" h="56514" w="41909">
                    <a:moveTo>
                      <a:pt x="1143" y="0"/>
                    </a:moveTo>
                    <a:lnTo>
                      <a:pt x="500" y="7667"/>
                    </a:lnTo>
                    <a:lnTo>
                      <a:pt x="0" y="15621"/>
                    </a:lnTo>
                    <a:lnTo>
                      <a:pt x="71" y="23574"/>
                    </a:lnTo>
                    <a:lnTo>
                      <a:pt x="14097" y="56388"/>
                    </a:lnTo>
                    <a:lnTo>
                      <a:pt x="20955" y="56388"/>
                    </a:lnTo>
                    <a:lnTo>
                      <a:pt x="25527" y="54102"/>
                    </a:lnTo>
                    <a:lnTo>
                      <a:pt x="33147" y="50291"/>
                    </a:lnTo>
                    <a:lnTo>
                      <a:pt x="36957" y="41909"/>
                    </a:lnTo>
                    <a:lnTo>
                      <a:pt x="41529" y="35051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94" name="Google Shape;3494;g2668d8541bd_0_6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8855950" y="3903713"/>
                <a:ext cx="96037" cy="663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95" name="Google Shape;3495;g2668d8541bd_0_6"/>
              <p:cNvSpPr/>
              <p:nvPr/>
            </p:nvSpPr>
            <p:spPr>
              <a:xfrm>
                <a:off x="8980169" y="3890772"/>
                <a:ext cx="1270" cy="66675"/>
              </a:xfrm>
              <a:custGeom>
                <a:rect b="b" l="l" r="r" t="t"/>
                <a:pathLst>
                  <a:path extrusionOk="0" h="66675" w="1270">
                    <a:moveTo>
                      <a:pt x="761" y="0"/>
                    </a:moveTo>
                    <a:lnTo>
                      <a:pt x="857" y="16573"/>
                    </a:lnTo>
                    <a:lnTo>
                      <a:pt x="952" y="33147"/>
                    </a:lnTo>
                    <a:lnTo>
                      <a:pt x="761" y="49720"/>
                    </a:lnTo>
                    <a:lnTo>
                      <a:pt x="0" y="6629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96" name="Google Shape;3496;g2668d8541bd_0_6"/>
            <p:cNvGrpSpPr/>
            <p:nvPr/>
          </p:nvGrpSpPr>
          <p:grpSpPr>
            <a:xfrm>
              <a:off x="9215366" y="3423653"/>
              <a:ext cx="507004" cy="396860"/>
              <a:chOff x="9215366" y="3423653"/>
              <a:chExt cx="507004" cy="396860"/>
            </a:xfrm>
          </p:grpSpPr>
          <p:sp>
            <p:nvSpPr>
              <p:cNvPr id="3497" name="Google Shape;3497;g2668d8541bd_0_6"/>
              <p:cNvSpPr/>
              <p:nvPr/>
            </p:nvSpPr>
            <p:spPr>
              <a:xfrm>
                <a:off x="9272777" y="3655885"/>
                <a:ext cx="39370" cy="83820"/>
              </a:xfrm>
              <a:custGeom>
                <a:rect b="b" l="l" r="r" t="t"/>
                <a:pathLst>
                  <a:path extrusionOk="0" h="83820" w="39370">
                    <a:moveTo>
                      <a:pt x="0" y="4000"/>
                    </a:moveTo>
                    <a:lnTo>
                      <a:pt x="8655" y="1571"/>
                    </a:lnTo>
                    <a:lnTo>
                      <a:pt x="17240" y="0"/>
                    </a:lnTo>
                    <a:lnTo>
                      <a:pt x="25396" y="1000"/>
                    </a:lnTo>
                    <a:lnTo>
                      <a:pt x="32766" y="6286"/>
                    </a:lnTo>
                    <a:lnTo>
                      <a:pt x="37123" y="14275"/>
                    </a:lnTo>
                    <a:lnTo>
                      <a:pt x="39052" y="24479"/>
                    </a:lnTo>
                    <a:lnTo>
                      <a:pt x="38981" y="35111"/>
                    </a:lnTo>
                    <a:lnTo>
                      <a:pt x="20728" y="71175"/>
                    </a:lnTo>
                    <a:lnTo>
                      <a:pt x="7620" y="83248"/>
                    </a:lnTo>
                    <a:lnTo>
                      <a:pt x="9144" y="80200"/>
                    </a:lnTo>
                    <a:lnTo>
                      <a:pt x="4572" y="80962"/>
                    </a:lnTo>
                    <a:lnTo>
                      <a:pt x="4572" y="74104"/>
                    </a:lnTo>
                    <a:lnTo>
                      <a:pt x="4572" y="71056"/>
                    </a:lnTo>
                    <a:lnTo>
                      <a:pt x="6858" y="6648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8" name="Google Shape;3498;g2668d8541bd_0_6"/>
              <p:cNvSpPr/>
              <p:nvPr/>
            </p:nvSpPr>
            <p:spPr>
              <a:xfrm>
                <a:off x="9318688" y="3640836"/>
                <a:ext cx="44450" cy="93979"/>
              </a:xfrm>
              <a:custGeom>
                <a:rect b="b" l="l" r="r" t="t"/>
                <a:pathLst>
                  <a:path extrusionOk="0" h="93979" w="44450">
                    <a:moveTo>
                      <a:pt x="19621" y="0"/>
                    </a:moveTo>
                    <a:lnTo>
                      <a:pt x="1333" y="43434"/>
                    </a:lnTo>
                    <a:lnTo>
                      <a:pt x="0" y="63817"/>
                    </a:lnTo>
                    <a:lnTo>
                      <a:pt x="1119" y="74295"/>
                    </a:lnTo>
                    <a:lnTo>
                      <a:pt x="30289" y="93726"/>
                    </a:lnTo>
                    <a:lnTo>
                      <a:pt x="37909" y="93726"/>
                    </a:lnTo>
                    <a:lnTo>
                      <a:pt x="40195" y="92964"/>
                    </a:lnTo>
                    <a:lnTo>
                      <a:pt x="44005" y="8915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9" name="Google Shape;3499;g2668d8541bd_0_6"/>
              <p:cNvSpPr/>
              <p:nvPr/>
            </p:nvSpPr>
            <p:spPr>
              <a:xfrm>
                <a:off x="9384029" y="3708654"/>
                <a:ext cx="3809" cy="67310"/>
              </a:xfrm>
              <a:custGeom>
                <a:rect b="b" l="l" r="r" t="t"/>
                <a:pathLst>
                  <a:path extrusionOk="0" h="67310" w="3809">
                    <a:moveTo>
                      <a:pt x="0" y="0"/>
                    </a:moveTo>
                    <a:lnTo>
                      <a:pt x="261" y="10739"/>
                    </a:lnTo>
                    <a:lnTo>
                      <a:pt x="952" y="21336"/>
                    </a:lnTo>
                    <a:lnTo>
                      <a:pt x="1928" y="31932"/>
                    </a:lnTo>
                    <a:lnTo>
                      <a:pt x="3048" y="42672"/>
                    </a:lnTo>
                    <a:lnTo>
                      <a:pt x="3810" y="50292"/>
                    </a:lnTo>
                    <a:lnTo>
                      <a:pt x="3810" y="58674"/>
                    </a:lnTo>
                    <a:lnTo>
                      <a:pt x="3810" y="6705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0" name="Google Shape;3500;g2668d8541bd_0_6"/>
              <p:cNvSpPr/>
              <p:nvPr/>
            </p:nvSpPr>
            <p:spPr>
              <a:xfrm>
                <a:off x="9384791" y="3637026"/>
                <a:ext cx="5079" cy="13335"/>
              </a:xfrm>
              <a:custGeom>
                <a:rect b="b" l="l" r="r" t="t"/>
                <a:pathLst>
                  <a:path extrusionOk="0" h="13335" w="5079">
                    <a:moveTo>
                      <a:pt x="4572" y="12953"/>
                    </a:moveTo>
                    <a:lnTo>
                      <a:pt x="3048" y="9143"/>
                    </a:lnTo>
                    <a:lnTo>
                      <a:pt x="1524" y="4571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1" name="Google Shape;3501;g2668d8541bd_0_6"/>
              <p:cNvSpPr/>
              <p:nvPr/>
            </p:nvSpPr>
            <p:spPr>
              <a:xfrm>
                <a:off x="9379457" y="3535680"/>
                <a:ext cx="41275" cy="72389"/>
              </a:xfrm>
              <a:custGeom>
                <a:rect b="b" l="l" r="r" t="t"/>
                <a:pathLst>
                  <a:path extrusionOk="0" h="72389" w="41275">
                    <a:moveTo>
                      <a:pt x="0" y="11429"/>
                    </a:moveTo>
                    <a:lnTo>
                      <a:pt x="8572" y="9727"/>
                    </a:lnTo>
                    <a:lnTo>
                      <a:pt x="17145" y="8096"/>
                    </a:lnTo>
                    <a:lnTo>
                      <a:pt x="25717" y="6607"/>
                    </a:lnTo>
                    <a:lnTo>
                      <a:pt x="34290" y="5333"/>
                    </a:lnTo>
                    <a:lnTo>
                      <a:pt x="38100" y="4571"/>
                    </a:lnTo>
                    <a:lnTo>
                      <a:pt x="38862" y="3809"/>
                    </a:lnTo>
                    <a:lnTo>
                      <a:pt x="41148" y="2285"/>
                    </a:lnTo>
                    <a:lnTo>
                      <a:pt x="38862" y="2285"/>
                    </a:lnTo>
                    <a:lnTo>
                      <a:pt x="33528" y="0"/>
                    </a:lnTo>
                    <a:lnTo>
                      <a:pt x="30480" y="2285"/>
                    </a:lnTo>
                    <a:lnTo>
                      <a:pt x="22860" y="6095"/>
                    </a:lnTo>
                    <a:lnTo>
                      <a:pt x="22098" y="16763"/>
                    </a:lnTo>
                    <a:lnTo>
                      <a:pt x="21336" y="24383"/>
                    </a:lnTo>
                    <a:lnTo>
                      <a:pt x="20371" y="32170"/>
                    </a:lnTo>
                    <a:lnTo>
                      <a:pt x="19907" y="40385"/>
                    </a:lnTo>
                    <a:lnTo>
                      <a:pt x="20157" y="48601"/>
                    </a:lnTo>
                    <a:lnTo>
                      <a:pt x="21336" y="56387"/>
                    </a:lnTo>
                    <a:lnTo>
                      <a:pt x="22860" y="62483"/>
                    </a:lnTo>
                    <a:lnTo>
                      <a:pt x="25908" y="67055"/>
                    </a:lnTo>
                    <a:lnTo>
                      <a:pt x="29718" y="72389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502" name="Google Shape;3502;g2668d8541bd_0_6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9454121" y="3541477"/>
                <a:ext cx="183476" cy="17557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03" name="Google Shape;3503;g2668d8541bd_0_6"/>
              <p:cNvSpPr/>
              <p:nvPr/>
            </p:nvSpPr>
            <p:spPr>
              <a:xfrm>
                <a:off x="9215366" y="3588103"/>
                <a:ext cx="123190" cy="232410"/>
              </a:xfrm>
              <a:custGeom>
                <a:rect b="b" l="l" r="r" t="t"/>
                <a:pathLst>
                  <a:path extrusionOk="0" h="232410" w="123190">
                    <a:moveTo>
                      <a:pt x="42933" y="3964"/>
                    </a:moveTo>
                    <a:lnTo>
                      <a:pt x="38052" y="2643"/>
                    </a:lnTo>
                    <a:lnTo>
                      <a:pt x="31313" y="821"/>
                    </a:lnTo>
                    <a:lnTo>
                      <a:pt x="24288" y="0"/>
                    </a:lnTo>
                    <a:lnTo>
                      <a:pt x="18549" y="1678"/>
                    </a:lnTo>
                    <a:lnTo>
                      <a:pt x="2190" y="54959"/>
                    </a:lnTo>
                    <a:lnTo>
                      <a:pt x="333" y="93511"/>
                    </a:lnTo>
                    <a:lnTo>
                      <a:pt x="261" y="112930"/>
                    </a:lnTo>
                    <a:lnTo>
                      <a:pt x="0" y="134040"/>
                    </a:lnTo>
                    <a:lnTo>
                      <a:pt x="4333" y="175402"/>
                    </a:lnTo>
                    <a:lnTo>
                      <a:pt x="29503" y="219134"/>
                    </a:lnTo>
                    <a:lnTo>
                      <a:pt x="74187" y="232159"/>
                    </a:lnTo>
                    <a:lnTo>
                      <a:pt x="90654" y="230278"/>
                    </a:lnTo>
                    <a:lnTo>
                      <a:pt x="106691" y="226111"/>
                    </a:lnTo>
                    <a:lnTo>
                      <a:pt x="122943" y="22037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504" name="Google Shape;3504;g2668d8541bd_0_6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9635477" y="3423653"/>
                <a:ext cx="86893" cy="937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505" name="Google Shape;3505;g2668d8541bd_0_6"/>
            <p:cNvSpPr/>
            <p:nvPr/>
          </p:nvSpPr>
          <p:spPr>
            <a:xfrm>
              <a:off x="5889497" y="4248911"/>
              <a:ext cx="2030095" cy="361950"/>
            </a:xfrm>
            <a:custGeom>
              <a:rect b="b" l="l" r="r" t="t"/>
              <a:pathLst>
                <a:path extrusionOk="0" h="361950" w="2030095">
                  <a:moveTo>
                    <a:pt x="0" y="214884"/>
                  </a:moveTo>
                  <a:lnTo>
                    <a:pt x="1988" y="225504"/>
                  </a:lnTo>
                  <a:lnTo>
                    <a:pt x="4476" y="235839"/>
                  </a:lnTo>
                  <a:lnTo>
                    <a:pt x="7393" y="246173"/>
                  </a:lnTo>
                  <a:lnTo>
                    <a:pt x="10668" y="256794"/>
                  </a:lnTo>
                  <a:lnTo>
                    <a:pt x="13799" y="270081"/>
                  </a:lnTo>
                  <a:lnTo>
                    <a:pt x="19050" y="311658"/>
                  </a:lnTo>
                  <a:lnTo>
                    <a:pt x="20121" y="343161"/>
                  </a:lnTo>
                  <a:lnTo>
                    <a:pt x="20574" y="353568"/>
                  </a:lnTo>
                  <a:lnTo>
                    <a:pt x="21336" y="361950"/>
                  </a:lnTo>
                  <a:lnTo>
                    <a:pt x="25146" y="361188"/>
                  </a:lnTo>
                  <a:lnTo>
                    <a:pt x="32004" y="361950"/>
                  </a:lnTo>
                  <a:lnTo>
                    <a:pt x="39647" y="361890"/>
                  </a:lnTo>
                  <a:lnTo>
                    <a:pt x="46863" y="360902"/>
                  </a:lnTo>
                  <a:lnTo>
                    <a:pt x="54078" y="359485"/>
                  </a:lnTo>
                  <a:lnTo>
                    <a:pt x="61722" y="358140"/>
                  </a:lnTo>
                  <a:lnTo>
                    <a:pt x="74985" y="356104"/>
                  </a:lnTo>
                  <a:lnTo>
                    <a:pt x="88392" y="354425"/>
                  </a:lnTo>
                  <a:lnTo>
                    <a:pt x="101798" y="352889"/>
                  </a:lnTo>
                  <a:lnTo>
                    <a:pt x="115062" y="351282"/>
                  </a:lnTo>
                  <a:lnTo>
                    <a:pt x="136207" y="348853"/>
                  </a:lnTo>
                  <a:lnTo>
                    <a:pt x="157353" y="346138"/>
                  </a:lnTo>
                  <a:lnTo>
                    <a:pt x="178498" y="343138"/>
                  </a:lnTo>
                  <a:lnTo>
                    <a:pt x="199644" y="339852"/>
                  </a:lnTo>
                  <a:lnTo>
                    <a:pt x="249495" y="332994"/>
                  </a:lnTo>
                  <a:lnTo>
                    <a:pt x="299561" y="327279"/>
                  </a:lnTo>
                  <a:lnTo>
                    <a:pt x="349769" y="322707"/>
                  </a:lnTo>
                  <a:lnTo>
                    <a:pt x="400050" y="319278"/>
                  </a:lnTo>
                  <a:lnTo>
                    <a:pt x="439483" y="317242"/>
                  </a:lnTo>
                  <a:lnTo>
                    <a:pt x="478917" y="315563"/>
                  </a:lnTo>
                  <a:lnTo>
                    <a:pt x="518350" y="314027"/>
                  </a:lnTo>
                  <a:lnTo>
                    <a:pt x="557784" y="312420"/>
                  </a:lnTo>
                  <a:lnTo>
                    <a:pt x="623697" y="308800"/>
                  </a:lnTo>
                  <a:lnTo>
                    <a:pt x="689610" y="304038"/>
                  </a:lnTo>
                  <a:lnTo>
                    <a:pt x="723447" y="300609"/>
                  </a:lnTo>
                  <a:lnTo>
                    <a:pt x="757428" y="297180"/>
                  </a:lnTo>
                  <a:lnTo>
                    <a:pt x="825246" y="290322"/>
                  </a:lnTo>
                  <a:lnTo>
                    <a:pt x="868560" y="285488"/>
                  </a:lnTo>
                  <a:lnTo>
                    <a:pt x="911733" y="280225"/>
                  </a:lnTo>
                  <a:lnTo>
                    <a:pt x="954905" y="274677"/>
                  </a:lnTo>
                  <a:lnTo>
                    <a:pt x="998219" y="268986"/>
                  </a:lnTo>
                  <a:lnTo>
                    <a:pt x="1034795" y="263854"/>
                  </a:lnTo>
                  <a:lnTo>
                    <a:pt x="1071371" y="258794"/>
                  </a:lnTo>
                  <a:lnTo>
                    <a:pt x="1107947" y="253876"/>
                  </a:lnTo>
                  <a:lnTo>
                    <a:pt x="1144524" y="249174"/>
                  </a:lnTo>
                  <a:lnTo>
                    <a:pt x="1180980" y="244375"/>
                  </a:lnTo>
                  <a:lnTo>
                    <a:pt x="1217295" y="239363"/>
                  </a:lnTo>
                  <a:lnTo>
                    <a:pt x="1253609" y="234493"/>
                  </a:lnTo>
                  <a:lnTo>
                    <a:pt x="1290066" y="230123"/>
                  </a:lnTo>
                  <a:lnTo>
                    <a:pt x="1322641" y="226147"/>
                  </a:lnTo>
                  <a:lnTo>
                    <a:pt x="1387792" y="218765"/>
                  </a:lnTo>
                  <a:lnTo>
                    <a:pt x="1446073" y="213740"/>
                  </a:lnTo>
                  <a:lnTo>
                    <a:pt x="1497199" y="211359"/>
                  </a:lnTo>
                  <a:lnTo>
                    <a:pt x="1522476" y="210311"/>
                  </a:lnTo>
                  <a:lnTo>
                    <a:pt x="1583817" y="207835"/>
                  </a:lnTo>
                  <a:lnTo>
                    <a:pt x="1645158" y="204215"/>
                  </a:lnTo>
                  <a:lnTo>
                    <a:pt x="1664600" y="202525"/>
                  </a:lnTo>
                  <a:lnTo>
                    <a:pt x="1684115" y="200977"/>
                  </a:lnTo>
                  <a:lnTo>
                    <a:pt x="1703772" y="199715"/>
                  </a:lnTo>
                  <a:lnTo>
                    <a:pt x="1723644" y="198881"/>
                  </a:lnTo>
                  <a:lnTo>
                    <a:pt x="1741360" y="198048"/>
                  </a:lnTo>
                  <a:lnTo>
                    <a:pt x="1759077" y="196786"/>
                  </a:lnTo>
                  <a:lnTo>
                    <a:pt x="1776793" y="195238"/>
                  </a:lnTo>
                  <a:lnTo>
                    <a:pt x="1794510" y="193547"/>
                  </a:lnTo>
                  <a:lnTo>
                    <a:pt x="1808928" y="192404"/>
                  </a:lnTo>
                  <a:lnTo>
                    <a:pt x="1823561" y="191261"/>
                  </a:lnTo>
                  <a:lnTo>
                    <a:pt x="1838336" y="190118"/>
                  </a:lnTo>
                  <a:lnTo>
                    <a:pt x="1853183" y="188975"/>
                  </a:lnTo>
                  <a:lnTo>
                    <a:pt x="1867471" y="187392"/>
                  </a:lnTo>
                  <a:lnTo>
                    <a:pt x="1910333" y="183641"/>
                  </a:lnTo>
                  <a:lnTo>
                    <a:pt x="1941957" y="181927"/>
                  </a:lnTo>
                  <a:lnTo>
                    <a:pt x="1958125" y="182141"/>
                  </a:lnTo>
                  <a:lnTo>
                    <a:pt x="1973580" y="183641"/>
                  </a:lnTo>
                  <a:lnTo>
                    <a:pt x="1975866" y="183641"/>
                  </a:lnTo>
                  <a:lnTo>
                    <a:pt x="1978152" y="184403"/>
                  </a:lnTo>
                  <a:lnTo>
                    <a:pt x="1979676" y="185165"/>
                  </a:lnTo>
                  <a:lnTo>
                    <a:pt x="1983486" y="185927"/>
                  </a:lnTo>
                  <a:lnTo>
                    <a:pt x="1988058" y="185927"/>
                  </a:lnTo>
                  <a:lnTo>
                    <a:pt x="1991868" y="185927"/>
                  </a:lnTo>
                  <a:lnTo>
                    <a:pt x="1998059" y="186559"/>
                  </a:lnTo>
                  <a:lnTo>
                    <a:pt x="2004821" y="186975"/>
                  </a:lnTo>
                  <a:lnTo>
                    <a:pt x="2011584" y="186678"/>
                  </a:lnTo>
                  <a:lnTo>
                    <a:pt x="2017776" y="185165"/>
                  </a:lnTo>
                  <a:lnTo>
                    <a:pt x="2020062" y="184403"/>
                  </a:lnTo>
                  <a:lnTo>
                    <a:pt x="2022348" y="182879"/>
                  </a:lnTo>
                  <a:lnTo>
                    <a:pt x="2023872" y="181355"/>
                  </a:lnTo>
                  <a:lnTo>
                    <a:pt x="2025395" y="181355"/>
                  </a:lnTo>
                  <a:lnTo>
                    <a:pt x="2026158" y="180593"/>
                  </a:lnTo>
                  <a:lnTo>
                    <a:pt x="2026920" y="179069"/>
                  </a:lnTo>
                  <a:lnTo>
                    <a:pt x="2029694" y="158984"/>
                  </a:lnTo>
                  <a:lnTo>
                    <a:pt x="2029110" y="136683"/>
                  </a:lnTo>
                  <a:lnTo>
                    <a:pt x="2027241" y="114240"/>
                  </a:lnTo>
                  <a:lnTo>
                    <a:pt x="2026158" y="93725"/>
                  </a:lnTo>
                  <a:lnTo>
                    <a:pt x="2026300" y="75437"/>
                  </a:lnTo>
                  <a:lnTo>
                    <a:pt x="2026729" y="57149"/>
                  </a:lnTo>
                  <a:lnTo>
                    <a:pt x="2027443" y="38861"/>
                  </a:lnTo>
                  <a:lnTo>
                    <a:pt x="2028444" y="20573"/>
                  </a:lnTo>
                  <a:lnTo>
                    <a:pt x="2028444" y="13715"/>
                  </a:lnTo>
                  <a:lnTo>
                    <a:pt x="2029206" y="5333"/>
                  </a:lnTo>
                  <a:lnTo>
                    <a:pt x="2028444" y="0"/>
                  </a:lnTo>
                  <a:lnTo>
                    <a:pt x="2027682" y="0"/>
                  </a:lnTo>
                  <a:lnTo>
                    <a:pt x="2026920" y="1523"/>
                  </a:lnTo>
                  <a:lnTo>
                    <a:pt x="2026158" y="1523"/>
                  </a:lnTo>
                  <a:lnTo>
                    <a:pt x="2025395" y="2285"/>
                  </a:lnTo>
                  <a:lnTo>
                    <a:pt x="2024633" y="2285"/>
                  </a:lnTo>
                  <a:lnTo>
                    <a:pt x="2023872" y="3047"/>
                  </a:lnTo>
                  <a:lnTo>
                    <a:pt x="2023872" y="2285"/>
                  </a:lnTo>
                  <a:lnTo>
                    <a:pt x="2023110" y="3047"/>
                  </a:lnTo>
                  <a:lnTo>
                    <a:pt x="2022348" y="3047"/>
                  </a:lnTo>
                  <a:lnTo>
                    <a:pt x="2020062" y="4571"/>
                  </a:lnTo>
                  <a:lnTo>
                    <a:pt x="2019300" y="4571"/>
                  </a:lnTo>
                  <a:lnTo>
                    <a:pt x="2017776" y="4571"/>
                  </a:lnTo>
                  <a:lnTo>
                    <a:pt x="2018538" y="6095"/>
                  </a:lnTo>
                  <a:lnTo>
                    <a:pt x="2017014" y="3809"/>
                  </a:lnTo>
                  <a:lnTo>
                    <a:pt x="2016252" y="3047"/>
                  </a:lnTo>
                  <a:lnTo>
                    <a:pt x="2016252" y="1523"/>
                  </a:lnTo>
                  <a:lnTo>
                    <a:pt x="2015489" y="761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6" name="Google Shape;3506;g2668d8541bd_0_6"/>
            <p:cNvSpPr/>
            <p:nvPr/>
          </p:nvSpPr>
          <p:spPr>
            <a:xfrm>
              <a:off x="8594597" y="4033265"/>
              <a:ext cx="1261109" cy="287654"/>
            </a:xfrm>
            <a:custGeom>
              <a:rect b="b" l="l" r="r" t="t"/>
              <a:pathLst>
                <a:path extrusionOk="0" h="287654" w="1261109">
                  <a:moveTo>
                    <a:pt x="0" y="164592"/>
                  </a:moveTo>
                  <a:lnTo>
                    <a:pt x="12954" y="202692"/>
                  </a:lnTo>
                  <a:lnTo>
                    <a:pt x="18288" y="246126"/>
                  </a:lnTo>
                  <a:lnTo>
                    <a:pt x="18859" y="254115"/>
                  </a:lnTo>
                  <a:lnTo>
                    <a:pt x="19431" y="262032"/>
                  </a:lnTo>
                  <a:lnTo>
                    <a:pt x="20002" y="269807"/>
                  </a:lnTo>
                  <a:lnTo>
                    <a:pt x="20574" y="277368"/>
                  </a:lnTo>
                  <a:lnTo>
                    <a:pt x="20574" y="279654"/>
                  </a:lnTo>
                  <a:lnTo>
                    <a:pt x="21336" y="284226"/>
                  </a:lnTo>
                  <a:lnTo>
                    <a:pt x="22860" y="284988"/>
                  </a:lnTo>
                  <a:lnTo>
                    <a:pt x="23622" y="286512"/>
                  </a:lnTo>
                  <a:lnTo>
                    <a:pt x="24384" y="285750"/>
                  </a:lnTo>
                  <a:lnTo>
                    <a:pt x="25146" y="285750"/>
                  </a:lnTo>
                  <a:lnTo>
                    <a:pt x="42874" y="287297"/>
                  </a:lnTo>
                  <a:lnTo>
                    <a:pt x="61245" y="286131"/>
                  </a:lnTo>
                  <a:lnTo>
                    <a:pt x="111633" y="280594"/>
                  </a:lnTo>
                  <a:lnTo>
                    <a:pt x="141351" y="279046"/>
                  </a:lnTo>
                  <a:lnTo>
                    <a:pt x="156210" y="278130"/>
                  </a:lnTo>
                  <a:lnTo>
                    <a:pt x="175629" y="276522"/>
                  </a:lnTo>
                  <a:lnTo>
                    <a:pt x="194976" y="274986"/>
                  </a:lnTo>
                  <a:lnTo>
                    <a:pt x="214181" y="273307"/>
                  </a:lnTo>
                  <a:lnTo>
                    <a:pt x="233172" y="271272"/>
                  </a:lnTo>
                  <a:lnTo>
                    <a:pt x="258770" y="268104"/>
                  </a:lnTo>
                  <a:lnTo>
                    <a:pt x="284226" y="265366"/>
                  </a:lnTo>
                  <a:lnTo>
                    <a:pt x="335280" y="260604"/>
                  </a:lnTo>
                  <a:lnTo>
                    <a:pt x="378714" y="257567"/>
                  </a:lnTo>
                  <a:lnTo>
                    <a:pt x="422148" y="255174"/>
                  </a:lnTo>
                  <a:lnTo>
                    <a:pt x="465582" y="253210"/>
                  </a:lnTo>
                  <a:lnTo>
                    <a:pt x="509016" y="251460"/>
                  </a:lnTo>
                  <a:lnTo>
                    <a:pt x="552890" y="250162"/>
                  </a:lnTo>
                  <a:lnTo>
                    <a:pt x="596550" y="248507"/>
                  </a:lnTo>
                  <a:lnTo>
                    <a:pt x="640068" y="246423"/>
                  </a:lnTo>
                  <a:lnTo>
                    <a:pt x="683514" y="243840"/>
                  </a:lnTo>
                  <a:lnTo>
                    <a:pt x="713672" y="241446"/>
                  </a:lnTo>
                  <a:lnTo>
                    <a:pt x="743616" y="238982"/>
                  </a:lnTo>
                  <a:lnTo>
                    <a:pt x="773418" y="236660"/>
                  </a:lnTo>
                  <a:lnTo>
                    <a:pt x="803148" y="234696"/>
                  </a:lnTo>
                  <a:lnTo>
                    <a:pt x="831853" y="233100"/>
                  </a:lnTo>
                  <a:lnTo>
                    <a:pt x="860774" y="231648"/>
                  </a:lnTo>
                  <a:lnTo>
                    <a:pt x="889837" y="230195"/>
                  </a:lnTo>
                  <a:lnTo>
                    <a:pt x="918972" y="228600"/>
                  </a:lnTo>
                  <a:lnTo>
                    <a:pt x="948809" y="227337"/>
                  </a:lnTo>
                  <a:lnTo>
                    <a:pt x="978788" y="225933"/>
                  </a:lnTo>
                  <a:lnTo>
                    <a:pt x="1008768" y="224528"/>
                  </a:lnTo>
                  <a:lnTo>
                    <a:pt x="1038606" y="223266"/>
                  </a:lnTo>
                  <a:lnTo>
                    <a:pt x="1065347" y="222242"/>
                  </a:lnTo>
                  <a:lnTo>
                    <a:pt x="1091946" y="221361"/>
                  </a:lnTo>
                  <a:lnTo>
                    <a:pt x="1118544" y="220479"/>
                  </a:lnTo>
                  <a:lnTo>
                    <a:pt x="1168157" y="218896"/>
                  </a:lnTo>
                  <a:lnTo>
                    <a:pt x="1214187" y="218062"/>
                  </a:lnTo>
                  <a:lnTo>
                    <a:pt x="1237488" y="217932"/>
                  </a:lnTo>
                  <a:lnTo>
                    <a:pt x="1245108" y="217932"/>
                  </a:lnTo>
                  <a:lnTo>
                    <a:pt x="1252728" y="217932"/>
                  </a:lnTo>
                  <a:lnTo>
                    <a:pt x="1260348" y="216408"/>
                  </a:lnTo>
                  <a:lnTo>
                    <a:pt x="1261110" y="216408"/>
                  </a:lnTo>
                  <a:lnTo>
                    <a:pt x="1260348" y="215646"/>
                  </a:lnTo>
                  <a:lnTo>
                    <a:pt x="1260348" y="214122"/>
                  </a:lnTo>
                  <a:lnTo>
                    <a:pt x="1259586" y="213360"/>
                  </a:lnTo>
                  <a:lnTo>
                    <a:pt x="1256538" y="211836"/>
                  </a:lnTo>
                  <a:lnTo>
                    <a:pt x="1255776" y="211074"/>
                  </a:lnTo>
                  <a:lnTo>
                    <a:pt x="1253490" y="208788"/>
                  </a:lnTo>
                  <a:lnTo>
                    <a:pt x="1249680" y="204978"/>
                  </a:lnTo>
                  <a:lnTo>
                    <a:pt x="1246632" y="200406"/>
                  </a:lnTo>
                  <a:lnTo>
                    <a:pt x="1244346" y="195072"/>
                  </a:lnTo>
                  <a:lnTo>
                    <a:pt x="1240416" y="186237"/>
                  </a:lnTo>
                  <a:lnTo>
                    <a:pt x="1237488" y="176974"/>
                  </a:lnTo>
                  <a:lnTo>
                    <a:pt x="1235130" y="167425"/>
                  </a:lnTo>
                  <a:lnTo>
                    <a:pt x="1232916" y="157734"/>
                  </a:lnTo>
                  <a:lnTo>
                    <a:pt x="1229487" y="142422"/>
                  </a:lnTo>
                  <a:lnTo>
                    <a:pt x="1226058" y="127254"/>
                  </a:lnTo>
                  <a:lnTo>
                    <a:pt x="1222629" y="112085"/>
                  </a:lnTo>
                  <a:lnTo>
                    <a:pt x="1219200" y="96774"/>
                  </a:lnTo>
                  <a:lnTo>
                    <a:pt x="1216235" y="82927"/>
                  </a:lnTo>
                  <a:lnTo>
                    <a:pt x="1213199" y="68865"/>
                  </a:lnTo>
                  <a:lnTo>
                    <a:pt x="1210306" y="54661"/>
                  </a:lnTo>
                  <a:lnTo>
                    <a:pt x="1207770" y="40386"/>
                  </a:lnTo>
                  <a:lnTo>
                    <a:pt x="1206067" y="32373"/>
                  </a:lnTo>
                  <a:lnTo>
                    <a:pt x="1204436" y="24288"/>
                  </a:lnTo>
                  <a:lnTo>
                    <a:pt x="1202947" y="16061"/>
                  </a:lnTo>
                  <a:lnTo>
                    <a:pt x="1201674" y="7620"/>
                  </a:lnTo>
                  <a:lnTo>
                    <a:pt x="1201674" y="6858"/>
                  </a:lnTo>
                  <a:lnTo>
                    <a:pt x="1200912" y="1524"/>
                  </a:lnTo>
                  <a:lnTo>
                    <a:pt x="1200150" y="762"/>
                  </a:lnTo>
                  <a:lnTo>
                    <a:pt x="1199388" y="762"/>
                  </a:lnTo>
                  <a:lnTo>
                    <a:pt x="1198626" y="762"/>
                  </a:lnTo>
                  <a:lnTo>
                    <a:pt x="1197102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507" name="Google Shape;3507;g2668d8541bd_0_6"/>
          <p:cNvCxnSpPr/>
          <p:nvPr/>
        </p:nvCxnSpPr>
        <p:spPr>
          <a:xfrm>
            <a:off x="2743200" y="1600200"/>
            <a:ext cx="126300" cy="5181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8" name="Google Shape;3508;g2668d8541bd_0_6"/>
          <p:cNvSpPr txBox="1"/>
          <p:nvPr/>
        </p:nvSpPr>
        <p:spPr>
          <a:xfrm>
            <a:off x="5851895" y="5394711"/>
            <a:ext cx="196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Smaller the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better the fit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9" name="Google Shape;3509;g2668d8541bd_0_6"/>
          <p:cNvSpPr txBox="1"/>
          <p:nvPr/>
        </p:nvSpPr>
        <p:spPr>
          <a:xfrm>
            <a:off x="8283555" y="5287031"/>
            <a:ext cx="177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larger the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better the fit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13" name="Shape 3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4" name="Google Shape;3514;g2668d8541bd_0_126"/>
          <p:cNvGrpSpPr/>
          <p:nvPr/>
        </p:nvGrpSpPr>
        <p:grpSpPr>
          <a:xfrm>
            <a:off x="7830996" y="3503924"/>
            <a:ext cx="1986024" cy="2223770"/>
            <a:chOff x="7768590" y="2059685"/>
            <a:chExt cx="1986024" cy="2223770"/>
          </a:xfrm>
        </p:grpSpPr>
        <p:sp>
          <p:nvSpPr>
            <p:cNvPr id="3515" name="Google Shape;3515;g2668d8541bd_0_126"/>
            <p:cNvSpPr/>
            <p:nvPr/>
          </p:nvSpPr>
          <p:spPr>
            <a:xfrm>
              <a:off x="7768590" y="2059685"/>
              <a:ext cx="125095" cy="2223770"/>
            </a:xfrm>
            <a:custGeom>
              <a:rect b="b" l="l" r="r" t="t"/>
              <a:pathLst>
                <a:path extrusionOk="0" h="2223770" w="125095">
                  <a:moveTo>
                    <a:pt x="0" y="0"/>
                  </a:moveTo>
                  <a:lnTo>
                    <a:pt x="8036" y="41576"/>
                  </a:lnTo>
                  <a:lnTo>
                    <a:pt x="12192" y="100298"/>
                  </a:lnTo>
                  <a:lnTo>
                    <a:pt x="12263" y="122812"/>
                  </a:lnTo>
                  <a:lnTo>
                    <a:pt x="12192" y="145542"/>
                  </a:lnTo>
                  <a:lnTo>
                    <a:pt x="12132" y="175712"/>
                  </a:lnTo>
                  <a:lnTo>
                    <a:pt x="11144" y="205740"/>
                  </a:lnTo>
                  <a:lnTo>
                    <a:pt x="9727" y="235767"/>
                  </a:lnTo>
                  <a:lnTo>
                    <a:pt x="8382" y="265938"/>
                  </a:lnTo>
                  <a:lnTo>
                    <a:pt x="7072" y="300347"/>
                  </a:lnTo>
                  <a:lnTo>
                    <a:pt x="6477" y="334898"/>
                  </a:lnTo>
                  <a:lnTo>
                    <a:pt x="6453" y="369450"/>
                  </a:lnTo>
                  <a:lnTo>
                    <a:pt x="6858" y="403860"/>
                  </a:lnTo>
                  <a:lnTo>
                    <a:pt x="7048" y="440876"/>
                  </a:lnTo>
                  <a:lnTo>
                    <a:pt x="9429" y="514338"/>
                  </a:lnTo>
                  <a:lnTo>
                    <a:pt x="15847" y="589335"/>
                  </a:lnTo>
                  <a:lnTo>
                    <a:pt x="19716" y="627888"/>
                  </a:lnTo>
                  <a:lnTo>
                    <a:pt x="23443" y="666440"/>
                  </a:lnTo>
                  <a:lnTo>
                    <a:pt x="26670" y="704850"/>
                  </a:lnTo>
                  <a:lnTo>
                    <a:pt x="30158" y="747700"/>
                  </a:lnTo>
                  <a:lnTo>
                    <a:pt x="32861" y="790479"/>
                  </a:lnTo>
                  <a:lnTo>
                    <a:pt x="35135" y="833116"/>
                  </a:lnTo>
                  <a:lnTo>
                    <a:pt x="37338" y="875538"/>
                  </a:lnTo>
                  <a:lnTo>
                    <a:pt x="39326" y="918388"/>
                  </a:lnTo>
                  <a:lnTo>
                    <a:pt x="41814" y="961167"/>
                  </a:lnTo>
                  <a:lnTo>
                    <a:pt x="44731" y="1003804"/>
                  </a:lnTo>
                  <a:lnTo>
                    <a:pt x="48006" y="1046226"/>
                  </a:lnTo>
                  <a:lnTo>
                    <a:pt x="51577" y="1089088"/>
                  </a:lnTo>
                  <a:lnTo>
                    <a:pt x="55435" y="1131951"/>
                  </a:lnTo>
                  <a:lnTo>
                    <a:pt x="59578" y="1174813"/>
                  </a:lnTo>
                  <a:lnTo>
                    <a:pt x="64008" y="1217676"/>
                  </a:lnTo>
                  <a:lnTo>
                    <a:pt x="68957" y="1267968"/>
                  </a:lnTo>
                  <a:lnTo>
                    <a:pt x="73798" y="1318260"/>
                  </a:lnTo>
                  <a:lnTo>
                    <a:pt x="78601" y="1368552"/>
                  </a:lnTo>
                  <a:lnTo>
                    <a:pt x="83442" y="1418844"/>
                  </a:lnTo>
                  <a:lnTo>
                    <a:pt x="88392" y="1469136"/>
                  </a:lnTo>
                  <a:lnTo>
                    <a:pt x="91892" y="1510284"/>
                  </a:lnTo>
                  <a:lnTo>
                    <a:pt x="95250" y="1551432"/>
                  </a:lnTo>
                  <a:lnTo>
                    <a:pt x="98036" y="1592580"/>
                  </a:lnTo>
                  <a:lnTo>
                    <a:pt x="99822" y="1633727"/>
                  </a:lnTo>
                  <a:lnTo>
                    <a:pt x="100595" y="1672137"/>
                  </a:lnTo>
                  <a:lnTo>
                    <a:pt x="100869" y="1710690"/>
                  </a:lnTo>
                  <a:lnTo>
                    <a:pt x="101000" y="1749242"/>
                  </a:lnTo>
                  <a:lnTo>
                    <a:pt x="101346" y="1787652"/>
                  </a:lnTo>
                  <a:lnTo>
                    <a:pt x="101226" y="1820346"/>
                  </a:lnTo>
                  <a:lnTo>
                    <a:pt x="100965" y="1853183"/>
                  </a:lnTo>
                  <a:lnTo>
                    <a:pt x="100703" y="1886021"/>
                  </a:lnTo>
                  <a:lnTo>
                    <a:pt x="100584" y="1918716"/>
                  </a:lnTo>
                  <a:lnTo>
                    <a:pt x="100048" y="1945576"/>
                  </a:lnTo>
                  <a:lnTo>
                    <a:pt x="99726" y="1972437"/>
                  </a:lnTo>
                  <a:lnTo>
                    <a:pt x="100584" y="2026158"/>
                  </a:lnTo>
                  <a:lnTo>
                    <a:pt x="105822" y="2083308"/>
                  </a:lnTo>
                  <a:lnTo>
                    <a:pt x="112776" y="2140458"/>
                  </a:lnTo>
                  <a:lnTo>
                    <a:pt x="117729" y="2171414"/>
                  </a:lnTo>
                  <a:lnTo>
                    <a:pt x="120276" y="2187070"/>
                  </a:lnTo>
                  <a:lnTo>
                    <a:pt x="122682" y="2202942"/>
                  </a:lnTo>
                  <a:lnTo>
                    <a:pt x="123444" y="2209800"/>
                  </a:lnTo>
                  <a:lnTo>
                    <a:pt x="124206" y="2216658"/>
                  </a:lnTo>
                  <a:lnTo>
                    <a:pt x="124968" y="2223516"/>
                  </a:lnTo>
                  <a:lnTo>
                    <a:pt x="121598" y="2213479"/>
                  </a:lnTo>
                  <a:lnTo>
                    <a:pt x="117443" y="2203799"/>
                  </a:lnTo>
                  <a:lnTo>
                    <a:pt x="112859" y="2194262"/>
                  </a:lnTo>
                  <a:lnTo>
                    <a:pt x="108204" y="2184654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16" name="Google Shape;3516;g2668d8541bd_0_126"/>
            <p:cNvGrpSpPr/>
            <p:nvPr/>
          </p:nvGrpSpPr>
          <p:grpSpPr>
            <a:xfrm>
              <a:off x="8246351" y="2240636"/>
              <a:ext cx="163379" cy="340765"/>
              <a:chOff x="8246351" y="2240636"/>
              <a:chExt cx="163379" cy="340765"/>
            </a:xfrm>
          </p:grpSpPr>
          <p:sp>
            <p:nvSpPr>
              <p:cNvPr id="3517" name="Google Shape;3517;g2668d8541bd_0_126"/>
              <p:cNvSpPr/>
              <p:nvPr/>
            </p:nvSpPr>
            <p:spPr>
              <a:xfrm>
                <a:off x="8250150" y="2267712"/>
                <a:ext cx="35559" cy="313689"/>
              </a:xfrm>
              <a:custGeom>
                <a:rect b="b" l="l" r="r" t="t"/>
                <a:pathLst>
                  <a:path extrusionOk="0" h="313689" w="35559">
                    <a:moveTo>
                      <a:pt x="785" y="0"/>
                    </a:moveTo>
                    <a:lnTo>
                      <a:pt x="0" y="15978"/>
                    </a:lnTo>
                    <a:lnTo>
                      <a:pt x="785" y="31242"/>
                    </a:lnTo>
                    <a:lnTo>
                      <a:pt x="2714" y="46505"/>
                    </a:lnTo>
                    <a:lnTo>
                      <a:pt x="5357" y="62484"/>
                    </a:lnTo>
                    <a:lnTo>
                      <a:pt x="9227" y="89916"/>
                    </a:lnTo>
                    <a:lnTo>
                      <a:pt x="16394" y="144780"/>
                    </a:lnTo>
                    <a:lnTo>
                      <a:pt x="23252" y="200096"/>
                    </a:lnTo>
                    <a:lnTo>
                      <a:pt x="29801" y="255579"/>
                    </a:lnTo>
                    <a:lnTo>
                      <a:pt x="32789" y="283464"/>
                    </a:lnTo>
                    <a:lnTo>
                      <a:pt x="34313" y="291846"/>
                    </a:lnTo>
                    <a:lnTo>
                      <a:pt x="35075" y="300228"/>
                    </a:lnTo>
                    <a:lnTo>
                      <a:pt x="35075" y="308610"/>
                    </a:lnTo>
                    <a:lnTo>
                      <a:pt x="35075" y="313182"/>
                    </a:lnTo>
                    <a:lnTo>
                      <a:pt x="33551" y="300990"/>
                    </a:lnTo>
                    <a:lnTo>
                      <a:pt x="32027" y="29641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518" name="Google Shape;3518;g2668d8541bd_0_1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46351" y="2240636"/>
                <a:ext cx="163379" cy="18558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519" name="Google Shape;3519;g2668d8541bd_0_126"/>
            <p:cNvSpPr/>
            <p:nvPr/>
          </p:nvSpPr>
          <p:spPr>
            <a:xfrm>
              <a:off x="8505944" y="2270700"/>
              <a:ext cx="180340" cy="274319"/>
            </a:xfrm>
            <a:custGeom>
              <a:rect b="b" l="l" r="r" t="t"/>
              <a:pathLst>
                <a:path extrusionOk="0" h="274319" w="180340">
                  <a:moveTo>
                    <a:pt x="117609" y="16823"/>
                  </a:moveTo>
                  <a:lnTo>
                    <a:pt x="110442" y="9501"/>
                  </a:lnTo>
                  <a:lnTo>
                    <a:pt x="103131" y="3393"/>
                  </a:lnTo>
                  <a:lnTo>
                    <a:pt x="94678" y="0"/>
                  </a:lnTo>
                  <a:lnTo>
                    <a:pt x="84081" y="821"/>
                  </a:lnTo>
                  <a:lnTo>
                    <a:pt x="45505" y="30718"/>
                  </a:lnTo>
                  <a:lnTo>
                    <a:pt x="24086" y="63388"/>
                  </a:lnTo>
                  <a:lnTo>
                    <a:pt x="7250" y="107465"/>
                  </a:lnTo>
                  <a:lnTo>
                    <a:pt x="0" y="156483"/>
                  </a:lnTo>
                  <a:lnTo>
                    <a:pt x="1023" y="182749"/>
                  </a:lnTo>
                  <a:lnTo>
                    <a:pt x="17787" y="231707"/>
                  </a:lnTo>
                  <a:lnTo>
                    <a:pt x="53470" y="262354"/>
                  </a:lnTo>
                  <a:lnTo>
                    <a:pt x="98274" y="273808"/>
                  </a:lnTo>
                  <a:lnTo>
                    <a:pt x="113526" y="274284"/>
                  </a:lnTo>
                  <a:lnTo>
                    <a:pt x="128277" y="273617"/>
                  </a:lnTo>
                  <a:lnTo>
                    <a:pt x="143446" y="270283"/>
                  </a:lnTo>
                  <a:lnTo>
                    <a:pt x="156471" y="264092"/>
                  </a:lnTo>
                  <a:lnTo>
                    <a:pt x="168354" y="255615"/>
                  </a:lnTo>
                  <a:lnTo>
                    <a:pt x="180093" y="245423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20" name="Google Shape;3520;g2668d8541bd_0_126"/>
            <p:cNvGrpSpPr/>
            <p:nvPr/>
          </p:nvGrpSpPr>
          <p:grpSpPr>
            <a:xfrm>
              <a:off x="8782776" y="2278379"/>
              <a:ext cx="155229" cy="259841"/>
              <a:chOff x="8782776" y="2278379"/>
              <a:chExt cx="155229" cy="259841"/>
            </a:xfrm>
          </p:grpSpPr>
          <p:sp>
            <p:nvSpPr>
              <p:cNvPr id="3521" name="Google Shape;3521;g2668d8541bd_0_126"/>
              <p:cNvSpPr/>
              <p:nvPr/>
            </p:nvSpPr>
            <p:spPr>
              <a:xfrm>
                <a:off x="8782776" y="2294381"/>
                <a:ext cx="62865" cy="243839"/>
              </a:xfrm>
              <a:custGeom>
                <a:rect b="b" l="l" r="r" t="t"/>
                <a:pathLst>
                  <a:path extrusionOk="0" h="243839" w="62865">
                    <a:moveTo>
                      <a:pt x="62519" y="0"/>
                    </a:moveTo>
                    <a:lnTo>
                      <a:pt x="38623" y="46612"/>
                    </a:lnTo>
                    <a:lnTo>
                      <a:pt x="24860" y="99631"/>
                    </a:lnTo>
                    <a:lnTo>
                      <a:pt x="10310" y="169354"/>
                    </a:lnTo>
                    <a:lnTo>
                      <a:pt x="3262" y="212848"/>
                    </a:lnTo>
                    <a:lnTo>
                      <a:pt x="1273" y="222980"/>
                    </a:lnTo>
                    <a:lnTo>
                      <a:pt x="0" y="233255"/>
                    </a:lnTo>
                    <a:lnTo>
                      <a:pt x="797" y="242315"/>
                    </a:lnTo>
                    <a:lnTo>
                      <a:pt x="3357" y="243649"/>
                    </a:lnTo>
                    <a:lnTo>
                      <a:pt x="6988" y="236982"/>
                    </a:lnTo>
                    <a:lnTo>
                      <a:pt x="10763" y="226885"/>
                    </a:lnTo>
                    <a:lnTo>
                      <a:pt x="13751" y="21793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2" name="Google Shape;3522;g2668d8541bd_0_126"/>
              <p:cNvSpPr/>
              <p:nvPr/>
            </p:nvSpPr>
            <p:spPr>
              <a:xfrm>
                <a:off x="8852915" y="2278379"/>
                <a:ext cx="85090" cy="254635"/>
              </a:xfrm>
              <a:custGeom>
                <a:rect b="b" l="l" r="r" t="t"/>
                <a:pathLst>
                  <a:path extrusionOk="0" h="254635" w="85090">
                    <a:moveTo>
                      <a:pt x="0" y="0"/>
                    </a:moveTo>
                    <a:lnTo>
                      <a:pt x="16823" y="45648"/>
                    </a:lnTo>
                    <a:lnTo>
                      <a:pt x="29527" y="82665"/>
                    </a:lnTo>
                    <a:lnTo>
                      <a:pt x="36957" y="104298"/>
                    </a:lnTo>
                    <a:lnTo>
                      <a:pt x="44386" y="125789"/>
                    </a:lnTo>
                    <a:lnTo>
                      <a:pt x="51816" y="147066"/>
                    </a:lnTo>
                    <a:lnTo>
                      <a:pt x="58650" y="166044"/>
                    </a:lnTo>
                    <a:lnTo>
                      <a:pt x="65341" y="185165"/>
                    </a:lnTo>
                    <a:lnTo>
                      <a:pt x="77724" y="223265"/>
                    </a:lnTo>
                    <a:lnTo>
                      <a:pt x="84582" y="253746"/>
                    </a:lnTo>
                    <a:lnTo>
                      <a:pt x="84153" y="254496"/>
                    </a:lnTo>
                    <a:lnTo>
                      <a:pt x="82296" y="250602"/>
                    </a:lnTo>
                    <a:lnTo>
                      <a:pt x="79867" y="244852"/>
                    </a:lnTo>
                    <a:lnTo>
                      <a:pt x="77724" y="24002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3" name="Google Shape;3523;g2668d8541bd_0_126"/>
              <p:cNvSpPr/>
              <p:nvPr/>
            </p:nvSpPr>
            <p:spPr>
              <a:xfrm>
                <a:off x="8783573" y="2436875"/>
                <a:ext cx="146050" cy="13969"/>
              </a:xfrm>
              <a:custGeom>
                <a:rect b="b" l="l" r="r" t="t"/>
                <a:pathLst>
                  <a:path extrusionOk="0" h="13969" w="146050">
                    <a:moveTo>
                      <a:pt x="0" y="13715"/>
                    </a:moveTo>
                    <a:lnTo>
                      <a:pt x="17930" y="12382"/>
                    </a:lnTo>
                    <a:lnTo>
                      <a:pt x="35433" y="9905"/>
                    </a:lnTo>
                    <a:lnTo>
                      <a:pt x="52935" y="6857"/>
                    </a:lnTo>
                    <a:lnTo>
                      <a:pt x="70866" y="3809"/>
                    </a:lnTo>
                    <a:lnTo>
                      <a:pt x="87308" y="1607"/>
                    </a:lnTo>
                    <a:lnTo>
                      <a:pt x="103536" y="476"/>
                    </a:lnTo>
                    <a:lnTo>
                      <a:pt x="119622" y="59"/>
                    </a:lnTo>
                    <a:lnTo>
                      <a:pt x="135636" y="0"/>
                    </a:lnTo>
                    <a:lnTo>
                      <a:pt x="139446" y="0"/>
                    </a:lnTo>
                    <a:lnTo>
                      <a:pt x="142494" y="0"/>
                    </a:lnTo>
                    <a:lnTo>
                      <a:pt x="145542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24" name="Google Shape;3524;g2668d8541bd_0_126"/>
            <p:cNvGrpSpPr/>
            <p:nvPr/>
          </p:nvGrpSpPr>
          <p:grpSpPr>
            <a:xfrm>
              <a:off x="8208263" y="2676906"/>
              <a:ext cx="740409" cy="96011"/>
              <a:chOff x="8208263" y="2676906"/>
              <a:chExt cx="740409" cy="96011"/>
            </a:xfrm>
          </p:grpSpPr>
          <p:sp>
            <p:nvSpPr>
              <p:cNvPr id="3525" name="Google Shape;3525;g2668d8541bd_0_126"/>
              <p:cNvSpPr/>
              <p:nvPr/>
            </p:nvSpPr>
            <p:spPr>
              <a:xfrm>
                <a:off x="8208263" y="2676906"/>
                <a:ext cx="731520" cy="15239"/>
              </a:xfrm>
              <a:custGeom>
                <a:rect b="b" l="l" r="r" t="t"/>
                <a:pathLst>
                  <a:path extrusionOk="0" h="15239" w="731520">
                    <a:moveTo>
                      <a:pt x="0" y="14477"/>
                    </a:moveTo>
                    <a:lnTo>
                      <a:pt x="19431" y="14573"/>
                    </a:lnTo>
                    <a:lnTo>
                      <a:pt x="38862" y="14668"/>
                    </a:lnTo>
                    <a:lnTo>
                      <a:pt x="58293" y="14477"/>
                    </a:lnTo>
                    <a:lnTo>
                      <a:pt x="77724" y="13715"/>
                    </a:lnTo>
                    <a:lnTo>
                      <a:pt x="133051" y="11942"/>
                    </a:lnTo>
                    <a:lnTo>
                      <a:pt x="188415" y="11045"/>
                    </a:lnTo>
                    <a:lnTo>
                      <a:pt x="243852" y="10808"/>
                    </a:lnTo>
                    <a:lnTo>
                      <a:pt x="299398" y="11009"/>
                    </a:lnTo>
                    <a:lnTo>
                      <a:pt x="355092" y="11429"/>
                    </a:lnTo>
                    <a:lnTo>
                      <a:pt x="409503" y="11632"/>
                    </a:lnTo>
                    <a:lnTo>
                      <a:pt x="464058" y="11906"/>
                    </a:lnTo>
                    <a:lnTo>
                      <a:pt x="518612" y="11751"/>
                    </a:lnTo>
                    <a:lnTo>
                      <a:pt x="573024" y="10667"/>
                    </a:lnTo>
                    <a:lnTo>
                      <a:pt x="602742" y="9143"/>
                    </a:lnTo>
                    <a:lnTo>
                      <a:pt x="632460" y="7048"/>
                    </a:lnTo>
                    <a:lnTo>
                      <a:pt x="662177" y="4667"/>
                    </a:lnTo>
                    <a:lnTo>
                      <a:pt x="691896" y="2285"/>
                    </a:lnTo>
                    <a:lnTo>
                      <a:pt x="701730" y="1393"/>
                    </a:lnTo>
                    <a:lnTo>
                      <a:pt x="711708" y="857"/>
                    </a:lnTo>
                    <a:lnTo>
                      <a:pt x="721685" y="464"/>
                    </a:lnTo>
                    <a:lnTo>
                      <a:pt x="731520" y="0"/>
                    </a:lnTo>
                    <a:lnTo>
                      <a:pt x="720768" y="2833"/>
                    </a:lnTo>
                    <a:lnTo>
                      <a:pt x="710088" y="5524"/>
                    </a:lnTo>
                    <a:lnTo>
                      <a:pt x="699265" y="7929"/>
                    </a:lnTo>
                    <a:lnTo>
                      <a:pt x="688086" y="9905"/>
                    </a:lnTo>
                    <a:lnTo>
                      <a:pt x="681990" y="11429"/>
                    </a:lnTo>
                    <a:lnTo>
                      <a:pt x="675132" y="12191"/>
                    </a:lnTo>
                    <a:lnTo>
                      <a:pt x="668274" y="12953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6" name="Google Shape;3526;g2668d8541bd_0_126"/>
              <p:cNvSpPr/>
              <p:nvPr/>
            </p:nvSpPr>
            <p:spPr>
              <a:xfrm>
                <a:off x="8208263" y="2700528"/>
                <a:ext cx="740409" cy="72389"/>
              </a:xfrm>
              <a:custGeom>
                <a:rect b="b" l="l" r="r" t="t"/>
                <a:pathLst>
                  <a:path extrusionOk="0" h="72389" w="740409">
                    <a:moveTo>
                      <a:pt x="0" y="72389"/>
                    </a:moveTo>
                    <a:lnTo>
                      <a:pt x="18978" y="71127"/>
                    </a:lnTo>
                    <a:lnTo>
                      <a:pt x="38099" y="69722"/>
                    </a:lnTo>
                    <a:lnTo>
                      <a:pt x="57221" y="68318"/>
                    </a:lnTo>
                    <a:lnTo>
                      <a:pt x="76200" y="67055"/>
                    </a:lnTo>
                    <a:lnTo>
                      <a:pt x="111632" y="64329"/>
                    </a:lnTo>
                    <a:lnTo>
                      <a:pt x="147065" y="61817"/>
                    </a:lnTo>
                    <a:lnTo>
                      <a:pt x="182498" y="59447"/>
                    </a:lnTo>
                    <a:lnTo>
                      <a:pt x="217932" y="57149"/>
                    </a:lnTo>
                    <a:lnTo>
                      <a:pt x="262961" y="54518"/>
                    </a:lnTo>
                    <a:lnTo>
                      <a:pt x="307848" y="52101"/>
                    </a:lnTo>
                    <a:lnTo>
                      <a:pt x="352734" y="49541"/>
                    </a:lnTo>
                    <a:lnTo>
                      <a:pt x="397764" y="46481"/>
                    </a:lnTo>
                    <a:lnTo>
                      <a:pt x="441757" y="42636"/>
                    </a:lnTo>
                    <a:lnTo>
                      <a:pt x="485679" y="38004"/>
                    </a:lnTo>
                    <a:lnTo>
                      <a:pt x="529459" y="32658"/>
                    </a:lnTo>
                    <a:lnTo>
                      <a:pt x="573024" y="26669"/>
                    </a:lnTo>
                    <a:lnTo>
                      <a:pt x="633602" y="16001"/>
                    </a:lnTo>
                    <a:lnTo>
                      <a:pt x="663892" y="10596"/>
                    </a:lnTo>
                    <a:lnTo>
                      <a:pt x="694182" y="5333"/>
                    </a:lnTo>
                    <a:lnTo>
                      <a:pt x="704826" y="3428"/>
                    </a:lnTo>
                    <a:lnTo>
                      <a:pt x="715899" y="1523"/>
                    </a:lnTo>
                    <a:lnTo>
                      <a:pt x="726971" y="190"/>
                    </a:lnTo>
                    <a:lnTo>
                      <a:pt x="737616" y="0"/>
                    </a:lnTo>
                    <a:lnTo>
                      <a:pt x="739140" y="0"/>
                    </a:lnTo>
                    <a:lnTo>
                      <a:pt x="739902" y="0"/>
                    </a:lnTo>
                    <a:lnTo>
                      <a:pt x="738378" y="0"/>
                    </a:lnTo>
                    <a:lnTo>
                      <a:pt x="729996" y="1523"/>
                    </a:lnTo>
                    <a:lnTo>
                      <a:pt x="722376" y="1523"/>
                    </a:lnTo>
                    <a:lnTo>
                      <a:pt x="713994" y="761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527" name="Google Shape;3527;g2668d8541bd_0_1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26538" y="3000457"/>
              <a:ext cx="134101" cy="26929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28" name="Google Shape;3528;g2668d8541bd_0_126"/>
            <p:cNvGrpSpPr/>
            <p:nvPr/>
          </p:nvGrpSpPr>
          <p:grpSpPr>
            <a:xfrm>
              <a:off x="8409038" y="3036569"/>
              <a:ext cx="352819" cy="179083"/>
              <a:chOff x="8409038" y="3036569"/>
              <a:chExt cx="352819" cy="179083"/>
            </a:xfrm>
          </p:grpSpPr>
          <p:pic>
            <p:nvPicPr>
              <p:cNvPr id="3529" name="Google Shape;3529;g2668d8541bd_0_12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409038" y="3039224"/>
                <a:ext cx="126136" cy="1764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30" name="Google Shape;3530;g2668d8541bd_0_126"/>
              <p:cNvSpPr/>
              <p:nvPr/>
            </p:nvSpPr>
            <p:spPr>
              <a:xfrm>
                <a:off x="8578596" y="3067049"/>
                <a:ext cx="20320" cy="123189"/>
              </a:xfrm>
              <a:custGeom>
                <a:rect b="b" l="l" r="r" t="t"/>
                <a:pathLst>
                  <a:path extrusionOk="0" h="123189" w="20320">
                    <a:moveTo>
                      <a:pt x="0" y="0"/>
                    </a:moveTo>
                    <a:lnTo>
                      <a:pt x="1535" y="10620"/>
                    </a:lnTo>
                    <a:lnTo>
                      <a:pt x="3714" y="20955"/>
                    </a:lnTo>
                    <a:lnTo>
                      <a:pt x="6322" y="31289"/>
                    </a:lnTo>
                    <a:lnTo>
                      <a:pt x="9144" y="41910"/>
                    </a:lnTo>
                    <a:lnTo>
                      <a:pt x="12168" y="55626"/>
                    </a:lnTo>
                    <a:lnTo>
                      <a:pt x="14478" y="69342"/>
                    </a:lnTo>
                    <a:lnTo>
                      <a:pt x="16216" y="83058"/>
                    </a:lnTo>
                    <a:lnTo>
                      <a:pt x="17526" y="96774"/>
                    </a:lnTo>
                    <a:lnTo>
                      <a:pt x="17561" y="103501"/>
                    </a:lnTo>
                    <a:lnTo>
                      <a:pt x="17811" y="110013"/>
                    </a:lnTo>
                    <a:lnTo>
                      <a:pt x="18490" y="116383"/>
                    </a:lnTo>
                    <a:lnTo>
                      <a:pt x="19812" y="12268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1" name="Google Shape;3531;g2668d8541bd_0_126"/>
              <p:cNvSpPr/>
              <p:nvPr/>
            </p:nvSpPr>
            <p:spPr>
              <a:xfrm>
                <a:off x="8657082" y="3076193"/>
                <a:ext cx="5079" cy="109855"/>
              </a:xfrm>
              <a:custGeom>
                <a:rect b="b" l="l" r="r" t="t"/>
                <a:pathLst>
                  <a:path extrusionOk="0" h="109855" w="5079">
                    <a:moveTo>
                      <a:pt x="0" y="0"/>
                    </a:moveTo>
                    <a:lnTo>
                      <a:pt x="369" y="13727"/>
                    </a:lnTo>
                    <a:lnTo>
                      <a:pt x="1238" y="27527"/>
                    </a:lnTo>
                    <a:lnTo>
                      <a:pt x="2250" y="41469"/>
                    </a:lnTo>
                    <a:lnTo>
                      <a:pt x="3048" y="55626"/>
                    </a:lnTo>
                    <a:lnTo>
                      <a:pt x="3929" y="67186"/>
                    </a:lnTo>
                    <a:lnTo>
                      <a:pt x="4381" y="78962"/>
                    </a:lnTo>
                    <a:lnTo>
                      <a:pt x="4548" y="90880"/>
                    </a:lnTo>
                    <a:lnTo>
                      <a:pt x="4572" y="102870"/>
                    </a:lnTo>
                    <a:lnTo>
                      <a:pt x="4572" y="105155"/>
                    </a:lnTo>
                    <a:lnTo>
                      <a:pt x="3810" y="107442"/>
                    </a:lnTo>
                    <a:lnTo>
                      <a:pt x="3810" y="10972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2" name="Google Shape;3532;g2668d8541bd_0_126"/>
              <p:cNvSpPr/>
              <p:nvPr/>
            </p:nvSpPr>
            <p:spPr>
              <a:xfrm>
                <a:off x="8660892" y="3036569"/>
                <a:ext cx="100965" cy="150494"/>
              </a:xfrm>
              <a:custGeom>
                <a:rect b="b" l="l" r="r" t="t"/>
                <a:pathLst>
                  <a:path extrusionOk="0" h="150494" w="100965">
                    <a:moveTo>
                      <a:pt x="0" y="66294"/>
                    </a:moveTo>
                    <a:lnTo>
                      <a:pt x="44196" y="92202"/>
                    </a:lnTo>
                    <a:lnTo>
                      <a:pt x="71628" y="120598"/>
                    </a:lnTo>
                    <a:lnTo>
                      <a:pt x="85344" y="135433"/>
                    </a:lnTo>
                    <a:lnTo>
                      <a:pt x="89916" y="140493"/>
                    </a:lnTo>
                    <a:lnTo>
                      <a:pt x="94488" y="145411"/>
                    </a:lnTo>
                    <a:lnTo>
                      <a:pt x="99060" y="150114"/>
                    </a:lnTo>
                    <a:lnTo>
                      <a:pt x="100584" y="145542"/>
                    </a:lnTo>
                    <a:lnTo>
                      <a:pt x="99822" y="137922"/>
                    </a:lnTo>
                    <a:lnTo>
                      <a:pt x="99060" y="131064"/>
                    </a:lnTo>
                    <a:lnTo>
                      <a:pt x="96023" y="115062"/>
                    </a:lnTo>
                    <a:lnTo>
                      <a:pt x="93630" y="99060"/>
                    </a:lnTo>
                    <a:lnTo>
                      <a:pt x="91666" y="83058"/>
                    </a:lnTo>
                    <a:lnTo>
                      <a:pt x="89916" y="67056"/>
                    </a:lnTo>
                    <a:lnTo>
                      <a:pt x="88380" y="53232"/>
                    </a:lnTo>
                    <a:lnTo>
                      <a:pt x="86772" y="39338"/>
                    </a:lnTo>
                    <a:lnTo>
                      <a:pt x="84451" y="25586"/>
                    </a:lnTo>
                    <a:lnTo>
                      <a:pt x="80772" y="12192"/>
                    </a:lnTo>
                    <a:lnTo>
                      <a:pt x="76961" y="5334"/>
                    </a:lnTo>
                    <a:lnTo>
                      <a:pt x="76199" y="3048"/>
                    </a:lnTo>
                    <a:lnTo>
                      <a:pt x="72389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33" name="Google Shape;3533;g2668d8541bd_0_126"/>
            <p:cNvGrpSpPr/>
            <p:nvPr/>
          </p:nvGrpSpPr>
          <p:grpSpPr>
            <a:xfrm>
              <a:off x="8819351" y="2971787"/>
              <a:ext cx="525067" cy="206229"/>
              <a:chOff x="8819351" y="2971787"/>
              <a:chExt cx="525067" cy="206229"/>
            </a:xfrm>
          </p:grpSpPr>
          <p:pic>
            <p:nvPicPr>
              <p:cNvPr id="3534" name="Google Shape;3534;g2668d8541bd_0_12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819351" y="3011125"/>
                <a:ext cx="149401" cy="16689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35" name="Google Shape;3535;g2668d8541bd_0_126"/>
              <p:cNvSpPr/>
              <p:nvPr/>
            </p:nvSpPr>
            <p:spPr>
              <a:xfrm>
                <a:off x="9002268" y="3040379"/>
                <a:ext cx="22225" cy="112394"/>
              </a:xfrm>
              <a:custGeom>
                <a:rect b="b" l="l" r="r" t="t"/>
                <a:pathLst>
                  <a:path extrusionOk="0" h="112394" w="22225">
                    <a:moveTo>
                      <a:pt x="0" y="0"/>
                    </a:moveTo>
                    <a:lnTo>
                      <a:pt x="10668" y="39624"/>
                    </a:lnTo>
                    <a:lnTo>
                      <a:pt x="14954" y="75628"/>
                    </a:lnTo>
                    <a:lnTo>
                      <a:pt x="16002" y="87630"/>
                    </a:lnTo>
                    <a:lnTo>
                      <a:pt x="16418" y="94226"/>
                    </a:lnTo>
                    <a:lnTo>
                      <a:pt x="17049" y="100965"/>
                    </a:lnTo>
                    <a:lnTo>
                      <a:pt x="18680" y="107132"/>
                    </a:lnTo>
                    <a:lnTo>
                      <a:pt x="22098" y="11201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536" name="Google Shape;3536;g2668d8541bd_0_12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9067549" y="2986312"/>
                <a:ext cx="100085" cy="182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37" name="Google Shape;3537;g2668d8541bd_0_12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204352" y="2971787"/>
                <a:ext cx="140066" cy="1649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538" name="Google Shape;3538;g2668d8541bd_0_12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390113" y="2948927"/>
              <a:ext cx="115849" cy="20638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39" name="Google Shape;3539;g2668d8541bd_0_126"/>
            <p:cNvGrpSpPr/>
            <p:nvPr/>
          </p:nvGrpSpPr>
          <p:grpSpPr>
            <a:xfrm>
              <a:off x="8346173" y="3453728"/>
              <a:ext cx="553463" cy="201514"/>
              <a:chOff x="8346173" y="3453728"/>
              <a:chExt cx="553463" cy="201514"/>
            </a:xfrm>
          </p:grpSpPr>
          <p:pic>
            <p:nvPicPr>
              <p:cNvPr id="3540" name="Google Shape;3540;g2668d8541bd_0_126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8346173" y="3453728"/>
                <a:ext cx="235959" cy="20151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41" name="Google Shape;3541;g2668d8541bd_0_126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8622017" y="3456061"/>
                <a:ext cx="277619" cy="196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542" name="Google Shape;3542;g2668d8541bd_0_12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955011" y="3476362"/>
              <a:ext cx="97561" cy="14232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43" name="Google Shape;3543;g2668d8541bd_0_126"/>
            <p:cNvGrpSpPr/>
            <p:nvPr/>
          </p:nvGrpSpPr>
          <p:grpSpPr>
            <a:xfrm>
              <a:off x="9115793" y="3406889"/>
              <a:ext cx="278916" cy="206527"/>
              <a:chOff x="9115793" y="3406889"/>
              <a:chExt cx="278916" cy="206527"/>
            </a:xfrm>
          </p:grpSpPr>
          <p:pic>
            <p:nvPicPr>
              <p:cNvPr id="3544" name="Google Shape;3544;g2668d8541bd_0_126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9115793" y="3416795"/>
                <a:ext cx="127184" cy="1966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45" name="Google Shape;3545;g2668d8541bd_0_126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9286671" y="3406889"/>
                <a:ext cx="108038" cy="17155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546" name="Google Shape;3546;g2668d8541bd_0_126"/>
            <p:cNvGrpSpPr/>
            <p:nvPr/>
          </p:nvGrpSpPr>
          <p:grpSpPr>
            <a:xfrm>
              <a:off x="9444215" y="3349584"/>
              <a:ext cx="266725" cy="226494"/>
              <a:chOff x="9444215" y="3349584"/>
              <a:chExt cx="266725" cy="226494"/>
            </a:xfrm>
          </p:grpSpPr>
          <p:pic>
            <p:nvPicPr>
              <p:cNvPr id="3547" name="Google Shape;3547;g2668d8541bd_0_126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9444215" y="3367265"/>
                <a:ext cx="129565" cy="2088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48" name="Google Shape;3548;g2668d8541bd_0_126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9594329" y="3349584"/>
                <a:ext cx="116611" cy="1579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549" name="Google Shape;3549;g2668d8541bd_0_126"/>
            <p:cNvGrpSpPr/>
            <p:nvPr/>
          </p:nvGrpSpPr>
          <p:grpSpPr>
            <a:xfrm>
              <a:off x="8492476" y="3912857"/>
              <a:ext cx="541045" cy="274345"/>
              <a:chOff x="8492476" y="3912857"/>
              <a:chExt cx="541045" cy="274345"/>
            </a:xfrm>
          </p:grpSpPr>
          <p:pic>
            <p:nvPicPr>
              <p:cNvPr id="3550" name="Google Shape;3550;g2668d8541bd_0_12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492476" y="3912857"/>
                <a:ext cx="381787" cy="2743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51" name="Google Shape;3551;g2668d8541bd_0_126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8907766" y="3914381"/>
                <a:ext cx="125755" cy="20195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552" name="Google Shape;3552;g2668d8541bd_0_12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9112745" y="3912095"/>
              <a:ext cx="219481" cy="2446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53" name="Google Shape;3553;g2668d8541bd_0_126"/>
            <p:cNvGrpSpPr/>
            <p:nvPr/>
          </p:nvGrpSpPr>
          <p:grpSpPr>
            <a:xfrm>
              <a:off x="9380969" y="3900855"/>
              <a:ext cx="161936" cy="165188"/>
              <a:chOff x="9380969" y="3900855"/>
              <a:chExt cx="161936" cy="165188"/>
            </a:xfrm>
          </p:grpSpPr>
          <p:pic>
            <p:nvPicPr>
              <p:cNvPr id="3554" name="Google Shape;3554;g2668d8541bd_0_126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9380969" y="3900855"/>
                <a:ext cx="104419" cy="1651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55" name="Google Shape;3555;g2668d8541bd_0_126"/>
              <p:cNvSpPr/>
              <p:nvPr/>
            </p:nvSpPr>
            <p:spPr>
              <a:xfrm>
                <a:off x="9529571" y="3919727"/>
                <a:ext cx="13334" cy="116839"/>
              </a:xfrm>
              <a:custGeom>
                <a:rect b="b" l="l" r="r" t="t"/>
                <a:pathLst>
                  <a:path extrusionOk="0" h="116839" w="13334">
                    <a:moveTo>
                      <a:pt x="0" y="0"/>
                    </a:moveTo>
                    <a:lnTo>
                      <a:pt x="10668" y="48006"/>
                    </a:lnTo>
                    <a:lnTo>
                      <a:pt x="10918" y="65258"/>
                    </a:lnTo>
                    <a:lnTo>
                      <a:pt x="10382" y="83153"/>
                    </a:lnTo>
                    <a:lnTo>
                      <a:pt x="10560" y="100619"/>
                    </a:lnTo>
                    <a:lnTo>
                      <a:pt x="12954" y="11658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56" name="Google Shape;3556;g2668d8541bd_0_126"/>
            <p:cNvGrpSpPr/>
            <p:nvPr/>
          </p:nvGrpSpPr>
          <p:grpSpPr>
            <a:xfrm>
              <a:off x="9595091" y="3884663"/>
              <a:ext cx="159523" cy="172237"/>
              <a:chOff x="9595091" y="3884663"/>
              <a:chExt cx="159523" cy="172237"/>
            </a:xfrm>
          </p:grpSpPr>
          <p:pic>
            <p:nvPicPr>
              <p:cNvPr id="3557" name="Google Shape;3557;g2668d8541bd_0_126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9595091" y="3884663"/>
                <a:ext cx="97609" cy="1722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58" name="Google Shape;3558;g2668d8541bd_0_126"/>
              <p:cNvSpPr/>
              <p:nvPr/>
            </p:nvSpPr>
            <p:spPr>
              <a:xfrm>
                <a:off x="9744455" y="3942587"/>
                <a:ext cx="10159" cy="15239"/>
              </a:xfrm>
              <a:custGeom>
                <a:rect b="b" l="l" r="r" t="t"/>
                <a:pathLst>
                  <a:path extrusionOk="0" h="15239" w="10159">
                    <a:moveTo>
                      <a:pt x="9905" y="15239"/>
                    </a:moveTo>
                    <a:lnTo>
                      <a:pt x="6857" y="10667"/>
                    </a:lnTo>
                    <a:lnTo>
                      <a:pt x="3047" y="5333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59" name="Google Shape;3559;g2668d8541bd_0_126"/>
          <p:cNvGrpSpPr/>
          <p:nvPr/>
        </p:nvGrpSpPr>
        <p:grpSpPr>
          <a:xfrm>
            <a:off x="3020293" y="2948165"/>
            <a:ext cx="1902450" cy="745292"/>
            <a:chOff x="4744212" y="1918703"/>
            <a:chExt cx="1274076" cy="455307"/>
          </a:xfrm>
        </p:grpSpPr>
        <p:sp>
          <p:nvSpPr>
            <p:cNvPr id="3560" name="Google Shape;3560;g2668d8541bd_0_126"/>
            <p:cNvSpPr/>
            <p:nvPr/>
          </p:nvSpPr>
          <p:spPr>
            <a:xfrm>
              <a:off x="4744212" y="2263139"/>
              <a:ext cx="7620" cy="19050"/>
            </a:xfrm>
            <a:custGeom>
              <a:rect b="b" l="l" r="r" t="t"/>
              <a:pathLst>
                <a:path extrusionOk="0" h="19050" w="7620">
                  <a:moveTo>
                    <a:pt x="0" y="0"/>
                  </a:moveTo>
                  <a:lnTo>
                    <a:pt x="2286" y="6858"/>
                  </a:lnTo>
                  <a:lnTo>
                    <a:pt x="5334" y="12954"/>
                  </a:lnTo>
                  <a:lnTo>
                    <a:pt x="7620" y="1905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1" name="Google Shape;3561;g2668d8541bd_0_126"/>
            <p:cNvSpPr/>
            <p:nvPr/>
          </p:nvSpPr>
          <p:spPr>
            <a:xfrm>
              <a:off x="4744974" y="2151125"/>
              <a:ext cx="772795" cy="222885"/>
            </a:xfrm>
            <a:custGeom>
              <a:rect b="b" l="l" r="r" t="t"/>
              <a:pathLst>
                <a:path extrusionOk="0" h="222885" w="772795">
                  <a:moveTo>
                    <a:pt x="6858" y="159258"/>
                  </a:moveTo>
                  <a:lnTo>
                    <a:pt x="3214" y="149078"/>
                  </a:lnTo>
                  <a:lnTo>
                    <a:pt x="1143" y="139541"/>
                  </a:lnTo>
                  <a:lnTo>
                    <a:pt x="214" y="129575"/>
                  </a:lnTo>
                  <a:lnTo>
                    <a:pt x="0" y="118110"/>
                  </a:lnTo>
                  <a:lnTo>
                    <a:pt x="154" y="107823"/>
                  </a:lnTo>
                  <a:lnTo>
                    <a:pt x="666" y="97536"/>
                  </a:lnTo>
                  <a:lnTo>
                    <a:pt x="1607" y="87249"/>
                  </a:lnTo>
                  <a:lnTo>
                    <a:pt x="3048" y="76962"/>
                  </a:lnTo>
                  <a:lnTo>
                    <a:pt x="4572" y="70104"/>
                  </a:lnTo>
                  <a:lnTo>
                    <a:pt x="6096" y="63246"/>
                  </a:lnTo>
                  <a:lnTo>
                    <a:pt x="11430" y="57912"/>
                  </a:lnTo>
                  <a:lnTo>
                    <a:pt x="16002" y="53340"/>
                  </a:lnTo>
                  <a:lnTo>
                    <a:pt x="22098" y="50292"/>
                  </a:lnTo>
                  <a:lnTo>
                    <a:pt x="28194" y="49530"/>
                  </a:lnTo>
                  <a:lnTo>
                    <a:pt x="38492" y="47767"/>
                  </a:lnTo>
                  <a:lnTo>
                    <a:pt x="48863" y="46863"/>
                  </a:lnTo>
                  <a:lnTo>
                    <a:pt x="59376" y="46529"/>
                  </a:lnTo>
                  <a:lnTo>
                    <a:pt x="70104" y="46482"/>
                  </a:lnTo>
                  <a:lnTo>
                    <a:pt x="109668" y="46362"/>
                  </a:lnTo>
                  <a:lnTo>
                    <a:pt x="149447" y="46672"/>
                  </a:lnTo>
                  <a:lnTo>
                    <a:pt x="189368" y="46696"/>
                  </a:lnTo>
                  <a:lnTo>
                    <a:pt x="229362" y="45720"/>
                  </a:lnTo>
                  <a:lnTo>
                    <a:pt x="294132" y="41433"/>
                  </a:lnTo>
                  <a:lnTo>
                    <a:pt x="358902" y="34290"/>
                  </a:lnTo>
                  <a:lnTo>
                    <a:pt x="396621" y="29051"/>
                  </a:lnTo>
                  <a:lnTo>
                    <a:pt x="434340" y="23812"/>
                  </a:lnTo>
                  <a:lnTo>
                    <a:pt x="509778" y="14478"/>
                  </a:lnTo>
                  <a:lnTo>
                    <a:pt x="581406" y="8572"/>
                  </a:lnTo>
                  <a:lnTo>
                    <a:pt x="653034" y="3810"/>
                  </a:lnTo>
                  <a:lnTo>
                    <a:pt x="675322" y="2250"/>
                  </a:lnTo>
                  <a:lnTo>
                    <a:pt x="697611" y="1047"/>
                  </a:lnTo>
                  <a:lnTo>
                    <a:pt x="719899" y="273"/>
                  </a:lnTo>
                  <a:lnTo>
                    <a:pt x="742188" y="0"/>
                  </a:lnTo>
                  <a:lnTo>
                    <a:pt x="749617" y="0"/>
                  </a:lnTo>
                  <a:lnTo>
                    <a:pt x="757047" y="0"/>
                  </a:lnTo>
                  <a:lnTo>
                    <a:pt x="764476" y="0"/>
                  </a:lnTo>
                  <a:lnTo>
                    <a:pt x="771906" y="0"/>
                  </a:lnTo>
                  <a:lnTo>
                    <a:pt x="772013" y="6858"/>
                  </a:lnTo>
                  <a:lnTo>
                    <a:pt x="772191" y="13716"/>
                  </a:lnTo>
                  <a:lnTo>
                    <a:pt x="772227" y="20574"/>
                  </a:lnTo>
                  <a:lnTo>
                    <a:pt x="771906" y="27432"/>
                  </a:lnTo>
                  <a:lnTo>
                    <a:pt x="769667" y="63769"/>
                  </a:lnTo>
                  <a:lnTo>
                    <a:pt x="767715" y="99822"/>
                  </a:lnTo>
                  <a:lnTo>
                    <a:pt x="766333" y="135874"/>
                  </a:lnTo>
                  <a:lnTo>
                    <a:pt x="765810" y="172212"/>
                  </a:lnTo>
                  <a:lnTo>
                    <a:pt x="765964" y="183391"/>
                  </a:lnTo>
                  <a:lnTo>
                    <a:pt x="766476" y="194214"/>
                  </a:lnTo>
                  <a:lnTo>
                    <a:pt x="767417" y="204894"/>
                  </a:lnTo>
                  <a:lnTo>
                    <a:pt x="768858" y="215646"/>
                  </a:lnTo>
                  <a:lnTo>
                    <a:pt x="768858" y="217932"/>
                  </a:lnTo>
                  <a:lnTo>
                    <a:pt x="769620" y="220218"/>
                  </a:lnTo>
                  <a:lnTo>
                    <a:pt x="770382" y="222504"/>
                  </a:lnTo>
                  <a:lnTo>
                    <a:pt x="763524" y="220218"/>
                  </a:lnTo>
                  <a:lnTo>
                    <a:pt x="761238" y="215646"/>
                  </a:lnTo>
                  <a:lnTo>
                    <a:pt x="755904" y="20955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2" name="Google Shape;3562;g2668d8541bd_0_126"/>
            <p:cNvSpPr/>
            <p:nvPr/>
          </p:nvSpPr>
          <p:spPr>
            <a:xfrm>
              <a:off x="5196840" y="2082545"/>
              <a:ext cx="10160" cy="60960"/>
            </a:xfrm>
            <a:custGeom>
              <a:rect b="b" l="l" r="r" t="t"/>
              <a:pathLst>
                <a:path extrusionOk="0" h="60960" w="10160">
                  <a:moveTo>
                    <a:pt x="9905" y="60960"/>
                  </a:moveTo>
                  <a:lnTo>
                    <a:pt x="4619" y="51732"/>
                  </a:lnTo>
                  <a:lnTo>
                    <a:pt x="1904" y="44291"/>
                  </a:lnTo>
                  <a:lnTo>
                    <a:pt x="904" y="36421"/>
                  </a:lnTo>
                  <a:lnTo>
                    <a:pt x="761" y="25908"/>
                  </a:lnTo>
                  <a:lnTo>
                    <a:pt x="857" y="19395"/>
                  </a:lnTo>
                  <a:lnTo>
                    <a:pt x="952" y="12668"/>
                  </a:lnTo>
                  <a:lnTo>
                    <a:pt x="761" y="6084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63" name="Google Shape;3563;g2668d8541bd_0_12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312651" y="1920989"/>
              <a:ext cx="97394" cy="1394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4" name="Google Shape;3564;g2668d8541bd_0_126"/>
            <p:cNvSpPr/>
            <p:nvPr/>
          </p:nvSpPr>
          <p:spPr>
            <a:xfrm>
              <a:off x="5442966" y="1943099"/>
              <a:ext cx="20320" cy="97789"/>
            </a:xfrm>
            <a:custGeom>
              <a:rect b="b" l="l" r="r" t="t"/>
              <a:pathLst>
                <a:path extrusionOk="0" h="97789" w="20320">
                  <a:moveTo>
                    <a:pt x="0" y="0"/>
                  </a:moveTo>
                  <a:lnTo>
                    <a:pt x="2286" y="10727"/>
                  </a:lnTo>
                  <a:lnTo>
                    <a:pt x="4572" y="21240"/>
                  </a:lnTo>
                  <a:lnTo>
                    <a:pt x="6858" y="31611"/>
                  </a:lnTo>
                  <a:lnTo>
                    <a:pt x="9144" y="41910"/>
                  </a:lnTo>
                  <a:lnTo>
                    <a:pt x="11299" y="52316"/>
                  </a:lnTo>
                  <a:lnTo>
                    <a:pt x="13239" y="62864"/>
                  </a:lnTo>
                  <a:lnTo>
                    <a:pt x="15037" y="73413"/>
                  </a:lnTo>
                  <a:lnTo>
                    <a:pt x="16764" y="83820"/>
                  </a:lnTo>
                  <a:lnTo>
                    <a:pt x="18288" y="91440"/>
                  </a:lnTo>
                  <a:lnTo>
                    <a:pt x="18288" y="92964"/>
                  </a:lnTo>
                  <a:lnTo>
                    <a:pt x="19812" y="9753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65" name="Google Shape;3565;g2668d8541bd_0_12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510104" y="1918703"/>
              <a:ext cx="135566" cy="153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6" name="Google Shape;3566;g2668d8541bd_0_12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673172" y="1931657"/>
              <a:ext cx="345116" cy="160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7" name="Google Shape;3567;g2668d8541bd_0_126"/>
            <p:cNvSpPr/>
            <p:nvPr/>
          </p:nvSpPr>
          <p:spPr>
            <a:xfrm>
              <a:off x="5593080" y="2159507"/>
              <a:ext cx="311785" cy="8889"/>
            </a:xfrm>
            <a:custGeom>
              <a:rect b="b" l="l" r="r" t="t"/>
              <a:pathLst>
                <a:path extrusionOk="0" h="8889" w="311785">
                  <a:moveTo>
                    <a:pt x="0" y="2286"/>
                  </a:moveTo>
                  <a:lnTo>
                    <a:pt x="21502" y="5167"/>
                  </a:lnTo>
                  <a:lnTo>
                    <a:pt x="42862" y="7048"/>
                  </a:lnTo>
                  <a:lnTo>
                    <a:pt x="64508" y="8072"/>
                  </a:lnTo>
                  <a:lnTo>
                    <a:pt x="86868" y="8382"/>
                  </a:lnTo>
                  <a:lnTo>
                    <a:pt x="115443" y="8370"/>
                  </a:lnTo>
                  <a:lnTo>
                    <a:pt x="172593" y="8060"/>
                  </a:lnTo>
                  <a:lnTo>
                    <a:pt x="225159" y="6572"/>
                  </a:lnTo>
                  <a:lnTo>
                    <a:pt x="272855" y="4191"/>
                  </a:lnTo>
                  <a:lnTo>
                    <a:pt x="311658" y="0"/>
                  </a:lnTo>
                  <a:lnTo>
                    <a:pt x="303526" y="0"/>
                  </a:lnTo>
                  <a:lnTo>
                    <a:pt x="295179" y="0"/>
                  </a:lnTo>
                  <a:lnTo>
                    <a:pt x="286690" y="0"/>
                  </a:lnTo>
                  <a:lnTo>
                    <a:pt x="27813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68" name="Google Shape;3568;g2668d8541bd_0_126"/>
          <p:cNvSpPr/>
          <p:nvPr/>
        </p:nvSpPr>
        <p:spPr>
          <a:xfrm>
            <a:off x="2755246" y="6471774"/>
            <a:ext cx="1378958" cy="196523"/>
          </a:xfrm>
          <a:custGeom>
            <a:rect b="b" l="l" r="r" t="t"/>
            <a:pathLst>
              <a:path extrusionOk="0" h="120014" w="923925">
                <a:moveTo>
                  <a:pt x="0" y="8382"/>
                </a:moveTo>
                <a:lnTo>
                  <a:pt x="24384" y="49530"/>
                </a:lnTo>
                <a:lnTo>
                  <a:pt x="70568" y="67746"/>
                </a:lnTo>
                <a:lnTo>
                  <a:pt x="113478" y="71044"/>
                </a:lnTo>
                <a:lnTo>
                  <a:pt x="139731" y="69627"/>
                </a:lnTo>
                <a:lnTo>
                  <a:pt x="192024" y="61722"/>
                </a:lnTo>
                <a:lnTo>
                  <a:pt x="231326" y="52982"/>
                </a:lnTo>
                <a:lnTo>
                  <a:pt x="270414" y="43243"/>
                </a:lnTo>
                <a:lnTo>
                  <a:pt x="309360" y="33218"/>
                </a:lnTo>
                <a:lnTo>
                  <a:pt x="348234" y="23622"/>
                </a:lnTo>
                <a:lnTo>
                  <a:pt x="389405" y="15240"/>
                </a:lnTo>
                <a:lnTo>
                  <a:pt x="430720" y="8572"/>
                </a:lnTo>
                <a:lnTo>
                  <a:pt x="472320" y="3905"/>
                </a:lnTo>
                <a:lnTo>
                  <a:pt x="514350" y="1524"/>
                </a:lnTo>
                <a:lnTo>
                  <a:pt x="543972" y="1785"/>
                </a:lnTo>
                <a:lnTo>
                  <a:pt x="600075" y="12882"/>
                </a:lnTo>
                <a:lnTo>
                  <a:pt x="643568" y="35814"/>
                </a:lnTo>
                <a:lnTo>
                  <a:pt x="672453" y="62007"/>
                </a:lnTo>
                <a:lnTo>
                  <a:pt x="699039" y="96488"/>
                </a:lnTo>
                <a:lnTo>
                  <a:pt x="705719" y="106644"/>
                </a:lnTo>
                <a:lnTo>
                  <a:pt x="712470" y="116586"/>
                </a:lnTo>
                <a:lnTo>
                  <a:pt x="713232" y="118872"/>
                </a:lnTo>
                <a:lnTo>
                  <a:pt x="713994" y="118872"/>
                </a:lnTo>
                <a:lnTo>
                  <a:pt x="715518" y="119634"/>
                </a:lnTo>
                <a:lnTo>
                  <a:pt x="719328" y="115062"/>
                </a:lnTo>
                <a:lnTo>
                  <a:pt x="720090" y="109728"/>
                </a:lnTo>
                <a:lnTo>
                  <a:pt x="722376" y="103632"/>
                </a:lnTo>
                <a:lnTo>
                  <a:pt x="743712" y="61722"/>
                </a:lnTo>
                <a:lnTo>
                  <a:pt x="777240" y="35814"/>
                </a:lnTo>
                <a:lnTo>
                  <a:pt x="796385" y="33337"/>
                </a:lnTo>
                <a:lnTo>
                  <a:pt x="806493" y="34313"/>
                </a:lnTo>
                <a:lnTo>
                  <a:pt x="816102" y="36576"/>
                </a:lnTo>
                <a:lnTo>
                  <a:pt x="825007" y="40040"/>
                </a:lnTo>
                <a:lnTo>
                  <a:pt x="833628" y="44291"/>
                </a:lnTo>
                <a:lnTo>
                  <a:pt x="842248" y="48684"/>
                </a:lnTo>
                <a:lnTo>
                  <a:pt x="851154" y="52578"/>
                </a:lnTo>
                <a:lnTo>
                  <a:pt x="858726" y="54530"/>
                </a:lnTo>
                <a:lnTo>
                  <a:pt x="867156" y="55626"/>
                </a:lnTo>
                <a:lnTo>
                  <a:pt x="875585" y="55578"/>
                </a:lnTo>
                <a:lnTo>
                  <a:pt x="913638" y="34290"/>
                </a:lnTo>
                <a:lnTo>
                  <a:pt x="923389" y="18752"/>
                </a:lnTo>
                <a:lnTo>
                  <a:pt x="922782" y="12954"/>
                </a:lnTo>
                <a:lnTo>
                  <a:pt x="918210" y="6096"/>
                </a:lnTo>
                <a:lnTo>
                  <a:pt x="915924" y="3048"/>
                </a:lnTo>
                <a:lnTo>
                  <a:pt x="910590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9" name="Google Shape;3569;g2668d8541bd_0_126"/>
          <p:cNvGrpSpPr/>
          <p:nvPr/>
        </p:nvGrpSpPr>
        <p:grpSpPr>
          <a:xfrm>
            <a:off x="5510959" y="6339820"/>
            <a:ext cx="942151" cy="277996"/>
            <a:chOff x="6412217" y="3990700"/>
            <a:chExt cx="630961" cy="169831"/>
          </a:xfrm>
        </p:grpSpPr>
        <p:pic>
          <p:nvPicPr>
            <p:cNvPr id="3570" name="Google Shape;3570;g2668d8541bd_0_126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412217" y="4013726"/>
              <a:ext cx="177809" cy="146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1" name="Google Shape;3571;g2668d8541bd_0_126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616433" y="4042397"/>
              <a:ext cx="75463" cy="1067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2" name="Google Shape;3572;g2668d8541bd_0_126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6729792" y="4037825"/>
              <a:ext cx="70307" cy="112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3" name="Google Shape;3573;g2668d8541bd_0_126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6830555" y="3990700"/>
              <a:ext cx="212623" cy="1683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74" name="Google Shape;3574;g2668d8541bd_0_126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94747" y="4356329"/>
            <a:ext cx="178677" cy="174663"/>
          </a:xfrm>
          <a:prstGeom prst="rect">
            <a:avLst/>
          </a:prstGeom>
          <a:noFill/>
          <a:ln>
            <a:noFill/>
          </a:ln>
        </p:spPr>
      </p:pic>
      <p:sp>
        <p:nvSpPr>
          <p:cNvPr id="3575" name="Google Shape;3575;g2668d8541bd_0_126"/>
          <p:cNvSpPr/>
          <p:nvPr/>
        </p:nvSpPr>
        <p:spPr>
          <a:xfrm>
            <a:off x="1024608" y="3700268"/>
            <a:ext cx="271053" cy="370173"/>
          </a:xfrm>
          <a:custGeom>
            <a:rect b="b" l="l" r="r" t="t"/>
            <a:pathLst>
              <a:path extrusionOk="0" h="226060" w="181610">
                <a:moveTo>
                  <a:pt x="129539" y="0"/>
                </a:moveTo>
                <a:lnTo>
                  <a:pt x="116431" y="3857"/>
                </a:lnTo>
                <a:lnTo>
                  <a:pt x="104108" y="8572"/>
                </a:lnTo>
                <a:lnTo>
                  <a:pt x="91928" y="14144"/>
                </a:lnTo>
                <a:lnTo>
                  <a:pt x="79247" y="20574"/>
                </a:lnTo>
                <a:lnTo>
                  <a:pt x="65555" y="27479"/>
                </a:lnTo>
                <a:lnTo>
                  <a:pt x="52006" y="34671"/>
                </a:lnTo>
                <a:lnTo>
                  <a:pt x="38742" y="42433"/>
                </a:lnTo>
                <a:lnTo>
                  <a:pt x="25907" y="51054"/>
                </a:lnTo>
                <a:lnTo>
                  <a:pt x="19811" y="55626"/>
                </a:lnTo>
                <a:lnTo>
                  <a:pt x="11429" y="60960"/>
                </a:lnTo>
                <a:lnTo>
                  <a:pt x="10667" y="67818"/>
                </a:lnTo>
                <a:lnTo>
                  <a:pt x="10667" y="68580"/>
                </a:lnTo>
                <a:lnTo>
                  <a:pt x="10667" y="69342"/>
                </a:lnTo>
                <a:lnTo>
                  <a:pt x="19788" y="69377"/>
                </a:lnTo>
                <a:lnTo>
                  <a:pt x="28193" y="68484"/>
                </a:lnTo>
                <a:lnTo>
                  <a:pt x="36599" y="66877"/>
                </a:lnTo>
                <a:lnTo>
                  <a:pt x="45719" y="64770"/>
                </a:lnTo>
                <a:lnTo>
                  <a:pt x="59328" y="60781"/>
                </a:lnTo>
                <a:lnTo>
                  <a:pt x="72866" y="56864"/>
                </a:lnTo>
                <a:lnTo>
                  <a:pt x="118967" y="47148"/>
                </a:lnTo>
                <a:lnTo>
                  <a:pt x="137921" y="46482"/>
                </a:lnTo>
                <a:lnTo>
                  <a:pt x="140969" y="46482"/>
                </a:lnTo>
                <a:lnTo>
                  <a:pt x="142493" y="45720"/>
                </a:lnTo>
                <a:lnTo>
                  <a:pt x="125729" y="80772"/>
                </a:lnTo>
                <a:lnTo>
                  <a:pt x="92392" y="115633"/>
                </a:lnTo>
                <a:lnTo>
                  <a:pt x="57911" y="149352"/>
                </a:lnTo>
                <a:lnTo>
                  <a:pt x="44017" y="163115"/>
                </a:lnTo>
                <a:lnTo>
                  <a:pt x="30194" y="177165"/>
                </a:lnTo>
                <a:lnTo>
                  <a:pt x="17085" y="191785"/>
                </a:lnTo>
                <a:lnTo>
                  <a:pt x="5333" y="207264"/>
                </a:lnTo>
                <a:lnTo>
                  <a:pt x="761" y="214884"/>
                </a:lnTo>
                <a:lnTo>
                  <a:pt x="761" y="217170"/>
                </a:lnTo>
                <a:lnTo>
                  <a:pt x="0" y="224790"/>
                </a:lnTo>
                <a:lnTo>
                  <a:pt x="45719" y="217932"/>
                </a:lnTo>
                <a:lnTo>
                  <a:pt x="84867" y="200882"/>
                </a:lnTo>
                <a:lnTo>
                  <a:pt x="104120" y="191464"/>
                </a:lnTo>
                <a:lnTo>
                  <a:pt x="123443" y="182118"/>
                </a:lnTo>
                <a:lnTo>
                  <a:pt x="137743" y="175271"/>
                </a:lnTo>
                <a:lnTo>
                  <a:pt x="152114" y="168497"/>
                </a:lnTo>
                <a:lnTo>
                  <a:pt x="166627" y="161865"/>
                </a:lnTo>
                <a:lnTo>
                  <a:pt x="181355" y="155448"/>
                </a:lnTo>
                <a:lnTo>
                  <a:pt x="176212" y="159889"/>
                </a:lnTo>
                <a:lnTo>
                  <a:pt x="171068" y="164115"/>
                </a:lnTo>
                <a:lnTo>
                  <a:pt x="165925" y="168199"/>
                </a:lnTo>
                <a:lnTo>
                  <a:pt x="160781" y="172212"/>
                </a:lnTo>
                <a:lnTo>
                  <a:pt x="156971" y="175260"/>
                </a:lnTo>
                <a:lnTo>
                  <a:pt x="153923" y="177546"/>
                </a:lnTo>
                <a:lnTo>
                  <a:pt x="150875" y="179832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76" name="Google Shape;3576;g2668d8541bd_0_126"/>
          <p:cNvGrpSpPr/>
          <p:nvPr/>
        </p:nvGrpSpPr>
        <p:grpSpPr>
          <a:xfrm>
            <a:off x="1080301" y="4105691"/>
            <a:ext cx="246907" cy="212458"/>
            <a:chOff x="3445001" y="2625851"/>
            <a:chExt cx="165354" cy="129793"/>
          </a:xfrm>
        </p:grpSpPr>
        <p:sp>
          <p:nvSpPr>
            <p:cNvPr id="3577" name="Google Shape;3577;g2668d8541bd_0_126"/>
            <p:cNvSpPr/>
            <p:nvPr/>
          </p:nvSpPr>
          <p:spPr>
            <a:xfrm>
              <a:off x="3458146" y="2703575"/>
              <a:ext cx="43814" cy="52069"/>
            </a:xfrm>
            <a:custGeom>
              <a:rect b="b" l="l" r="r" t="t"/>
              <a:pathLst>
                <a:path extrusionOk="0" h="52069" w="43814">
                  <a:moveTo>
                    <a:pt x="2095" y="0"/>
                  </a:moveTo>
                  <a:lnTo>
                    <a:pt x="333" y="8108"/>
                  </a:lnTo>
                  <a:lnTo>
                    <a:pt x="0" y="13430"/>
                  </a:lnTo>
                  <a:lnTo>
                    <a:pt x="1666" y="18323"/>
                  </a:lnTo>
                  <a:lnTo>
                    <a:pt x="5905" y="25146"/>
                  </a:lnTo>
                  <a:lnTo>
                    <a:pt x="10477" y="31242"/>
                  </a:lnTo>
                  <a:lnTo>
                    <a:pt x="14287" y="38100"/>
                  </a:lnTo>
                  <a:lnTo>
                    <a:pt x="18097" y="44957"/>
                  </a:lnTo>
                  <a:lnTo>
                    <a:pt x="20383" y="49529"/>
                  </a:lnTo>
                  <a:lnTo>
                    <a:pt x="21907" y="51816"/>
                  </a:lnTo>
                  <a:lnTo>
                    <a:pt x="28003" y="51816"/>
                  </a:lnTo>
                  <a:lnTo>
                    <a:pt x="35623" y="51053"/>
                  </a:lnTo>
                  <a:lnTo>
                    <a:pt x="40195" y="39623"/>
                  </a:lnTo>
                  <a:lnTo>
                    <a:pt x="41719" y="32765"/>
                  </a:lnTo>
                  <a:lnTo>
                    <a:pt x="42481" y="29717"/>
                  </a:lnTo>
                  <a:lnTo>
                    <a:pt x="42481" y="27431"/>
                  </a:lnTo>
                  <a:lnTo>
                    <a:pt x="43243" y="24383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8" name="Google Shape;3578;g2668d8541bd_0_126"/>
            <p:cNvSpPr/>
            <p:nvPr/>
          </p:nvSpPr>
          <p:spPr>
            <a:xfrm>
              <a:off x="3445001" y="2653283"/>
              <a:ext cx="25400" cy="5714"/>
            </a:xfrm>
            <a:custGeom>
              <a:rect b="b" l="l" r="r" t="t"/>
              <a:pathLst>
                <a:path extrusionOk="0" h="5714" w="25400">
                  <a:moveTo>
                    <a:pt x="0" y="5334"/>
                  </a:moveTo>
                  <a:lnTo>
                    <a:pt x="7143" y="4286"/>
                  </a:lnTo>
                  <a:lnTo>
                    <a:pt x="13144" y="3238"/>
                  </a:lnTo>
                  <a:lnTo>
                    <a:pt x="18859" y="1905"/>
                  </a:lnTo>
                  <a:lnTo>
                    <a:pt x="25146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9" name="Google Shape;3579;g2668d8541bd_0_126"/>
            <p:cNvSpPr/>
            <p:nvPr/>
          </p:nvSpPr>
          <p:spPr>
            <a:xfrm>
              <a:off x="3509771" y="2660141"/>
              <a:ext cx="32385" cy="13969"/>
            </a:xfrm>
            <a:custGeom>
              <a:rect b="b" l="l" r="r" t="t"/>
              <a:pathLst>
                <a:path extrusionOk="0" h="13969" w="32385">
                  <a:moveTo>
                    <a:pt x="0" y="13715"/>
                  </a:moveTo>
                  <a:lnTo>
                    <a:pt x="6215" y="10406"/>
                  </a:lnTo>
                  <a:lnTo>
                    <a:pt x="13144" y="6667"/>
                  </a:lnTo>
                  <a:lnTo>
                    <a:pt x="20359" y="3214"/>
                  </a:lnTo>
                  <a:lnTo>
                    <a:pt x="27432" y="761"/>
                  </a:lnTo>
                  <a:lnTo>
                    <a:pt x="32004" y="0"/>
                  </a:lnTo>
                  <a:lnTo>
                    <a:pt x="29718" y="1523"/>
                  </a:lnTo>
                  <a:lnTo>
                    <a:pt x="31242" y="3047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0" name="Google Shape;3580;g2668d8541bd_0_126"/>
            <p:cNvSpPr/>
            <p:nvPr/>
          </p:nvSpPr>
          <p:spPr>
            <a:xfrm>
              <a:off x="3529583" y="2682239"/>
              <a:ext cx="40639" cy="27939"/>
            </a:xfrm>
            <a:custGeom>
              <a:rect b="b" l="l" r="r" t="t"/>
              <a:pathLst>
                <a:path extrusionOk="0" h="27939" w="40639">
                  <a:moveTo>
                    <a:pt x="0" y="27432"/>
                  </a:moveTo>
                  <a:lnTo>
                    <a:pt x="35813" y="6096"/>
                  </a:lnTo>
                  <a:lnTo>
                    <a:pt x="37337" y="4572"/>
                  </a:lnTo>
                  <a:lnTo>
                    <a:pt x="40386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1" name="Google Shape;3581;g2668d8541bd_0_126"/>
            <p:cNvSpPr/>
            <p:nvPr/>
          </p:nvSpPr>
          <p:spPr>
            <a:xfrm>
              <a:off x="3587495" y="2625851"/>
              <a:ext cx="22860" cy="64135"/>
            </a:xfrm>
            <a:custGeom>
              <a:rect b="b" l="l" r="r" t="t"/>
              <a:pathLst>
                <a:path extrusionOk="0" h="64135" w="22860">
                  <a:moveTo>
                    <a:pt x="0" y="0"/>
                  </a:moveTo>
                  <a:lnTo>
                    <a:pt x="12954" y="42672"/>
                  </a:lnTo>
                  <a:lnTo>
                    <a:pt x="16002" y="50291"/>
                  </a:lnTo>
                  <a:lnTo>
                    <a:pt x="19050" y="57912"/>
                  </a:lnTo>
                  <a:lnTo>
                    <a:pt x="22860" y="6400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82" name="Google Shape;3582;g2668d8541bd_0_126"/>
          <p:cNvSpPr/>
          <p:nvPr/>
        </p:nvSpPr>
        <p:spPr>
          <a:xfrm>
            <a:off x="944959" y="3571797"/>
            <a:ext cx="95721" cy="102940"/>
          </a:xfrm>
          <a:custGeom>
            <a:rect b="b" l="l" r="r" t="t"/>
            <a:pathLst>
              <a:path extrusionOk="0" h="62864" w="64135">
                <a:moveTo>
                  <a:pt x="0" y="12953"/>
                </a:moveTo>
                <a:lnTo>
                  <a:pt x="19050" y="51815"/>
                </a:lnTo>
                <a:lnTo>
                  <a:pt x="21336" y="57149"/>
                </a:lnTo>
                <a:lnTo>
                  <a:pt x="24384" y="62483"/>
                </a:lnTo>
                <a:lnTo>
                  <a:pt x="22098" y="57911"/>
                </a:lnTo>
                <a:lnTo>
                  <a:pt x="19812" y="55625"/>
                </a:lnTo>
                <a:lnTo>
                  <a:pt x="17526" y="51053"/>
                </a:lnTo>
                <a:lnTo>
                  <a:pt x="9906" y="12191"/>
                </a:lnTo>
                <a:lnTo>
                  <a:pt x="9905" y="6857"/>
                </a:lnTo>
                <a:lnTo>
                  <a:pt x="19049" y="3047"/>
                </a:lnTo>
                <a:lnTo>
                  <a:pt x="25145" y="0"/>
                </a:lnTo>
                <a:lnTo>
                  <a:pt x="35814" y="761"/>
                </a:lnTo>
                <a:lnTo>
                  <a:pt x="59436" y="34289"/>
                </a:lnTo>
                <a:lnTo>
                  <a:pt x="60960" y="40385"/>
                </a:lnTo>
                <a:lnTo>
                  <a:pt x="60198" y="49529"/>
                </a:lnTo>
                <a:lnTo>
                  <a:pt x="63246" y="54863"/>
                </a:lnTo>
                <a:lnTo>
                  <a:pt x="64008" y="54863"/>
                </a:lnTo>
                <a:lnTo>
                  <a:pt x="64008" y="54101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83" name="Google Shape;3583;g2668d8541bd_0_126"/>
          <p:cNvGrpSpPr/>
          <p:nvPr/>
        </p:nvGrpSpPr>
        <p:grpSpPr>
          <a:xfrm>
            <a:off x="1255819" y="3297433"/>
            <a:ext cx="602191" cy="708477"/>
            <a:chOff x="3562540" y="2132076"/>
            <a:chExt cx="403289" cy="432816"/>
          </a:xfrm>
        </p:grpSpPr>
        <p:sp>
          <p:nvSpPr>
            <p:cNvPr id="3584" name="Google Shape;3584;g2668d8541bd_0_126"/>
            <p:cNvSpPr/>
            <p:nvPr/>
          </p:nvSpPr>
          <p:spPr>
            <a:xfrm>
              <a:off x="3649218" y="2378904"/>
              <a:ext cx="45085" cy="86360"/>
            </a:xfrm>
            <a:custGeom>
              <a:rect b="b" l="l" r="r" t="t"/>
              <a:pathLst>
                <a:path extrusionOk="0" h="86360" w="45085">
                  <a:moveTo>
                    <a:pt x="0" y="16823"/>
                  </a:moveTo>
                  <a:lnTo>
                    <a:pt x="761" y="1583"/>
                  </a:lnTo>
                  <a:lnTo>
                    <a:pt x="1523" y="821"/>
                  </a:lnTo>
                  <a:lnTo>
                    <a:pt x="18287" y="59"/>
                  </a:lnTo>
                  <a:lnTo>
                    <a:pt x="25086" y="0"/>
                  </a:lnTo>
                  <a:lnTo>
                    <a:pt x="31527" y="1297"/>
                  </a:lnTo>
                  <a:lnTo>
                    <a:pt x="37254" y="4452"/>
                  </a:lnTo>
                  <a:lnTo>
                    <a:pt x="41910" y="9965"/>
                  </a:lnTo>
                  <a:lnTo>
                    <a:pt x="44267" y="18109"/>
                  </a:lnTo>
                  <a:lnTo>
                    <a:pt x="44767" y="27110"/>
                  </a:lnTo>
                  <a:lnTo>
                    <a:pt x="43838" y="36111"/>
                  </a:lnTo>
                  <a:lnTo>
                    <a:pt x="26670" y="77783"/>
                  </a:lnTo>
                  <a:lnTo>
                    <a:pt x="22098" y="86165"/>
                  </a:lnTo>
                  <a:lnTo>
                    <a:pt x="22860" y="83879"/>
                  </a:lnTo>
                  <a:lnTo>
                    <a:pt x="23622" y="76259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5" name="Google Shape;3585;g2668d8541bd_0_126"/>
            <p:cNvSpPr/>
            <p:nvPr/>
          </p:nvSpPr>
          <p:spPr>
            <a:xfrm>
              <a:off x="3696259" y="2364486"/>
              <a:ext cx="45720" cy="81914"/>
            </a:xfrm>
            <a:custGeom>
              <a:rect b="b" l="l" r="r" t="t"/>
              <a:pathLst>
                <a:path extrusionOk="0" h="81914" w="45720">
                  <a:moveTo>
                    <a:pt x="7822" y="0"/>
                  </a:moveTo>
                  <a:lnTo>
                    <a:pt x="3214" y="8560"/>
                  </a:lnTo>
                  <a:lnTo>
                    <a:pt x="678" y="15906"/>
                  </a:lnTo>
                  <a:lnTo>
                    <a:pt x="0" y="23681"/>
                  </a:lnTo>
                  <a:lnTo>
                    <a:pt x="964" y="33528"/>
                  </a:lnTo>
                  <a:lnTo>
                    <a:pt x="2952" y="41624"/>
                  </a:lnTo>
                  <a:lnTo>
                    <a:pt x="5441" y="49720"/>
                  </a:lnTo>
                  <a:lnTo>
                    <a:pt x="8358" y="57530"/>
                  </a:lnTo>
                  <a:lnTo>
                    <a:pt x="11632" y="64769"/>
                  </a:lnTo>
                  <a:lnTo>
                    <a:pt x="14680" y="71628"/>
                  </a:lnTo>
                  <a:lnTo>
                    <a:pt x="19252" y="77724"/>
                  </a:lnTo>
                  <a:lnTo>
                    <a:pt x="26872" y="79248"/>
                  </a:lnTo>
                  <a:lnTo>
                    <a:pt x="36016" y="81534"/>
                  </a:lnTo>
                  <a:lnTo>
                    <a:pt x="39064" y="78485"/>
                  </a:lnTo>
                  <a:lnTo>
                    <a:pt x="45160" y="72389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6" name="Google Shape;3586;g2668d8541bd_0_126"/>
            <p:cNvSpPr/>
            <p:nvPr/>
          </p:nvSpPr>
          <p:spPr>
            <a:xfrm>
              <a:off x="3758946" y="2397252"/>
              <a:ext cx="24764" cy="40639"/>
            </a:xfrm>
            <a:custGeom>
              <a:rect b="b" l="l" r="r" t="t"/>
              <a:pathLst>
                <a:path extrusionOk="0" h="40639" w="24764">
                  <a:moveTo>
                    <a:pt x="0" y="0"/>
                  </a:moveTo>
                  <a:lnTo>
                    <a:pt x="12192" y="36576"/>
                  </a:lnTo>
                  <a:lnTo>
                    <a:pt x="20574" y="40386"/>
                  </a:lnTo>
                  <a:lnTo>
                    <a:pt x="22098" y="35051"/>
                  </a:lnTo>
                  <a:lnTo>
                    <a:pt x="23622" y="32003"/>
                  </a:lnTo>
                  <a:lnTo>
                    <a:pt x="23622" y="29717"/>
                  </a:lnTo>
                  <a:lnTo>
                    <a:pt x="24384" y="27431"/>
                  </a:lnTo>
                  <a:lnTo>
                    <a:pt x="24384" y="25145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7" name="Google Shape;3587;g2668d8541bd_0_126"/>
            <p:cNvSpPr/>
            <p:nvPr/>
          </p:nvSpPr>
          <p:spPr>
            <a:xfrm>
              <a:off x="3727704" y="2315718"/>
              <a:ext cx="15239" cy="15239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8" name="Google Shape;3588;g2668d8541bd_0_126"/>
            <p:cNvSpPr/>
            <p:nvPr/>
          </p:nvSpPr>
          <p:spPr>
            <a:xfrm>
              <a:off x="3715512" y="2132076"/>
              <a:ext cx="46989" cy="79375"/>
            </a:xfrm>
            <a:custGeom>
              <a:rect b="b" l="l" r="r" t="t"/>
              <a:pathLst>
                <a:path extrusionOk="0" h="79375" w="46989">
                  <a:moveTo>
                    <a:pt x="0" y="33527"/>
                  </a:moveTo>
                  <a:lnTo>
                    <a:pt x="7786" y="25598"/>
                  </a:lnTo>
                  <a:lnTo>
                    <a:pt x="15430" y="18668"/>
                  </a:lnTo>
                  <a:lnTo>
                    <a:pt x="23360" y="12311"/>
                  </a:lnTo>
                  <a:lnTo>
                    <a:pt x="32003" y="6095"/>
                  </a:lnTo>
                  <a:lnTo>
                    <a:pt x="35051" y="3809"/>
                  </a:lnTo>
                  <a:lnTo>
                    <a:pt x="38861" y="1523"/>
                  </a:lnTo>
                  <a:lnTo>
                    <a:pt x="41148" y="0"/>
                  </a:lnTo>
                  <a:lnTo>
                    <a:pt x="38099" y="4571"/>
                  </a:lnTo>
                  <a:lnTo>
                    <a:pt x="32765" y="9143"/>
                  </a:lnTo>
                  <a:lnTo>
                    <a:pt x="27431" y="13715"/>
                  </a:lnTo>
                  <a:lnTo>
                    <a:pt x="23621" y="16001"/>
                  </a:lnTo>
                  <a:lnTo>
                    <a:pt x="17525" y="18287"/>
                  </a:lnTo>
                  <a:lnTo>
                    <a:pt x="15239" y="22859"/>
                  </a:lnTo>
                  <a:lnTo>
                    <a:pt x="12954" y="28955"/>
                  </a:lnTo>
                  <a:lnTo>
                    <a:pt x="19050" y="34289"/>
                  </a:lnTo>
                  <a:lnTo>
                    <a:pt x="22098" y="38861"/>
                  </a:lnTo>
                  <a:lnTo>
                    <a:pt x="44196" y="73151"/>
                  </a:lnTo>
                  <a:lnTo>
                    <a:pt x="44958" y="75437"/>
                  </a:lnTo>
                  <a:lnTo>
                    <a:pt x="46482" y="7924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9" name="Google Shape;3589;g2668d8541bd_0_126"/>
            <p:cNvSpPr/>
            <p:nvPr/>
          </p:nvSpPr>
          <p:spPr>
            <a:xfrm>
              <a:off x="3797046" y="2241804"/>
              <a:ext cx="82550" cy="98425"/>
            </a:xfrm>
            <a:custGeom>
              <a:rect b="b" l="l" r="r" t="t"/>
              <a:pathLst>
                <a:path extrusionOk="0" h="98425" w="82550">
                  <a:moveTo>
                    <a:pt x="0" y="62484"/>
                  </a:moveTo>
                  <a:lnTo>
                    <a:pt x="7000" y="69008"/>
                  </a:lnTo>
                  <a:lnTo>
                    <a:pt x="12573" y="75247"/>
                  </a:lnTo>
                  <a:lnTo>
                    <a:pt x="17573" y="81772"/>
                  </a:lnTo>
                  <a:lnTo>
                    <a:pt x="22860" y="89154"/>
                  </a:lnTo>
                  <a:lnTo>
                    <a:pt x="26670" y="93726"/>
                  </a:lnTo>
                  <a:lnTo>
                    <a:pt x="31242" y="98298"/>
                  </a:lnTo>
                  <a:lnTo>
                    <a:pt x="37338" y="97536"/>
                  </a:lnTo>
                  <a:lnTo>
                    <a:pt x="44196" y="96774"/>
                  </a:lnTo>
                  <a:lnTo>
                    <a:pt x="46482" y="86106"/>
                  </a:lnTo>
                  <a:lnTo>
                    <a:pt x="47244" y="80772"/>
                  </a:lnTo>
                  <a:lnTo>
                    <a:pt x="47648" y="74140"/>
                  </a:lnTo>
                  <a:lnTo>
                    <a:pt x="47625" y="67151"/>
                  </a:lnTo>
                  <a:lnTo>
                    <a:pt x="47029" y="60305"/>
                  </a:lnTo>
                  <a:lnTo>
                    <a:pt x="45720" y="54102"/>
                  </a:lnTo>
                  <a:lnTo>
                    <a:pt x="44958" y="49530"/>
                  </a:lnTo>
                  <a:lnTo>
                    <a:pt x="43434" y="48768"/>
                  </a:lnTo>
                  <a:lnTo>
                    <a:pt x="41148" y="45720"/>
                  </a:lnTo>
                  <a:lnTo>
                    <a:pt x="41148" y="53340"/>
                  </a:lnTo>
                  <a:lnTo>
                    <a:pt x="65353" y="71389"/>
                  </a:lnTo>
                  <a:lnTo>
                    <a:pt x="71628" y="69342"/>
                  </a:lnTo>
                  <a:lnTo>
                    <a:pt x="79248" y="64770"/>
                  </a:lnTo>
                  <a:lnTo>
                    <a:pt x="81534" y="55626"/>
                  </a:lnTo>
                  <a:lnTo>
                    <a:pt x="82296" y="46482"/>
                  </a:lnTo>
                  <a:lnTo>
                    <a:pt x="82045" y="39112"/>
                  </a:lnTo>
                  <a:lnTo>
                    <a:pt x="61721" y="10668"/>
                  </a:lnTo>
                  <a:lnTo>
                    <a:pt x="57911" y="5334"/>
                  </a:lnTo>
                  <a:lnTo>
                    <a:pt x="55625" y="2286"/>
                  </a:lnTo>
                  <a:lnTo>
                    <a:pt x="57149" y="3048"/>
                  </a:lnTo>
                  <a:lnTo>
                    <a:pt x="56387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0" name="Google Shape;3590;g2668d8541bd_0_126"/>
            <p:cNvSpPr/>
            <p:nvPr/>
          </p:nvSpPr>
          <p:spPr>
            <a:xfrm>
              <a:off x="3895344" y="2136648"/>
              <a:ext cx="70485" cy="162560"/>
            </a:xfrm>
            <a:custGeom>
              <a:rect b="b" l="l" r="r" t="t"/>
              <a:pathLst>
                <a:path extrusionOk="0" h="162560" w="70485">
                  <a:moveTo>
                    <a:pt x="0" y="0"/>
                  </a:moveTo>
                  <a:lnTo>
                    <a:pt x="32682" y="20466"/>
                  </a:lnTo>
                  <a:lnTo>
                    <a:pt x="57245" y="54959"/>
                  </a:lnTo>
                  <a:lnTo>
                    <a:pt x="68877" y="98119"/>
                  </a:lnTo>
                  <a:lnTo>
                    <a:pt x="70389" y="115728"/>
                  </a:lnTo>
                  <a:lnTo>
                    <a:pt x="70044" y="133195"/>
                  </a:lnTo>
                  <a:lnTo>
                    <a:pt x="67056" y="148589"/>
                  </a:lnTo>
                  <a:lnTo>
                    <a:pt x="62484" y="156971"/>
                  </a:lnTo>
                  <a:lnTo>
                    <a:pt x="60960" y="159258"/>
                  </a:lnTo>
                  <a:lnTo>
                    <a:pt x="56388" y="16230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1" name="Google Shape;3591;g2668d8541bd_0_126"/>
            <p:cNvSpPr/>
            <p:nvPr/>
          </p:nvSpPr>
          <p:spPr>
            <a:xfrm>
              <a:off x="3562540" y="2389632"/>
              <a:ext cx="153035" cy="175260"/>
            </a:xfrm>
            <a:custGeom>
              <a:rect b="b" l="l" r="r" t="t"/>
              <a:pathLst>
                <a:path extrusionOk="0" h="175260" w="153035">
                  <a:moveTo>
                    <a:pt x="4381" y="0"/>
                  </a:moveTo>
                  <a:lnTo>
                    <a:pt x="476" y="14787"/>
                  </a:lnTo>
                  <a:lnTo>
                    <a:pt x="0" y="27432"/>
                  </a:lnTo>
                  <a:lnTo>
                    <a:pt x="2667" y="40076"/>
                  </a:lnTo>
                  <a:lnTo>
                    <a:pt x="25241" y="92202"/>
                  </a:lnTo>
                  <a:lnTo>
                    <a:pt x="46291" y="127254"/>
                  </a:lnTo>
                  <a:lnTo>
                    <a:pt x="84546" y="165615"/>
                  </a:lnTo>
                  <a:lnTo>
                    <a:pt x="115573" y="174986"/>
                  </a:lnTo>
                  <a:lnTo>
                    <a:pt x="127920" y="173640"/>
                  </a:lnTo>
                  <a:lnTo>
                    <a:pt x="139838" y="169866"/>
                  </a:lnTo>
                  <a:lnTo>
                    <a:pt x="152971" y="16459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592" name="Google Shape;3592;g2668d8541bd_0_126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769156" y="3072855"/>
            <a:ext cx="130461" cy="135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93" name="Google Shape;3593;g2668d8541bd_0_126"/>
          <p:cNvGrpSpPr/>
          <p:nvPr/>
        </p:nvGrpSpPr>
        <p:grpSpPr>
          <a:xfrm>
            <a:off x="740089" y="4034594"/>
            <a:ext cx="163087" cy="231999"/>
            <a:chOff x="3217163" y="2582417"/>
            <a:chExt cx="109220" cy="141731"/>
          </a:xfrm>
        </p:grpSpPr>
        <p:sp>
          <p:nvSpPr>
            <p:cNvPr id="3594" name="Google Shape;3594;g2668d8541bd_0_126"/>
            <p:cNvSpPr/>
            <p:nvPr/>
          </p:nvSpPr>
          <p:spPr>
            <a:xfrm>
              <a:off x="3240785" y="2582417"/>
              <a:ext cx="22860" cy="79375"/>
            </a:xfrm>
            <a:custGeom>
              <a:rect b="b" l="l" r="r" t="t"/>
              <a:pathLst>
                <a:path extrusionOk="0" h="79375" w="22860">
                  <a:moveTo>
                    <a:pt x="0" y="0"/>
                  </a:moveTo>
                  <a:lnTo>
                    <a:pt x="2524" y="9917"/>
                  </a:lnTo>
                  <a:lnTo>
                    <a:pt x="5334" y="19335"/>
                  </a:lnTo>
                  <a:lnTo>
                    <a:pt x="8143" y="28610"/>
                  </a:lnTo>
                  <a:lnTo>
                    <a:pt x="10668" y="38100"/>
                  </a:lnTo>
                  <a:lnTo>
                    <a:pt x="19812" y="76200"/>
                  </a:lnTo>
                  <a:lnTo>
                    <a:pt x="22098" y="79248"/>
                  </a:lnTo>
                  <a:lnTo>
                    <a:pt x="22860" y="79248"/>
                  </a:lnTo>
                  <a:lnTo>
                    <a:pt x="22860" y="78486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5" name="Google Shape;3595;g2668d8541bd_0_126"/>
            <p:cNvSpPr/>
            <p:nvPr/>
          </p:nvSpPr>
          <p:spPr>
            <a:xfrm>
              <a:off x="3217163" y="2670809"/>
              <a:ext cx="109220" cy="53339"/>
            </a:xfrm>
            <a:custGeom>
              <a:rect b="b" l="l" r="r" t="t"/>
              <a:pathLst>
                <a:path extrusionOk="0" h="53339" w="109220">
                  <a:moveTo>
                    <a:pt x="0" y="53339"/>
                  </a:moveTo>
                  <a:lnTo>
                    <a:pt x="42648" y="36837"/>
                  </a:lnTo>
                  <a:lnTo>
                    <a:pt x="78200" y="15811"/>
                  </a:lnTo>
                  <a:lnTo>
                    <a:pt x="89284" y="9453"/>
                  </a:lnTo>
                  <a:lnTo>
                    <a:pt x="100583" y="3809"/>
                  </a:lnTo>
                  <a:lnTo>
                    <a:pt x="108966" y="0"/>
                  </a:lnTo>
                  <a:lnTo>
                    <a:pt x="107442" y="2285"/>
                  </a:lnTo>
                  <a:lnTo>
                    <a:pt x="105155" y="8381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96" name="Google Shape;3596;g2668d8541bd_0_126"/>
          <p:cNvSpPr/>
          <p:nvPr/>
        </p:nvSpPr>
        <p:spPr>
          <a:xfrm>
            <a:off x="3113663" y="4434931"/>
            <a:ext cx="31274" cy="51991"/>
          </a:xfrm>
          <a:custGeom>
            <a:rect b="b" l="l" r="r" t="t"/>
            <a:pathLst>
              <a:path extrusionOk="0" h="31750" w="20954">
                <a:moveTo>
                  <a:pt x="4572" y="22860"/>
                </a:moveTo>
                <a:lnTo>
                  <a:pt x="3810" y="20574"/>
                </a:lnTo>
                <a:lnTo>
                  <a:pt x="3048" y="19050"/>
                </a:lnTo>
                <a:lnTo>
                  <a:pt x="2286" y="17526"/>
                </a:lnTo>
                <a:lnTo>
                  <a:pt x="762" y="14478"/>
                </a:lnTo>
                <a:lnTo>
                  <a:pt x="762" y="13716"/>
                </a:lnTo>
                <a:lnTo>
                  <a:pt x="762" y="10668"/>
                </a:lnTo>
                <a:lnTo>
                  <a:pt x="0" y="6096"/>
                </a:lnTo>
                <a:lnTo>
                  <a:pt x="762" y="5334"/>
                </a:lnTo>
                <a:lnTo>
                  <a:pt x="5334" y="3810"/>
                </a:lnTo>
                <a:lnTo>
                  <a:pt x="7620" y="2286"/>
                </a:lnTo>
                <a:lnTo>
                  <a:pt x="13716" y="1524"/>
                </a:lnTo>
                <a:lnTo>
                  <a:pt x="16764" y="3810"/>
                </a:lnTo>
                <a:lnTo>
                  <a:pt x="20574" y="6858"/>
                </a:lnTo>
                <a:lnTo>
                  <a:pt x="19812" y="14478"/>
                </a:lnTo>
                <a:lnTo>
                  <a:pt x="19050" y="18288"/>
                </a:lnTo>
                <a:lnTo>
                  <a:pt x="19050" y="23622"/>
                </a:lnTo>
                <a:lnTo>
                  <a:pt x="15240" y="28956"/>
                </a:lnTo>
                <a:lnTo>
                  <a:pt x="9906" y="30480"/>
                </a:lnTo>
                <a:lnTo>
                  <a:pt x="5334" y="31242"/>
                </a:lnTo>
                <a:lnTo>
                  <a:pt x="2286" y="29718"/>
                </a:lnTo>
                <a:lnTo>
                  <a:pt x="1524" y="24384"/>
                </a:lnTo>
                <a:lnTo>
                  <a:pt x="0" y="19812"/>
                </a:lnTo>
                <a:lnTo>
                  <a:pt x="762" y="9906"/>
                </a:lnTo>
                <a:lnTo>
                  <a:pt x="3048" y="5334"/>
                </a:lnTo>
                <a:lnTo>
                  <a:pt x="5334" y="762"/>
                </a:lnTo>
                <a:lnTo>
                  <a:pt x="9906" y="0"/>
                </a:lnTo>
                <a:lnTo>
                  <a:pt x="14478" y="762"/>
                </a:lnTo>
                <a:lnTo>
                  <a:pt x="20574" y="2286"/>
                </a:lnTo>
                <a:lnTo>
                  <a:pt x="19812" y="9906"/>
                </a:lnTo>
                <a:lnTo>
                  <a:pt x="19812" y="14478"/>
                </a:lnTo>
                <a:lnTo>
                  <a:pt x="19812" y="19812"/>
                </a:lnTo>
                <a:lnTo>
                  <a:pt x="19812" y="25146"/>
                </a:lnTo>
                <a:lnTo>
                  <a:pt x="14478" y="27432"/>
                </a:lnTo>
                <a:lnTo>
                  <a:pt x="12192" y="27432"/>
                </a:lnTo>
                <a:lnTo>
                  <a:pt x="9144" y="27432"/>
                </a:lnTo>
                <a:lnTo>
                  <a:pt x="7620" y="27432"/>
                </a:lnTo>
                <a:lnTo>
                  <a:pt x="7620" y="20574"/>
                </a:lnTo>
                <a:lnTo>
                  <a:pt x="7620" y="18288"/>
                </a:lnTo>
                <a:lnTo>
                  <a:pt x="12192" y="12192"/>
                </a:lnTo>
                <a:lnTo>
                  <a:pt x="13716" y="10668"/>
                </a:lnTo>
                <a:lnTo>
                  <a:pt x="15240" y="9144"/>
                </a:lnTo>
                <a:lnTo>
                  <a:pt x="17526" y="6858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97" name="Google Shape;3597;g2668d8541bd_0_126"/>
          <p:cNvGrpSpPr/>
          <p:nvPr/>
        </p:nvGrpSpPr>
        <p:grpSpPr>
          <a:xfrm>
            <a:off x="4600805" y="4383790"/>
            <a:ext cx="2127762" cy="1056814"/>
            <a:chOff x="4600805" y="4383790"/>
            <a:chExt cx="2127762" cy="1056814"/>
          </a:xfrm>
        </p:grpSpPr>
        <p:pic>
          <p:nvPicPr>
            <p:cNvPr id="3598" name="Google Shape;3598;g2668d8541bd_0_126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5420877" y="4893917"/>
              <a:ext cx="177822" cy="194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9" name="Google Shape;3599;g2668d8541bd_0_126"/>
            <p:cNvSpPr/>
            <p:nvPr/>
          </p:nvSpPr>
          <p:spPr>
            <a:xfrm>
              <a:off x="4600805" y="5067313"/>
              <a:ext cx="1825341" cy="373291"/>
            </a:xfrm>
            <a:custGeom>
              <a:rect b="b" l="l" r="r" t="t"/>
              <a:pathLst>
                <a:path extrusionOk="0" h="227964" w="1223009">
                  <a:moveTo>
                    <a:pt x="6858" y="227837"/>
                  </a:moveTo>
                  <a:lnTo>
                    <a:pt x="6405" y="209430"/>
                  </a:lnTo>
                  <a:lnTo>
                    <a:pt x="6096" y="190880"/>
                  </a:lnTo>
                  <a:lnTo>
                    <a:pt x="5786" y="172331"/>
                  </a:lnTo>
                  <a:lnTo>
                    <a:pt x="5334" y="153923"/>
                  </a:lnTo>
                  <a:lnTo>
                    <a:pt x="4524" y="138481"/>
                  </a:lnTo>
                  <a:lnTo>
                    <a:pt x="3429" y="122967"/>
                  </a:lnTo>
                  <a:lnTo>
                    <a:pt x="2333" y="107311"/>
                  </a:lnTo>
                  <a:lnTo>
                    <a:pt x="1524" y="91439"/>
                  </a:lnTo>
                  <a:lnTo>
                    <a:pt x="1524" y="83819"/>
                  </a:lnTo>
                  <a:lnTo>
                    <a:pt x="1524" y="75437"/>
                  </a:lnTo>
                  <a:lnTo>
                    <a:pt x="762" y="67055"/>
                  </a:lnTo>
                  <a:lnTo>
                    <a:pt x="762" y="66293"/>
                  </a:lnTo>
                  <a:lnTo>
                    <a:pt x="0" y="64769"/>
                  </a:lnTo>
                  <a:lnTo>
                    <a:pt x="0" y="64007"/>
                  </a:lnTo>
                  <a:lnTo>
                    <a:pt x="6858" y="62483"/>
                  </a:lnTo>
                  <a:lnTo>
                    <a:pt x="13716" y="61721"/>
                  </a:lnTo>
                  <a:lnTo>
                    <a:pt x="21336" y="60959"/>
                  </a:lnTo>
                  <a:lnTo>
                    <a:pt x="32896" y="59638"/>
                  </a:lnTo>
                  <a:lnTo>
                    <a:pt x="44672" y="58959"/>
                  </a:lnTo>
                  <a:lnTo>
                    <a:pt x="56590" y="58709"/>
                  </a:lnTo>
                  <a:lnTo>
                    <a:pt x="68580" y="58673"/>
                  </a:lnTo>
                  <a:lnTo>
                    <a:pt x="115214" y="58802"/>
                  </a:lnTo>
                  <a:lnTo>
                    <a:pt x="161848" y="58966"/>
                  </a:lnTo>
                  <a:lnTo>
                    <a:pt x="208483" y="58838"/>
                  </a:lnTo>
                  <a:lnTo>
                    <a:pt x="255117" y="58088"/>
                  </a:lnTo>
                  <a:lnTo>
                    <a:pt x="301752" y="56387"/>
                  </a:lnTo>
                  <a:lnTo>
                    <a:pt x="361188" y="52863"/>
                  </a:lnTo>
                  <a:lnTo>
                    <a:pt x="390906" y="50708"/>
                  </a:lnTo>
                  <a:lnTo>
                    <a:pt x="420624" y="48767"/>
                  </a:lnTo>
                  <a:lnTo>
                    <a:pt x="453651" y="47065"/>
                  </a:lnTo>
                  <a:lnTo>
                    <a:pt x="486537" y="45434"/>
                  </a:lnTo>
                  <a:lnTo>
                    <a:pt x="519422" y="43945"/>
                  </a:lnTo>
                  <a:lnTo>
                    <a:pt x="552450" y="42671"/>
                  </a:lnTo>
                  <a:lnTo>
                    <a:pt x="586620" y="41076"/>
                  </a:lnTo>
                  <a:lnTo>
                    <a:pt x="620649" y="39623"/>
                  </a:lnTo>
                  <a:lnTo>
                    <a:pt x="654677" y="38171"/>
                  </a:lnTo>
                  <a:lnTo>
                    <a:pt x="688848" y="36575"/>
                  </a:lnTo>
                  <a:lnTo>
                    <a:pt x="724281" y="34170"/>
                  </a:lnTo>
                  <a:lnTo>
                    <a:pt x="759714" y="31622"/>
                  </a:lnTo>
                  <a:lnTo>
                    <a:pt x="795147" y="29075"/>
                  </a:lnTo>
                  <a:lnTo>
                    <a:pt x="830580" y="26669"/>
                  </a:lnTo>
                  <a:lnTo>
                    <a:pt x="863727" y="24395"/>
                  </a:lnTo>
                  <a:lnTo>
                    <a:pt x="896874" y="22193"/>
                  </a:lnTo>
                  <a:lnTo>
                    <a:pt x="930021" y="20133"/>
                  </a:lnTo>
                  <a:lnTo>
                    <a:pt x="963168" y="18287"/>
                  </a:lnTo>
                  <a:lnTo>
                    <a:pt x="991862" y="16561"/>
                  </a:lnTo>
                  <a:lnTo>
                    <a:pt x="1020699" y="14763"/>
                  </a:lnTo>
                  <a:lnTo>
                    <a:pt x="1049535" y="12823"/>
                  </a:lnTo>
                  <a:lnTo>
                    <a:pt x="1078230" y="10667"/>
                  </a:lnTo>
                  <a:lnTo>
                    <a:pt x="1099256" y="9394"/>
                  </a:lnTo>
                  <a:lnTo>
                    <a:pt x="1120140" y="7905"/>
                  </a:lnTo>
                  <a:lnTo>
                    <a:pt x="1141023" y="6274"/>
                  </a:lnTo>
                  <a:lnTo>
                    <a:pt x="1162050" y="4571"/>
                  </a:lnTo>
                  <a:lnTo>
                    <a:pt x="1172920" y="3869"/>
                  </a:lnTo>
                  <a:lnTo>
                    <a:pt x="1183862" y="2952"/>
                  </a:lnTo>
                  <a:lnTo>
                    <a:pt x="1194946" y="1893"/>
                  </a:lnTo>
                  <a:lnTo>
                    <a:pt x="1206246" y="761"/>
                  </a:lnTo>
                  <a:lnTo>
                    <a:pt x="1207770" y="761"/>
                  </a:lnTo>
                  <a:lnTo>
                    <a:pt x="1213104" y="0"/>
                  </a:lnTo>
                  <a:lnTo>
                    <a:pt x="1213866" y="761"/>
                  </a:lnTo>
                  <a:lnTo>
                    <a:pt x="1214628" y="761"/>
                  </a:lnTo>
                  <a:lnTo>
                    <a:pt x="1216152" y="3809"/>
                  </a:lnTo>
                  <a:lnTo>
                    <a:pt x="1216914" y="4571"/>
                  </a:lnTo>
                  <a:lnTo>
                    <a:pt x="1218438" y="6095"/>
                  </a:lnTo>
                  <a:lnTo>
                    <a:pt x="1220724" y="5333"/>
                  </a:lnTo>
                  <a:lnTo>
                    <a:pt x="1221486" y="6857"/>
                  </a:lnTo>
                  <a:lnTo>
                    <a:pt x="1223010" y="9905"/>
                  </a:lnTo>
                  <a:lnTo>
                    <a:pt x="1222248" y="19049"/>
                  </a:lnTo>
                  <a:lnTo>
                    <a:pt x="1222248" y="22097"/>
                  </a:lnTo>
                  <a:lnTo>
                    <a:pt x="1219997" y="64639"/>
                  </a:lnTo>
                  <a:lnTo>
                    <a:pt x="1215592" y="100524"/>
                  </a:lnTo>
                  <a:lnTo>
                    <a:pt x="1212818" y="122015"/>
                  </a:lnTo>
                  <a:lnTo>
                    <a:pt x="1207770" y="165353"/>
                  </a:lnTo>
                  <a:lnTo>
                    <a:pt x="1204233" y="205108"/>
                  </a:lnTo>
                  <a:lnTo>
                    <a:pt x="1203198" y="218693"/>
                  </a:lnTo>
                  <a:lnTo>
                    <a:pt x="1203198" y="222503"/>
                  </a:lnTo>
                  <a:lnTo>
                    <a:pt x="1203198" y="223265"/>
                  </a:lnTo>
                  <a:lnTo>
                    <a:pt x="1203198" y="224789"/>
                  </a:lnTo>
                  <a:lnTo>
                    <a:pt x="1200912" y="218944"/>
                  </a:lnTo>
                  <a:lnTo>
                    <a:pt x="1198626" y="212883"/>
                  </a:lnTo>
                  <a:lnTo>
                    <a:pt x="1196340" y="206680"/>
                  </a:lnTo>
                  <a:lnTo>
                    <a:pt x="1194054" y="200405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00" name="Google Shape;3600;g2668d8541bd_0_126"/>
            <p:cNvGrpSpPr/>
            <p:nvPr/>
          </p:nvGrpSpPr>
          <p:grpSpPr>
            <a:xfrm>
              <a:off x="5260068" y="4474887"/>
              <a:ext cx="613890" cy="275698"/>
              <a:chOff x="6244196" y="2851391"/>
              <a:chExt cx="411124" cy="168427"/>
            </a:xfrm>
          </p:grpSpPr>
          <p:pic>
            <p:nvPicPr>
              <p:cNvPr id="3601" name="Google Shape;3601;g2668d8541bd_0_126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6244196" y="2895587"/>
                <a:ext cx="178714" cy="12423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02" name="Google Shape;3602;g2668d8541bd_0_126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6444983" y="2851391"/>
                <a:ext cx="210337" cy="1348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603" name="Google Shape;3603;g2668d8541bd_0_126"/>
            <p:cNvSpPr/>
            <p:nvPr/>
          </p:nvSpPr>
          <p:spPr>
            <a:xfrm>
              <a:off x="5952690" y="4383790"/>
              <a:ext cx="67288" cy="370173"/>
            </a:xfrm>
            <a:custGeom>
              <a:rect b="b" l="l" r="r" t="t"/>
              <a:pathLst>
                <a:path extrusionOk="0" h="226060" w="45084">
                  <a:moveTo>
                    <a:pt x="44862" y="0"/>
                  </a:moveTo>
                  <a:lnTo>
                    <a:pt x="42374" y="14418"/>
                  </a:lnTo>
                  <a:lnTo>
                    <a:pt x="40386" y="29051"/>
                  </a:lnTo>
                  <a:lnTo>
                    <a:pt x="38540" y="43826"/>
                  </a:lnTo>
                  <a:lnTo>
                    <a:pt x="36480" y="58674"/>
                  </a:lnTo>
                  <a:lnTo>
                    <a:pt x="29146" y="100488"/>
                  </a:lnTo>
                  <a:lnTo>
                    <a:pt x="18954" y="141732"/>
                  </a:lnTo>
                  <a:lnTo>
                    <a:pt x="10001" y="174212"/>
                  </a:lnTo>
                  <a:lnTo>
                    <a:pt x="5667" y="190702"/>
                  </a:lnTo>
                  <a:lnTo>
                    <a:pt x="2190" y="207264"/>
                  </a:lnTo>
                  <a:lnTo>
                    <a:pt x="1059" y="211836"/>
                  </a:lnTo>
                  <a:lnTo>
                    <a:pt x="0" y="218694"/>
                  </a:lnTo>
                  <a:lnTo>
                    <a:pt x="797" y="224408"/>
                  </a:lnTo>
                  <a:lnTo>
                    <a:pt x="5238" y="225552"/>
                  </a:lnTo>
                  <a:lnTo>
                    <a:pt x="7524" y="223265"/>
                  </a:lnTo>
                  <a:lnTo>
                    <a:pt x="9810" y="221742"/>
                  </a:lnTo>
                  <a:lnTo>
                    <a:pt x="12096" y="22021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04" name="Google Shape;3604;g2668d8541bd_0_126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6075842" y="4448630"/>
              <a:ext cx="473374" cy="2208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5" name="Google Shape;3605;g2668d8541bd_0_126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603368" y="4434441"/>
              <a:ext cx="125199" cy="18136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06" name="Google Shape;3606;g2668d8541bd_0_126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1389169" y="3241535"/>
            <a:ext cx="5364904" cy="310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10" name="Shape 3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1" name="Google Shape;3611;g2668d8541bd_0_222"/>
          <p:cNvSpPr/>
          <p:nvPr/>
        </p:nvSpPr>
        <p:spPr>
          <a:xfrm>
            <a:off x="2301168" y="2499308"/>
            <a:ext cx="1134682" cy="45906"/>
          </a:xfrm>
          <a:custGeom>
            <a:rect b="b" l="l" r="r" t="t"/>
            <a:pathLst>
              <a:path extrusionOk="0" h="32385" w="848360">
                <a:moveTo>
                  <a:pt x="0" y="25146"/>
                </a:moveTo>
                <a:lnTo>
                  <a:pt x="10727" y="25848"/>
                </a:lnTo>
                <a:lnTo>
                  <a:pt x="21240" y="26765"/>
                </a:lnTo>
                <a:lnTo>
                  <a:pt x="31611" y="27824"/>
                </a:lnTo>
                <a:lnTo>
                  <a:pt x="41910" y="28956"/>
                </a:lnTo>
                <a:lnTo>
                  <a:pt x="64079" y="30396"/>
                </a:lnTo>
                <a:lnTo>
                  <a:pt x="86105" y="31337"/>
                </a:lnTo>
                <a:lnTo>
                  <a:pt x="108132" y="31849"/>
                </a:lnTo>
                <a:lnTo>
                  <a:pt x="130302" y="32004"/>
                </a:lnTo>
                <a:lnTo>
                  <a:pt x="187011" y="32111"/>
                </a:lnTo>
                <a:lnTo>
                  <a:pt x="243935" y="32289"/>
                </a:lnTo>
                <a:lnTo>
                  <a:pt x="301001" y="32325"/>
                </a:lnTo>
                <a:lnTo>
                  <a:pt x="358140" y="32004"/>
                </a:lnTo>
                <a:lnTo>
                  <a:pt x="401574" y="31730"/>
                </a:lnTo>
                <a:lnTo>
                  <a:pt x="445008" y="30956"/>
                </a:lnTo>
                <a:lnTo>
                  <a:pt x="488442" y="29753"/>
                </a:lnTo>
                <a:lnTo>
                  <a:pt x="531876" y="28194"/>
                </a:lnTo>
                <a:lnTo>
                  <a:pt x="571892" y="26241"/>
                </a:lnTo>
                <a:lnTo>
                  <a:pt x="611981" y="24003"/>
                </a:lnTo>
                <a:lnTo>
                  <a:pt x="652212" y="21764"/>
                </a:lnTo>
                <a:lnTo>
                  <a:pt x="692658" y="19812"/>
                </a:lnTo>
                <a:lnTo>
                  <a:pt x="752475" y="16383"/>
                </a:lnTo>
                <a:lnTo>
                  <a:pt x="812292" y="10668"/>
                </a:lnTo>
                <a:lnTo>
                  <a:pt x="819507" y="9620"/>
                </a:lnTo>
                <a:lnTo>
                  <a:pt x="827151" y="8572"/>
                </a:lnTo>
                <a:lnTo>
                  <a:pt x="834794" y="7239"/>
                </a:lnTo>
                <a:lnTo>
                  <a:pt x="842010" y="5334"/>
                </a:lnTo>
                <a:lnTo>
                  <a:pt x="848106" y="3048"/>
                </a:lnTo>
                <a:lnTo>
                  <a:pt x="842772" y="4572"/>
                </a:lnTo>
                <a:lnTo>
                  <a:pt x="845058" y="3048"/>
                </a:lnTo>
                <a:lnTo>
                  <a:pt x="844296" y="3048"/>
                </a:lnTo>
                <a:lnTo>
                  <a:pt x="838200" y="3048"/>
                </a:lnTo>
                <a:lnTo>
                  <a:pt x="836676" y="2286"/>
                </a:lnTo>
                <a:lnTo>
                  <a:pt x="835152" y="1524"/>
                </a:lnTo>
                <a:lnTo>
                  <a:pt x="832866" y="762"/>
                </a:lnTo>
                <a:lnTo>
                  <a:pt x="831341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12" name="Google Shape;3612;g2668d8541bd_0_222"/>
          <p:cNvGrpSpPr/>
          <p:nvPr/>
        </p:nvGrpSpPr>
        <p:grpSpPr>
          <a:xfrm>
            <a:off x="2381718" y="2067256"/>
            <a:ext cx="1028619" cy="288897"/>
            <a:chOff x="4254400" y="2067293"/>
            <a:chExt cx="768716" cy="203836"/>
          </a:xfrm>
        </p:grpSpPr>
        <p:pic>
          <p:nvPicPr>
            <p:cNvPr id="3613" name="Google Shape;3613;g2668d8541bd_0_2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54400" y="2075163"/>
              <a:ext cx="106538" cy="1959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4" name="Google Shape;3614;g2668d8541bd_0_2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90631" y="2122157"/>
              <a:ext cx="169951" cy="133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5" name="Google Shape;3615;g2668d8541bd_0_2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82476" y="2067293"/>
              <a:ext cx="170891" cy="1660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6" name="Google Shape;3616;g2668d8541bd_0_2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89157" y="2130634"/>
              <a:ext cx="96037" cy="111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7" name="Google Shape;3617;g2668d8541bd_0_22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921745" y="2081104"/>
              <a:ext cx="101371" cy="13556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18" name="Google Shape;3618;g2668d8541bd_0_2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53604" y="3552287"/>
            <a:ext cx="170796" cy="1987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9" name="Google Shape;3619;g2668d8541bd_0_222"/>
          <p:cNvGrpSpPr/>
          <p:nvPr/>
        </p:nvGrpSpPr>
        <p:grpSpPr>
          <a:xfrm>
            <a:off x="2187557" y="3365417"/>
            <a:ext cx="339251" cy="328568"/>
            <a:chOff x="4109298" y="2983229"/>
            <a:chExt cx="253532" cy="231827"/>
          </a:xfrm>
        </p:grpSpPr>
        <p:pic>
          <p:nvPicPr>
            <p:cNvPr id="3620" name="Google Shape;3620;g2668d8541bd_0_2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109298" y="3108089"/>
              <a:ext cx="73332" cy="1069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1" name="Google Shape;3621;g2668d8541bd_0_222"/>
            <p:cNvSpPr/>
            <p:nvPr/>
          </p:nvSpPr>
          <p:spPr>
            <a:xfrm>
              <a:off x="4216907" y="3105911"/>
              <a:ext cx="1904" cy="101600"/>
            </a:xfrm>
            <a:custGeom>
              <a:rect b="b" l="l" r="r" t="t"/>
              <a:pathLst>
                <a:path extrusionOk="0" h="101600" w="1904">
                  <a:moveTo>
                    <a:pt x="0" y="0"/>
                  </a:moveTo>
                  <a:lnTo>
                    <a:pt x="238" y="8905"/>
                  </a:lnTo>
                  <a:lnTo>
                    <a:pt x="762" y="17526"/>
                  </a:lnTo>
                  <a:lnTo>
                    <a:pt x="1285" y="26146"/>
                  </a:lnTo>
                  <a:lnTo>
                    <a:pt x="1524" y="35052"/>
                  </a:lnTo>
                  <a:lnTo>
                    <a:pt x="1845" y="48077"/>
                  </a:lnTo>
                  <a:lnTo>
                    <a:pt x="1809" y="60960"/>
                  </a:lnTo>
                  <a:lnTo>
                    <a:pt x="1631" y="73842"/>
                  </a:lnTo>
                  <a:lnTo>
                    <a:pt x="1524" y="86868"/>
                  </a:lnTo>
                  <a:lnTo>
                    <a:pt x="1524" y="92202"/>
                  </a:lnTo>
                  <a:lnTo>
                    <a:pt x="1524" y="96774"/>
                  </a:lnTo>
                  <a:lnTo>
                    <a:pt x="1524" y="10134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2" name="Google Shape;3622;g2668d8541bd_0_222"/>
            <p:cNvSpPr/>
            <p:nvPr/>
          </p:nvSpPr>
          <p:spPr>
            <a:xfrm>
              <a:off x="4244566" y="3101339"/>
              <a:ext cx="7620" cy="99060"/>
            </a:xfrm>
            <a:custGeom>
              <a:rect b="b" l="l" r="r" t="t"/>
              <a:pathLst>
                <a:path extrusionOk="0" h="99060" w="7620">
                  <a:moveTo>
                    <a:pt x="7393" y="0"/>
                  </a:moveTo>
                  <a:lnTo>
                    <a:pt x="3214" y="9906"/>
                  </a:lnTo>
                  <a:lnTo>
                    <a:pt x="821" y="18097"/>
                  </a:lnTo>
                  <a:lnTo>
                    <a:pt x="0" y="26574"/>
                  </a:lnTo>
                  <a:lnTo>
                    <a:pt x="535" y="37338"/>
                  </a:lnTo>
                  <a:lnTo>
                    <a:pt x="1785" y="46612"/>
                  </a:lnTo>
                  <a:lnTo>
                    <a:pt x="3107" y="56102"/>
                  </a:lnTo>
                  <a:lnTo>
                    <a:pt x="4286" y="65734"/>
                  </a:lnTo>
                  <a:lnTo>
                    <a:pt x="5107" y="75438"/>
                  </a:lnTo>
                  <a:lnTo>
                    <a:pt x="5869" y="83058"/>
                  </a:lnTo>
                  <a:lnTo>
                    <a:pt x="5869" y="90678"/>
                  </a:lnTo>
                  <a:lnTo>
                    <a:pt x="5869" y="9906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g2668d8541bd_0_222"/>
            <p:cNvSpPr/>
            <p:nvPr/>
          </p:nvSpPr>
          <p:spPr>
            <a:xfrm>
              <a:off x="4219955" y="3084730"/>
              <a:ext cx="99060" cy="86360"/>
            </a:xfrm>
            <a:custGeom>
              <a:rect b="b" l="l" r="r" t="t"/>
              <a:pathLst>
                <a:path extrusionOk="0" h="86360" w="99060">
                  <a:moveTo>
                    <a:pt x="0" y="2893"/>
                  </a:moveTo>
                  <a:lnTo>
                    <a:pt x="10287" y="1262"/>
                  </a:lnTo>
                  <a:lnTo>
                    <a:pt x="20574" y="130"/>
                  </a:lnTo>
                  <a:lnTo>
                    <a:pt x="30861" y="0"/>
                  </a:lnTo>
                  <a:lnTo>
                    <a:pt x="41148" y="1369"/>
                  </a:lnTo>
                  <a:lnTo>
                    <a:pt x="47565" y="3559"/>
                  </a:lnTo>
                  <a:lnTo>
                    <a:pt x="53625" y="6893"/>
                  </a:lnTo>
                  <a:lnTo>
                    <a:pt x="58400" y="11656"/>
                  </a:lnTo>
                  <a:lnTo>
                    <a:pt x="60960" y="18133"/>
                  </a:lnTo>
                  <a:lnTo>
                    <a:pt x="60900" y="25360"/>
                  </a:lnTo>
                  <a:lnTo>
                    <a:pt x="35814" y="49375"/>
                  </a:lnTo>
                  <a:lnTo>
                    <a:pt x="32766" y="54709"/>
                  </a:lnTo>
                  <a:lnTo>
                    <a:pt x="32004" y="56233"/>
                  </a:lnTo>
                  <a:lnTo>
                    <a:pt x="32766" y="56995"/>
                  </a:lnTo>
                  <a:lnTo>
                    <a:pt x="32004" y="58519"/>
                  </a:lnTo>
                  <a:lnTo>
                    <a:pt x="38862" y="60805"/>
                  </a:lnTo>
                  <a:lnTo>
                    <a:pt x="45720" y="61567"/>
                  </a:lnTo>
                  <a:lnTo>
                    <a:pt x="52578" y="63853"/>
                  </a:lnTo>
                  <a:lnTo>
                    <a:pt x="86868" y="77569"/>
                  </a:lnTo>
                  <a:lnTo>
                    <a:pt x="92202" y="80617"/>
                  </a:lnTo>
                  <a:lnTo>
                    <a:pt x="97536" y="85189"/>
                  </a:lnTo>
                  <a:lnTo>
                    <a:pt x="98298" y="85189"/>
                  </a:lnTo>
                  <a:lnTo>
                    <a:pt x="98298" y="85951"/>
                  </a:lnTo>
                  <a:lnTo>
                    <a:pt x="99060" y="85951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4" name="Google Shape;3624;g2668d8541bd_0_222"/>
            <p:cNvSpPr/>
            <p:nvPr/>
          </p:nvSpPr>
          <p:spPr>
            <a:xfrm>
              <a:off x="4315205" y="2983229"/>
              <a:ext cx="47625" cy="97789"/>
            </a:xfrm>
            <a:custGeom>
              <a:rect b="b" l="l" r="r" t="t"/>
              <a:pathLst>
                <a:path extrusionOk="0" h="97789" w="47625">
                  <a:moveTo>
                    <a:pt x="32003" y="0"/>
                  </a:moveTo>
                  <a:lnTo>
                    <a:pt x="33277" y="9727"/>
                  </a:lnTo>
                  <a:lnTo>
                    <a:pt x="34766" y="19526"/>
                  </a:lnTo>
                  <a:lnTo>
                    <a:pt x="36397" y="29467"/>
                  </a:lnTo>
                  <a:lnTo>
                    <a:pt x="38099" y="39624"/>
                  </a:lnTo>
                  <a:lnTo>
                    <a:pt x="39350" y="48648"/>
                  </a:lnTo>
                  <a:lnTo>
                    <a:pt x="40671" y="57531"/>
                  </a:lnTo>
                  <a:lnTo>
                    <a:pt x="41850" y="66413"/>
                  </a:lnTo>
                  <a:lnTo>
                    <a:pt x="42671" y="75438"/>
                  </a:lnTo>
                  <a:lnTo>
                    <a:pt x="43433" y="80010"/>
                  </a:lnTo>
                  <a:lnTo>
                    <a:pt x="43433" y="84582"/>
                  </a:lnTo>
                  <a:lnTo>
                    <a:pt x="43433" y="89154"/>
                  </a:lnTo>
                  <a:lnTo>
                    <a:pt x="41147" y="84582"/>
                  </a:lnTo>
                  <a:lnTo>
                    <a:pt x="39623" y="79248"/>
                  </a:lnTo>
                  <a:lnTo>
                    <a:pt x="37337" y="73914"/>
                  </a:lnTo>
                  <a:lnTo>
                    <a:pt x="34289" y="67056"/>
                  </a:lnTo>
                  <a:lnTo>
                    <a:pt x="31241" y="57912"/>
                  </a:lnTo>
                  <a:lnTo>
                    <a:pt x="25145" y="52577"/>
                  </a:lnTo>
                  <a:lnTo>
                    <a:pt x="21335" y="49530"/>
                  </a:lnTo>
                  <a:lnTo>
                    <a:pt x="13715" y="48006"/>
                  </a:lnTo>
                  <a:lnTo>
                    <a:pt x="9143" y="51053"/>
                  </a:lnTo>
                  <a:lnTo>
                    <a:pt x="4179" y="55852"/>
                  </a:lnTo>
                  <a:lnTo>
                    <a:pt x="1428" y="62579"/>
                  </a:lnTo>
                  <a:lnTo>
                    <a:pt x="250" y="70020"/>
                  </a:lnTo>
                  <a:lnTo>
                    <a:pt x="0" y="76962"/>
                  </a:lnTo>
                  <a:lnTo>
                    <a:pt x="0" y="83820"/>
                  </a:lnTo>
                  <a:lnTo>
                    <a:pt x="0" y="90678"/>
                  </a:lnTo>
                  <a:lnTo>
                    <a:pt x="6857" y="94488"/>
                  </a:lnTo>
                  <a:lnTo>
                    <a:pt x="12191" y="97536"/>
                  </a:lnTo>
                  <a:lnTo>
                    <a:pt x="21335" y="96774"/>
                  </a:lnTo>
                  <a:lnTo>
                    <a:pt x="26669" y="96774"/>
                  </a:lnTo>
                  <a:lnTo>
                    <a:pt x="36575" y="96012"/>
                  </a:lnTo>
                  <a:lnTo>
                    <a:pt x="41147" y="91440"/>
                  </a:lnTo>
                  <a:lnTo>
                    <a:pt x="47243" y="8458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5" name="Google Shape;3625;g2668d8541bd_0_222"/>
          <p:cNvGrpSpPr/>
          <p:nvPr/>
        </p:nvGrpSpPr>
        <p:grpSpPr>
          <a:xfrm>
            <a:off x="1922680" y="3772555"/>
            <a:ext cx="636268" cy="377652"/>
            <a:chOff x="3911345" y="3270491"/>
            <a:chExt cx="475501" cy="266459"/>
          </a:xfrm>
        </p:grpSpPr>
        <p:sp>
          <p:nvSpPr>
            <p:cNvPr id="3626" name="Google Shape;3626;g2668d8541bd_0_222"/>
            <p:cNvSpPr/>
            <p:nvPr/>
          </p:nvSpPr>
          <p:spPr>
            <a:xfrm>
              <a:off x="3911345" y="3409950"/>
              <a:ext cx="10160" cy="127000"/>
            </a:xfrm>
            <a:custGeom>
              <a:rect b="b" l="l" r="r" t="t"/>
              <a:pathLst>
                <a:path extrusionOk="0" h="127000" w="10160">
                  <a:moveTo>
                    <a:pt x="0" y="0"/>
                  </a:moveTo>
                  <a:lnTo>
                    <a:pt x="1500" y="13156"/>
                  </a:lnTo>
                  <a:lnTo>
                    <a:pt x="3429" y="26384"/>
                  </a:lnTo>
                  <a:lnTo>
                    <a:pt x="5357" y="39754"/>
                  </a:lnTo>
                  <a:lnTo>
                    <a:pt x="8191" y="77819"/>
                  </a:lnTo>
                  <a:lnTo>
                    <a:pt x="8382" y="118872"/>
                  </a:lnTo>
                  <a:lnTo>
                    <a:pt x="8382" y="126492"/>
                  </a:lnTo>
                  <a:lnTo>
                    <a:pt x="9144" y="122682"/>
                  </a:lnTo>
                  <a:lnTo>
                    <a:pt x="9144" y="118872"/>
                  </a:lnTo>
                  <a:lnTo>
                    <a:pt x="9906" y="11506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7" name="Google Shape;3627;g2668d8541bd_0_222"/>
            <p:cNvSpPr/>
            <p:nvPr/>
          </p:nvSpPr>
          <p:spPr>
            <a:xfrm>
              <a:off x="3924299" y="3393948"/>
              <a:ext cx="18414" cy="142875"/>
            </a:xfrm>
            <a:custGeom>
              <a:rect b="b" l="l" r="r" t="t"/>
              <a:pathLst>
                <a:path extrusionOk="0" h="142875" w="18414">
                  <a:moveTo>
                    <a:pt x="0" y="0"/>
                  </a:moveTo>
                  <a:lnTo>
                    <a:pt x="1071" y="12668"/>
                  </a:lnTo>
                  <a:lnTo>
                    <a:pt x="2857" y="24765"/>
                  </a:lnTo>
                  <a:lnTo>
                    <a:pt x="4929" y="36861"/>
                  </a:lnTo>
                  <a:lnTo>
                    <a:pt x="6858" y="49530"/>
                  </a:lnTo>
                  <a:lnTo>
                    <a:pt x="11465" y="97214"/>
                  </a:lnTo>
                  <a:lnTo>
                    <a:pt x="12382" y="128206"/>
                  </a:lnTo>
                  <a:lnTo>
                    <a:pt x="13263" y="136564"/>
                  </a:lnTo>
                  <a:lnTo>
                    <a:pt x="16002" y="142494"/>
                  </a:lnTo>
                  <a:lnTo>
                    <a:pt x="16764" y="142494"/>
                  </a:lnTo>
                  <a:lnTo>
                    <a:pt x="17526" y="142494"/>
                  </a:lnTo>
                  <a:lnTo>
                    <a:pt x="18288" y="142494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28" name="Google Shape;3628;g2668d8541bd_0_22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970769" y="3367265"/>
              <a:ext cx="120635" cy="132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9" name="Google Shape;3629;g2668d8541bd_0_22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110977" y="3332213"/>
              <a:ext cx="66319" cy="169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0" name="Google Shape;3630;g2668d8541bd_0_22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196416" y="3270491"/>
              <a:ext cx="87560" cy="807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1" name="Google Shape;3631;g2668d8541bd_0_22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309859" y="3361931"/>
              <a:ext cx="76987" cy="6403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32" name="Google Shape;3632;g2668d8541bd_0_222"/>
          <p:cNvSpPr/>
          <p:nvPr/>
        </p:nvSpPr>
        <p:spPr>
          <a:xfrm>
            <a:off x="2638680" y="3856864"/>
            <a:ext cx="17836" cy="145818"/>
          </a:xfrm>
          <a:custGeom>
            <a:rect b="b" l="l" r="r" t="t"/>
            <a:pathLst>
              <a:path extrusionOk="0" h="102870" w="13335">
                <a:moveTo>
                  <a:pt x="0" y="0"/>
                </a:moveTo>
                <a:lnTo>
                  <a:pt x="273" y="11191"/>
                </a:lnTo>
                <a:lnTo>
                  <a:pt x="1047" y="22098"/>
                </a:lnTo>
                <a:lnTo>
                  <a:pt x="2250" y="33004"/>
                </a:lnTo>
                <a:lnTo>
                  <a:pt x="3810" y="44196"/>
                </a:lnTo>
                <a:lnTo>
                  <a:pt x="4976" y="55054"/>
                </a:lnTo>
                <a:lnTo>
                  <a:pt x="6286" y="65913"/>
                </a:lnTo>
                <a:lnTo>
                  <a:pt x="7881" y="76771"/>
                </a:lnTo>
                <a:lnTo>
                  <a:pt x="9906" y="87630"/>
                </a:lnTo>
                <a:lnTo>
                  <a:pt x="10668" y="92964"/>
                </a:lnTo>
                <a:lnTo>
                  <a:pt x="9906" y="102870"/>
                </a:lnTo>
                <a:lnTo>
                  <a:pt x="12954" y="97536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33" name="Google Shape;3633;g2668d8541bd_0_222"/>
          <p:cNvGrpSpPr/>
          <p:nvPr/>
        </p:nvGrpSpPr>
        <p:grpSpPr>
          <a:xfrm>
            <a:off x="1798281" y="3144015"/>
            <a:ext cx="625253" cy="265406"/>
            <a:chOff x="3818381" y="2827019"/>
            <a:chExt cx="467269" cy="187262"/>
          </a:xfrm>
        </p:grpSpPr>
        <p:sp>
          <p:nvSpPr>
            <p:cNvPr id="3634" name="Google Shape;3634;g2668d8541bd_0_222"/>
            <p:cNvSpPr/>
            <p:nvPr/>
          </p:nvSpPr>
          <p:spPr>
            <a:xfrm>
              <a:off x="3818381" y="2877121"/>
              <a:ext cx="210185" cy="137160"/>
            </a:xfrm>
            <a:custGeom>
              <a:rect b="b" l="l" r="r" t="t"/>
              <a:pathLst>
                <a:path extrusionOk="0" h="137160" w="210185">
                  <a:moveTo>
                    <a:pt x="0" y="16192"/>
                  </a:moveTo>
                  <a:lnTo>
                    <a:pt x="1404" y="28527"/>
                  </a:lnTo>
                  <a:lnTo>
                    <a:pt x="3238" y="40576"/>
                  </a:lnTo>
                  <a:lnTo>
                    <a:pt x="5357" y="52625"/>
                  </a:lnTo>
                  <a:lnTo>
                    <a:pt x="7620" y="64960"/>
                  </a:lnTo>
                  <a:lnTo>
                    <a:pt x="9775" y="80390"/>
                  </a:lnTo>
                  <a:lnTo>
                    <a:pt x="11715" y="95821"/>
                  </a:lnTo>
                  <a:lnTo>
                    <a:pt x="13513" y="111251"/>
                  </a:lnTo>
                  <a:lnTo>
                    <a:pt x="15240" y="126682"/>
                  </a:lnTo>
                  <a:lnTo>
                    <a:pt x="15240" y="132016"/>
                  </a:lnTo>
                  <a:lnTo>
                    <a:pt x="15240" y="132778"/>
                  </a:lnTo>
                  <a:lnTo>
                    <a:pt x="15240" y="136588"/>
                  </a:lnTo>
                  <a:lnTo>
                    <a:pt x="15240" y="130492"/>
                  </a:lnTo>
                  <a:lnTo>
                    <a:pt x="14478" y="128206"/>
                  </a:lnTo>
                  <a:lnTo>
                    <a:pt x="12954" y="122110"/>
                  </a:lnTo>
                  <a:lnTo>
                    <a:pt x="10513" y="109537"/>
                  </a:lnTo>
                  <a:lnTo>
                    <a:pt x="8858" y="96964"/>
                  </a:lnTo>
                  <a:lnTo>
                    <a:pt x="7917" y="84391"/>
                  </a:lnTo>
                  <a:lnTo>
                    <a:pt x="7620" y="71818"/>
                  </a:lnTo>
                  <a:lnTo>
                    <a:pt x="7203" y="59638"/>
                  </a:lnTo>
                  <a:lnTo>
                    <a:pt x="21181" y="19073"/>
                  </a:lnTo>
                  <a:lnTo>
                    <a:pt x="58090" y="8334"/>
                  </a:lnTo>
                  <a:lnTo>
                    <a:pt x="69246" y="10096"/>
                  </a:lnTo>
                  <a:lnTo>
                    <a:pt x="109442" y="41338"/>
                  </a:lnTo>
                  <a:lnTo>
                    <a:pt x="126718" y="78045"/>
                  </a:lnTo>
                  <a:lnTo>
                    <a:pt x="134112" y="113728"/>
                  </a:lnTo>
                  <a:lnTo>
                    <a:pt x="134874" y="118300"/>
                  </a:lnTo>
                  <a:lnTo>
                    <a:pt x="134874" y="123634"/>
                  </a:lnTo>
                  <a:lnTo>
                    <a:pt x="134874" y="128206"/>
                  </a:lnTo>
                  <a:lnTo>
                    <a:pt x="133064" y="119622"/>
                  </a:lnTo>
                  <a:lnTo>
                    <a:pt x="131254" y="110966"/>
                  </a:lnTo>
                  <a:lnTo>
                    <a:pt x="129730" y="102167"/>
                  </a:lnTo>
                  <a:lnTo>
                    <a:pt x="128778" y="93154"/>
                  </a:lnTo>
                  <a:lnTo>
                    <a:pt x="128289" y="78759"/>
                  </a:lnTo>
                  <a:lnTo>
                    <a:pt x="128301" y="64293"/>
                  </a:lnTo>
                  <a:lnTo>
                    <a:pt x="138398" y="18573"/>
                  </a:lnTo>
                  <a:lnTo>
                    <a:pt x="162782" y="0"/>
                  </a:lnTo>
                  <a:lnTo>
                    <a:pt x="169937" y="142"/>
                  </a:lnTo>
                  <a:lnTo>
                    <a:pt x="200406" y="32956"/>
                  </a:lnTo>
                  <a:lnTo>
                    <a:pt x="208788" y="80200"/>
                  </a:lnTo>
                  <a:lnTo>
                    <a:pt x="209311" y="86951"/>
                  </a:lnTo>
                  <a:lnTo>
                    <a:pt x="210121" y="97631"/>
                  </a:lnTo>
                  <a:lnTo>
                    <a:pt x="210073" y="108168"/>
                  </a:lnTo>
                  <a:lnTo>
                    <a:pt x="208026" y="114490"/>
                  </a:lnTo>
                  <a:lnTo>
                    <a:pt x="204978" y="116776"/>
                  </a:lnTo>
                  <a:lnTo>
                    <a:pt x="203454" y="114490"/>
                  </a:lnTo>
                  <a:lnTo>
                    <a:pt x="200406" y="11296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5" name="Google Shape;3635;g2668d8541bd_0_222"/>
            <p:cNvSpPr/>
            <p:nvPr/>
          </p:nvSpPr>
          <p:spPr>
            <a:xfrm>
              <a:off x="4053458" y="2875025"/>
              <a:ext cx="99060" cy="110489"/>
            </a:xfrm>
            <a:custGeom>
              <a:rect b="b" l="l" r="r" t="t"/>
              <a:pathLst>
                <a:path extrusionOk="0" h="110489" w="99060">
                  <a:moveTo>
                    <a:pt x="65912" y="38100"/>
                  </a:moveTo>
                  <a:lnTo>
                    <a:pt x="62150" y="32254"/>
                  </a:lnTo>
                  <a:lnTo>
                    <a:pt x="58673" y="26193"/>
                  </a:lnTo>
                  <a:lnTo>
                    <a:pt x="55197" y="19990"/>
                  </a:lnTo>
                  <a:lnTo>
                    <a:pt x="51434" y="13716"/>
                  </a:lnTo>
                  <a:lnTo>
                    <a:pt x="48386" y="8382"/>
                  </a:lnTo>
                  <a:lnTo>
                    <a:pt x="43814" y="762"/>
                  </a:lnTo>
                  <a:lnTo>
                    <a:pt x="36194" y="0"/>
                  </a:lnTo>
                  <a:lnTo>
                    <a:pt x="29789" y="1726"/>
                  </a:lnTo>
                  <a:lnTo>
                    <a:pt x="24383" y="7524"/>
                  </a:lnTo>
                  <a:lnTo>
                    <a:pt x="20121" y="14894"/>
                  </a:lnTo>
                  <a:lnTo>
                    <a:pt x="17144" y="21336"/>
                  </a:lnTo>
                  <a:lnTo>
                    <a:pt x="11429" y="33611"/>
                  </a:lnTo>
                  <a:lnTo>
                    <a:pt x="1142" y="73152"/>
                  </a:lnTo>
                  <a:lnTo>
                    <a:pt x="0" y="90868"/>
                  </a:lnTo>
                  <a:lnTo>
                    <a:pt x="1357" y="100155"/>
                  </a:lnTo>
                  <a:lnTo>
                    <a:pt x="5714" y="107442"/>
                  </a:lnTo>
                  <a:lnTo>
                    <a:pt x="10989" y="110180"/>
                  </a:lnTo>
                  <a:lnTo>
                    <a:pt x="17049" y="109918"/>
                  </a:lnTo>
                  <a:lnTo>
                    <a:pt x="44422" y="76533"/>
                  </a:lnTo>
                  <a:lnTo>
                    <a:pt x="52018" y="36183"/>
                  </a:lnTo>
                  <a:lnTo>
                    <a:pt x="52196" y="25908"/>
                  </a:lnTo>
                  <a:lnTo>
                    <a:pt x="52196" y="25146"/>
                  </a:lnTo>
                  <a:lnTo>
                    <a:pt x="52196" y="24384"/>
                  </a:lnTo>
                  <a:lnTo>
                    <a:pt x="52196" y="22860"/>
                  </a:lnTo>
                  <a:lnTo>
                    <a:pt x="52196" y="24384"/>
                  </a:lnTo>
                  <a:lnTo>
                    <a:pt x="52196" y="33528"/>
                  </a:lnTo>
                  <a:lnTo>
                    <a:pt x="52196" y="36576"/>
                  </a:lnTo>
                  <a:lnTo>
                    <a:pt x="52732" y="44112"/>
                  </a:lnTo>
                  <a:lnTo>
                    <a:pt x="75818" y="80772"/>
                  </a:lnTo>
                  <a:lnTo>
                    <a:pt x="83141" y="81379"/>
                  </a:lnTo>
                  <a:lnTo>
                    <a:pt x="88677" y="79914"/>
                  </a:lnTo>
                  <a:lnTo>
                    <a:pt x="93499" y="76592"/>
                  </a:lnTo>
                  <a:lnTo>
                    <a:pt x="98678" y="7162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6" name="Google Shape;3636;g2668d8541bd_0_222"/>
            <p:cNvSpPr/>
            <p:nvPr/>
          </p:nvSpPr>
          <p:spPr>
            <a:xfrm>
              <a:off x="4162043" y="2869691"/>
              <a:ext cx="55245" cy="83185"/>
            </a:xfrm>
            <a:custGeom>
              <a:rect b="b" l="l" r="r" t="t"/>
              <a:pathLst>
                <a:path extrusionOk="0" h="83185" w="55245">
                  <a:moveTo>
                    <a:pt x="0" y="14477"/>
                  </a:moveTo>
                  <a:lnTo>
                    <a:pt x="5131" y="6643"/>
                  </a:lnTo>
                  <a:lnTo>
                    <a:pt x="10191" y="2095"/>
                  </a:lnTo>
                  <a:lnTo>
                    <a:pt x="16823" y="119"/>
                  </a:lnTo>
                  <a:lnTo>
                    <a:pt x="26670" y="0"/>
                  </a:lnTo>
                  <a:lnTo>
                    <a:pt x="34111" y="1535"/>
                  </a:lnTo>
                  <a:lnTo>
                    <a:pt x="54685" y="39040"/>
                  </a:lnTo>
                  <a:lnTo>
                    <a:pt x="54102" y="46481"/>
                  </a:lnTo>
                  <a:lnTo>
                    <a:pt x="32004" y="78485"/>
                  </a:lnTo>
                  <a:lnTo>
                    <a:pt x="21336" y="83057"/>
                  </a:lnTo>
                  <a:lnTo>
                    <a:pt x="21336" y="78485"/>
                  </a:lnTo>
                  <a:lnTo>
                    <a:pt x="21336" y="76199"/>
                  </a:lnTo>
                  <a:lnTo>
                    <a:pt x="21336" y="72389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7" name="Google Shape;3637;g2668d8541bd_0_222"/>
            <p:cNvSpPr/>
            <p:nvPr/>
          </p:nvSpPr>
          <p:spPr>
            <a:xfrm>
              <a:off x="4221515" y="2827019"/>
              <a:ext cx="64135" cy="107950"/>
            </a:xfrm>
            <a:custGeom>
              <a:rect b="b" l="l" r="r" t="t"/>
              <a:pathLst>
                <a:path extrusionOk="0" h="107950" w="64135">
                  <a:moveTo>
                    <a:pt x="36540" y="0"/>
                  </a:moveTo>
                  <a:lnTo>
                    <a:pt x="4262" y="33587"/>
                  </a:lnTo>
                  <a:lnTo>
                    <a:pt x="0" y="58852"/>
                  </a:lnTo>
                  <a:lnTo>
                    <a:pt x="726" y="71628"/>
                  </a:lnTo>
                  <a:lnTo>
                    <a:pt x="22824" y="103905"/>
                  </a:lnTo>
                  <a:lnTo>
                    <a:pt x="43398" y="107442"/>
                  </a:lnTo>
                  <a:lnTo>
                    <a:pt x="53304" y="106680"/>
                  </a:lnTo>
                  <a:lnTo>
                    <a:pt x="57114" y="102870"/>
                  </a:lnTo>
                  <a:lnTo>
                    <a:pt x="63972" y="96774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38" name="Google Shape;3638;g2668d8541bd_0_2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208881" y="2935610"/>
            <a:ext cx="206803" cy="372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9" name="Google Shape;3639;g2668d8541bd_0_2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817050" y="3006889"/>
            <a:ext cx="219613" cy="214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0" name="Google Shape;3640;g2668d8541bd_0_22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521696" y="3046275"/>
            <a:ext cx="189692" cy="23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1" name="Google Shape;3641;g2668d8541bd_0_22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821688" y="3023089"/>
            <a:ext cx="187016" cy="2566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2" name="Google Shape;3642;g2668d8541bd_0_222"/>
          <p:cNvGrpSpPr/>
          <p:nvPr/>
        </p:nvGrpSpPr>
        <p:grpSpPr>
          <a:xfrm>
            <a:off x="6150773" y="3111603"/>
            <a:ext cx="100270" cy="87477"/>
            <a:chOff x="7070597" y="2804160"/>
            <a:chExt cx="74929" cy="61721"/>
          </a:xfrm>
        </p:grpSpPr>
        <p:sp>
          <p:nvSpPr>
            <p:cNvPr id="3643" name="Google Shape;3643;g2668d8541bd_0_222"/>
            <p:cNvSpPr/>
            <p:nvPr/>
          </p:nvSpPr>
          <p:spPr>
            <a:xfrm>
              <a:off x="7070597" y="2804160"/>
              <a:ext cx="55245" cy="1269"/>
            </a:xfrm>
            <a:custGeom>
              <a:rect b="b" l="l" r="r" t="t"/>
              <a:pathLst>
                <a:path extrusionOk="0" h="1269" w="55245">
                  <a:moveTo>
                    <a:pt x="0" y="0"/>
                  </a:moveTo>
                  <a:lnTo>
                    <a:pt x="9715" y="761"/>
                  </a:lnTo>
                  <a:lnTo>
                    <a:pt x="19431" y="952"/>
                  </a:lnTo>
                  <a:lnTo>
                    <a:pt x="29146" y="857"/>
                  </a:lnTo>
                  <a:lnTo>
                    <a:pt x="38862" y="761"/>
                  </a:lnTo>
                  <a:lnTo>
                    <a:pt x="44196" y="761"/>
                  </a:lnTo>
                  <a:lnTo>
                    <a:pt x="49530" y="761"/>
                  </a:lnTo>
                  <a:lnTo>
                    <a:pt x="54864" y="761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4" name="Google Shape;3644;g2668d8541bd_0_222"/>
            <p:cNvSpPr/>
            <p:nvPr/>
          </p:nvSpPr>
          <p:spPr>
            <a:xfrm>
              <a:off x="7089647" y="2850642"/>
              <a:ext cx="55879" cy="15239"/>
            </a:xfrm>
            <a:custGeom>
              <a:rect b="b" l="l" r="r" t="t"/>
              <a:pathLst>
                <a:path extrusionOk="0" h="15239" w="55879">
                  <a:moveTo>
                    <a:pt x="0" y="15239"/>
                  </a:moveTo>
                  <a:lnTo>
                    <a:pt x="38790" y="6024"/>
                  </a:lnTo>
                  <a:lnTo>
                    <a:pt x="52577" y="761"/>
                  </a:lnTo>
                  <a:lnTo>
                    <a:pt x="54102" y="0"/>
                  </a:lnTo>
                  <a:lnTo>
                    <a:pt x="55626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45" name="Google Shape;3645;g2668d8541bd_0_22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063942" y="3558767"/>
            <a:ext cx="294081" cy="173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6" name="Google Shape;3646;g2668d8541bd_0_22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995711" y="2794450"/>
            <a:ext cx="106079" cy="104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7" name="Google Shape;3647;g2668d8541bd_0_222"/>
          <p:cNvGrpSpPr/>
          <p:nvPr/>
        </p:nvGrpSpPr>
        <p:grpSpPr>
          <a:xfrm>
            <a:off x="6968833" y="2972278"/>
            <a:ext cx="331414" cy="359651"/>
            <a:chOff x="7682471" y="2705849"/>
            <a:chExt cx="247675" cy="253758"/>
          </a:xfrm>
        </p:grpSpPr>
        <p:sp>
          <p:nvSpPr>
            <p:cNvPr id="3648" name="Google Shape;3648;g2668d8541bd_0_222"/>
            <p:cNvSpPr/>
            <p:nvPr/>
          </p:nvSpPr>
          <p:spPr>
            <a:xfrm>
              <a:off x="7703820" y="2944368"/>
              <a:ext cx="15240" cy="15239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49" name="Google Shape;3649;g2668d8541bd_0_22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682471" y="2705849"/>
              <a:ext cx="247675" cy="2042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50" name="Google Shape;3650;g2668d8541bd_0_222"/>
          <p:cNvSpPr/>
          <p:nvPr/>
        </p:nvSpPr>
        <p:spPr>
          <a:xfrm>
            <a:off x="7028358" y="3405425"/>
            <a:ext cx="0" cy="73808"/>
          </a:xfrm>
          <a:custGeom>
            <a:rect b="b" l="l" r="r" t="t"/>
            <a:pathLst>
              <a:path extrusionOk="0" h="52069" w="120000">
                <a:moveTo>
                  <a:pt x="0" y="0"/>
                </a:moveTo>
                <a:lnTo>
                  <a:pt x="0" y="13132"/>
                </a:lnTo>
                <a:lnTo>
                  <a:pt x="0" y="26193"/>
                </a:lnTo>
                <a:lnTo>
                  <a:pt x="0" y="39112"/>
                </a:lnTo>
                <a:lnTo>
                  <a:pt x="0" y="51816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1" name="Google Shape;3651;g2668d8541bd_0_22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105835" y="3357617"/>
            <a:ext cx="158082" cy="1061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2" name="Google Shape;3652;g2668d8541bd_0_222"/>
          <p:cNvGrpSpPr/>
          <p:nvPr/>
        </p:nvGrpSpPr>
        <p:grpSpPr>
          <a:xfrm>
            <a:off x="6543649" y="3083538"/>
            <a:ext cx="149545" cy="264056"/>
            <a:chOff x="7364730" y="2784348"/>
            <a:chExt cx="111759" cy="186309"/>
          </a:xfrm>
        </p:grpSpPr>
        <p:sp>
          <p:nvSpPr>
            <p:cNvPr id="3653" name="Google Shape;3653;g2668d8541bd_0_222"/>
            <p:cNvSpPr/>
            <p:nvPr/>
          </p:nvSpPr>
          <p:spPr>
            <a:xfrm>
              <a:off x="7421880" y="2784348"/>
              <a:ext cx="3175" cy="121285"/>
            </a:xfrm>
            <a:custGeom>
              <a:rect b="b" l="l" r="r" t="t"/>
              <a:pathLst>
                <a:path extrusionOk="0" h="121285" w="3175">
                  <a:moveTo>
                    <a:pt x="3048" y="0"/>
                  </a:moveTo>
                  <a:lnTo>
                    <a:pt x="1607" y="14049"/>
                  </a:lnTo>
                  <a:lnTo>
                    <a:pt x="666" y="27813"/>
                  </a:lnTo>
                  <a:lnTo>
                    <a:pt x="154" y="41576"/>
                  </a:lnTo>
                  <a:lnTo>
                    <a:pt x="0" y="55626"/>
                  </a:lnTo>
                  <a:lnTo>
                    <a:pt x="11" y="68199"/>
                  </a:lnTo>
                  <a:lnTo>
                    <a:pt x="95" y="80772"/>
                  </a:lnTo>
                  <a:lnTo>
                    <a:pt x="321" y="93345"/>
                  </a:lnTo>
                  <a:lnTo>
                    <a:pt x="762" y="105918"/>
                  </a:lnTo>
                  <a:lnTo>
                    <a:pt x="762" y="113538"/>
                  </a:lnTo>
                  <a:lnTo>
                    <a:pt x="1524" y="115823"/>
                  </a:lnTo>
                  <a:lnTo>
                    <a:pt x="762" y="121157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4" name="Google Shape;3654;g2668d8541bd_0_222"/>
            <p:cNvSpPr/>
            <p:nvPr/>
          </p:nvSpPr>
          <p:spPr>
            <a:xfrm>
              <a:off x="7364730" y="2957322"/>
              <a:ext cx="111759" cy="13335"/>
            </a:xfrm>
            <a:custGeom>
              <a:rect b="b" l="l" r="r" t="t"/>
              <a:pathLst>
                <a:path extrusionOk="0" h="13335" w="111759">
                  <a:moveTo>
                    <a:pt x="0" y="10667"/>
                  </a:moveTo>
                  <a:lnTo>
                    <a:pt x="16966" y="12656"/>
                  </a:lnTo>
                  <a:lnTo>
                    <a:pt x="32289" y="12858"/>
                  </a:lnTo>
                  <a:lnTo>
                    <a:pt x="47470" y="11203"/>
                  </a:lnTo>
                  <a:lnTo>
                    <a:pt x="64008" y="7619"/>
                  </a:lnTo>
                  <a:lnTo>
                    <a:pt x="75652" y="5250"/>
                  </a:lnTo>
                  <a:lnTo>
                    <a:pt x="86868" y="2952"/>
                  </a:lnTo>
                  <a:lnTo>
                    <a:pt x="98083" y="1083"/>
                  </a:lnTo>
                  <a:lnTo>
                    <a:pt x="109728" y="0"/>
                  </a:lnTo>
                  <a:lnTo>
                    <a:pt x="110489" y="0"/>
                  </a:lnTo>
                  <a:lnTo>
                    <a:pt x="111252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55" name="Google Shape;3655;g2668d8541bd_0_22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564391" y="3427008"/>
            <a:ext cx="112197" cy="128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6" name="Google Shape;3656;g2668d8541bd_0_22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416833" y="2970169"/>
            <a:ext cx="213127" cy="2063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7" name="Google Shape;3657;g2668d8541bd_0_222"/>
          <p:cNvGrpSpPr/>
          <p:nvPr/>
        </p:nvGrpSpPr>
        <p:grpSpPr>
          <a:xfrm>
            <a:off x="7766176" y="2696890"/>
            <a:ext cx="317139" cy="406109"/>
            <a:chOff x="8278355" y="2511539"/>
            <a:chExt cx="237007" cy="286537"/>
          </a:xfrm>
        </p:grpSpPr>
        <p:pic>
          <p:nvPicPr>
            <p:cNvPr id="3658" name="Google Shape;3658;g2668d8541bd_0_222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8278355" y="2644889"/>
              <a:ext cx="161569" cy="153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9" name="Google Shape;3659;g2668d8541bd_0_222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426183" y="2511539"/>
              <a:ext cx="89179" cy="960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60" name="Google Shape;3660;g2668d8541bd_0_22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568382" y="3789886"/>
            <a:ext cx="155406" cy="20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1" name="Google Shape;3661;g2668d8541bd_0_22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933807" y="3788806"/>
            <a:ext cx="171338" cy="2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2" name="Google Shape;3662;g2668d8541bd_0_22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088797" y="3100849"/>
            <a:ext cx="87725" cy="1674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63" name="Google Shape;3663;g2668d8541bd_0_222"/>
          <p:cNvGrpSpPr/>
          <p:nvPr/>
        </p:nvGrpSpPr>
        <p:grpSpPr>
          <a:xfrm>
            <a:off x="7627007" y="3227156"/>
            <a:ext cx="371689" cy="304591"/>
            <a:chOff x="8174342" y="2885681"/>
            <a:chExt cx="277774" cy="214909"/>
          </a:xfrm>
        </p:grpSpPr>
        <p:pic>
          <p:nvPicPr>
            <p:cNvPr id="3664" name="Google Shape;3664;g2668d8541bd_0_222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8294357" y="2997695"/>
              <a:ext cx="157759" cy="102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5" name="Google Shape;3665;g2668d8541bd_0_222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8174342" y="2885681"/>
              <a:ext cx="93370" cy="1242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66" name="Google Shape;3666;g2668d8541bd_0_222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8119514" y="3260688"/>
            <a:ext cx="227293" cy="176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67" name="Google Shape;3667;g2668d8541bd_0_222"/>
          <p:cNvGrpSpPr/>
          <p:nvPr/>
        </p:nvGrpSpPr>
        <p:grpSpPr>
          <a:xfrm>
            <a:off x="6128547" y="4092239"/>
            <a:ext cx="385260" cy="855365"/>
            <a:chOff x="7053988" y="3496055"/>
            <a:chExt cx="287894" cy="603517"/>
          </a:xfrm>
        </p:grpSpPr>
        <p:sp>
          <p:nvSpPr>
            <p:cNvPr id="3668" name="Google Shape;3668;g2668d8541bd_0_222"/>
            <p:cNvSpPr/>
            <p:nvPr/>
          </p:nvSpPr>
          <p:spPr>
            <a:xfrm>
              <a:off x="7053988" y="3496055"/>
              <a:ext cx="232409" cy="576579"/>
            </a:xfrm>
            <a:custGeom>
              <a:rect b="b" l="l" r="r" t="t"/>
              <a:pathLst>
                <a:path extrusionOk="0" h="576579" w="232409">
                  <a:moveTo>
                    <a:pt x="2893" y="0"/>
                  </a:moveTo>
                  <a:lnTo>
                    <a:pt x="1357" y="16573"/>
                  </a:lnTo>
                  <a:lnTo>
                    <a:pt x="321" y="33147"/>
                  </a:lnTo>
                  <a:lnTo>
                    <a:pt x="0" y="49720"/>
                  </a:lnTo>
                  <a:lnTo>
                    <a:pt x="607" y="66294"/>
                  </a:lnTo>
                  <a:lnTo>
                    <a:pt x="3357" y="110180"/>
                  </a:lnTo>
                  <a:lnTo>
                    <a:pt x="6607" y="153924"/>
                  </a:lnTo>
                  <a:lnTo>
                    <a:pt x="9715" y="197667"/>
                  </a:lnTo>
                  <a:lnTo>
                    <a:pt x="12037" y="241554"/>
                  </a:lnTo>
                  <a:lnTo>
                    <a:pt x="12406" y="272534"/>
                  </a:lnTo>
                  <a:lnTo>
                    <a:pt x="12703" y="303657"/>
                  </a:lnTo>
                  <a:lnTo>
                    <a:pt x="13430" y="334779"/>
                  </a:lnTo>
                  <a:lnTo>
                    <a:pt x="16894" y="391346"/>
                  </a:lnTo>
                  <a:lnTo>
                    <a:pt x="23657" y="441948"/>
                  </a:lnTo>
                  <a:lnTo>
                    <a:pt x="31134" y="483096"/>
                  </a:lnTo>
                  <a:lnTo>
                    <a:pt x="37897" y="514790"/>
                  </a:lnTo>
                  <a:lnTo>
                    <a:pt x="40993" y="530352"/>
                  </a:lnTo>
                  <a:lnTo>
                    <a:pt x="42326" y="538483"/>
                  </a:lnTo>
                  <a:lnTo>
                    <a:pt x="43088" y="546830"/>
                  </a:lnTo>
                  <a:lnTo>
                    <a:pt x="43564" y="555319"/>
                  </a:lnTo>
                  <a:lnTo>
                    <a:pt x="44041" y="563880"/>
                  </a:lnTo>
                  <a:lnTo>
                    <a:pt x="44041" y="566928"/>
                  </a:lnTo>
                  <a:lnTo>
                    <a:pt x="43279" y="573024"/>
                  </a:lnTo>
                  <a:lnTo>
                    <a:pt x="45565" y="574548"/>
                  </a:lnTo>
                  <a:lnTo>
                    <a:pt x="47851" y="576072"/>
                  </a:lnTo>
                  <a:lnTo>
                    <a:pt x="53185" y="576072"/>
                  </a:lnTo>
                  <a:lnTo>
                    <a:pt x="56233" y="576072"/>
                  </a:lnTo>
                  <a:lnTo>
                    <a:pt x="63091" y="575810"/>
                  </a:lnTo>
                  <a:lnTo>
                    <a:pt x="69949" y="575119"/>
                  </a:lnTo>
                  <a:lnTo>
                    <a:pt x="76807" y="574143"/>
                  </a:lnTo>
                  <a:lnTo>
                    <a:pt x="83665" y="573024"/>
                  </a:lnTo>
                  <a:lnTo>
                    <a:pt x="97833" y="571857"/>
                  </a:lnTo>
                  <a:lnTo>
                    <a:pt x="111859" y="570547"/>
                  </a:lnTo>
                  <a:lnTo>
                    <a:pt x="125884" y="568952"/>
                  </a:lnTo>
                  <a:lnTo>
                    <a:pt x="140053" y="566928"/>
                  </a:lnTo>
                  <a:lnTo>
                    <a:pt x="155602" y="563975"/>
                  </a:lnTo>
                  <a:lnTo>
                    <a:pt x="171295" y="561022"/>
                  </a:lnTo>
                  <a:lnTo>
                    <a:pt x="186987" y="558355"/>
                  </a:lnTo>
                  <a:lnTo>
                    <a:pt x="202537" y="556260"/>
                  </a:lnTo>
                  <a:lnTo>
                    <a:pt x="210919" y="554736"/>
                  </a:lnTo>
                  <a:lnTo>
                    <a:pt x="219301" y="554736"/>
                  </a:lnTo>
                  <a:lnTo>
                    <a:pt x="227683" y="554736"/>
                  </a:lnTo>
                  <a:lnTo>
                    <a:pt x="232255" y="554736"/>
                  </a:lnTo>
                  <a:lnTo>
                    <a:pt x="229969" y="553212"/>
                  </a:lnTo>
                  <a:lnTo>
                    <a:pt x="229207" y="54940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69" name="Google Shape;3669;g2668d8541bd_0_222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7275563" y="4002773"/>
              <a:ext cx="66319" cy="967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70" name="Google Shape;3670;g2668d8541bd_0_222"/>
          <p:cNvGrpSpPr/>
          <p:nvPr/>
        </p:nvGrpSpPr>
        <p:grpSpPr>
          <a:xfrm>
            <a:off x="6935044" y="4718611"/>
            <a:ext cx="1438862" cy="298262"/>
            <a:chOff x="7657230" y="3938003"/>
            <a:chExt cx="1075302" cy="210444"/>
          </a:xfrm>
        </p:grpSpPr>
        <p:pic>
          <p:nvPicPr>
            <p:cNvPr id="3671" name="Google Shape;3671;g2668d8541bd_0_222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7657230" y="4011345"/>
              <a:ext cx="233292" cy="1371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2" name="Google Shape;3672;g2668d8541bd_0_222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7932407" y="3992867"/>
              <a:ext cx="64033" cy="1074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3" name="Google Shape;3673;g2668d8541bd_0_222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8025371" y="3985247"/>
              <a:ext cx="195097" cy="1227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4" name="Google Shape;3674;g2668d8541bd_0_222"/>
            <p:cNvSpPr/>
            <p:nvPr/>
          </p:nvSpPr>
          <p:spPr>
            <a:xfrm>
              <a:off x="8249781" y="4006596"/>
              <a:ext cx="8890" cy="81914"/>
            </a:xfrm>
            <a:custGeom>
              <a:rect b="b" l="l" r="r" t="t"/>
              <a:pathLst>
                <a:path extrusionOk="0" h="81914" w="8890">
                  <a:moveTo>
                    <a:pt x="392" y="0"/>
                  </a:moveTo>
                  <a:lnTo>
                    <a:pt x="0" y="11406"/>
                  </a:lnTo>
                  <a:lnTo>
                    <a:pt x="107" y="22098"/>
                  </a:lnTo>
                  <a:lnTo>
                    <a:pt x="928" y="32789"/>
                  </a:lnTo>
                  <a:lnTo>
                    <a:pt x="2678" y="44196"/>
                  </a:lnTo>
                  <a:lnTo>
                    <a:pt x="4810" y="52316"/>
                  </a:lnTo>
                  <a:lnTo>
                    <a:pt x="6584" y="60578"/>
                  </a:lnTo>
                  <a:lnTo>
                    <a:pt x="7929" y="68841"/>
                  </a:lnTo>
                  <a:lnTo>
                    <a:pt x="8774" y="76962"/>
                  </a:lnTo>
                  <a:lnTo>
                    <a:pt x="8774" y="78486"/>
                  </a:lnTo>
                  <a:lnTo>
                    <a:pt x="8774" y="80010"/>
                  </a:lnTo>
                  <a:lnTo>
                    <a:pt x="8774" y="81534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75" name="Google Shape;3675;g2668d8541bd_0_222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8308073" y="3979913"/>
              <a:ext cx="83845" cy="1097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6" name="Google Shape;3676;g2668d8541bd_0_222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8421611" y="3954005"/>
              <a:ext cx="93751" cy="131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7" name="Google Shape;3677;g2668d8541bd_0_222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549341" y="3938003"/>
              <a:ext cx="183191" cy="124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78" name="Google Shape;3678;g2668d8541bd_0_222"/>
          <p:cNvGrpSpPr/>
          <p:nvPr/>
        </p:nvGrpSpPr>
        <p:grpSpPr>
          <a:xfrm>
            <a:off x="8631856" y="4598734"/>
            <a:ext cx="776976" cy="275593"/>
            <a:chOff x="8925306" y="3853421"/>
            <a:chExt cx="580656" cy="194449"/>
          </a:xfrm>
        </p:grpSpPr>
        <p:sp>
          <p:nvSpPr>
            <p:cNvPr id="3679" name="Google Shape;3679;g2668d8541bd_0_222"/>
            <p:cNvSpPr/>
            <p:nvPr/>
          </p:nvSpPr>
          <p:spPr>
            <a:xfrm>
              <a:off x="8925306" y="3957066"/>
              <a:ext cx="1270" cy="90804"/>
            </a:xfrm>
            <a:custGeom>
              <a:rect b="b" l="l" r="r" t="t"/>
              <a:pathLst>
                <a:path extrusionOk="0" h="90804" w="1270">
                  <a:moveTo>
                    <a:pt x="761" y="0"/>
                  </a:moveTo>
                  <a:lnTo>
                    <a:pt x="321" y="16002"/>
                  </a:lnTo>
                  <a:lnTo>
                    <a:pt x="95" y="32004"/>
                  </a:lnTo>
                  <a:lnTo>
                    <a:pt x="11" y="48006"/>
                  </a:lnTo>
                  <a:lnTo>
                    <a:pt x="0" y="64008"/>
                  </a:lnTo>
                  <a:lnTo>
                    <a:pt x="0" y="70854"/>
                  </a:lnTo>
                  <a:lnTo>
                    <a:pt x="0" y="77628"/>
                  </a:lnTo>
                  <a:lnTo>
                    <a:pt x="0" y="84260"/>
                  </a:lnTo>
                  <a:lnTo>
                    <a:pt x="0" y="9067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0" name="Google Shape;3680;g2668d8541bd_0_222"/>
            <p:cNvSpPr/>
            <p:nvPr/>
          </p:nvSpPr>
          <p:spPr>
            <a:xfrm>
              <a:off x="8937498" y="3918204"/>
              <a:ext cx="71754" cy="107950"/>
            </a:xfrm>
            <a:custGeom>
              <a:rect b="b" l="l" r="r" t="t"/>
              <a:pathLst>
                <a:path extrusionOk="0" h="107950" w="71754">
                  <a:moveTo>
                    <a:pt x="0" y="26670"/>
                  </a:moveTo>
                  <a:lnTo>
                    <a:pt x="18288" y="64008"/>
                  </a:lnTo>
                  <a:lnTo>
                    <a:pt x="35052" y="73914"/>
                  </a:lnTo>
                  <a:lnTo>
                    <a:pt x="35814" y="73152"/>
                  </a:lnTo>
                  <a:lnTo>
                    <a:pt x="37338" y="73914"/>
                  </a:lnTo>
                  <a:lnTo>
                    <a:pt x="44029" y="36159"/>
                  </a:lnTo>
                  <a:lnTo>
                    <a:pt x="64769" y="0"/>
                  </a:lnTo>
                  <a:lnTo>
                    <a:pt x="67818" y="5334"/>
                  </a:lnTo>
                  <a:lnTo>
                    <a:pt x="70104" y="9906"/>
                  </a:lnTo>
                  <a:lnTo>
                    <a:pt x="70104" y="18288"/>
                  </a:lnTo>
                  <a:lnTo>
                    <a:pt x="70735" y="35790"/>
                  </a:lnTo>
                  <a:lnTo>
                    <a:pt x="71151" y="53721"/>
                  </a:lnTo>
                  <a:lnTo>
                    <a:pt x="70854" y="71651"/>
                  </a:lnTo>
                  <a:lnTo>
                    <a:pt x="69342" y="89154"/>
                  </a:lnTo>
                  <a:lnTo>
                    <a:pt x="68580" y="95250"/>
                  </a:lnTo>
                  <a:lnTo>
                    <a:pt x="67056" y="101346"/>
                  </a:lnTo>
                  <a:lnTo>
                    <a:pt x="67818" y="10744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81" name="Google Shape;3681;g2668d8541bd_0_222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9035783" y="3880091"/>
              <a:ext cx="166141" cy="147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2" name="Google Shape;3682;g2668d8541bd_0_222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9228569" y="3853421"/>
              <a:ext cx="277393" cy="1501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83" name="Google Shape;3683;g2668d8541bd_0_222"/>
          <p:cNvGrpSpPr/>
          <p:nvPr/>
        </p:nvGrpSpPr>
        <p:grpSpPr>
          <a:xfrm>
            <a:off x="924461" y="5647479"/>
            <a:ext cx="8866741" cy="1971707"/>
            <a:chOff x="924461" y="5647479"/>
            <a:chExt cx="8866741" cy="1971707"/>
          </a:xfrm>
        </p:grpSpPr>
        <p:grpSp>
          <p:nvGrpSpPr>
            <p:cNvPr id="3684" name="Google Shape;3684;g2668d8541bd_0_222"/>
            <p:cNvGrpSpPr/>
            <p:nvPr/>
          </p:nvGrpSpPr>
          <p:grpSpPr>
            <a:xfrm>
              <a:off x="924461" y="5892555"/>
              <a:ext cx="1065006" cy="512290"/>
              <a:chOff x="3165348" y="4766297"/>
              <a:chExt cx="795909" cy="361455"/>
            </a:xfrm>
          </p:grpSpPr>
          <p:sp>
            <p:nvSpPr>
              <p:cNvPr id="3685" name="Google Shape;3685;g2668d8541bd_0_222"/>
              <p:cNvSpPr/>
              <p:nvPr/>
            </p:nvSpPr>
            <p:spPr>
              <a:xfrm>
                <a:off x="3165348" y="4812792"/>
                <a:ext cx="118110" cy="222885"/>
              </a:xfrm>
              <a:custGeom>
                <a:rect b="b" l="l" r="r" t="t"/>
                <a:pathLst>
                  <a:path extrusionOk="0" h="222885" w="118110">
                    <a:moveTo>
                      <a:pt x="67056" y="19050"/>
                    </a:moveTo>
                    <a:lnTo>
                      <a:pt x="62198" y="12751"/>
                    </a:lnTo>
                    <a:lnTo>
                      <a:pt x="57340" y="6953"/>
                    </a:lnTo>
                    <a:lnTo>
                      <a:pt x="51625" y="2440"/>
                    </a:lnTo>
                    <a:lnTo>
                      <a:pt x="44196" y="0"/>
                    </a:lnTo>
                    <a:lnTo>
                      <a:pt x="35409" y="666"/>
                    </a:lnTo>
                    <a:lnTo>
                      <a:pt x="4953" y="38766"/>
                    </a:lnTo>
                    <a:lnTo>
                      <a:pt x="0" y="64008"/>
                    </a:lnTo>
                    <a:lnTo>
                      <a:pt x="345" y="74533"/>
                    </a:lnTo>
                    <a:lnTo>
                      <a:pt x="35159" y="110370"/>
                    </a:lnTo>
                    <a:lnTo>
                      <a:pt x="56292" y="117919"/>
                    </a:lnTo>
                    <a:lnTo>
                      <a:pt x="77283" y="125753"/>
                    </a:lnTo>
                    <a:lnTo>
                      <a:pt x="112585" y="154400"/>
                    </a:lnTo>
                    <a:lnTo>
                      <a:pt x="118110" y="176784"/>
                    </a:lnTo>
                    <a:lnTo>
                      <a:pt x="114907" y="186678"/>
                    </a:lnTo>
                    <a:lnTo>
                      <a:pt x="79176" y="212205"/>
                    </a:lnTo>
                    <a:lnTo>
                      <a:pt x="40386" y="221742"/>
                    </a:lnTo>
                    <a:lnTo>
                      <a:pt x="22383" y="222504"/>
                    </a:lnTo>
                    <a:lnTo>
                      <a:pt x="13275" y="220884"/>
                    </a:lnTo>
                    <a:lnTo>
                      <a:pt x="6096" y="216408"/>
                    </a:lnTo>
                    <a:lnTo>
                      <a:pt x="2940" y="210990"/>
                    </a:lnTo>
                    <a:lnTo>
                      <a:pt x="2000" y="204501"/>
                    </a:lnTo>
                    <a:lnTo>
                      <a:pt x="2345" y="197869"/>
                    </a:lnTo>
                    <a:lnTo>
                      <a:pt x="3048" y="19202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6" name="Google Shape;3686;g2668d8541bd_0_222"/>
              <p:cNvSpPr/>
              <p:nvPr/>
            </p:nvSpPr>
            <p:spPr>
              <a:xfrm>
                <a:off x="3302412" y="4853190"/>
                <a:ext cx="85089" cy="124460"/>
              </a:xfrm>
              <a:custGeom>
                <a:rect b="b" l="l" r="r" t="t"/>
                <a:pathLst>
                  <a:path extrusionOk="0" h="124460" w="85089">
                    <a:moveTo>
                      <a:pt x="25241" y="19038"/>
                    </a:moveTo>
                    <a:lnTo>
                      <a:pt x="1416" y="50065"/>
                    </a:lnTo>
                    <a:lnTo>
                      <a:pt x="0" y="66663"/>
                    </a:lnTo>
                    <a:lnTo>
                      <a:pt x="154" y="83260"/>
                    </a:lnTo>
                    <a:lnTo>
                      <a:pt x="19311" y="121431"/>
                    </a:lnTo>
                    <a:lnTo>
                      <a:pt x="29051" y="124194"/>
                    </a:lnTo>
                    <a:lnTo>
                      <a:pt x="40600" y="123789"/>
                    </a:lnTo>
                    <a:lnTo>
                      <a:pt x="76211" y="93404"/>
                    </a:lnTo>
                    <a:lnTo>
                      <a:pt x="84677" y="53328"/>
                    </a:lnTo>
                    <a:lnTo>
                      <a:pt x="81998" y="39647"/>
                    </a:lnTo>
                    <a:lnTo>
                      <a:pt x="57245" y="7608"/>
                    </a:lnTo>
                    <a:lnTo>
                      <a:pt x="30991" y="0"/>
                    </a:lnTo>
                    <a:lnTo>
                      <a:pt x="22193" y="2274"/>
                    </a:lnTo>
                    <a:lnTo>
                      <a:pt x="17621" y="4560"/>
                    </a:lnTo>
                    <a:lnTo>
                      <a:pt x="16859" y="9132"/>
                    </a:lnTo>
                    <a:lnTo>
                      <a:pt x="16097" y="1370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7" name="Google Shape;3687;g2668d8541bd_0_222"/>
              <p:cNvSpPr/>
              <p:nvPr/>
            </p:nvSpPr>
            <p:spPr>
              <a:xfrm>
                <a:off x="3419856" y="4830318"/>
                <a:ext cx="79375" cy="127635"/>
              </a:xfrm>
              <a:custGeom>
                <a:rect b="b" l="l" r="r" t="t"/>
                <a:pathLst>
                  <a:path extrusionOk="0" h="127635" w="79375">
                    <a:moveTo>
                      <a:pt x="0" y="0"/>
                    </a:moveTo>
                    <a:lnTo>
                      <a:pt x="12192" y="48768"/>
                    </a:lnTo>
                    <a:lnTo>
                      <a:pt x="13692" y="88201"/>
                    </a:lnTo>
                    <a:lnTo>
                      <a:pt x="13716" y="101346"/>
                    </a:lnTo>
                    <a:lnTo>
                      <a:pt x="13716" y="105918"/>
                    </a:lnTo>
                    <a:lnTo>
                      <a:pt x="10668" y="121157"/>
                    </a:lnTo>
                    <a:lnTo>
                      <a:pt x="15240" y="124968"/>
                    </a:lnTo>
                    <a:lnTo>
                      <a:pt x="17526" y="127254"/>
                    </a:lnTo>
                    <a:lnTo>
                      <a:pt x="22860" y="126492"/>
                    </a:lnTo>
                    <a:lnTo>
                      <a:pt x="25908" y="126492"/>
                    </a:lnTo>
                    <a:lnTo>
                      <a:pt x="34492" y="124420"/>
                    </a:lnTo>
                    <a:lnTo>
                      <a:pt x="43148" y="121920"/>
                    </a:lnTo>
                    <a:lnTo>
                      <a:pt x="51946" y="119419"/>
                    </a:lnTo>
                    <a:lnTo>
                      <a:pt x="60960" y="117348"/>
                    </a:lnTo>
                    <a:lnTo>
                      <a:pt x="67818" y="116585"/>
                    </a:lnTo>
                    <a:lnTo>
                      <a:pt x="73152" y="115823"/>
                    </a:lnTo>
                    <a:lnTo>
                      <a:pt x="79248" y="112775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8" name="Google Shape;3688;g2668d8541bd_0_222"/>
              <p:cNvSpPr/>
              <p:nvPr/>
            </p:nvSpPr>
            <p:spPr>
              <a:xfrm>
                <a:off x="3511296" y="4800600"/>
                <a:ext cx="72389" cy="143510"/>
              </a:xfrm>
              <a:custGeom>
                <a:rect b="b" l="l" r="r" t="t"/>
                <a:pathLst>
                  <a:path extrusionOk="0" h="143510" w="72389">
                    <a:moveTo>
                      <a:pt x="0" y="57150"/>
                    </a:moveTo>
                    <a:lnTo>
                      <a:pt x="12192" y="98298"/>
                    </a:lnTo>
                    <a:lnTo>
                      <a:pt x="31242" y="133350"/>
                    </a:lnTo>
                    <a:lnTo>
                      <a:pt x="44196" y="143256"/>
                    </a:lnTo>
                    <a:lnTo>
                      <a:pt x="52578" y="140970"/>
                    </a:lnTo>
                    <a:lnTo>
                      <a:pt x="71818" y="96107"/>
                    </a:lnTo>
                    <a:lnTo>
                      <a:pt x="71699" y="84474"/>
                    </a:lnTo>
                    <a:lnTo>
                      <a:pt x="70866" y="73914"/>
                    </a:lnTo>
                    <a:lnTo>
                      <a:pt x="68520" y="61352"/>
                    </a:lnTo>
                    <a:lnTo>
                      <a:pt x="65246" y="48863"/>
                    </a:lnTo>
                    <a:lnTo>
                      <a:pt x="61543" y="36516"/>
                    </a:lnTo>
                    <a:lnTo>
                      <a:pt x="57911" y="24384"/>
                    </a:lnTo>
                    <a:lnTo>
                      <a:pt x="56066" y="18109"/>
                    </a:lnTo>
                    <a:lnTo>
                      <a:pt x="54006" y="11906"/>
                    </a:lnTo>
                    <a:lnTo>
                      <a:pt x="51804" y="5845"/>
                    </a:lnTo>
                    <a:lnTo>
                      <a:pt x="49529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9" name="Google Shape;3689;g2668d8541bd_0_222"/>
              <p:cNvSpPr/>
              <p:nvPr/>
            </p:nvSpPr>
            <p:spPr>
              <a:xfrm>
                <a:off x="3614928" y="4837176"/>
                <a:ext cx="53339" cy="119379"/>
              </a:xfrm>
              <a:custGeom>
                <a:rect b="b" l="l" r="r" t="t"/>
                <a:pathLst>
                  <a:path extrusionOk="0" h="119379" w="53339">
                    <a:moveTo>
                      <a:pt x="0" y="16764"/>
                    </a:moveTo>
                    <a:lnTo>
                      <a:pt x="10156" y="13882"/>
                    </a:lnTo>
                    <a:lnTo>
                      <a:pt x="20097" y="10858"/>
                    </a:lnTo>
                    <a:lnTo>
                      <a:pt x="29896" y="7548"/>
                    </a:lnTo>
                    <a:lnTo>
                      <a:pt x="39624" y="3810"/>
                    </a:lnTo>
                    <a:lnTo>
                      <a:pt x="44196" y="2286"/>
                    </a:lnTo>
                    <a:lnTo>
                      <a:pt x="48768" y="1524"/>
                    </a:lnTo>
                    <a:lnTo>
                      <a:pt x="53340" y="0"/>
                    </a:lnTo>
                    <a:lnTo>
                      <a:pt x="48767" y="762"/>
                    </a:lnTo>
                    <a:lnTo>
                      <a:pt x="44957" y="762"/>
                    </a:lnTo>
                    <a:lnTo>
                      <a:pt x="40386" y="3048"/>
                    </a:lnTo>
                    <a:lnTo>
                      <a:pt x="35052" y="6858"/>
                    </a:lnTo>
                    <a:lnTo>
                      <a:pt x="34290" y="10668"/>
                    </a:lnTo>
                    <a:lnTo>
                      <a:pt x="34290" y="17526"/>
                    </a:lnTo>
                    <a:lnTo>
                      <a:pt x="39600" y="60757"/>
                    </a:lnTo>
                    <a:lnTo>
                      <a:pt x="41719" y="70389"/>
                    </a:lnTo>
                    <a:lnTo>
                      <a:pt x="43553" y="79879"/>
                    </a:lnTo>
                    <a:lnTo>
                      <a:pt x="44958" y="89154"/>
                    </a:lnTo>
                    <a:lnTo>
                      <a:pt x="45422" y="96119"/>
                    </a:lnTo>
                    <a:lnTo>
                      <a:pt x="45815" y="103155"/>
                    </a:lnTo>
                    <a:lnTo>
                      <a:pt x="46351" y="110049"/>
                    </a:lnTo>
                    <a:lnTo>
                      <a:pt x="47244" y="116586"/>
                    </a:lnTo>
                    <a:lnTo>
                      <a:pt x="47244" y="117348"/>
                    </a:lnTo>
                    <a:lnTo>
                      <a:pt x="47244" y="118110"/>
                    </a:lnTo>
                    <a:lnTo>
                      <a:pt x="47244" y="11887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690" name="Google Shape;3690;g2668d8541bd_0_222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3700259" y="4766297"/>
                <a:ext cx="213385" cy="1796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91" name="Google Shape;3691;g2668d8541bd_0_222"/>
              <p:cNvSpPr/>
              <p:nvPr/>
            </p:nvSpPr>
            <p:spPr>
              <a:xfrm>
                <a:off x="3227832" y="5007102"/>
                <a:ext cx="733425" cy="120650"/>
              </a:xfrm>
              <a:custGeom>
                <a:rect b="b" l="l" r="r" t="t"/>
                <a:pathLst>
                  <a:path extrusionOk="0" h="120650" w="733425">
                    <a:moveTo>
                      <a:pt x="0" y="120396"/>
                    </a:moveTo>
                    <a:lnTo>
                      <a:pt x="12573" y="119514"/>
                    </a:lnTo>
                    <a:lnTo>
                      <a:pt x="25146" y="119062"/>
                    </a:lnTo>
                    <a:lnTo>
                      <a:pt x="37719" y="118895"/>
                    </a:lnTo>
                    <a:lnTo>
                      <a:pt x="50292" y="118872"/>
                    </a:lnTo>
                    <a:lnTo>
                      <a:pt x="71997" y="117467"/>
                    </a:lnTo>
                    <a:lnTo>
                      <a:pt x="93630" y="115633"/>
                    </a:lnTo>
                    <a:lnTo>
                      <a:pt x="115121" y="113514"/>
                    </a:lnTo>
                    <a:lnTo>
                      <a:pt x="136398" y="111252"/>
                    </a:lnTo>
                    <a:lnTo>
                      <a:pt x="187249" y="105667"/>
                    </a:lnTo>
                    <a:lnTo>
                      <a:pt x="238029" y="100298"/>
                    </a:lnTo>
                    <a:lnTo>
                      <a:pt x="288667" y="95071"/>
                    </a:lnTo>
                    <a:lnTo>
                      <a:pt x="339090" y="89916"/>
                    </a:lnTo>
                    <a:lnTo>
                      <a:pt x="374963" y="86189"/>
                    </a:lnTo>
                    <a:lnTo>
                      <a:pt x="446139" y="76735"/>
                    </a:lnTo>
                    <a:lnTo>
                      <a:pt x="526030" y="62793"/>
                    </a:lnTo>
                    <a:lnTo>
                      <a:pt x="570261" y="53721"/>
                    </a:lnTo>
                    <a:lnTo>
                      <a:pt x="614350" y="44076"/>
                    </a:lnTo>
                    <a:lnTo>
                      <a:pt x="658368" y="34290"/>
                    </a:lnTo>
                    <a:lnTo>
                      <a:pt x="688086" y="27146"/>
                    </a:lnTo>
                    <a:lnTo>
                      <a:pt x="702945" y="23681"/>
                    </a:lnTo>
                    <a:lnTo>
                      <a:pt x="717804" y="20574"/>
                    </a:lnTo>
                    <a:lnTo>
                      <a:pt x="721614" y="19812"/>
                    </a:lnTo>
                    <a:lnTo>
                      <a:pt x="729234" y="19812"/>
                    </a:lnTo>
                    <a:lnTo>
                      <a:pt x="733044" y="18288"/>
                    </a:lnTo>
                    <a:lnTo>
                      <a:pt x="733044" y="17526"/>
                    </a:lnTo>
                    <a:lnTo>
                      <a:pt x="727710" y="13716"/>
                    </a:lnTo>
                    <a:lnTo>
                      <a:pt x="723138" y="10668"/>
                    </a:lnTo>
                    <a:lnTo>
                      <a:pt x="719328" y="6858"/>
                    </a:lnTo>
                    <a:lnTo>
                      <a:pt x="717042" y="4572"/>
                    </a:lnTo>
                    <a:lnTo>
                      <a:pt x="715518" y="2286"/>
                    </a:lnTo>
                    <a:lnTo>
                      <a:pt x="713994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92" name="Google Shape;3692;g2668d8541bd_0_222"/>
            <p:cNvSpPr/>
            <p:nvPr/>
          </p:nvSpPr>
          <p:spPr>
            <a:xfrm>
              <a:off x="2082958" y="5929375"/>
              <a:ext cx="15286" cy="27003"/>
            </a:xfrm>
            <a:custGeom>
              <a:rect b="b" l="l" r="r" t="t"/>
              <a:pathLst>
                <a:path extrusionOk="0" h="19050" w="11429">
                  <a:moveTo>
                    <a:pt x="11429" y="0"/>
                  </a:moveTo>
                  <a:lnTo>
                    <a:pt x="3809" y="9906"/>
                  </a:lnTo>
                  <a:lnTo>
                    <a:pt x="2285" y="11430"/>
                  </a:lnTo>
                  <a:lnTo>
                    <a:pt x="0" y="1905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93" name="Google Shape;3693;g2668d8541bd_0_222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3304507" y="6008197"/>
              <a:ext cx="226783" cy="2236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4" name="Google Shape;3694;g2668d8541bd_0_222"/>
            <p:cNvSpPr/>
            <p:nvPr/>
          </p:nvSpPr>
          <p:spPr>
            <a:xfrm>
              <a:off x="3605980" y="6156175"/>
              <a:ext cx="14438" cy="107112"/>
            </a:xfrm>
            <a:custGeom>
              <a:rect b="b" l="l" r="r" t="t"/>
              <a:pathLst>
                <a:path extrusionOk="0" h="75564" w="10795">
                  <a:moveTo>
                    <a:pt x="273" y="0"/>
                  </a:moveTo>
                  <a:lnTo>
                    <a:pt x="3321" y="40385"/>
                  </a:lnTo>
                  <a:lnTo>
                    <a:pt x="7036" y="56864"/>
                  </a:lnTo>
                  <a:lnTo>
                    <a:pt x="8786" y="65353"/>
                  </a:lnTo>
                  <a:lnTo>
                    <a:pt x="10179" y="73913"/>
                  </a:lnTo>
                  <a:lnTo>
                    <a:pt x="10179" y="74675"/>
                  </a:lnTo>
                  <a:lnTo>
                    <a:pt x="10179" y="75437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95" name="Google Shape;3695;g2668d8541bd_0_222"/>
            <p:cNvGrpSpPr/>
            <p:nvPr/>
          </p:nvGrpSpPr>
          <p:grpSpPr>
            <a:xfrm>
              <a:off x="4167925" y="5937920"/>
              <a:ext cx="211080" cy="194955"/>
              <a:chOff x="5589270" y="4798301"/>
              <a:chExt cx="157746" cy="137554"/>
            </a:xfrm>
          </p:grpSpPr>
          <p:sp>
            <p:nvSpPr>
              <p:cNvPr id="3696" name="Google Shape;3696;g2668d8541bd_0_222"/>
              <p:cNvSpPr/>
              <p:nvPr/>
            </p:nvSpPr>
            <p:spPr>
              <a:xfrm>
                <a:off x="5612130" y="4846320"/>
                <a:ext cx="19050" cy="89535"/>
              </a:xfrm>
              <a:custGeom>
                <a:rect b="b" l="l" r="r" t="t"/>
                <a:pathLst>
                  <a:path extrusionOk="0" h="89535" w="19050">
                    <a:moveTo>
                      <a:pt x="0" y="0"/>
                    </a:moveTo>
                    <a:lnTo>
                      <a:pt x="2095" y="11751"/>
                    </a:lnTo>
                    <a:lnTo>
                      <a:pt x="4762" y="23145"/>
                    </a:lnTo>
                    <a:lnTo>
                      <a:pt x="7715" y="34397"/>
                    </a:lnTo>
                    <a:lnTo>
                      <a:pt x="10668" y="45720"/>
                    </a:lnTo>
                    <a:lnTo>
                      <a:pt x="13049" y="55554"/>
                    </a:lnTo>
                    <a:lnTo>
                      <a:pt x="15430" y="65531"/>
                    </a:lnTo>
                    <a:lnTo>
                      <a:pt x="17526" y="75509"/>
                    </a:lnTo>
                    <a:lnTo>
                      <a:pt x="19050" y="85344"/>
                    </a:lnTo>
                    <a:lnTo>
                      <a:pt x="19050" y="87630"/>
                    </a:lnTo>
                    <a:lnTo>
                      <a:pt x="19050" y="8915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7" name="Google Shape;3697;g2668d8541bd_0_222"/>
              <p:cNvSpPr/>
              <p:nvPr/>
            </p:nvSpPr>
            <p:spPr>
              <a:xfrm>
                <a:off x="5589270" y="4805172"/>
                <a:ext cx="15239" cy="15239"/>
              </a:xfrm>
              <a:custGeom>
                <a:rect b="b" l="l" r="r" t="t"/>
                <a:pathLst>
                  <a:path extrusionOk="0" h="15239" w="15239">
                    <a:moveTo>
                      <a:pt x="0" y="3810"/>
                    </a:moveTo>
                    <a:lnTo>
                      <a:pt x="0" y="12192"/>
                    </a:lnTo>
                    <a:lnTo>
                      <a:pt x="3047" y="15240"/>
                    </a:lnTo>
                    <a:lnTo>
                      <a:pt x="12191" y="15240"/>
                    </a:lnTo>
                    <a:lnTo>
                      <a:pt x="15239" y="12192"/>
                    </a:lnTo>
                    <a:lnTo>
                      <a:pt x="15239" y="7620"/>
                    </a:lnTo>
                    <a:lnTo>
                      <a:pt x="15239" y="3810"/>
                    </a:lnTo>
                    <a:lnTo>
                      <a:pt x="12191" y="0"/>
                    </a:lnTo>
                    <a:lnTo>
                      <a:pt x="3047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698" name="Google Shape;3698;g2668d8541bd_0_222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5666981" y="4798301"/>
                <a:ext cx="80035" cy="1204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699" name="Google Shape;3699;g2668d8541bd_0_222"/>
            <p:cNvGrpSpPr/>
            <p:nvPr/>
          </p:nvGrpSpPr>
          <p:grpSpPr>
            <a:xfrm>
              <a:off x="4876279" y="5792125"/>
              <a:ext cx="1258977" cy="374764"/>
              <a:chOff x="6118656" y="4695431"/>
              <a:chExt cx="940869" cy="264421"/>
            </a:xfrm>
          </p:grpSpPr>
          <p:pic>
            <p:nvPicPr>
              <p:cNvPr id="3700" name="Google Shape;3700;g2668d8541bd_0_222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6118656" y="4767404"/>
                <a:ext cx="107134" cy="1649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01" name="Google Shape;3701;g2668d8541bd_0_222"/>
              <p:cNvSpPr/>
              <p:nvPr/>
            </p:nvSpPr>
            <p:spPr>
              <a:xfrm>
                <a:off x="6265925" y="4804409"/>
                <a:ext cx="18414" cy="87629"/>
              </a:xfrm>
              <a:custGeom>
                <a:rect b="b" l="l" r="r" t="t"/>
                <a:pathLst>
                  <a:path extrusionOk="0" h="87629" w="18414">
                    <a:moveTo>
                      <a:pt x="0" y="0"/>
                    </a:moveTo>
                    <a:lnTo>
                      <a:pt x="1726" y="9703"/>
                    </a:lnTo>
                    <a:lnTo>
                      <a:pt x="3524" y="19335"/>
                    </a:lnTo>
                    <a:lnTo>
                      <a:pt x="5464" y="28825"/>
                    </a:lnTo>
                    <a:lnTo>
                      <a:pt x="7620" y="38100"/>
                    </a:lnTo>
                    <a:lnTo>
                      <a:pt x="9786" y="47696"/>
                    </a:lnTo>
                    <a:lnTo>
                      <a:pt x="11811" y="57150"/>
                    </a:lnTo>
                    <a:lnTo>
                      <a:pt x="13835" y="66603"/>
                    </a:lnTo>
                    <a:lnTo>
                      <a:pt x="16002" y="76200"/>
                    </a:lnTo>
                    <a:lnTo>
                      <a:pt x="16764" y="80010"/>
                    </a:lnTo>
                    <a:lnTo>
                      <a:pt x="17526" y="83820"/>
                    </a:lnTo>
                    <a:lnTo>
                      <a:pt x="18288" y="8763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2" name="Google Shape;3702;g2668d8541bd_0_222"/>
              <p:cNvSpPr/>
              <p:nvPr/>
            </p:nvSpPr>
            <p:spPr>
              <a:xfrm>
                <a:off x="6256781" y="4733543"/>
                <a:ext cx="15239" cy="15239"/>
              </a:xfrm>
              <a:custGeom>
                <a:rect b="b" l="l" r="r" t="t"/>
                <a:pathLst>
                  <a:path extrusionOk="0" h="15239" w="15239">
                    <a:moveTo>
                      <a:pt x="0" y="3047"/>
                    </a:moveTo>
                    <a:lnTo>
                      <a:pt x="0" y="12191"/>
                    </a:lnTo>
                    <a:lnTo>
                      <a:pt x="3809" y="15239"/>
                    </a:lnTo>
                    <a:lnTo>
                      <a:pt x="12191" y="15239"/>
                    </a:lnTo>
                    <a:lnTo>
                      <a:pt x="15239" y="12191"/>
                    </a:lnTo>
                    <a:lnTo>
                      <a:pt x="15239" y="7619"/>
                    </a:lnTo>
                    <a:lnTo>
                      <a:pt x="15239" y="3047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3" name="Google Shape;3703;g2668d8541bd_0_222"/>
              <p:cNvSpPr/>
              <p:nvPr/>
            </p:nvSpPr>
            <p:spPr>
              <a:xfrm>
                <a:off x="6315455" y="4773798"/>
                <a:ext cx="71120" cy="186054"/>
              </a:xfrm>
              <a:custGeom>
                <a:rect b="b" l="l" r="r" t="t"/>
                <a:pathLst>
                  <a:path extrusionOk="0" h="186054" w="71120">
                    <a:moveTo>
                      <a:pt x="44958" y="59566"/>
                    </a:moveTo>
                    <a:lnTo>
                      <a:pt x="45791" y="47410"/>
                    </a:lnTo>
                    <a:lnTo>
                      <a:pt x="47053" y="29182"/>
                    </a:lnTo>
                    <a:lnTo>
                      <a:pt x="46886" y="11668"/>
                    </a:lnTo>
                    <a:lnTo>
                      <a:pt x="43434" y="1654"/>
                    </a:lnTo>
                    <a:lnTo>
                      <a:pt x="36540" y="0"/>
                    </a:lnTo>
                    <a:lnTo>
                      <a:pt x="30003" y="2702"/>
                    </a:lnTo>
                    <a:lnTo>
                      <a:pt x="5429" y="37945"/>
                    </a:lnTo>
                    <a:lnTo>
                      <a:pt x="0" y="66424"/>
                    </a:lnTo>
                    <a:lnTo>
                      <a:pt x="1047" y="74711"/>
                    </a:lnTo>
                    <a:lnTo>
                      <a:pt x="4953" y="79569"/>
                    </a:lnTo>
                    <a:lnTo>
                      <a:pt x="11144" y="81855"/>
                    </a:lnTo>
                    <a:lnTo>
                      <a:pt x="19050" y="82426"/>
                    </a:lnTo>
                    <a:lnTo>
                      <a:pt x="28074" y="81748"/>
                    </a:lnTo>
                    <a:lnTo>
                      <a:pt x="54102" y="51184"/>
                    </a:lnTo>
                    <a:lnTo>
                      <a:pt x="54102" y="42040"/>
                    </a:lnTo>
                    <a:lnTo>
                      <a:pt x="54102" y="41278"/>
                    </a:lnTo>
                    <a:lnTo>
                      <a:pt x="54102" y="39754"/>
                    </a:lnTo>
                    <a:lnTo>
                      <a:pt x="54102" y="38230"/>
                    </a:lnTo>
                    <a:lnTo>
                      <a:pt x="54864" y="46612"/>
                    </a:lnTo>
                    <a:lnTo>
                      <a:pt x="54864" y="51946"/>
                    </a:lnTo>
                    <a:lnTo>
                      <a:pt x="55626" y="60328"/>
                    </a:lnTo>
                    <a:lnTo>
                      <a:pt x="57804" y="77593"/>
                    </a:lnTo>
                    <a:lnTo>
                      <a:pt x="59912" y="94999"/>
                    </a:lnTo>
                    <a:lnTo>
                      <a:pt x="62162" y="112406"/>
                    </a:lnTo>
                    <a:lnTo>
                      <a:pt x="64770" y="129670"/>
                    </a:lnTo>
                    <a:lnTo>
                      <a:pt x="66901" y="141553"/>
                    </a:lnTo>
                    <a:lnTo>
                      <a:pt x="68675" y="153292"/>
                    </a:lnTo>
                    <a:lnTo>
                      <a:pt x="70020" y="165032"/>
                    </a:lnTo>
                    <a:lnTo>
                      <a:pt x="70866" y="176914"/>
                    </a:lnTo>
                    <a:lnTo>
                      <a:pt x="70866" y="186058"/>
                    </a:lnTo>
                    <a:lnTo>
                      <a:pt x="59436" y="186058"/>
                    </a:lnTo>
                    <a:lnTo>
                      <a:pt x="52578" y="184534"/>
                    </a:lnTo>
                    <a:lnTo>
                      <a:pt x="20574" y="155578"/>
                    </a:lnTo>
                    <a:lnTo>
                      <a:pt x="13180" y="129754"/>
                    </a:lnTo>
                    <a:lnTo>
                      <a:pt x="12954" y="12052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4" name="Google Shape;3704;g2668d8541bd_0_222"/>
              <p:cNvSpPr/>
              <p:nvPr/>
            </p:nvSpPr>
            <p:spPr>
              <a:xfrm>
                <a:off x="6416801" y="4790693"/>
                <a:ext cx="51435" cy="94614"/>
              </a:xfrm>
              <a:custGeom>
                <a:rect b="b" l="l" r="r" t="t"/>
                <a:pathLst>
                  <a:path extrusionOk="0" h="94614" w="51435">
                    <a:moveTo>
                      <a:pt x="0" y="0"/>
                    </a:moveTo>
                    <a:lnTo>
                      <a:pt x="1333" y="11882"/>
                    </a:lnTo>
                    <a:lnTo>
                      <a:pt x="2095" y="23622"/>
                    </a:lnTo>
                    <a:lnTo>
                      <a:pt x="2571" y="35361"/>
                    </a:lnTo>
                    <a:lnTo>
                      <a:pt x="3048" y="47244"/>
                    </a:lnTo>
                    <a:lnTo>
                      <a:pt x="3512" y="56923"/>
                    </a:lnTo>
                    <a:lnTo>
                      <a:pt x="21336" y="94488"/>
                    </a:lnTo>
                    <a:lnTo>
                      <a:pt x="28956" y="94488"/>
                    </a:lnTo>
                    <a:lnTo>
                      <a:pt x="35361" y="91785"/>
                    </a:lnTo>
                    <a:lnTo>
                      <a:pt x="40767" y="86010"/>
                    </a:lnTo>
                    <a:lnTo>
                      <a:pt x="45029" y="78950"/>
                    </a:lnTo>
                    <a:lnTo>
                      <a:pt x="48006" y="72389"/>
                    </a:lnTo>
                    <a:lnTo>
                      <a:pt x="49530" y="69341"/>
                    </a:lnTo>
                    <a:lnTo>
                      <a:pt x="50292" y="65531"/>
                    </a:lnTo>
                    <a:lnTo>
                      <a:pt x="51054" y="6248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5" name="Google Shape;3705;g2668d8541bd_0_222"/>
              <p:cNvSpPr/>
              <p:nvPr/>
            </p:nvSpPr>
            <p:spPr>
              <a:xfrm>
                <a:off x="6409181" y="4785359"/>
                <a:ext cx="54610" cy="33654"/>
              </a:xfrm>
              <a:custGeom>
                <a:rect b="b" l="l" r="r" t="t"/>
                <a:pathLst>
                  <a:path extrusionOk="0" h="33654" w="54610">
                    <a:moveTo>
                      <a:pt x="0" y="33528"/>
                    </a:moveTo>
                    <a:lnTo>
                      <a:pt x="43434" y="22860"/>
                    </a:lnTo>
                    <a:lnTo>
                      <a:pt x="54102" y="14478"/>
                    </a:lnTo>
                    <a:lnTo>
                      <a:pt x="54102" y="6858"/>
                    </a:lnTo>
                    <a:lnTo>
                      <a:pt x="53339" y="0"/>
                    </a:lnTo>
                    <a:lnTo>
                      <a:pt x="41909" y="1524"/>
                    </a:lnTo>
                    <a:lnTo>
                      <a:pt x="37337" y="1524"/>
                    </a:lnTo>
                    <a:lnTo>
                      <a:pt x="8381" y="19050"/>
                    </a:lnTo>
                    <a:lnTo>
                      <a:pt x="12191" y="22098"/>
                    </a:lnTo>
                    <a:lnTo>
                      <a:pt x="18287" y="2438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6" name="Google Shape;3706;g2668d8541bd_0_222"/>
              <p:cNvSpPr/>
              <p:nvPr/>
            </p:nvSpPr>
            <p:spPr>
              <a:xfrm>
                <a:off x="6497573" y="4786598"/>
                <a:ext cx="70484" cy="73660"/>
              </a:xfrm>
              <a:custGeom>
                <a:rect b="b" l="l" r="r" t="t"/>
                <a:pathLst>
                  <a:path extrusionOk="0" h="73660" w="70484">
                    <a:moveTo>
                      <a:pt x="0" y="26193"/>
                    </a:moveTo>
                    <a:lnTo>
                      <a:pt x="440" y="34694"/>
                    </a:lnTo>
                    <a:lnTo>
                      <a:pt x="1809" y="41624"/>
                    </a:lnTo>
                    <a:lnTo>
                      <a:pt x="4179" y="48267"/>
                    </a:lnTo>
                    <a:lnTo>
                      <a:pt x="7620" y="55911"/>
                    </a:lnTo>
                    <a:lnTo>
                      <a:pt x="9906" y="62007"/>
                    </a:lnTo>
                    <a:lnTo>
                      <a:pt x="12954" y="67341"/>
                    </a:lnTo>
                    <a:lnTo>
                      <a:pt x="14478" y="73437"/>
                    </a:lnTo>
                    <a:lnTo>
                      <a:pt x="11227" y="67008"/>
                    </a:lnTo>
                    <a:lnTo>
                      <a:pt x="8477" y="60293"/>
                    </a:lnTo>
                    <a:lnTo>
                      <a:pt x="6441" y="53292"/>
                    </a:lnTo>
                    <a:lnTo>
                      <a:pt x="5334" y="46005"/>
                    </a:lnTo>
                    <a:lnTo>
                      <a:pt x="4595" y="35635"/>
                    </a:lnTo>
                    <a:lnTo>
                      <a:pt x="5143" y="25336"/>
                    </a:lnTo>
                    <a:lnTo>
                      <a:pt x="7691" y="15466"/>
                    </a:lnTo>
                    <a:lnTo>
                      <a:pt x="12953" y="6381"/>
                    </a:lnTo>
                    <a:lnTo>
                      <a:pt x="18264" y="1940"/>
                    </a:lnTo>
                    <a:lnTo>
                      <a:pt x="24574" y="0"/>
                    </a:lnTo>
                    <a:lnTo>
                      <a:pt x="31170" y="488"/>
                    </a:lnTo>
                    <a:lnTo>
                      <a:pt x="57150" y="34575"/>
                    </a:lnTo>
                    <a:lnTo>
                      <a:pt x="61436" y="53149"/>
                    </a:lnTo>
                    <a:lnTo>
                      <a:pt x="64115" y="62757"/>
                    </a:lnTo>
                    <a:lnTo>
                      <a:pt x="68580" y="71151"/>
                    </a:lnTo>
                    <a:lnTo>
                      <a:pt x="69342" y="71151"/>
                    </a:lnTo>
                    <a:lnTo>
                      <a:pt x="70104" y="7191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7" name="Google Shape;3707;g2668d8541bd_0_222"/>
              <p:cNvSpPr/>
              <p:nvPr/>
            </p:nvSpPr>
            <p:spPr>
              <a:xfrm>
                <a:off x="6587489" y="4740401"/>
                <a:ext cx="52070" cy="112395"/>
              </a:xfrm>
              <a:custGeom>
                <a:rect b="b" l="l" r="r" t="t"/>
                <a:pathLst>
                  <a:path extrusionOk="0" h="112395" w="52070">
                    <a:moveTo>
                      <a:pt x="0" y="31242"/>
                    </a:moveTo>
                    <a:lnTo>
                      <a:pt x="22098" y="72390"/>
                    </a:lnTo>
                    <a:lnTo>
                      <a:pt x="30099" y="88773"/>
                    </a:lnTo>
                    <a:lnTo>
                      <a:pt x="34099" y="97035"/>
                    </a:lnTo>
                    <a:lnTo>
                      <a:pt x="38100" y="105156"/>
                    </a:lnTo>
                    <a:lnTo>
                      <a:pt x="40386" y="108966"/>
                    </a:lnTo>
                    <a:lnTo>
                      <a:pt x="41148" y="109728"/>
                    </a:lnTo>
                    <a:lnTo>
                      <a:pt x="41910" y="112014"/>
                    </a:lnTo>
                    <a:lnTo>
                      <a:pt x="43434" y="107442"/>
                    </a:lnTo>
                    <a:lnTo>
                      <a:pt x="44958" y="97536"/>
                    </a:lnTo>
                    <a:lnTo>
                      <a:pt x="44958" y="91440"/>
                    </a:lnTo>
                    <a:lnTo>
                      <a:pt x="45958" y="76128"/>
                    </a:lnTo>
                    <a:lnTo>
                      <a:pt x="46672" y="60960"/>
                    </a:lnTo>
                    <a:lnTo>
                      <a:pt x="47101" y="45791"/>
                    </a:lnTo>
                    <a:lnTo>
                      <a:pt x="47244" y="30480"/>
                    </a:lnTo>
                    <a:lnTo>
                      <a:pt x="47505" y="23705"/>
                    </a:lnTo>
                    <a:lnTo>
                      <a:pt x="47624" y="15716"/>
                    </a:lnTo>
                    <a:lnTo>
                      <a:pt x="48315" y="7870"/>
                    </a:lnTo>
                    <a:lnTo>
                      <a:pt x="50291" y="1524"/>
                    </a:lnTo>
                    <a:lnTo>
                      <a:pt x="51053" y="762"/>
                    </a:lnTo>
                    <a:lnTo>
                      <a:pt x="51816" y="762"/>
                    </a:lnTo>
                    <a:lnTo>
                      <a:pt x="51815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8" name="Google Shape;3708;g2668d8541bd_0_222"/>
              <p:cNvSpPr/>
              <p:nvPr/>
            </p:nvSpPr>
            <p:spPr>
              <a:xfrm>
                <a:off x="6687157" y="4766309"/>
                <a:ext cx="43179" cy="94614"/>
              </a:xfrm>
              <a:custGeom>
                <a:rect b="b" l="l" r="r" t="t"/>
                <a:pathLst>
                  <a:path extrusionOk="0" h="94614" w="43179">
                    <a:moveTo>
                      <a:pt x="6250" y="0"/>
                    </a:moveTo>
                    <a:lnTo>
                      <a:pt x="154" y="47243"/>
                    </a:lnTo>
                    <a:lnTo>
                      <a:pt x="0" y="56483"/>
                    </a:lnTo>
                    <a:lnTo>
                      <a:pt x="59" y="65722"/>
                    </a:lnTo>
                    <a:lnTo>
                      <a:pt x="1119" y="74675"/>
                    </a:lnTo>
                    <a:lnTo>
                      <a:pt x="3964" y="83057"/>
                    </a:lnTo>
                    <a:lnTo>
                      <a:pt x="7774" y="91439"/>
                    </a:lnTo>
                    <a:lnTo>
                      <a:pt x="16156" y="94487"/>
                    </a:lnTo>
                    <a:lnTo>
                      <a:pt x="24538" y="92201"/>
                    </a:lnTo>
                    <a:lnTo>
                      <a:pt x="33682" y="89915"/>
                    </a:lnTo>
                    <a:lnTo>
                      <a:pt x="37492" y="83057"/>
                    </a:lnTo>
                    <a:lnTo>
                      <a:pt x="42826" y="7543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9" name="Google Shape;3709;g2668d8541bd_0_222"/>
              <p:cNvSpPr/>
              <p:nvPr/>
            </p:nvSpPr>
            <p:spPr>
              <a:xfrm>
                <a:off x="6689597" y="4759451"/>
                <a:ext cx="45720" cy="38100"/>
              </a:xfrm>
              <a:custGeom>
                <a:rect b="b" l="l" r="r" t="t"/>
                <a:pathLst>
                  <a:path extrusionOk="0" h="38100" w="45720">
                    <a:moveTo>
                      <a:pt x="0" y="35051"/>
                    </a:moveTo>
                    <a:lnTo>
                      <a:pt x="9525" y="37528"/>
                    </a:lnTo>
                    <a:lnTo>
                      <a:pt x="17335" y="37718"/>
                    </a:lnTo>
                    <a:lnTo>
                      <a:pt x="24860" y="35051"/>
                    </a:lnTo>
                    <a:lnTo>
                      <a:pt x="33528" y="28955"/>
                    </a:lnTo>
                    <a:lnTo>
                      <a:pt x="38862" y="25145"/>
                    </a:lnTo>
                    <a:lnTo>
                      <a:pt x="45719" y="16763"/>
                    </a:lnTo>
                    <a:lnTo>
                      <a:pt x="43433" y="9143"/>
                    </a:lnTo>
                    <a:lnTo>
                      <a:pt x="40386" y="1523"/>
                    </a:lnTo>
                    <a:lnTo>
                      <a:pt x="27431" y="761"/>
                    </a:lnTo>
                    <a:lnTo>
                      <a:pt x="21335" y="761"/>
                    </a:lnTo>
                    <a:lnTo>
                      <a:pt x="14477" y="0"/>
                    </a:lnTo>
                    <a:lnTo>
                      <a:pt x="6857" y="0"/>
                    </a:lnTo>
                    <a:lnTo>
                      <a:pt x="3809" y="6857"/>
                    </a:lnTo>
                    <a:lnTo>
                      <a:pt x="3809" y="7619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710" name="Google Shape;3710;g2668d8541bd_0_222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6783311" y="4695431"/>
                <a:ext cx="276214" cy="1532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11" name="Google Shape;3711;g2668d8541bd_0_222"/>
            <p:cNvGrpSpPr/>
            <p:nvPr/>
          </p:nvGrpSpPr>
          <p:grpSpPr>
            <a:xfrm>
              <a:off x="6688422" y="5681964"/>
              <a:ext cx="1583522" cy="416909"/>
              <a:chOff x="7472921" y="4617707"/>
              <a:chExt cx="1183411" cy="294157"/>
            </a:xfrm>
          </p:grpSpPr>
          <p:pic>
            <p:nvPicPr>
              <p:cNvPr id="3712" name="Google Shape;3712;g2668d8541bd_0_222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7472921" y="4705289"/>
                <a:ext cx="498373" cy="1433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13" name="Google Shape;3713;g2668d8541bd_0_222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8002511" y="4661141"/>
                <a:ext cx="102264" cy="25072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14" name="Google Shape;3714;g2668d8541bd_0_222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8135861" y="4617707"/>
                <a:ext cx="334543" cy="1722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15" name="Google Shape;3715;g2668d8541bd_0_222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8496287" y="4637483"/>
                <a:ext cx="160045" cy="2133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716" name="Google Shape;3716;g2668d8541bd_0_222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8615965" y="5647479"/>
              <a:ext cx="229459" cy="16287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17" name="Google Shape;3717;g2668d8541bd_0_222"/>
            <p:cNvGrpSpPr/>
            <p:nvPr/>
          </p:nvGrpSpPr>
          <p:grpSpPr>
            <a:xfrm>
              <a:off x="4091444" y="6499495"/>
              <a:ext cx="68315" cy="64259"/>
              <a:chOff x="5532119" y="5194554"/>
              <a:chExt cx="51054" cy="45339"/>
            </a:xfrm>
          </p:grpSpPr>
          <p:sp>
            <p:nvSpPr>
              <p:cNvPr id="3718" name="Google Shape;3718;g2668d8541bd_0_222"/>
              <p:cNvSpPr/>
              <p:nvPr/>
            </p:nvSpPr>
            <p:spPr>
              <a:xfrm>
                <a:off x="5532119" y="5203698"/>
                <a:ext cx="24129" cy="36195"/>
              </a:xfrm>
              <a:custGeom>
                <a:rect b="b" l="l" r="r" t="t"/>
                <a:pathLst>
                  <a:path extrusionOk="0" h="36195" w="24129">
                    <a:moveTo>
                      <a:pt x="0" y="0"/>
                    </a:moveTo>
                    <a:lnTo>
                      <a:pt x="4583" y="7429"/>
                    </a:lnTo>
                    <a:lnTo>
                      <a:pt x="9239" y="14858"/>
                    </a:lnTo>
                    <a:lnTo>
                      <a:pt x="14037" y="22288"/>
                    </a:lnTo>
                    <a:lnTo>
                      <a:pt x="19050" y="29717"/>
                    </a:lnTo>
                    <a:lnTo>
                      <a:pt x="20574" y="32765"/>
                    </a:lnTo>
                    <a:lnTo>
                      <a:pt x="21336" y="33527"/>
                    </a:lnTo>
                    <a:lnTo>
                      <a:pt x="23622" y="3581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9" name="Google Shape;3719;g2668d8541bd_0_222"/>
              <p:cNvSpPr/>
              <p:nvPr/>
            </p:nvSpPr>
            <p:spPr>
              <a:xfrm>
                <a:off x="5560313" y="5194554"/>
                <a:ext cx="22860" cy="39370"/>
              </a:xfrm>
              <a:custGeom>
                <a:rect b="b" l="l" r="r" t="t"/>
                <a:pathLst>
                  <a:path extrusionOk="0" h="39370" w="22860">
                    <a:moveTo>
                      <a:pt x="0" y="0"/>
                    </a:moveTo>
                    <a:lnTo>
                      <a:pt x="21336" y="34289"/>
                    </a:lnTo>
                    <a:lnTo>
                      <a:pt x="22098" y="36575"/>
                    </a:lnTo>
                    <a:lnTo>
                      <a:pt x="22860" y="38861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20" name="Google Shape;3720;g2668d8541bd_0_222"/>
            <p:cNvGrpSpPr/>
            <p:nvPr/>
          </p:nvGrpSpPr>
          <p:grpSpPr>
            <a:xfrm>
              <a:off x="3491891" y="6632367"/>
              <a:ext cx="350074" cy="196195"/>
              <a:chOff x="5084063" y="5288280"/>
              <a:chExt cx="261620" cy="138429"/>
            </a:xfrm>
          </p:grpSpPr>
          <p:sp>
            <p:nvSpPr>
              <p:cNvPr id="3721" name="Google Shape;3721;g2668d8541bd_0_222"/>
              <p:cNvSpPr/>
              <p:nvPr/>
            </p:nvSpPr>
            <p:spPr>
              <a:xfrm>
                <a:off x="5126735" y="5288280"/>
                <a:ext cx="10160" cy="138429"/>
              </a:xfrm>
              <a:custGeom>
                <a:rect b="b" l="l" r="r" t="t"/>
                <a:pathLst>
                  <a:path extrusionOk="0" h="138429" w="10160">
                    <a:moveTo>
                      <a:pt x="0" y="0"/>
                    </a:moveTo>
                    <a:lnTo>
                      <a:pt x="642" y="48113"/>
                    </a:lnTo>
                    <a:lnTo>
                      <a:pt x="2321" y="78283"/>
                    </a:lnTo>
                    <a:lnTo>
                      <a:pt x="2762" y="92487"/>
                    </a:lnTo>
                    <a:lnTo>
                      <a:pt x="3345" y="106549"/>
                    </a:lnTo>
                    <a:lnTo>
                      <a:pt x="4572" y="120395"/>
                    </a:lnTo>
                    <a:lnTo>
                      <a:pt x="5334" y="127253"/>
                    </a:lnTo>
                    <a:lnTo>
                      <a:pt x="6858" y="132587"/>
                    </a:lnTo>
                    <a:lnTo>
                      <a:pt x="9906" y="137921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2" name="Google Shape;3722;g2668d8541bd_0_222"/>
              <p:cNvSpPr/>
              <p:nvPr/>
            </p:nvSpPr>
            <p:spPr>
              <a:xfrm>
                <a:off x="5084063" y="5311140"/>
                <a:ext cx="261620" cy="113029"/>
              </a:xfrm>
              <a:custGeom>
                <a:rect b="b" l="l" r="r" t="t"/>
                <a:pathLst>
                  <a:path extrusionOk="0" h="113029" w="261620">
                    <a:moveTo>
                      <a:pt x="0" y="35052"/>
                    </a:moveTo>
                    <a:lnTo>
                      <a:pt x="11787" y="28694"/>
                    </a:lnTo>
                    <a:lnTo>
                      <a:pt x="23431" y="23050"/>
                    </a:lnTo>
                    <a:lnTo>
                      <a:pt x="35361" y="17692"/>
                    </a:lnTo>
                    <a:lnTo>
                      <a:pt x="48006" y="12192"/>
                    </a:lnTo>
                    <a:lnTo>
                      <a:pt x="54875" y="9001"/>
                    </a:lnTo>
                    <a:lnTo>
                      <a:pt x="61817" y="5524"/>
                    </a:lnTo>
                    <a:lnTo>
                      <a:pt x="68901" y="2333"/>
                    </a:lnTo>
                    <a:lnTo>
                      <a:pt x="76199" y="0"/>
                    </a:lnTo>
                    <a:lnTo>
                      <a:pt x="78485" y="0"/>
                    </a:lnTo>
                    <a:lnTo>
                      <a:pt x="79247" y="0"/>
                    </a:lnTo>
                    <a:lnTo>
                      <a:pt x="80772" y="0"/>
                    </a:lnTo>
                    <a:lnTo>
                      <a:pt x="82688" y="6858"/>
                    </a:lnTo>
                    <a:lnTo>
                      <a:pt x="84105" y="13716"/>
                    </a:lnTo>
                    <a:lnTo>
                      <a:pt x="85379" y="20574"/>
                    </a:lnTo>
                    <a:lnTo>
                      <a:pt x="86868" y="27432"/>
                    </a:lnTo>
                    <a:lnTo>
                      <a:pt x="94488" y="72390"/>
                    </a:lnTo>
                    <a:lnTo>
                      <a:pt x="96202" y="78676"/>
                    </a:lnTo>
                    <a:lnTo>
                      <a:pt x="97917" y="84963"/>
                    </a:lnTo>
                    <a:lnTo>
                      <a:pt x="99631" y="91249"/>
                    </a:lnTo>
                    <a:lnTo>
                      <a:pt x="101346" y="97536"/>
                    </a:lnTo>
                    <a:lnTo>
                      <a:pt x="101346" y="98298"/>
                    </a:lnTo>
                    <a:lnTo>
                      <a:pt x="101346" y="99060"/>
                    </a:lnTo>
                    <a:lnTo>
                      <a:pt x="102108" y="99822"/>
                    </a:lnTo>
                    <a:lnTo>
                      <a:pt x="97536" y="94488"/>
                    </a:lnTo>
                    <a:lnTo>
                      <a:pt x="92964" y="89154"/>
                    </a:lnTo>
                    <a:lnTo>
                      <a:pt x="91440" y="83058"/>
                    </a:lnTo>
                    <a:lnTo>
                      <a:pt x="90070" y="75842"/>
                    </a:lnTo>
                    <a:lnTo>
                      <a:pt x="89630" y="67627"/>
                    </a:lnTo>
                    <a:lnTo>
                      <a:pt x="90475" y="59697"/>
                    </a:lnTo>
                    <a:lnTo>
                      <a:pt x="121920" y="38100"/>
                    </a:lnTo>
                    <a:lnTo>
                      <a:pt x="149137" y="34135"/>
                    </a:lnTo>
                    <a:lnTo>
                      <a:pt x="157734" y="35052"/>
                    </a:lnTo>
                    <a:lnTo>
                      <a:pt x="163449" y="38635"/>
                    </a:lnTo>
                    <a:lnTo>
                      <a:pt x="166306" y="44862"/>
                    </a:lnTo>
                    <a:lnTo>
                      <a:pt x="167163" y="52089"/>
                    </a:lnTo>
                    <a:lnTo>
                      <a:pt x="166878" y="58674"/>
                    </a:lnTo>
                    <a:lnTo>
                      <a:pt x="165032" y="70318"/>
                    </a:lnTo>
                    <a:lnTo>
                      <a:pt x="162401" y="81534"/>
                    </a:lnTo>
                    <a:lnTo>
                      <a:pt x="159912" y="92749"/>
                    </a:lnTo>
                    <a:lnTo>
                      <a:pt x="158496" y="104394"/>
                    </a:lnTo>
                    <a:lnTo>
                      <a:pt x="158496" y="112776"/>
                    </a:lnTo>
                    <a:lnTo>
                      <a:pt x="200882" y="94488"/>
                    </a:lnTo>
                    <a:lnTo>
                      <a:pt x="229838" y="55626"/>
                    </a:lnTo>
                    <a:lnTo>
                      <a:pt x="230124" y="17526"/>
                    </a:lnTo>
                    <a:lnTo>
                      <a:pt x="218694" y="18288"/>
                    </a:lnTo>
                    <a:lnTo>
                      <a:pt x="189738" y="44196"/>
                    </a:lnTo>
                    <a:lnTo>
                      <a:pt x="192024" y="83058"/>
                    </a:lnTo>
                    <a:lnTo>
                      <a:pt x="229361" y="96012"/>
                    </a:lnTo>
                    <a:lnTo>
                      <a:pt x="253365" y="93547"/>
                    </a:lnTo>
                    <a:lnTo>
                      <a:pt x="261365" y="9067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23" name="Google Shape;3723;g2668d8541bd_0_222"/>
            <p:cNvGrpSpPr/>
            <p:nvPr/>
          </p:nvGrpSpPr>
          <p:grpSpPr>
            <a:xfrm>
              <a:off x="4244383" y="6454167"/>
              <a:ext cx="867707" cy="435234"/>
              <a:chOff x="5646419" y="5162549"/>
              <a:chExt cx="648462" cy="307087"/>
            </a:xfrm>
          </p:grpSpPr>
          <p:sp>
            <p:nvSpPr>
              <p:cNvPr id="3724" name="Google Shape;3724;g2668d8541bd_0_222"/>
              <p:cNvSpPr/>
              <p:nvPr/>
            </p:nvSpPr>
            <p:spPr>
              <a:xfrm>
                <a:off x="5646419" y="5234939"/>
                <a:ext cx="29210" cy="170179"/>
              </a:xfrm>
              <a:custGeom>
                <a:rect b="b" l="l" r="r" t="t"/>
                <a:pathLst>
                  <a:path extrusionOk="0" h="170179" w="29210">
                    <a:moveTo>
                      <a:pt x="0" y="0"/>
                    </a:moveTo>
                    <a:lnTo>
                      <a:pt x="1524" y="4572"/>
                    </a:lnTo>
                    <a:lnTo>
                      <a:pt x="3048" y="13716"/>
                    </a:lnTo>
                    <a:lnTo>
                      <a:pt x="3810" y="19050"/>
                    </a:lnTo>
                    <a:lnTo>
                      <a:pt x="6417" y="34599"/>
                    </a:lnTo>
                    <a:lnTo>
                      <a:pt x="8667" y="50292"/>
                    </a:lnTo>
                    <a:lnTo>
                      <a:pt x="10775" y="65984"/>
                    </a:lnTo>
                    <a:lnTo>
                      <a:pt x="12954" y="81534"/>
                    </a:lnTo>
                    <a:lnTo>
                      <a:pt x="15501" y="101762"/>
                    </a:lnTo>
                    <a:lnTo>
                      <a:pt x="17907" y="122205"/>
                    </a:lnTo>
                    <a:lnTo>
                      <a:pt x="20883" y="142505"/>
                    </a:lnTo>
                    <a:lnTo>
                      <a:pt x="25146" y="162306"/>
                    </a:lnTo>
                    <a:lnTo>
                      <a:pt x="26670" y="166878"/>
                    </a:lnTo>
                    <a:lnTo>
                      <a:pt x="26670" y="167640"/>
                    </a:lnTo>
                    <a:lnTo>
                      <a:pt x="28956" y="16992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725" name="Google Shape;3725;g2668d8541bd_0_222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5708403" y="5261037"/>
                <a:ext cx="247401" cy="2085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26" name="Google Shape;3726;g2668d8541bd_0_222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5990069" y="5229593"/>
                <a:ext cx="218719" cy="1538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27" name="Google Shape;3727;g2668d8541bd_0_222"/>
              <p:cNvSpPr/>
              <p:nvPr/>
            </p:nvSpPr>
            <p:spPr>
              <a:xfrm>
                <a:off x="6259829" y="5162549"/>
                <a:ext cx="635" cy="34289"/>
              </a:xfrm>
              <a:custGeom>
                <a:rect b="b" l="l" r="r" t="t"/>
                <a:pathLst>
                  <a:path extrusionOk="0" h="34289" w="635">
                    <a:moveTo>
                      <a:pt x="0" y="0"/>
                    </a:moveTo>
                    <a:lnTo>
                      <a:pt x="321" y="6738"/>
                    </a:lnTo>
                    <a:lnTo>
                      <a:pt x="285" y="13335"/>
                    </a:lnTo>
                    <a:lnTo>
                      <a:pt x="107" y="19931"/>
                    </a:lnTo>
                    <a:lnTo>
                      <a:pt x="0" y="26670"/>
                    </a:lnTo>
                    <a:lnTo>
                      <a:pt x="0" y="28956"/>
                    </a:lnTo>
                    <a:lnTo>
                      <a:pt x="0" y="32004"/>
                    </a:lnTo>
                    <a:lnTo>
                      <a:pt x="0" y="3429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8" name="Google Shape;3728;g2668d8541bd_0_222"/>
              <p:cNvSpPr/>
              <p:nvPr/>
            </p:nvSpPr>
            <p:spPr>
              <a:xfrm>
                <a:off x="6287261" y="5164073"/>
                <a:ext cx="7620" cy="35560"/>
              </a:xfrm>
              <a:custGeom>
                <a:rect b="b" l="l" r="r" t="t"/>
                <a:pathLst>
                  <a:path extrusionOk="0" h="35560" w="7620">
                    <a:moveTo>
                      <a:pt x="6096" y="0"/>
                    </a:moveTo>
                    <a:lnTo>
                      <a:pt x="6596" y="7262"/>
                    </a:lnTo>
                    <a:lnTo>
                      <a:pt x="7239" y="16382"/>
                    </a:lnTo>
                    <a:lnTo>
                      <a:pt x="6738" y="25503"/>
                    </a:lnTo>
                    <a:lnTo>
                      <a:pt x="3810" y="32766"/>
                    </a:lnTo>
                    <a:lnTo>
                      <a:pt x="2286" y="33528"/>
                    </a:lnTo>
                    <a:lnTo>
                      <a:pt x="1524" y="34290"/>
                    </a:lnTo>
                    <a:lnTo>
                      <a:pt x="0" y="3505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29" name="Google Shape;3729;g2668d8541bd_0_222"/>
            <p:cNvGrpSpPr/>
            <p:nvPr/>
          </p:nvGrpSpPr>
          <p:grpSpPr>
            <a:xfrm>
              <a:off x="5502175" y="6437938"/>
              <a:ext cx="1139377" cy="346409"/>
              <a:chOff x="6586405" y="5151107"/>
              <a:chExt cx="851489" cy="244415"/>
            </a:xfrm>
          </p:grpSpPr>
          <p:pic>
            <p:nvPicPr>
              <p:cNvPr id="3730" name="Google Shape;3730;g2668d8541bd_0_222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6586405" y="5180825"/>
                <a:ext cx="75010" cy="14785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31" name="Google Shape;3731;g2668d8541bd_0_222"/>
              <p:cNvSpPr/>
              <p:nvPr/>
            </p:nvSpPr>
            <p:spPr>
              <a:xfrm>
                <a:off x="6703218" y="5226557"/>
                <a:ext cx="5715" cy="64135"/>
              </a:xfrm>
              <a:custGeom>
                <a:rect b="b" l="l" r="r" t="t"/>
                <a:pathLst>
                  <a:path extrusionOk="0" h="64135" w="5715">
                    <a:moveTo>
                      <a:pt x="95" y="0"/>
                    </a:moveTo>
                    <a:lnTo>
                      <a:pt x="11" y="10287"/>
                    </a:lnTo>
                    <a:lnTo>
                      <a:pt x="0" y="20574"/>
                    </a:lnTo>
                    <a:lnTo>
                      <a:pt x="416" y="30861"/>
                    </a:lnTo>
                    <a:lnTo>
                      <a:pt x="1619" y="41148"/>
                    </a:lnTo>
                    <a:lnTo>
                      <a:pt x="2381" y="48768"/>
                    </a:lnTo>
                    <a:lnTo>
                      <a:pt x="3905" y="56388"/>
                    </a:lnTo>
                    <a:lnTo>
                      <a:pt x="5429" y="6400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2" name="Google Shape;3732;g2668d8541bd_0_222"/>
              <p:cNvSpPr/>
              <p:nvPr/>
            </p:nvSpPr>
            <p:spPr>
              <a:xfrm>
                <a:off x="6683501" y="5157977"/>
                <a:ext cx="15240" cy="15239"/>
              </a:xfrm>
              <a:custGeom>
                <a:rect b="b" l="l" r="r" t="t"/>
                <a:pathLst>
                  <a:path extrusionOk="0" h="15239" w="15240">
                    <a:moveTo>
                      <a:pt x="0" y="3047"/>
                    </a:moveTo>
                    <a:lnTo>
                      <a:pt x="0" y="11429"/>
                    </a:lnTo>
                    <a:lnTo>
                      <a:pt x="3048" y="15239"/>
                    </a:lnTo>
                    <a:lnTo>
                      <a:pt x="11430" y="15239"/>
                    </a:lnTo>
                    <a:lnTo>
                      <a:pt x="15240" y="11429"/>
                    </a:lnTo>
                    <a:lnTo>
                      <a:pt x="15240" y="7619"/>
                    </a:lnTo>
                    <a:lnTo>
                      <a:pt x="15240" y="3047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3" name="Google Shape;3733;g2668d8541bd_0_222"/>
              <p:cNvSpPr/>
              <p:nvPr/>
            </p:nvSpPr>
            <p:spPr>
              <a:xfrm>
                <a:off x="6739508" y="5183433"/>
                <a:ext cx="144779" cy="212089"/>
              </a:xfrm>
              <a:custGeom>
                <a:rect b="b" l="l" r="r" t="t"/>
                <a:pathLst>
                  <a:path extrusionOk="0" h="212089" w="144779">
                    <a:moveTo>
                      <a:pt x="57530" y="74366"/>
                    </a:moveTo>
                    <a:lnTo>
                      <a:pt x="57578" y="63627"/>
                    </a:lnTo>
                    <a:lnTo>
                      <a:pt x="57911" y="53030"/>
                    </a:lnTo>
                    <a:lnTo>
                      <a:pt x="58816" y="42433"/>
                    </a:lnTo>
                    <a:lnTo>
                      <a:pt x="60578" y="31694"/>
                    </a:lnTo>
                    <a:lnTo>
                      <a:pt x="61579" y="23812"/>
                    </a:lnTo>
                    <a:lnTo>
                      <a:pt x="62293" y="16073"/>
                    </a:lnTo>
                    <a:lnTo>
                      <a:pt x="62722" y="8334"/>
                    </a:lnTo>
                    <a:lnTo>
                      <a:pt x="62864" y="452"/>
                    </a:lnTo>
                    <a:lnTo>
                      <a:pt x="54721" y="0"/>
                    </a:lnTo>
                    <a:lnTo>
                      <a:pt x="48005" y="1976"/>
                    </a:lnTo>
                    <a:lnTo>
                      <a:pt x="18573" y="40076"/>
                    </a:lnTo>
                    <a:lnTo>
                      <a:pt x="14323" y="56149"/>
                    </a:lnTo>
                    <a:lnTo>
                      <a:pt x="14858" y="72080"/>
                    </a:lnTo>
                    <a:lnTo>
                      <a:pt x="19073" y="80819"/>
                    </a:lnTo>
                    <a:lnTo>
                      <a:pt x="26288" y="85986"/>
                    </a:lnTo>
                    <a:lnTo>
                      <a:pt x="35218" y="88582"/>
                    </a:lnTo>
                    <a:lnTo>
                      <a:pt x="44576" y="89606"/>
                    </a:lnTo>
                    <a:lnTo>
                      <a:pt x="51637" y="89213"/>
                    </a:lnTo>
                    <a:lnTo>
                      <a:pt x="58197" y="88177"/>
                    </a:lnTo>
                    <a:lnTo>
                      <a:pt x="64615" y="86713"/>
                    </a:lnTo>
                    <a:lnTo>
                      <a:pt x="71246" y="85034"/>
                    </a:lnTo>
                    <a:lnTo>
                      <a:pt x="72008" y="85034"/>
                    </a:lnTo>
                    <a:lnTo>
                      <a:pt x="72770" y="85034"/>
                    </a:lnTo>
                    <a:lnTo>
                      <a:pt x="73532" y="85034"/>
                    </a:lnTo>
                    <a:lnTo>
                      <a:pt x="74259" y="93487"/>
                    </a:lnTo>
                    <a:lnTo>
                      <a:pt x="74199" y="101798"/>
                    </a:lnTo>
                    <a:lnTo>
                      <a:pt x="73425" y="110109"/>
                    </a:lnTo>
                    <a:lnTo>
                      <a:pt x="72008" y="118562"/>
                    </a:lnTo>
                    <a:lnTo>
                      <a:pt x="69615" y="133302"/>
                    </a:lnTo>
                    <a:lnTo>
                      <a:pt x="67151" y="147899"/>
                    </a:lnTo>
                    <a:lnTo>
                      <a:pt x="64829" y="162496"/>
                    </a:lnTo>
                    <a:lnTo>
                      <a:pt x="62864" y="177236"/>
                    </a:lnTo>
                    <a:lnTo>
                      <a:pt x="62448" y="184713"/>
                    </a:lnTo>
                    <a:lnTo>
                      <a:pt x="61817" y="194190"/>
                    </a:lnTo>
                    <a:lnTo>
                      <a:pt x="60186" y="203382"/>
                    </a:lnTo>
                    <a:lnTo>
                      <a:pt x="56768" y="210002"/>
                    </a:lnTo>
                    <a:lnTo>
                      <a:pt x="50720" y="211883"/>
                    </a:lnTo>
                    <a:lnTo>
                      <a:pt x="43814" y="209049"/>
                    </a:lnTo>
                    <a:lnTo>
                      <a:pt x="15335" y="180093"/>
                    </a:lnTo>
                    <a:lnTo>
                      <a:pt x="0" y="138183"/>
                    </a:lnTo>
                    <a:lnTo>
                      <a:pt x="2452" y="129873"/>
                    </a:lnTo>
                    <a:lnTo>
                      <a:pt x="8762" y="123134"/>
                    </a:lnTo>
                    <a:lnTo>
                      <a:pt x="21609" y="116133"/>
                    </a:lnTo>
                    <a:lnTo>
                      <a:pt x="35528" y="110561"/>
                    </a:lnTo>
                    <a:lnTo>
                      <a:pt x="49589" y="105560"/>
                    </a:lnTo>
                    <a:lnTo>
                      <a:pt x="62864" y="100274"/>
                    </a:lnTo>
                    <a:lnTo>
                      <a:pt x="103798" y="79164"/>
                    </a:lnTo>
                    <a:lnTo>
                      <a:pt x="129063" y="49541"/>
                    </a:lnTo>
                    <a:lnTo>
                      <a:pt x="113156" y="32456"/>
                    </a:lnTo>
                    <a:lnTo>
                      <a:pt x="108584" y="36266"/>
                    </a:lnTo>
                    <a:lnTo>
                      <a:pt x="98821" y="82807"/>
                    </a:lnTo>
                    <a:lnTo>
                      <a:pt x="129254" y="110942"/>
                    </a:lnTo>
                    <a:lnTo>
                      <a:pt x="136862" y="109918"/>
                    </a:lnTo>
                    <a:lnTo>
                      <a:pt x="144398" y="10789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4" name="Google Shape;3734;g2668d8541bd_0_222"/>
              <p:cNvSpPr/>
              <p:nvPr/>
            </p:nvSpPr>
            <p:spPr>
              <a:xfrm>
                <a:off x="6894290" y="5205221"/>
                <a:ext cx="73025" cy="85089"/>
              </a:xfrm>
              <a:custGeom>
                <a:rect b="b" l="l" r="r" t="t"/>
                <a:pathLst>
                  <a:path extrusionOk="0" h="85089" w="73025">
                    <a:moveTo>
                      <a:pt x="5619" y="44958"/>
                    </a:moveTo>
                    <a:lnTo>
                      <a:pt x="4857" y="36576"/>
                    </a:lnTo>
                    <a:lnTo>
                      <a:pt x="6381" y="32766"/>
                    </a:lnTo>
                    <a:lnTo>
                      <a:pt x="285" y="29718"/>
                    </a:lnTo>
                    <a:lnTo>
                      <a:pt x="107" y="40243"/>
                    </a:lnTo>
                    <a:lnTo>
                      <a:pt x="0" y="51054"/>
                    </a:lnTo>
                    <a:lnTo>
                      <a:pt x="607" y="61864"/>
                    </a:lnTo>
                    <a:lnTo>
                      <a:pt x="2571" y="72390"/>
                    </a:lnTo>
                    <a:lnTo>
                      <a:pt x="4857" y="77724"/>
                    </a:lnTo>
                    <a:lnTo>
                      <a:pt x="6381" y="81534"/>
                    </a:lnTo>
                    <a:lnTo>
                      <a:pt x="10191" y="84582"/>
                    </a:lnTo>
                    <a:lnTo>
                      <a:pt x="10953" y="84582"/>
                    </a:lnTo>
                    <a:lnTo>
                      <a:pt x="11287" y="77604"/>
                    </a:lnTo>
                    <a:lnTo>
                      <a:pt x="11334" y="70485"/>
                    </a:lnTo>
                    <a:lnTo>
                      <a:pt x="11382" y="63365"/>
                    </a:lnTo>
                    <a:lnTo>
                      <a:pt x="11715" y="56388"/>
                    </a:lnTo>
                    <a:lnTo>
                      <a:pt x="12049" y="45434"/>
                    </a:lnTo>
                    <a:lnTo>
                      <a:pt x="23907" y="7179"/>
                    </a:lnTo>
                    <a:lnTo>
                      <a:pt x="44481" y="0"/>
                    </a:lnTo>
                    <a:lnTo>
                      <a:pt x="52030" y="2809"/>
                    </a:lnTo>
                    <a:lnTo>
                      <a:pt x="72961" y="45339"/>
                    </a:lnTo>
                    <a:lnTo>
                      <a:pt x="72497" y="57459"/>
                    </a:lnTo>
                    <a:lnTo>
                      <a:pt x="70389" y="68580"/>
                    </a:lnTo>
                    <a:lnTo>
                      <a:pt x="68103" y="73152"/>
                    </a:lnTo>
                    <a:lnTo>
                      <a:pt x="68103" y="74676"/>
                    </a:lnTo>
                    <a:lnTo>
                      <a:pt x="65817" y="7620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735" name="Google Shape;3735;g2668d8541bd_0_222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7012673" y="5151107"/>
                <a:ext cx="226339" cy="1463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36" name="Google Shape;3736;g2668d8541bd_0_222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7258799" y="5167299"/>
                <a:ext cx="179095" cy="1023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737" name="Google Shape;3737;g2668d8541bd_0_222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6994691" y="6417516"/>
              <a:ext cx="218243" cy="2127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8" name="Google Shape;3738;g2668d8541bd_0_222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7525508" y="6380441"/>
              <a:ext cx="215613" cy="2023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39" name="Google Shape;3739;g2668d8541bd_0_222"/>
            <p:cNvSpPr/>
            <p:nvPr/>
          </p:nvSpPr>
          <p:spPr>
            <a:xfrm>
              <a:off x="7190612" y="7010450"/>
              <a:ext cx="164767" cy="397850"/>
            </a:xfrm>
            <a:custGeom>
              <a:rect b="b" l="l" r="r" t="t"/>
              <a:pathLst>
                <a:path extrusionOk="0" h="280670" w="123190">
                  <a:moveTo>
                    <a:pt x="80676" y="6096"/>
                  </a:moveTo>
                  <a:lnTo>
                    <a:pt x="71235" y="2571"/>
                  </a:lnTo>
                  <a:lnTo>
                    <a:pt x="63436" y="762"/>
                  </a:lnTo>
                  <a:lnTo>
                    <a:pt x="55495" y="95"/>
                  </a:lnTo>
                  <a:lnTo>
                    <a:pt x="45624" y="0"/>
                  </a:lnTo>
                  <a:lnTo>
                    <a:pt x="37635" y="178"/>
                  </a:lnTo>
                  <a:lnTo>
                    <a:pt x="29717" y="857"/>
                  </a:lnTo>
                  <a:lnTo>
                    <a:pt x="21943" y="2250"/>
                  </a:lnTo>
                  <a:lnTo>
                    <a:pt x="14382" y="4572"/>
                  </a:lnTo>
                  <a:lnTo>
                    <a:pt x="6000" y="6858"/>
                  </a:lnTo>
                  <a:lnTo>
                    <a:pt x="2190" y="12954"/>
                  </a:lnTo>
                  <a:lnTo>
                    <a:pt x="1428" y="21336"/>
                  </a:lnTo>
                  <a:lnTo>
                    <a:pt x="250" y="33242"/>
                  </a:lnTo>
                  <a:lnTo>
                    <a:pt x="3500" y="89535"/>
                  </a:lnTo>
                  <a:lnTo>
                    <a:pt x="6000" y="108966"/>
                  </a:lnTo>
                  <a:lnTo>
                    <a:pt x="8501" y="128397"/>
                  </a:lnTo>
                  <a:lnTo>
                    <a:pt x="12144" y="167818"/>
                  </a:lnTo>
                  <a:lnTo>
                    <a:pt x="14430" y="207514"/>
                  </a:lnTo>
                  <a:lnTo>
                    <a:pt x="15144" y="227076"/>
                  </a:lnTo>
                  <a:lnTo>
                    <a:pt x="14882" y="236660"/>
                  </a:lnTo>
                  <a:lnTo>
                    <a:pt x="14763" y="253460"/>
                  </a:lnTo>
                  <a:lnTo>
                    <a:pt x="15787" y="269831"/>
                  </a:lnTo>
                  <a:lnTo>
                    <a:pt x="18954" y="278130"/>
                  </a:lnTo>
                  <a:lnTo>
                    <a:pt x="25050" y="280416"/>
                  </a:lnTo>
                  <a:lnTo>
                    <a:pt x="31146" y="275082"/>
                  </a:lnTo>
                  <a:lnTo>
                    <a:pt x="36480" y="272796"/>
                  </a:lnTo>
                  <a:lnTo>
                    <a:pt x="76104" y="262128"/>
                  </a:lnTo>
                  <a:lnTo>
                    <a:pt x="111144" y="260520"/>
                  </a:lnTo>
                  <a:lnTo>
                    <a:pt x="122586" y="25984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40" name="Google Shape;3740;g2668d8541bd_0_222"/>
            <p:cNvGrpSpPr/>
            <p:nvPr/>
          </p:nvGrpSpPr>
          <p:grpSpPr>
            <a:xfrm>
              <a:off x="7434794" y="6919610"/>
              <a:ext cx="1079824" cy="366149"/>
              <a:chOff x="8030705" y="5490959"/>
              <a:chExt cx="806983" cy="258343"/>
            </a:xfrm>
          </p:grpSpPr>
          <p:pic>
            <p:nvPicPr>
              <p:cNvPr id="3741" name="Google Shape;3741;g2668d8541bd_0_222"/>
              <p:cNvPicPr preferRelativeResize="0"/>
              <p:nvPr/>
            </p:nvPicPr>
            <p:blipFill rotWithShape="1">
              <a:blip r:embed="rId58">
                <a:alphaModFix/>
              </a:blip>
              <a:srcRect b="0" l="0" r="0" t="0"/>
              <a:stretch/>
            </p:blipFill>
            <p:spPr>
              <a:xfrm>
                <a:off x="8030705" y="5609069"/>
                <a:ext cx="96037" cy="13642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42" name="Google Shape;3742;g2668d8541bd_0_222"/>
              <p:cNvSpPr/>
              <p:nvPr/>
            </p:nvSpPr>
            <p:spPr>
              <a:xfrm>
                <a:off x="8164067" y="5631180"/>
                <a:ext cx="10159" cy="97789"/>
              </a:xfrm>
              <a:custGeom>
                <a:rect b="b" l="l" r="r" t="t"/>
                <a:pathLst>
                  <a:path extrusionOk="0" h="97789" w="10159">
                    <a:moveTo>
                      <a:pt x="0" y="0"/>
                    </a:moveTo>
                    <a:lnTo>
                      <a:pt x="583" y="10406"/>
                    </a:lnTo>
                    <a:lnTo>
                      <a:pt x="1238" y="20955"/>
                    </a:lnTo>
                    <a:lnTo>
                      <a:pt x="2035" y="31503"/>
                    </a:lnTo>
                    <a:lnTo>
                      <a:pt x="3048" y="41910"/>
                    </a:lnTo>
                    <a:lnTo>
                      <a:pt x="3976" y="54590"/>
                    </a:lnTo>
                    <a:lnTo>
                      <a:pt x="4762" y="67341"/>
                    </a:lnTo>
                    <a:lnTo>
                      <a:pt x="5834" y="79950"/>
                    </a:lnTo>
                    <a:lnTo>
                      <a:pt x="7620" y="92202"/>
                    </a:lnTo>
                    <a:lnTo>
                      <a:pt x="8382" y="96012"/>
                    </a:lnTo>
                    <a:lnTo>
                      <a:pt x="7620" y="96774"/>
                    </a:lnTo>
                    <a:lnTo>
                      <a:pt x="9906" y="9753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743" name="Google Shape;3743;g2668d8541bd_0_222"/>
              <p:cNvPicPr preferRelativeResize="0"/>
              <p:nvPr/>
            </p:nvPicPr>
            <p:blipFill rotWithShape="1">
              <a:blip r:embed="rId59">
                <a:alphaModFix/>
              </a:blip>
              <a:srcRect b="0" l="0" r="0" t="0"/>
              <a:stretch/>
            </p:blipFill>
            <p:spPr>
              <a:xfrm>
                <a:off x="8223300" y="5606021"/>
                <a:ext cx="76415" cy="143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44" name="Google Shape;3744;g2668d8541bd_0_222"/>
              <p:cNvSpPr/>
              <p:nvPr/>
            </p:nvSpPr>
            <p:spPr>
              <a:xfrm>
                <a:off x="8338565" y="5615178"/>
                <a:ext cx="0" cy="97789"/>
              </a:xfrm>
              <a:custGeom>
                <a:rect b="b" l="l" r="r" t="t"/>
                <a:pathLst>
                  <a:path extrusionOk="0" h="97789" w="120000">
                    <a:moveTo>
                      <a:pt x="0" y="0"/>
                    </a:moveTo>
                    <a:lnTo>
                      <a:pt x="0" y="24133"/>
                    </a:lnTo>
                    <a:lnTo>
                      <a:pt x="0" y="48482"/>
                    </a:lnTo>
                    <a:lnTo>
                      <a:pt x="0" y="72973"/>
                    </a:lnTo>
                    <a:lnTo>
                      <a:pt x="0" y="9753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5" name="Google Shape;3745;g2668d8541bd_0_222"/>
              <p:cNvSpPr/>
              <p:nvPr/>
            </p:nvSpPr>
            <p:spPr>
              <a:xfrm>
                <a:off x="8329421" y="5599652"/>
                <a:ext cx="90804" cy="114935"/>
              </a:xfrm>
              <a:custGeom>
                <a:rect b="b" l="l" r="r" t="t"/>
                <a:pathLst>
                  <a:path extrusionOk="0" h="114935" w="90804">
                    <a:moveTo>
                      <a:pt x="3048" y="21621"/>
                    </a:moveTo>
                    <a:lnTo>
                      <a:pt x="881" y="14251"/>
                    </a:lnTo>
                    <a:lnTo>
                      <a:pt x="0" y="8953"/>
                    </a:lnTo>
                    <a:lnTo>
                      <a:pt x="1976" y="5226"/>
                    </a:lnTo>
                    <a:lnTo>
                      <a:pt x="8382" y="2571"/>
                    </a:lnTo>
                    <a:lnTo>
                      <a:pt x="17192" y="1143"/>
                    </a:lnTo>
                    <a:lnTo>
                      <a:pt x="26289" y="285"/>
                    </a:lnTo>
                    <a:lnTo>
                      <a:pt x="35385" y="0"/>
                    </a:lnTo>
                    <a:lnTo>
                      <a:pt x="44196" y="285"/>
                    </a:lnTo>
                    <a:lnTo>
                      <a:pt x="52006" y="1393"/>
                    </a:lnTo>
                    <a:lnTo>
                      <a:pt x="58102" y="4000"/>
                    </a:lnTo>
                    <a:lnTo>
                      <a:pt x="62198" y="8751"/>
                    </a:lnTo>
                    <a:lnTo>
                      <a:pt x="64008" y="16287"/>
                    </a:lnTo>
                    <a:lnTo>
                      <a:pt x="62353" y="27039"/>
                    </a:lnTo>
                    <a:lnTo>
                      <a:pt x="34230" y="58721"/>
                    </a:lnTo>
                    <a:lnTo>
                      <a:pt x="27717" y="64865"/>
                    </a:lnTo>
                    <a:lnTo>
                      <a:pt x="21633" y="71294"/>
                    </a:lnTo>
                    <a:lnTo>
                      <a:pt x="16764" y="78009"/>
                    </a:lnTo>
                    <a:lnTo>
                      <a:pt x="16764" y="78771"/>
                    </a:lnTo>
                    <a:lnTo>
                      <a:pt x="16764" y="79533"/>
                    </a:lnTo>
                    <a:lnTo>
                      <a:pt x="23836" y="78259"/>
                    </a:lnTo>
                    <a:lnTo>
                      <a:pt x="30480" y="76771"/>
                    </a:lnTo>
                    <a:lnTo>
                      <a:pt x="37123" y="75140"/>
                    </a:lnTo>
                    <a:lnTo>
                      <a:pt x="44196" y="73437"/>
                    </a:lnTo>
                    <a:lnTo>
                      <a:pt x="53971" y="71520"/>
                    </a:lnTo>
                    <a:lnTo>
                      <a:pt x="65817" y="70104"/>
                    </a:lnTo>
                    <a:lnTo>
                      <a:pt x="77521" y="70544"/>
                    </a:lnTo>
                    <a:lnTo>
                      <a:pt x="86868" y="74199"/>
                    </a:lnTo>
                    <a:lnTo>
                      <a:pt x="90249" y="78783"/>
                    </a:lnTo>
                    <a:lnTo>
                      <a:pt x="89916" y="84010"/>
                    </a:lnTo>
                    <a:lnTo>
                      <a:pt x="59388" y="107823"/>
                    </a:lnTo>
                    <a:lnTo>
                      <a:pt x="50292" y="110013"/>
                    </a:lnTo>
                    <a:lnTo>
                      <a:pt x="45720" y="111537"/>
                    </a:lnTo>
                    <a:lnTo>
                      <a:pt x="32004" y="114585"/>
                    </a:lnTo>
                    <a:lnTo>
                      <a:pt x="27432" y="111537"/>
                    </a:lnTo>
                    <a:lnTo>
                      <a:pt x="27432" y="106203"/>
                    </a:lnTo>
                    <a:lnTo>
                      <a:pt x="28194" y="104679"/>
                    </a:lnTo>
                    <a:lnTo>
                      <a:pt x="31242" y="102393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746" name="Google Shape;3746;g2668d8541bd_0_222"/>
              <p:cNvPicPr preferRelativeResize="0"/>
              <p:nvPr/>
            </p:nvPicPr>
            <p:blipFill rotWithShape="1">
              <a:blip r:embed="rId60">
                <a:alphaModFix/>
              </a:blip>
              <a:srcRect b="0" l="0" r="0" t="0"/>
              <a:stretch/>
            </p:blipFill>
            <p:spPr>
              <a:xfrm>
                <a:off x="8447900" y="5583923"/>
                <a:ext cx="75844" cy="1341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47" name="Google Shape;3747;g2668d8541bd_0_222"/>
              <p:cNvPicPr preferRelativeResize="0"/>
              <p:nvPr/>
            </p:nvPicPr>
            <p:blipFill rotWithShape="1">
              <a:blip r:embed="rId61">
                <a:alphaModFix/>
              </a:blip>
              <a:srcRect b="0" l="0" r="0" t="0"/>
              <a:stretch/>
            </p:blipFill>
            <p:spPr>
              <a:xfrm>
                <a:off x="8550865" y="5575815"/>
                <a:ext cx="96323" cy="1140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48" name="Google Shape;3748;g2668d8541bd_0_222"/>
              <p:cNvPicPr preferRelativeResize="0"/>
              <p:nvPr/>
            </p:nvPicPr>
            <p:blipFill rotWithShape="1">
              <a:blip r:embed="rId62">
                <a:alphaModFix/>
              </a:blip>
              <a:srcRect b="0" l="0" r="0" t="0"/>
              <a:stretch/>
            </p:blipFill>
            <p:spPr>
              <a:xfrm>
                <a:off x="8673833" y="5554967"/>
                <a:ext cx="69367" cy="10137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49" name="Google Shape;3749;g2668d8541bd_0_222"/>
              <p:cNvPicPr preferRelativeResize="0"/>
              <p:nvPr/>
            </p:nvPicPr>
            <p:blipFill rotWithShape="1">
              <a:blip r:embed="rId63">
                <a:alphaModFix/>
              </a:blip>
              <a:srcRect b="0" l="0" r="0" t="0"/>
              <a:stretch/>
            </p:blipFill>
            <p:spPr>
              <a:xfrm>
                <a:off x="8764511" y="5490959"/>
                <a:ext cx="73177" cy="1646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50" name="Google Shape;3750;g2668d8541bd_0_222"/>
            <p:cNvGrpSpPr/>
            <p:nvPr/>
          </p:nvGrpSpPr>
          <p:grpSpPr>
            <a:xfrm>
              <a:off x="8854127" y="6945542"/>
              <a:ext cx="937075" cy="216032"/>
              <a:chOff x="9091409" y="5509247"/>
              <a:chExt cx="700303" cy="152425"/>
            </a:xfrm>
          </p:grpSpPr>
          <p:pic>
            <p:nvPicPr>
              <p:cNvPr id="3751" name="Google Shape;3751;g2668d8541bd_0_222"/>
              <p:cNvPicPr preferRelativeResize="0"/>
              <p:nvPr/>
            </p:nvPicPr>
            <p:blipFill rotWithShape="1">
              <a:blip r:embed="rId64">
                <a:alphaModFix/>
              </a:blip>
              <a:srcRect b="0" l="0" r="0" t="0"/>
              <a:stretch/>
            </p:blipFill>
            <p:spPr>
              <a:xfrm>
                <a:off x="9091409" y="5538203"/>
                <a:ext cx="150901" cy="1234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52" name="Google Shape;3752;g2668d8541bd_0_222"/>
              <p:cNvPicPr preferRelativeResize="0"/>
              <p:nvPr/>
            </p:nvPicPr>
            <p:blipFill rotWithShape="1">
              <a:blip r:embed="rId65">
                <a:alphaModFix/>
              </a:blip>
              <a:srcRect b="0" l="0" r="0" t="0"/>
              <a:stretch/>
            </p:blipFill>
            <p:spPr>
              <a:xfrm>
                <a:off x="9263145" y="5541251"/>
                <a:ext cx="94989" cy="10137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53" name="Google Shape;3753;g2668d8541bd_0_222"/>
              <p:cNvSpPr/>
              <p:nvPr/>
            </p:nvSpPr>
            <p:spPr>
              <a:xfrm>
                <a:off x="9394698" y="5561075"/>
                <a:ext cx="55245" cy="6350"/>
              </a:xfrm>
              <a:custGeom>
                <a:rect b="b" l="l" r="r" t="t"/>
                <a:pathLst>
                  <a:path extrusionOk="0" h="6350" w="55245">
                    <a:moveTo>
                      <a:pt x="0" y="6095"/>
                    </a:moveTo>
                    <a:lnTo>
                      <a:pt x="10477" y="5941"/>
                    </a:lnTo>
                    <a:lnTo>
                      <a:pt x="20383" y="5429"/>
                    </a:lnTo>
                    <a:lnTo>
                      <a:pt x="30003" y="4488"/>
                    </a:lnTo>
                    <a:lnTo>
                      <a:pt x="39624" y="3047"/>
                    </a:lnTo>
                    <a:lnTo>
                      <a:pt x="44958" y="2285"/>
                    </a:lnTo>
                    <a:lnTo>
                      <a:pt x="49530" y="761"/>
                    </a:lnTo>
                    <a:lnTo>
                      <a:pt x="54864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4" name="Google Shape;3754;g2668d8541bd_0_222"/>
              <p:cNvSpPr/>
              <p:nvPr/>
            </p:nvSpPr>
            <p:spPr>
              <a:xfrm>
                <a:off x="9491472" y="5541263"/>
                <a:ext cx="6350" cy="85725"/>
              </a:xfrm>
              <a:custGeom>
                <a:rect b="b" l="l" r="r" t="t"/>
                <a:pathLst>
                  <a:path extrusionOk="0" h="85725" w="6350">
                    <a:moveTo>
                      <a:pt x="6096" y="0"/>
                    </a:moveTo>
                    <a:lnTo>
                      <a:pt x="5310" y="14168"/>
                    </a:lnTo>
                    <a:lnTo>
                      <a:pt x="4953" y="28194"/>
                    </a:lnTo>
                    <a:lnTo>
                      <a:pt x="4595" y="42219"/>
                    </a:lnTo>
                    <a:lnTo>
                      <a:pt x="3810" y="56388"/>
                    </a:lnTo>
                    <a:lnTo>
                      <a:pt x="3107" y="63698"/>
                    </a:lnTo>
                    <a:lnTo>
                      <a:pt x="2190" y="70866"/>
                    </a:lnTo>
                    <a:lnTo>
                      <a:pt x="1131" y="78033"/>
                    </a:lnTo>
                    <a:lnTo>
                      <a:pt x="0" y="8534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5" name="Google Shape;3755;g2668d8541bd_0_222"/>
              <p:cNvSpPr/>
              <p:nvPr/>
            </p:nvSpPr>
            <p:spPr>
              <a:xfrm>
                <a:off x="9490710" y="5513069"/>
                <a:ext cx="92075" cy="106679"/>
              </a:xfrm>
              <a:custGeom>
                <a:rect b="b" l="l" r="r" t="t"/>
                <a:pathLst>
                  <a:path extrusionOk="0" h="106679" w="92075">
                    <a:moveTo>
                      <a:pt x="0" y="28194"/>
                    </a:moveTo>
                    <a:lnTo>
                      <a:pt x="34290" y="45720"/>
                    </a:lnTo>
                    <a:lnTo>
                      <a:pt x="45720" y="57912"/>
                    </a:lnTo>
                    <a:lnTo>
                      <a:pt x="53340" y="60198"/>
                    </a:lnTo>
                    <a:lnTo>
                      <a:pt x="60198" y="61722"/>
                    </a:lnTo>
                    <a:lnTo>
                      <a:pt x="61722" y="54864"/>
                    </a:lnTo>
                    <a:lnTo>
                      <a:pt x="64008" y="49530"/>
                    </a:lnTo>
                    <a:lnTo>
                      <a:pt x="66960" y="41862"/>
                    </a:lnTo>
                    <a:lnTo>
                      <a:pt x="69342" y="33909"/>
                    </a:lnTo>
                    <a:lnTo>
                      <a:pt x="71723" y="25955"/>
                    </a:lnTo>
                    <a:lnTo>
                      <a:pt x="74676" y="18288"/>
                    </a:lnTo>
                    <a:lnTo>
                      <a:pt x="76962" y="13716"/>
                    </a:lnTo>
                    <a:lnTo>
                      <a:pt x="80772" y="2286"/>
                    </a:lnTo>
                    <a:lnTo>
                      <a:pt x="85344" y="762"/>
                    </a:lnTo>
                    <a:lnTo>
                      <a:pt x="87630" y="0"/>
                    </a:lnTo>
                    <a:lnTo>
                      <a:pt x="89154" y="0"/>
                    </a:lnTo>
                    <a:lnTo>
                      <a:pt x="90678" y="8382"/>
                    </a:lnTo>
                    <a:lnTo>
                      <a:pt x="90678" y="16002"/>
                    </a:lnTo>
                    <a:lnTo>
                      <a:pt x="91440" y="24384"/>
                    </a:lnTo>
                    <a:lnTo>
                      <a:pt x="91523" y="34790"/>
                    </a:lnTo>
                    <a:lnTo>
                      <a:pt x="88534" y="74747"/>
                    </a:lnTo>
                    <a:lnTo>
                      <a:pt x="85201" y="91368"/>
                    </a:lnTo>
                    <a:lnTo>
                      <a:pt x="83820" y="99822"/>
                    </a:lnTo>
                    <a:lnTo>
                      <a:pt x="83820" y="103632"/>
                    </a:lnTo>
                    <a:lnTo>
                      <a:pt x="83058" y="104394"/>
                    </a:lnTo>
                    <a:lnTo>
                      <a:pt x="83820" y="10668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756" name="Google Shape;3756;g2668d8541bd_0_222"/>
              <p:cNvPicPr preferRelativeResize="0"/>
              <p:nvPr/>
            </p:nvPicPr>
            <p:blipFill rotWithShape="1">
              <a:blip r:embed="rId66">
                <a:alphaModFix/>
              </a:blip>
              <a:srcRect b="0" l="0" r="0" t="0"/>
              <a:stretch/>
            </p:blipFill>
            <p:spPr>
              <a:xfrm>
                <a:off x="9615665" y="5509247"/>
                <a:ext cx="176047" cy="1234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57" name="Google Shape;3757;g2668d8541bd_0_222"/>
            <p:cNvGrpSpPr/>
            <p:nvPr/>
          </p:nvGrpSpPr>
          <p:grpSpPr>
            <a:xfrm>
              <a:off x="8308631" y="7388340"/>
              <a:ext cx="411965" cy="201992"/>
              <a:chOff x="8683738" y="5821667"/>
              <a:chExt cx="307873" cy="142519"/>
            </a:xfrm>
          </p:grpSpPr>
          <p:pic>
            <p:nvPicPr>
              <p:cNvPr id="3758" name="Google Shape;3758;g2668d8541bd_0_222"/>
              <p:cNvPicPr preferRelativeResize="0"/>
              <p:nvPr/>
            </p:nvPicPr>
            <p:blipFill rotWithShape="1">
              <a:blip r:embed="rId67">
                <a:alphaModFix/>
              </a:blip>
              <a:srcRect b="0" l="0" r="0" t="0"/>
              <a:stretch/>
            </p:blipFill>
            <p:spPr>
              <a:xfrm>
                <a:off x="8683738" y="5859005"/>
                <a:ext cx="83845" cy="1051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59" name="Google Shape;3759;g2668d8541bd_0_222"/>
              <p:cNvPicPr preferRelativeResize="0"/>
              <p:nvPr/>
            </p:nvPicPr>
            <p:blipFill rotWithShape="1">
              <a:blip r:embed="rId68">
                <a:alphaModFix/>
              </a:blip>
              <a:srcRect b="0" l="0" r="0" t="0"/>
              <a:stretch/>
            </p:blipFill>
            <p:spPr>
              <a:xfrm>
                <a:off x="8801848" y="5821667"/>
                <a:ext cx="189763" cy="1348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60" name="Google Shape;3760;g2668d8541bd_0_222"/>
            <p:cNvGrpSpPr/>
            <p:nvPr/>
          </p:nvGrpSpPr>
          <p:grpSpPr>
            <a:xfrm>
              <a:off x="8789723" y="7269793"/>
              <a:ext cx="719223" cy="349393"/>
              <a:chOff x="9043284" y="5738037"/>
              <a:chExt cx="537496" cy="246520"/>
            </a:xfrm>
          </p:grpSpPr>
          <p:pic>
            <p:nvPicPr>
              <p:cNvPr id="3761" name="Google Shape;3761;g2668d8541bd_0_222"/>
              <p:cNvPicPr preferRelativeResize="0"/>
              <p:nvPr/>
            </p:nvPicPr>
            <p:blipFill rotWithShape="1">
              <a:blip r:embed="rId69">
                <a:alphaModFix/>
              </a:blip>
              <a:srcRect b="0" l="0" r="0" t="0"/>
              <a:stretch/>
            </p:blipFill>
            <p:spPr>
              <a:xfrm>
                <a:off x="9043284" y="5851385"/>
                <a:ext cx="80440" cy="882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62" name="Google Shape;3762;g2668d8541bd_0_222"/>
              <p:cNvSpPr/>
              <p:nvPr/>
            </p:nvSpPr>
            <p:spPr>
              <a:xfrm>
                <a:off x="9165336" y="5855207"/>
                <a:ext cx="2540" cy="66675"/>
              </a:xfrm>
              <a:custGeom>
                <a:rect b="b" l="l" r="r" t="t"/>
                <a:pathLst>
                  <a:path extrusionOk="0" h="66675" w="2540">
                    <a:moveTo>
                      <a:pt x="2285" y="0"/>
                    </a:moveTo>
                    <a:lnTo>
                      <a:pt x="1845" y="8893"/>
                    </a:lnTo>
                    <a:lnTo>
                      <a:pt x="1619" y="17430"/>
                    </a:lnTo>
                    <a:lnTo>
                      <a:pt x="1535" y="25824"/>
                    </a:lnTo>
                    <a:lnTo>
                      <a:pt x="1523" y="34289"/>
                    </a:lnTo>
                    <a:lnTo>
                      <a:pt x="1619" y="41600"/>
                    </a:lnTo>
                    <a:lnTo>
                      <a:pt x="1714" y="48767"/>
                    </a:lnTo>
                    <a:lnTo>
                      <a:pt x="1523" y="55935"/>
                    </a:lnTo>
                    <a:lnTo>
                      <a:pt x="761" y="63245"/>
                    </a:lnTo>
                    <a:lnTo>
                      <a:pt x="761" y="64007"/>
                    </a:lnTo>
                    <a:lnTo>
                      <a:pt x="0" y="65531"/>
                    </a:lnTo>
                    <a:lnTo>
                      <a:pt x="0" y="66293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3" name="Google Shape;3763;g2668d8541bd_0_222"/>
              <p:cNvSpPr/>
              <p:nvPr/>
            </p:nvSpPr>
            <p:spPr>
              <a:xfrm>
                <a:off x="9160764" y="5835395"/>
                <a:ext cx="64134" cy="78739"/>
              </a:xfrm>
              <a:custGeom>
                <a:rect b="b" l="l" r="r" t="t"/>
                <a:pathLst>
                  <a:path extrusionOk="0" h="78739" w="64134">
                    <a:moveTo>
                      <a:pt x="3809" y="26670"/>
                    </a:moveTo>
                    <a:lnTo>
                      <a:pt x="2571" y="19847"/>
                    </a:lnTo>
                    <a:lnTo>
                      <a:pt x="1333" y="13811"/>
                    </a:lnTo>
                    <a:lnTo>
                      <a:pt x="380" y="7917"/>
                    </a:lnTo>
                    <a:lnTo>
                      <a:pt x="0" y="1524"/>
                    </a:lnTo>
                    <a:lnTo>
                      <a:pt x="5965" y="547"/>
                    </a:lnTo>
                    <a:lnTo>
                      <a:pt x="12287" y="0"/>
                    </a:lnTo>
                    <a:lnTo>
                      <a:pt x="18752" y="23"/>
                    </a:lnTo>
                    <a:lnTo>
                      <a:pt x="53339" y="16764"/>
                    </a:lnTo>
                    <a:lnTo>
                      <a:pt x="54506" y="26169"/>
                    </a:lnTo>
                    <a:lnTo>
                      <a:pt x="51244" y="34861"/>
                    </a:lnTo>
                    <a:lnTo>
                      <a:pt x="21526" y="64103"/>
                    </a:lnTo>
                    <a:lnTo>
                      <a:pt x="3047" y="76962"/>
                    </a:lnTo>
                    <a:lnTo>
                      <a:pt x="3047" y="77724"/>
                    </a:lnTo>
                    <a:lnTo>
                      <a:pt x="2285" y="77724"/>
                    </a:lnTo>
                    <a:lnTo>
                      <a:pt x="9013" y="78164"/>
                    </a:lnTo>
                    <a:lnTo>
                      <a:pt x="15525" y="78390"/>
                    </a:lnTo>
                    <a:lnTo>
                      <a:pt x="21895" y="78474"/>
                    </a:lnTo>
                    <a:lnTo>
                      <a:pt x="28193" y="78486"/>
                    </a:lnTo>
                    <a:lnTo>
                      <a:pt x="36075" y="78486"/>
                    </a:lnTo>
                    <a:lnTo>
                      <a:pt x="43814" y="78486"/>
                    </a:lnTo>
                    <a:lnTo>
                      <a:pt x="51554" y="78486"/>
                    </a:lnTo>
                    <a:lnTo>
                      <a:pt x="59435" y="78486"/>
                    </a:lnTo>
                    <a:lnTo>
                      <a:pt x="60959" y="78486"/>
                    </a:lnTo>
                    <a:lnTo>
                      <a:pt x="62483" y="78486"/>
                    </a:lnTo>
                    <a:lnTo>
                      <a:pt x="64007" y="7848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764" name="Google Shape;3764;g2668d8541bd_0_222"/>
              <p:cNvPicPr preferRelativeResize="0"/>
              <p:nvPr/>
            </p:nvPicPr>
            <p:blipFill rotWithShape="1">
              <a:blip r:embed="rId70">
                <a:alphaModFix/>
              </a:blip>
              <a:srcRect b="0" l="0" r="0" t="0"/>
              <a:stretch/>
            </p:blipFill>
            <p:spPr>
              <a:xfrm>
                <a:off x="9259811" y="5813285"/>
                <a:ext cx="73939" cy="1059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65" name="Google Shape;3765;g2668d8541bd_0_222"/>
              <p:cNvPicPr preferRelativeResize="0"/>
              <p:nvPr/>
            </p:nvPicPr>
            <p:blipFill rotWithShape="1">
              <a:blip r:embed="rId71">
                <a:alphaModFix/>
              </a:blip>
              <a:srcRect b="0" l="0" r="0" t="0"/>
              <a:stretch/>
            </p:blipFill>
            <p:spPr>
              <a:xfrm>
                <a:off x="9365562" y="5738037"/>
                <a:ext cx="215218" cy="2465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69" name="Shape 3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0" name="Google Shape;3770;g2668d8541bd_0_380"/>
          <p:cNvGrpSpPr/>
          <p:nvPr/>
        </p:nvGrpSpPr>
        <p:grpSpPr>
          <a:xfrm>
            <a:off x="1919971" y="2161318"/>
            <a:ext cx="908240" cy="279301"/>
            <a:chOff x="3172193" y="2106917"/>
            <a:chExt cx="763548" cy="207289"/>
          </a:xfrm>
        </p:grpSpPr>
        <p:pic>
          <p:nvPicPr>
            <p:cNvPr id="3771" name="Google Shape;3771;g2668d8541bd_0_3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72193" y="2117561"/>
              <a:ext cx="317779" cy="196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2" name="Google Shape;3772;g2668d8541bd_0_38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29761" y="2106917"/>
              <a:ext cx="405980" cy="2011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73" name="Google Shape;3773;g2668d8541bd_0_380"/>
          <p:cNvGrpSpPr/>
          <p:nvPr/>
        </p:nvGrpSpPr>
        <p:grpSpPr>
          <a:xfrm>
            <a:off x="3593206" y="2155178"/>
            <a:ext cx="312706" cy="206369"/>
            <a:chOff x="4578857" y="2102357"/>
            <a:chExt cx="262889" cy="153161"/>
          </a:xfrm>
        </p:grpSpPr>
        <p:sp>
          <p:nvSpPr>
            <p:cNvPr id="3774" name="Google Shape;3774;g2668d8541bd_0_380"/>
            <p:cNvSpPr/>
            <p:nvPr/>
          </p:nvSpPr>
          <p:spPr>
            <a:xfrm>
              <a:off x="4618481" y="2102357"/>
              <a:ext cx="13335" cy="132080"/>
            </a:xfrm>
            <a:custGeom>
              <a:rect b="b" l="l" r="r" t="t"/>
              <a:pathLst>
                <a:path extrusionOk="0" h="132080" w="13335">
                  <a:moveTo>
                    <a:pt x="0" y="0"/>
                  </a:moveTo>
                  <a:lnTo>
                    <a:pt x="5143" y="38683"/>
                  </a:lnTo>
                  <a:lnTo>
                    <a:pt x="9810" y="77438"/>
                  </a:lnTo>
                  <a:lnTo>
                    <a:pt x="12858" y="118014"/>
                  </a:lnTo>
                  <a:lnTo>
                    <a:pt x="12942" y="124956"/>
                  </a:lnTo>
                  <a:lnTo>
                    <a:pt x="12954" y="13182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5" name="Google Shape;3775;g2668d8541bd_0_380"/>
            <p:cNvSpPr/>
            <p:nvPr/>
          </p:nvSpPr>
          <p:spPr>
            <a:xfrm>
              <a:off x="4578857" y="2114549"/>
              <a:ext cx="262889" cy="140969"/>
            </a:xfrm>
            <a:custGeom>
              <a:rect b="b" l="l" r="r" t="t"/>
              <a:pathLst>
                <a:path extrusionOk="0" h="140969" w="262889">
                  <a:moveTo>
                    <a:pt x="0" y="45720"/>
                  </a:moveTo>
                  <a:lnTo>
                    <a:pt x="40719" y="33932"/>
                  </a:lnTo>
                  <a:lnTo>
                    <a:pt x="76009" y="17335"/>
                  </a:lnTo>
                  <a:lnTo>
                    <a:pt x="96773" y="5334"/>
                  </a:lnTo>
                  <a:lnTo>
                    <a:pt x="102107" y="2286"/>
                  </a:lnTo>
                  <a:lnTo>
                    <a:pt x="103632" y="0"/>
                  </a:lnTo>
                  <a:lnTo>
                    <a:pt x="108966" y="0"/>
                  </a:lnTo>
                  <a:lnTo>
                    <a:pt x="108966" y="34873"/>
                  </a:lnTo>
                  <a:lnTo>
                    <a:pt x="108966" y="69818"/>
                  </a:lnTo>
                  <a:lnTo>
                    <a:pt x="108966" y="104905"/>
                  </a:lnTo>
                  <a:lnTo>
                    <a:pt x="108966" y="140208"/>
                  </a:lnTo>
                  <a:lnTo>
                    <a:pt x="108204" y="133350"/>
                  </a:lnTo>
                  <a:lnTo>
                    <a:pt x="105918" y="126492"/>
                  </a:lnTo>
                  <a:lnTo>
                    <a:pt x="104394" y="119634"/>
                  </a:lnTo>
                  <a:lnTo>
                    <a:pt x="103370" y="113121"/>
                  </a:lnTo>
                  <a:lnTo>
                    <a:pt x="103060" y="106394"/>
                  </a:lnTo>
                  <a:lnTo>
                    <a:pt x="104179" y="99810"/>
                  </a:lnTo>
                  <a:lnTo>
                    <a:pt x="140970" y="80010"/>
                  </a:lnTo>
                  <a:lnTo>
                    <a:pt x="171831" y="76795"/>
                  </a:lnTo>
                  <a:lnTo>
                    <a:pt x="182118" y="76962"/>
                  </a:lnTo>
                  <a:lnTo>
                    <a:pt x="194310" y="77724"/>
                  </a:lnTo>
                  <a:lnTo>
                    <a:pt x="195072" y="83058"/>
                  </a:lnTo>
                  <a:lnTo>
                    <a:pt x="195834" y="92964"/>
                  </a:lnTo>
                  <a:lnTo>
                    <a:pt x="195417" y="102072"/>
                  </a:lnTo>
                  <a:lnTo>
                    <a:pt x="194214" y="110394"/>
                  </a:lnTo>
                  <a:lnTo>
                    <a:pt x="192297" y="118574"/>
                  </a:lnTo>
                  <a:lnTo>
                    <a:pt x="189738" y="127254"/>
                  </a:lnTo>
                  <a:lnTo>
                    <a:pt x="188976" y="131826"/>
                  </a:lnTo>
                  <a:lnTo>
                    <a:pt x="188214" y="135636"/>
                  </a:lnTo>
                  <a:lnTo>
                    <a:pt x="188214" y="140970"/>
                  </a:lnTo>
                  <a:lnTo>
                    <a:pt x="221932" y="110490"/>
                  </a:lnTo>
                  <a:lnTo>
                    <a:pt x="225552" y="72390"/>
                  </a:lnTo>
                  <a:lnTo>
                    <a:pt x="217170" y="74676"/>
                  </a:lnTo>
                  <a:lnTo>
                    <a:pt x="202692" y="110490"/>
                  </a:lnTo>
                  <a:lnTo>
                    <a:pt x="244030" y="122336"/>
                  </a:lnTo>
                  <a:lnTo>
                    <a:pt x="259842" y="116586"/>
                  </a:lnTo>
                  <a:lnTo>
                    <a:pt x="262890" y="11506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76" name="Google Shape;3776;g2668d8541bd_0_3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70921" y="2116044"/>
            <a:ext cx="116956" cy="206397"/>
          </a:xfrm>
          <a:prstGeom prst="rect">
            <a:avLst/>
          </a:prstGeom>
          <a:noFill/>
          <a:ln>
            <a:noFill/>
          </a:ln>
        </p:spPr>
      </p:pic>
      <p:sp>
        <p:nvSpPr>
          <p:cNvPr id="3777" name="Google Shape;3777;g2668d8541bd_0_380"/>
          <p:cNvSpPr/>
          <p:nvPr/>
        </p:nvSpPr>
        <p:spPr>
          <a:xfrm>
            <a:off x="4550404" y="2185875"/>
            <a:ext cx="20403" cy="86422"/>
          </a:xfrm>
          <a:custGeom>
            <a:rect b="b" l="l" r="r" t="t"/>
            <a:pathLst>
              <a:path extrusionOk="0" h="64135" w="17145">
                <a:moveTo>
                  <a:pt x="0" y="0"/>
                </a:moveTo>
                <a:lnTo>
                  <a:pt x="10096" y="41457"/>
                </a:lnTo>
                <a:lnTo>
                  <a:pt x="11811" y="48006"/>
                </a:lnTo>
                <a:lnTo>
                  <a:pt x="13525" y="54554"/>
                </a:lnTo>
                <a:lnTo>
                  <a:pt x="15240" y="60960"/>
                </a:lnTo>
                <a:lnTo>
                  <a:pt x="16002" y="63246"/>
                </a:lnTo>
                <a:lnTo>
                  <a:pt x="16764" y="64008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78" name="Google Shape;3778;g2668d8541bd_0_380"/>
          <p:cNvGrpSpPr/>
          <p:nvPr/>
        </p:nvGrpSpPr>
        <p:grpSpPr>
          <a:xfrm>
            <a:off x="4538572" y="2078173"/>
            <a:ext cx="387528" cy="341915"/>
            <a:chOff x="5373624" y="2045207"/>
            <a:chExt cx="325791" cy="253759"/>
          </a:xfrm>
        </p:grpSpPr>
        <p:sp>
          <p:nvSpPr>
            <p:cNvPr id="3779" name="Google Shape;3779;g2668d8541bd_0_380"/>
            <p:cNvSpPr/>
            <p:nvPr/>
          </p:nvSpPr>
          <p:spPr>
            <a:xfrm>
              <a:off x="5373624" y="2045207"/>
              <a:ext cx="16510" cy="13969"/>
            </a:xfrm>
            <a:custGeom>
              <a:rect b="b" l="l" r="r" t="t"/>
              <a:pathLst>
                <a:path extrusionOk="0" h="13969" w="16510">
                  <a:moveTo>
                    <a:pt x="0" y="0"/>
                  </a:moveTo>
                  <a:lnTo>
                    <a:pt x="5334" y="4571"/>
                  </a:lnTo>
                  <a:lnTo>
                    <a:pt x="10668" y="9143"/>
                  </a:lnTo>
                  <a:lnTo>
                    <a:pt x="16002" y="13715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80" name="Google Shape;3780;g2668d8541bd_0_38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32285" y="2085581"/>
              <a:ext cx="267130" cy="21338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81" name="Google Shape;3781;g2668d8541bd_0_380"/>
          <p:cNvGrpSpPr/>
          <p:nvPr/>
        </p:nvGrpSpPr>
        <p:grpSpPr>
          <a:xfrm>
            <a:off x="4996293" y="2061724"/>
            <a:ext cx="726055" cy="220441"/>
            <a:chOff x="5758421" y="2033003"/>
            <a:chExt cx="610387" cy="163605"/>
          </a:xfrm>
        </p:grpSpPr>
        <p:pic>
          <p:nvPicPr>
            <p:cNvPr id="3782" name="Google Shape;3782;g2668d8541bd_0_38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758421" y="2077199"/>
              <a:ext cx="169189" cy="1194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3" name="Google Shape;3783;g2668d8541bd_0_38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947016" y="2035289"/>
              <a:ext cx="286192" cy="1493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4" name="Google Shape;3784;g2668d8541bd_0_38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271247" y="2033003"/>
              <a:ext cx="97561" cy="1318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85" name="Google Shape;3785;g2668d8541bd_0_380"/>
          <p:cNvSpPr/>
          <p:nvPr/>
        </p:nvSpPr>
        <p:spPr>
          <a:xfrm>
            <a:off x="6250170" y="2003127"/>
            <a:ext cx="93701" cy="444944"/>
          </a:xfrm>
          <a:custGeom>
            <a:rect b="b" l="l" r="r" t="t"/>
            <a:pathLst>
              <a:path extrusionOk="0" h="330200" w="78740">
                <a:moveTo>
                  <a:pt x="52363" y="23622"/>
                </a:moveTo>
                <a:lnTo>
                  <a:pt x="50077" y="14478"/>
                </a:lnTo>
                <a:lnTo>
                  <a:pt x="50839" y="9906"/>
                </a:lnTo>
                <a:lnTo>
                  <a:pt x="43981" y="4572"/>
                </a:lnTo>
                <a:lnTo>
                  <a:pt x="39409" y="762"/>
                </a:lnTo>
                <a:lnTo>
                  <a:pt x="34075" y="762"/>
                </a:lnTo>
                <a:lnTo>
                  <a:pt x="28741" y="762"/>
                </a:lnTo>
                <a:lnTo>
                  <a:pt x="20359" y="0"/>
                </a:lnTo>
                <a:lnTo>
                  <a:pt x="547" y="37338"/>
                </a:lnTo>
                <a:lnTo>
                  <a:pt x="0" y="46089"/>
                </a:lnTo>
                <a:lnTo>
                  <a:pt x="738" y="54197"/>
                </a:lnTo>
                <a:lnTo>
                  <a:pt x="2905" y="61876"/>
                </a:lnTo>
                <a:lnTo>
                  <a:pt x="6643" y="69342"/>
                </a:lnTo>
                <a:lnTo>
                  <a:pt x="12811" y="77700"/>
                </a:lnTo>
                <a:lnTo>
                  <a:pt x="19407" y="85915"/>
                </a:lnTo>
                <a:lnTo>
                  <a:pt x="25717" y="94416"/>
                </a:lnTo>
                <a:lnTo>
                  <a:pt x="31027" y="103632"/>
                </a:lnTo>
                <a:lnTo>
                  <a:pt x="34075" y="113168"/>
                </a:lnTo>
                <a:lnTo>
                  <a:pt x="35409" y="123920"/>
                </a:lnTo>
                <a:lnTo>
                  <a:pt x="35313" y="134814"/>
                </a:lnTo>
                <a:lnTo>
                  <a:pt x="17311" y="176022"/>
                </a:lnTo>
                <a:lnTo>
                  <a:pt x="8167" y="185928"/>
                </a:lnTo>
                <a:lnTo>
                  <a:pt x="3595" y="191262"/>
                </a:lnTo>
                <a:lnTo>
                  <a:pt x="2833" y="192024"/>
                </a:lnTo>
                <a:lnTo>
                  <a:pt x="2833" y="192786"/>
                </a:lnTo>
                <a:lnTo>
                  <a:pt x="2071" y="193548"/>
                </a:lnTo>
                <a:lnTo>
                  <a:pt x="33754" y="222313"/>
                </a:lnTo>
                <a:lnTo>
                  <a:pt x="37409" y="247364"/>
                </a:lnTo>
                <a:lnTo>
                  <a:pt x="37207" y="256901"/>
                </a:lnTo>
                <a:lnTo>
                  <a:pt x="36361" y="265938"/>
                </a:lnTo>
                <a:lnTo>
                  <a:pt x="34647" y="275986"/>
                </a:lnTo>
                <a:lnTo>
                  <a:pt x="32361" y="285750"/>
                </a:lnTo>
                <a:lnTo>
                  <a:pt x="30360" y="295513"/>
                </a:lnTo>
                <a:lnTo>
                  <a:pt x="29503" y="305562"/>
                </a:lnTo>
                <a:lnTo>
                  <a:pt x="28741" y="312420"/>
                </a:lnTo>
                <a:lnTo>
                  <a:pt x="31027" y="314706"/>
                </a:lnTo>
                <a:lnTo>
                  <a:pt x="36361" y="319278"/>
                </a:lnTo>
                <a:lnTo>
                  <a:pt x="41695" y="323850"/>
                </a:lnTo>
                <a:lnTo>
                  <a:pt x="49315" y="327660"/>
                </a:lnTo>
                <a:lnTo>
                  <a:pt x="56173" y="329184"/>
                </a:lnTo>
                <a:lnTo>
                  <a:pt x="63805" y="329898"/>
                </a:lnTo>
                <a:lnTo>
                  <a:pt x="69222" y="328612"/>
                </a:lnTo>
                <a:lnTo>
                  <a:pt x="73640" y="325326"/>
                </a:lnTo>
                <a:lnTo>
                  <a:pt x="78271" y="32004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6" name="Google Shape;3786;g2668d8541bd_0_380"/>
          <p:cNvGrpSpPr/>
          <p:nvPr/>
        </p:nvGrpSpPr>
        <p:grpSpPr>
          <a:xfrm>
            <a:off x="6471017" y="2103621"/>
            <a:ext cx="219802" cy="187209"/>
            <a:chOff x="6998195" y="2064245"/>
            <a:chExt cx="184785" cy="138951"/>
          </a:xfrm>
        </p:grpSpPr>
        <p:pic>
          <p:nvPicPr>
            <p:cNvPr id="3787" name="Google Shape;3787;g2668d8541bd_0_38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998195" y="2064245"/>
              <a:ext cx="133958" cy="1219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8" name="Google Shape;3788;g2668d8541bd_0_380"/>
            <p:cNvSpPr/>
            <p:nvPr/>
          </p:nvSpPr>
          <p:spPr>
            <a:xfrm>
              <a:off x="7171551" y="2147316"/>
              <a:ext cx="11429" cy="55880"/>
            </a:xfrm>
            <a:custGeom>
              <a:rect b="b" l="l" r="r" t="t"/>
              <a:pathLst>
                <a:path extrusionOk="0" h="55880" w="11429">
                  <a:moveTo>
                    <a:pt x="392" y="0"/>
                  </a:moveTo>
                  <a:lnTo>
                    <a:pt x="0" y="9441"/>
                  </a:lnTo>
                  <a:lnTo>
                    <a:pt x="107" y="17811"/>
                  </a:lnTo>
                  <a:lnTo>
                    <a:pt x="928" y="26038"/>
                  </a:lnTo>
                  <a:lnTo>
                    <a:pt x="2678" y="35052"/>
                  </a:lnTo>
                  <a:lnTo>
                    <a:pt x="4202" y="40386"/>
                  </a:lnTo>
                  <a:lnTo>
                    <a:pt x="5726" y="50292"/>
                  </a:lnTo>
                  <a:lnTo>
                    <a:pt x="9536" y="54864"/>
                  </a:lnTo>
                  <a:lnTo>
                    <a:pt x="10298" y="55626"/>
                  </a:lnTo>
                  <a:lnTo>
                    <a:pt x="11060" y="5562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89" name="Google Shape;3789;g2668d8541bd_0_380"/>
          <p:cNvSpPr/>
          <p:nvPr/>
        </p:nvSpPr>
        <p:spPr>
          <a:xfrm>
            <a:off x="6784694" y="2223862"/>
            <a:ext cx="27202" cy="81288"/>
          </a:xfrm>
          <a:custGeom>
            <a:rect b="b" l="l" r="r" t="t"/>
            <a:pathLst>
              <a:path extrusionOk="0" h="60325" w="22859">
                <a:moveTo>
                  <a:pt x="6096" y="0"/>
                </a:moveTo>
                <a:lnTo>
                  <a:pt x="15359" y="6643"/>
                </a:lnTo>
                <a:lnTo>
                  <a:pt x="20193" y="11429"/>
                </a:lnTo>
                <a:lnTo>
                  <a:pt x="22169" y="17359"/>
                </a:lnTo>
                <a:lnTo>
                  <a:pt x="22860" y="27431"/>
                </a:lnTo>
                <a:lnTo>
                  <a:pt x="22574" y="35028"/>
                </a:lnTo>
                <a:lnTo>
                  <a:pt x="3810" y="58674"/>
                </a:lnTo>
                <a:lnTo>
                  <a:pt x="0" y="60198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90" name="Google Shape;3790;g2668d8541bd_0_380"/>
          <p:cNvGrpSpPr/>
          <p:nvPr/>
        </p:nvGrpSpPr>
        <p:grpSpPr>
          <a:xfrm>
            <a:off x="7152626" y="2187972"/>
            <a:ext cx="90640" cy="20533"/>
            <a:chOff x="7571232" y="2126742"/>
            <a:chExt cx="76200" cy="15239"/>
          </a:xfrm>
        </p:grpSpPr>
        <p:sp>
          <p:nvSpPr>
            <p:cNvPr id="3791" name="Google Shape;3791;g2668d8541bd_0_380"/>
            <p:cNvSpPr/>
            <p:nvPr/>
          </p:nvSpPr>
          <p:spPr>
            <a:xfrm>
              <a:off x="7571232" y="2132076"/>
              <a:ext cx="13970" cy="3175"/>
            </a:xfrm>
            <a:custGeom>
              <a:rect b="b" l="l" r="r" t="t"/>
              <a:pathLst>
                <a:path extrusionOk="0" h="3175" w="13970">
                  <a:moveTo>
                    <a:pt x="0" y="3048"/>
                  </a:moveTo>
                  <a:lnTo>
                    <a:pt x="8382" y="1524"/>
                  </a:lnTo>
                  <a:lnTo>
                    <a:pt x="9144" y="1524"/>
                  </a:lnTo>
                  <a:lnTo>
                    <a:pt x="13716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2" name="Google Shape;3792;g2668d8541bd_0_380"/>
            <p:cNvSpPr/>
            <p:nvPr/>
          </p:nvSpPr>
          <p:spPr>
            <a:xfrm>
              <a:off x="7632192" y="2126742"/>
              <a:ext cx="15240" cy="15239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93" name="Google Shape;3793;g2668d8541bd_0_380"/>
          <p:cNvGrpSpPr/>
          <p:nvPr/>
        </p:nvGrpSpPr>
        <p:grpSpPr>
          <a:xfrm>
            <a:off x="7401881" y="1960963"/>
            <a:ext cx="583872" cy="367051"/>
            <a:chOff x="7780782" y="1958221"/>
            <a:chExt cx="490855" cy="272414"/>
          </a:xfrm>
        </p:grpSpPr>
        <p:sp>
          <p:nvSpPr>
            <p:cNvPr id="3794" name="Google Shape;3794;g2668d8541bd_0_380"/>
            <p:cNvSpPr/>
            <p:nvPr/>
          </p:nvSpPr>
          <p:spPr>
            <a:xfrm>
              <a:off x="7780782" y="2155698"/>
              <a:ext cx="25400" cy="58419"/>
            </a:xfrm>
            <a:custGeom>
              <a:rect b="b" l="l" r="r" t="t"/>
              <a:pathLst>
                <a:path extrusionOk="0" h="58419" w="25400">
                  <a:moveTo>
                    <a:pt x="9905" y="0"/>
                  </a:moveTo>
                  <a:lnTo>
                    <a:pt x="17216" y="4738"/>
                  </a:lnTo>
                  <a:lnTo>
                    <a:pt x="22097" y="8762"/>
                  </a:lnTo>
                  <a:lnTo>
                    <a:pt x="24693" y="13930"/>
                  </a:lnTo>
                  <a:lnTo>
                    <a:pt x="25145" y="22097"/>
                  </a:lnTo>
                  <a:lnTo>
                    <a:pt x="23955" y="30051"/>
                  </a:lnTo>
                  <a:lnTo>
                    <a:pt x="20764" y="37719"/>
                  </a:lnTo>
                  <a:lnTo>
                    <a:pt x="16144" y="44815"/>
                  </a:lnTo>
                  <a:lnTo>
                    <a:pt x="10667" y="51053"/>
                  </a:lnTo>
                  <a:lnTo>
                    <a:pt x="5333" y="54864"/>
                  </a:lnTo>
                  <a:lnTo>
                    <a:pt x="3809" y="56388"/>
                  </a:lnTo>
                  <a:lnTo>
                    <a:pt x="0" y="5791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95" name="Google Shape;3795;g2668d8541bd_0_38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854683" y="2014715"/>
              <a:ext cx="235483" cy="175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6" name="Google Shape;3796;g2668d8541bd_0_380"/>
            <p:cNvSpPr/>
            <p:nvPr/>
          </p:nvSpPr>
          <p:spPr>
            <a:xfrm>
              <a:off x="8138922" y="1958221"/>
              <a:ext cx="132715" cy="272414"/>
            </a:xfrm>
            <a:custGeom>
              <a:rect b="b" l="l" r="r" t="t"/>
              <a:pathLst>
                <a:path extrusionOk="0" h="272414" w="132715">
                  <a:moveTo>
                    <a:pt x="0" y="6215"/>
                  </a:moveTo>
                  <a:lnTo>
                    <a:pt x="9382" y="2809"/>
                  </a:lnTo>
                  <a:lnTo>
                    <a:pt x="18478" y="690"/>
                  </a:lnTo>
                  <a:lnTo>
                    <a:pt x="27860" y="0"/>
                  </a:lnTo>
                  <a:lnTo>
                    <a:pt x="38100" y="881"/>
                  </a:lnTo>
                  <a:lnTo>
                    <a:pt x="71628" y="20693"/>
                  </a:lnTo>
                  <a:lnTo>
                    <a:pt x="80843" y="54125"/>
                  </a:lnTo>
                  <a:lnTo>
                    <a:pt x="80010" y="65651"/>
                  </a:lnTo>
                  <a:lnTo>
                    <a:pt x="77295" y="78545"/>
                  </a:lnTo>
                  <a:lnTo>
                    <a:pt x="73152" y="91082"/>
                  </a:lnTo>
                  <a:lnTo>
                    <a:pt x="68437" y="103477"/>
                  </a:lnTo>
                  <a:lnTo>
                    <a:pt x="64008" y="115943"/>
                  </a:lnTo>
                  <a:lnTo>
                    <a:pt x="62114" y="122110"/>
                  </a:lnTo>
                  <a:lnTo>
                    <a:pt x="60864" y="129278"/>
                  </a:lnTo>
                  <a:lnTo>
                    <a:pt x="61757" y="135874"/>
                  </a:lnTo>
                  <a:lnTo>
                    <a:pt x="66294" y="140327"/>
                  </a:lnTo>
                  <a:lnTo>
                    <a:pt x="74342" y="142136"/>
                  </a:lnTo>
                  <a:lnTo>
                    <a:pt x="83820" y="142232"/>
                  </a:lnTo>
                  <a:lnTo>
                    <a:pt x="93297" y="141184"/>
                  </a:lnTo>
                  <a:lnTo>
                    <a:pt x="130302" y="122039"/>
                  </a:lnTo>
                  <a:lnTo>
                    <a:pt x="131064" y="120515"/>
                  </a:lnTo>
                  <a:lnTo>
                    <a:pt x="131826" y="119753"/>
                  </a:lnTo>
                  <a:lnTo>
                    <a:pt x="132588" y="118991"/>
                  </a:lnTo>
                  <a:lnTo>
                    <a:pt x="129540" y="115181"/>
                  </a:lnTo>
                  <a:lnTo>
                    <a:pt x="125730" y="115181"/>
                  </a:lnTo>
                  <a:lnTo>
                    <a:pt x="90678" y="146423"/>
                  </a:lnTo>
                  <a:lnTo>
                    <a:pt x="86010" y="167854"/>
                  </a:lnTo>
                  <a:lnTo>
                    <a:pt x="86284" y="179320"/>
                  </a:lnTo>
                  <a:lnTo>
                    <a:pt x="87630" y="189857"/>
                  </a:lnTo>
                  <a:lnTo>
                    <a:pt x="90523" y="201727"/>
                  </a:lnTo>
                  <a:lnTo>
                    <a:pt x="94202" y="213383"/>
                  </a:lnTo>
                  <a:lnTo>
                    <a:pt x="98024" y="224897"/>
                  </a:lnTo>
                  <a:lnTo>
                    <a:pt x="101346" y="236339"/>
                  </a:lnTo>
                  <a:lnTo>
                    <a:pt x="103453" y="242911"/>
                  </a:lnTo>
                  <a:lnTo>
                    <a:pt x="105632" y="251198"/>
                  </a:lnTo>
                  <a:lnTo>
                    <a:pt x="106810" y="259484"/>
                  </a:lnTo>
                  <a:lnTo>
                    <a:pt x="105918" y="266057"/>
                  </a:lnTo>
                  <a:lnTo>
                    <a:pt x="102870" y="272153"/>
                  </a:lnTo>
                  <a:lnTo>
                    <a:pt x="91440" y="271391"/>
                  </a:lnTo>
                  <a:lnTo>
                    <a:pt x="86106" y="270629"/>
                  </a:lnTo>
                  <a:lnTo>
                    <a:pt x="77652" y="268866"/>
                  </a:lnTo>
                  <a:lnTo>
                    <a:pt x="69342" y="266247"/>
                  </a:lnTo>
                  <a:lnTo>
                    <a:pt x="61031" y="263342"/>
                  </a:lnTo>
                  <a:lnTo>
                    <a:pt x="52578" y="260723"/>
                  </a:lnTo>
                  <a:lnTo>
                    <a:pt x="45720" y="258663"/>
                  </a:lnTo>
                  <a:lnTo>
                    <a:pt x="38862" y="256817"/>
                  </a:lnTo>
                  <a:lnTo>
                    <a:pt x="32004" y="254829"/>
                  </a:lnTo>
                  <a:lnTo>
                    <a:pt x="25146" y="252341"/>
                  </a:lnTo>
                  <a:lnTo>
                    <a:pt x="19812" y="250055"/>
                  </a:lnTo>
                  <a:lnTo>
                    <a:pt x="18288" y="250055"/>
                  </a:lnTo>
                  <a:lnTo>
                    <a:pt x="16764" y="246245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97" name="Google Shape;3797;g2668d8541bd_0_38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94243" y="2018509"/>
            <a:ext cx="158296" cy="259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8" name="Google Shape;3798;g2668d8541bd_0_38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90669" y="2022231"/>
            <a:ext cx="119562" cy="180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9" name="Google Shape;3799;g2668d8541bd_0_38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185749" y="1973207"/>
            <a:ext cx="457765" cy="195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0" name="Google Shape;3800;g2668d8541bd_0_38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232241" y="3009033"/>
            <a:ext cx="260168" cy="1995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1" name="Google Shape;3801;g2668d8541bd_0_380"/>
          <p:cNvGrpSpPr/>
          <p:nvPr/>
        </p:nvGrpSpPr>
        <p:grpSpPr>
          <a:xfrm>
            <a:off x="4936466" y="2853328"/>
            <a:ext cx="1216643" cy="304969"/>
            <a:chOff x="5708129" y="2620505"/>
            <a:chExt cx="1022819" cy="226339"/>
          </a:xfrm>
        </p:grpSpPr>
        <p:pic>
          <p:nvPicPr>
            <p:cNvPr id="3802" name="Google Shape;3802;g2668d8541bd_0_38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708129" y="2686037"/>
              <a:ext cx="399241" cy="1608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3" name="Google Shape;3803;g2668d8541bd_0_38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145517" y="2686799"/>
              <a:ext cx="275107" cy="128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4" name="Google Shape;3804;g2668d8541bd_0_38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449555" y="2620505"/>
              <a:ext cx="281393" cy="1592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05" name="Google Shape;3805;g2668d8541bd_0_38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509132" y="2797779"/>
            <a:ext cx="551124" cy="259767"/>
          </a:xfrm>
          <a:prstGeom prst="rect">
            <a:avLst/>
          </a:prstGeom>
          <a:noFill/>
          <a:ln>
            <a:noFill/>
          </a:ln>
        </p:spPr>
      </p:pic>
      <p:sp>
        <p:nvSpPr>
          <p:cNvPr id="3806" name="Google Shape;3806;g2668d8541bd_0_380"/>
          <p:cNvSpPr/>
          <p:nvPr/>
        </p:nvSpPr>
        <p:spPr>
          <a:xfrm>
            <a:off x="5021736" y="3134530"/>
            <a:ext cx="1189393" cy="168564"/>
          </a:xfrm>
          <a:custGeom>
            <a:rect b="b" l="l" r="r" t="t"/>
            <a:pathLst>
              <a:path extrusionOk="0" h="125094" w="999490">
                <a:moveTo>
                  <a:pt x="0" y="124206"/>
                </a:moveTo>
                <a:lnTo>
                  <a:pt x="13358" y="124813"/>
                </a:lnTo>
                <a:lnTo>
                  <a:pt x="26289" y="124491"/>
                </a:lnTo>
                <a:lnTo>
                  <a:pt x="39219" y="123455"/>
                </a:lnTo>
                <a:lnTo>
                  <a:pt x="52577" y="121920"/>
                </a:lnTo>
                <a:lnTo>
                  <a:pt x="76711" y="118943"/>
                </a:lnTo>
                <a:lnTo>
                  <a:pt x="101060" y="115824"/>
                </a:lnTo>
                <a:lnTo>
                  <a:pt x="125551" y="112704"/>
                </a:lnTo>
                <a:lnTo>
                  <a:pt x="182129" y="106429"/>
                </a:lnTo>
                <a:lnTo>
                  <a:pt x="246447" y="100405"/>
                </a:lnTo>
                <a:lnTo>
                  <a:pt x="278892" y="97536"/>
                </a:lnTo>
                <a:lnTo>
                  <a:pt x="321313" y="93499"/>
                </a:lnTo>
                <a:lnTo>
                  <a:pt x="363950" y="89249"/>
                </a:lnTo>
                <a:lnTo>
                  <a:pt x="406729" y="84570"/>
                </a:lnTo>
                <a:lnTo>
                  <a:pt x="449580" y="79248"/>
                </a:lnTo>
                <a:lnTo>
                  <a:pt x="487870" y="73723"/>
                </a:lnTo>
                <a:lnTo>
                  <a:pt x="526161" y="67627"/>
                </a:lnTo>
                <a:lnTo>
                  <a:pt x="564451" y="61245"/>
                </a:lnTo>
                <a:lnTo>
                  <a:pt x="602742" y="54864"/>
                </a:lnTo>
                <a:lnTo>
                  <a:pt x="657606" y="46536"/>
                </a:lnTo>
                <a:lnTo>
                  <a:pt x="712470" y="38904"/>
                </a:lnTo>
                <a:lnTo>
                  <a:pt x="767334" y="31930"/>
                </a:lnTo>
                <a:lnTo>
                  <a:pt x="822198" y="25578"/>
                </a:lnTo>
                <a:lnTo>
                  <a:pt x="877062" y="19812"/>
                </a:lnTo>
                <a:lnTo>
                  <a:pt x="926306" y="15811"/>
                </a:lnTo>
                <a:lnTo>
                  <a:pt x="976122" y="12954"/>
                </a:lnTo>
                <a:lnTo>
                  <a:pt x="986790" y="12192"/>
                </a:lnTo>
                <a:lnTo>
                  <a:pt x="989838" y="12192"/>
                </a:lnTo>
                <a:lnTo>
                  <a:pt x="995934" y="12192"/>
                </a:lnTo>
                <a:lnTo>
                  <a:pt x="999243" y="12192"/>
                </a:lnTo>
                <a:lnTo>
                  <a:pt x="996124" y="12192"/>
                </a:lnTo>
                <a:lnTo>
                  <a:pt x="991004" y="12192"/>
                </a:lnTo>
                <a:lnTo>
                  <a:pt x="988313" y="12192"/>
                </a:lnTo>
                <a:lnTo>
                  <a:pt x="977646" y="12192"/>
                </a:lnTo>
                <a:lnTo>
                  <a:pt x="977646" y="8382"/>
                </a:lnTo>
                <a:lnTo>
                  <a:pt x="973074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7" name="Google Shape;3807;g2668d8541bd_0_380"/>
          <p:cNvSpPr/>
          <p:nvPr/>
        </p:nvSpPr>
        <p:spPr>
          <a:xfrm>
            <a:off x="6577127" y="3068823"/>
            <a:ext cx="488906" cy="105246"/>
          </a:xfrm>
          <a:custGeom>
            <a:rect b="b" l="l" r="r" t="t"/>
            <a:pathLst>
              <a:path extrusionOk="0" h="78105" w="410845">
                <a:moveTo>
                  <a:pt x="0" y="77724"/>
                </a:moveTo>
                <a:lnTo>
                  <a:pt x="15763" y="76628"/>
                </a:lnTo>
                <a:lnTo>
                  <a:pt x="31242" y="74676"/>
                </a:lnTo>
                <a:lnTo>
                  <a:pt x="46720" y="72151"/>
                </a:lnTo>
                <a:lnTo>
                  <a:pt x="62484" y="69342"/>
                </a:lnTo>
                <a:lnTo>
                  <a:pt x="96893" y="63317"/>
                </a:lnTo>
                <a:lnTo>
                  <a:pt x="131445" y="57721"/>
                </a:lnTo>
                <a:lnTo>
                  <a:pt x="165996" y="52411"/>
                </a:lnTo>
                <a:lnTo>
                  <a:pt x="200406" y="47244"/>
                </a:lnTo>
                <a:lnTo>
                  <a:pt x="235827" y="42541"/>
                </a:lnTo>
                <a:lnTo>
                  <a:pt x="271176" y="37623"/>
                </a:lnTo>
                <a:lnTo>
                  <a:pt x="306383" y="32563"/>
                </a:lnTo>
                <a:lnTo>
                  <a:pt x="341376" y="27431"/>
                </a:lnTo>
                <a:lnTo>
                  <a:pt x="357830" y="25050"/>
                </a:lnTo>
                <a:lnTo>
                  <a:pt x="374142" y="22669"/>
                </a:lnTo>
                <a:lnTo>
                  <a:pt x="390453" y="20573"/>
                </a:lnTo>
                <a:lnTo>
                  <a:pt x="406908" y="19049"/>
                </a:lnTo>
                <a:lnTo>
                  <a:pt x="409194" y="19049"/>
                </a:lnTo>
                <a:lnTo>
                  <a:pt x="409956" y="19049"/>
                </a:lnTo>
                <a:lnTo>
                  <a:pt x="410718" y="19049"/>
                </a:lnTo>
                <a:lnTo>
                  <a:pt x="406479" y="14787"/>
                </a:lnTo>
                <a:lnTo>
                  <a:pt x="401955" y="10096"/>
                </a:lnTo>
                <a:lnTo>
                  <a:pt x="397430" y="5119"/>
                </a:lnTo>
                <a:lnTo>
                  <a:pt x="393192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8" name="Google Shape;3808;g2668d8541bd_0_38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564189" y="2427129"/>
            <a:ext cx="218474" cy="197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9" name="Google Shape;3809;g2668d8541bd_0_38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591615" y="2455876"/>
            <a:ext cx="139616" cy="172516"/>
          </a:xfrm>
          <a:prstGeom prst="rect">
            <a:avLst/>
          </a:prstGeom>
          <a:noFill/>
          <a:ln>
            <a:noFill/>
          </a:ln>
        </p:spPr>
      </p:pic>
      <p:sp>
        <p:nvSpPr>
          <p:cNvPr id="3810" name="Google Shape;3810;g2668d8541bd_0_380"/>
          <p:cNvSpPr/>
          <p:nvPr/>
        </p:nvSpPr>
        <p:spPr>
          <a:xfrm>
            <a:off x="6838173" y="2535975"/>
            <a:ext cx="34759" cy="79577"/>
          </a:xfrm>
          <a:custGeom>
            <a:rect b="b" l="l" r="r" t="t"/>
            <a:pathLst>
              <a:path extrusionOk="0" h="59055" w="29209">
                <a:moveTo>
                  <a:pt x="12953" y="0"/>
                </a:moveTo>
                <a:lnTo>
                  <a:pt x="21014" y="5012"/>
                </a:lnTo>
                <a:lnTo>
                  <a:pt x="26574" y="9810"/>
                </a:lnTo>
                <a:lnTo>
                  <a:pt x="29134" y="16180"/>
                </a:lnTo>
                <a:lnTo>
                  <a:pt x="28193" y="25908"/>
                </a:lnTo>
                <a:lnTo>
                  <a:pt x="6095" y="57150"/>
                </a:lnTo>
                <a:lnTo>
                  <a:pt x="3809" y="57912"/>
                </a:lnTo>
                <a:lnTo>
                  <a:pt x="2285" y="58674"/>
                </a:lnTo>
                <a:lnTo>
                  <a:pt x="0" y="5867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1" name="Google Shape;3811;g2668d8541bd_0_380"/>
          <p:cNvGrpSpPr/>
          <p:nvPr/>
        </p:nvGrpSpPr>
        <p:grpSpPr>
          <a:xfrm>
            <a:off x="4088976" y="4007354"/>
            <a:ext cx="342649" cy="293675"/>
            <a:chOff x="4995659" y="3476993"/>
            <a:chExt cx="288061" cy="217957"/>
          </a:xfrm>
        </p:grpSpPr>
        <p:pic>
          <p:nvPicPr>
            <p:cNvPr id="3812" name="Google Shape;3812;g2668d8541bd_0_38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995659" y="3476993"/>
              <a:ext cx="143281" cy="123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13" name="Google Shape;3813;g2668d8541bd_0_38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179301" y="3558527"/>
              <a:ext cx="104419" cy="1364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14" name="Google Shape;3814;g2668d8541bd_0_380"/>
          <p:cNvGrpSpPr/>
          <p:nvPr/>
        </p:nvGrpSpPr>
        <p:grpSpPr>
          <a:xfrm>
            <a:off x="4758821" y="4001911"/>
            <a:ext cx="251677" cy="109507"/>
            <a:chOff x="5558789" y="3473195"/>
            <a:chExt cx="211582" cy="81279"/>
          </a:xfrm>
        </p:grpSpPr>
        <p:sp>
          <p:nvSpPr>
            <p:cNvPr id="3815" name="Google Shape;3815;g2668d8541bd_0_380"/>
            <p:cNvSpPr/>
            <p:nvPr/>
          </p:nvSpPr>
          <p:spPr>
            <a:xfrm>
              <a:off x="5558789" y="3527297"/>
              <a:ext cx="105410" cy="5714"/>
            </a:xfrm>
            <a:custGeom>
              <a:rect b="b" l="l" r="r" t="t"/>
              <a:pathLst>
                <a:path extrusionOk="0" h="5714" w="105410">
                  <a:moveTo>
                    <a:pt x="0" y="4572"/>
                  </a:moveTo>
                  <a:lnTo>
                    <a:pt x="8382" y="5334"/>
                  </a:lnTo>
                  <a:lnTo>
                    <a:pt x="10668" y="5334"/>
                  </a:lnTo>
                  <a:lnTo>
                    <a:pt x="22217" y="5429"/>
                  </a:lnTo>
                  <a:lnTo>
                    <a:pt x="33909" y="5524"/>
                  </a:lnTo>
                  <a:lnTo>
                    <a:pt x="45600" y="5334"/>
                  </a:lnTo>
                  <a:lnTo>
                    <a:pt x="57150" y="4572"/>
                  </a:lnTo>
                  <a:lnTo>
                    <a:pt x="66865" y="3559"/>
                  </a:lnTo>
                  <a:lnTo>
                    <a:pt x="76580" y="2762"/>
                  </a:lnTo>
                  <a:lnTo>
                    <a:pt x="86296" y="2107"/>
                  </a:lnTo>
                  <a:lnTo>
                    <a:pt x="96012" y="1524"/>
                  </a:lnTo>
                  <a:lnTo>
                    <a:pt x="99060" y="1524"/>
                  </a:lnTo>
                  <a:lnTo>
                    <a:pt x="105155" y="0"/>
                  </a:lnTo>
                  <a:lnTo>
                    <a:pt x="103632" y="2286"/>
                  </a:lnTo>
                  <a:lnTo>
                    <a:pt x="101346" y="3810"/>
                  </a:lnTo>
                  <a:lnTo>
                    <a:pt x="99060" y="3048"/>
                  </a:lnTo>
                  <a:lnTo>
                    <a:pt x="96012" y="304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6" name="Google Shape;3816;g2668d8541bd_0_380"/>
            <p:cNvSpPr/>
            <p:nvPr/>
          </p:nvSpPr>
          <p:spPr>
            <a:xfrm>
              <a:off x="5696711" y="3473195"/>
              <a:ext cx="73660" cy="81279"/>
            </a:xfrm>
            <a:custGeom>
              <a:rect b="b" l="l" r="r" t="t"/>
              <a:pathLst>
                <a:path extrusionOk="0" h="81279" w="73660">
                  <a:moveTo>
                    <a:pt x="5334" y="0"/>
                  </a:moveTo>
                  <a:lnTo>
                    <a:pt x="42672" y="18287"/>
                  </a:lnTo>
                  <a:lnTo>
                    <a:pt x="70866" y="25907"/>
                  </a:lnTo>
                  <a:lnTo>
                    <a:pt x="73152" y="25907"/>
                  </a:lnTo>
                  <a:lnTo>
                    <a:pt x="71628" y="30479"/>
                  </a:lnTo>
                  <a:lnTo>
                    <a:pt x="70104" y="35813"/>
                  </a:lnTo>
                  <a:lnTo>
                    <a:pt x="64008" y="40385"/>
                  </a:lnTo>
                  <a:lnTo>
                    <a:pt x="59436" y="44195"/>
                  </a:lnTo>
                  <a:lnTo>
                    <a:pt x="51756" y="50232"/>
                  </a:lnTo>
                  <a:lnTo>
                    <a:pt x="43719" y="55911"/>
                  </a:lnTo>
                  <a:lnTo>
                    <a:pt x="35540" y="61448"/>
                  </a:lnTo>
                  <a:lnTo>
                    <a:pt x="27432" y="67056"/>
                  </a:lnTo>
                  <a:lnTo>
                    <a:pt x="20788" y="71449"/>
                  </a:lnTo>
                  <a:lnTo>
                    <a:pt x="14287" y="75342"/>
                  </a:lnTo>
                  <a:lnTo>
                    <a:pt x="7500" y="78521"/>
                  </a:lnTo>
                  <a:lnTo>
                    <a:pt x="0" y="8077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17" name="Google Shape;3817;g2668d8541bd_0_380"/>
          <p:cNvGrpSpPr/>
          <p:nvPr/>
        </p:nvGrpSpPr>
        <p:grpSpPr>
          <a:xfrm>
            <a:off x="5363399" y="3917012"/>
            <a:ext cx="500347" cy="247198"/>
            <a:chOff x="6067043" y="3409937"/>
            <a:chExt cx="420636" cy="183463"/>
          </a:xfrm>
        </p:grpSpPr>
        <p:sp>
          <p:nvSpPr>
            <p:cNvPr id="3818" name="Google Shape;3818;g2668d8541bd_0_380"/>
            <p:cNvSpPr/>
            <p:nvPr/>
          </p:nvSpPr>
          <p:spPr>
            <a:xfrm>
              <a:off x="6086093" y="3467861"/>
              <a:ext cx="2539" cy="121285"/>
            </a:xfrm>
            <a:custGeom>
              <a:rect b="b" l="l" r="r" t="t"/>
              <a:pathLst>
                <a:path extrusionOk="0" h="121285" w="2539">
                  <a:moveTo>
                    <a:pt x="0" y="0"/>
                  </a:moveTo>
                  <a:lnTo>
                    <a:pt x="452" y="10406"/>
                  </a:lnTo>
                  <a:lnTo>
                    <a:pt x="762" y="20955"/>
                  </a:lnTo>
                  <a:lnTo>
                    <a:pt x="1071" y="31503"/>
                  </a:lnTo>
                  <a:lnTo>
                    <a:pt x="1524" y="41910"/>
                  </a:lnTo>
                  <a:lnTo>
                    <a:pt x="1845" y="57459"/>
                  </a:lnTo>
                  <a:lnTo>
                    <a:pt x="1809" y="73152"/>
                  </a:lnTo>
                  <a:lnTo>
                    <a:pt x="1631" y="88844"/>
                  </a:lnTo>
                  <a:lnTo>
                    <a:pt x="1524" y="104394"/>
                  </a:lnTo>
                  <a:lnTo>
                    <a:pt x="1524" y="109728"/>
                  </a:lnTo>
                  <a:lnTo>
                    <a:pt x="2286" y="115823"/>
                  </a:lnTo>
                  <a:lnTo>
                    <a:pt x="2286" y="12115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9" name="Google Shape;3819;g2668d8541bd_0_380"/>
            <p:cNvSpPr/>
            <p:nvPr/>
          </p:nvSpPr>
          <p:spPr>
            <a:xfrm>
              <a:off x="6067043" y="3458146"/>
              <a:ext cx="125729" cy="135254"/>
            </a:xfrm>
            <a:custGeom>
              <a:rect b="b" l="l" r="r" t="t"/>
              <a:pathLst>
                <a:path extrusionOk="0" h="135254" w="125729">
                  <a:moveTo>
                    <a:pt x="0" y="28003"/>
                  </a:moveTo>
                  <a:lnTo>
                    <a:pt x="39862" y="7536"/>
                  </a:lnTo>
                  <a:lnTo>
                    <a:pt x="77247" y="0"/>
                  </a:lnTo>
                  <a:lnTo>
                    <a:pt x="89380" y="404"/>
                  </a:lnTo>
                  <a:lnTo>
                    <a:pt x="98298" y="4381"/>
                  </a:lnTo>
                  <a:lnTo>
                    <a:pt x="101750" y="13966"/>
                  </a:lnTo>
                  <a:lnTo>
                    <a:pt x="98488" y="24479"/>
                  </a:lnTo>
                  <a:lnTo>
                    <a:pt x="65341" y="63531"/>
                  </a:lnTo>
                  <a:lnTo>
                    <a:pt x="43434" y="83629"/>
                  </a:lnTo>
                  <a:lnTo>
                    <a:pt x="38862" y="88201"/>
                  </a:lnTo>
                  <a:lnTo>
                    <a:pt x="37338" y="88963"/>
                  </a:lnTo>
                  <a:lnTo>
                    <a:pt x="35814" y="91249"/>
                  </a:lnTo>
                  <a:lnTo>
                    <a:pt x="44267" y="88034"/>
                  </a:lnTo>
                  <a:lnTo>
                    <a:pt x="52578" y="84391"/>
                  </a:lnTo>
                  <a:lnTo>
                    <a:pt x="60888" y="80748"/>
                  </a:lnTo>
                  <a:lnTo>
                    <a:pt x="69342" y="77533"/>
                  </a:lnTo>
                  <a:lnTo>
                    <a:pt x="80438" y="74771"/>
                  </a:lnTo>
                  <a:lnTo>
                    <a:pt x="91821" y="72580"/>
                  </a:lnTo>
                  <a:lnTo>
                    <a:pt x="103203" y="71532"/>
                  </a:lnTo>
                  <a:lnTo>
                    <a:pt x="114300" y="72199"/>
                  </a:lnTo>
                  <a:lnTo>
                    <a:pt x="122682" y="73723"/>
                  </a:lnTo>
                  <a:lnTo>
                    <a:pt x="125730" y="84391"/>
                  </a:lnTo>
                  <a:lnTo>
                    <a:pt x="123444" y="92011"/>
                  </a:lnTo>
                  <a:lnTo>
                    <a:pt x="88403" y="123086"/>
                  </a:lnTo>
                  <a:lnTo>
                    <a:pt x="55626" y="134683"/>
                  </a:lnTo>
                  <a:lnTo>
                    <a:pt x="54102" y="129349"/>
                  </a:lnTo>
                  <a:lnTo>
                    <a:pt x="54102" y="123253"/>
                  </a:lnTo>
                  <a:lnTo>
                    <a:pt x="54102" y="120967"/>
                  </a:lnTo>
                  <a:lnTo>
                    <a:pt x="54102" y="11715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20" name="Google Shape;3820;g2668d8541bd_0_38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220645" y="3409937"/>
              <a:ext cx="267034" cy="16118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21" name="Google Shape;3821;g2668d8541bd_0_380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155634" y="3887072"/>
            <a:ext cx="398848" cy="184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2" name="Google Shape;3822;g2668d8541bd_0_380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764739" y="3830605"/>
            <a:ext cx="391597" cy="194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23" name="Google Shape;3823;g2668d8541bd_0_380"/>
          <p:cNvGrpSpPr/>
          <p:nvPr/>
        </p:nvGrpSpPr>
        <p:grpSpPr>
          <a:xfrm>
            <a:off x="7451720" y="3805093"/>
            <a:ext cx="270137" cy="178683"/>
            <a:chOff x="7822679" y="3326879"/>
            <a:chExt cx="227101" cy="132613"/>
          </a:xfrm>
        </p:grpSpPr>
        <p:pic>
          <p:nvPicPr>
            <p:cNvPr id="3824" name="Google Shape;3824;g2668d8541bd_0_380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822679" y="3332975"/>
              <a:ext cx="128231" cy="1265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5" name="Google Shape;3825;g2668d8541bd_0_380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7975841" y="3326879"/>
              <a:ext cx="73939" cy="1035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26" name="Google Shape;3826;g2668d8541bd_0_380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990766" y="3734096"/>
            <a:ext cx="265947" cy="291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27" name="Google Shape;3827;g2668d8541bd_0_380"/>
          <p:cNvGrpSpPr/>
          <p:nvPr/>
        </p:nvGrpSpPr>
        <p:grpSpPr>
          <a:xfrm>
            <a:off x="8517682" y="3673688"/>
            <a:ext cx="130975" cy="180360"/>
            <a:chOff x="8718803" y="3229355"/>
            <a:chExt cx="110109" cy="133858"/>
          </a:xfrm>
        </p:grpSpPr>
        <p:sp>
          <p:nvSpPr>
            <p:cNvPr id="3828" name="Google Shape;3828;g2668d8541bd_0_380"/>
            <p:cNvSpPr/>
            <p:nvPr/>
          </p:nvSpPr>
          <p:spPr>
            <a:xfrm>
              <a:off x="8723375" y="3288791"/>
              <a:ext cx="5715" cy="67945"/>
            </a:xfrm>
            <a:custGeom>
              <a:rect b="b" l="l" r="r" t="t"/>
              <a:pathLst>
                <a:path extrusionOk="0" h="67945" w="5715">
                  <a:moveTo>
                    <a:pt x="5333" y="0"/>
                  </a:moveTo>
                  <a:lnTo>
                    <a:pt x="2571" y="12108"/>
                  </a:lnTo>
                  <a:lnTo>
                    <a:pt x="952" y="23717"/>
                  </a:lnTo>
                  <a:lnTo>
                    <a:pt x="190" y="35468"/>
                  </a:lnTo>
                  <a:lnTo>
                    <a:pt x="0" y="48006"/>
                  </a:lnTo>
                  <a:lnTo>
                    <a:pt x="0" y="57150"/>
                  </a:lnTo>
                  <a:lnTo>
                    <a:pt x="0" y="60960"/>
                  </a:lnTo>
                  <a:lnTo>
                    <a:pt x="3809" y="6781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9" name="Google Shape;3829;g2668d8541bd_0_380"/>
            <p:cNvSpPr/>
            <p:nvPr/>
          </p:nvSpPr>
          <p:spPr>
            <a:xfrm>
              <a:off x="8718803" y="3229355"/>
              <a:ext cx="15240" cy="15239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0" name="Google Shape;3830;g2668d8541bd_0_380"/>
            <p:cNvSpPr/>
            <p:nvPr/>
          </p:nvSpPr>
          <p:spPr>
            <a:xfrm>
              <a:off x="8781287" y="3285743"/>
              <a:ext cx="47625" cy="77470"/>
            </a:xfrm>
            <a:custGeom>
              <a:rect b="b" l="l" r="r" t="t"/>
              <a:pathLst>
                <a:path extrusionOk="0" h="77470" w="47625">
                  <a:moveTo>
                    <a:pt x="9144" y="38100"/>
                  </a:moveTo>
                  <a:lnTo>
                    <a:pt x="1524" y="71628"/>
                  </a:lnTo>
                  <a:lnTo>
                    <a:pt x="1524" y="73914"/>
                  </a:lnTo>
                  <a:lnTo>
                    <a:pt x="762" y="76962"/>
                  </a:lnTo>
                  <a:lnTo>
                    <a:pt x="642" y="68389"/>
                  </a:lnTo>
                  <a:lnTo>
                    <a:pt x="381" y="59817"/>
                  </a:lnTo>
                  <a:lnTo>
                    <a:pt x="119" y="51244"/>
                  </a:lnTo>
                  <a:lnTo>
                    <a:pt x="0" y="42672"/>
                  </a:lnTo>
                  <a:lnTo>
                    <a:pt x="1047" y="33337"/>
                  </a:lnTo>
                  <a:lnTo>
                    <a:pt x="25146" y="0"/>
                  </a:lnTo>
                  <a:lnTo>
                    <a:pt x="32766" y="2285"/>
                  </a:lnTo>
                  <a:lnTo>
                    <a:pt x="40386" y="4571"/>
                  </a:lnTo>
                  <a:lnTo>
                    <a:pt x="44958" y="14477"/>
                  </a:lnTo>
                  <a:lnTo>
                    <a:pt x="46482" y="22097"/>
                  </a:lnTo>
                  <a:lnTo>
                    <a:pt x="47208" y="30206"/>
                  </a:lnTo>
                  <a:lnTo>
                    <a:pt x="47148" y="38385"/>
                  </a:lnTo>
                  <a:lnTo>
                    <a:pt x="46374" y="46422"/>
                  </a:lnTo>
                  <a:lnTo>
                    <a:pt x="44958" y="54102"/>
                  </a:lnTo>
                  <a:lnTo>
                    <a:pt x="44196" y="57911"/>
                  </a:lnTo>
                  <a:lnTo>
                    <a:pt x="44196" y="58673"/>
                  </a:lnTo>
                  <a:lnTo>
                    <a:pt x="43434" y="6019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31" name="Google Shape;3831;g2668d8541bd_0_380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8917225" y="3608841"/>
            <a:ext cx="522345" cy="2454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2" name="Google Shape;3832;g2668d8541bd_0_380"/>
          <p:cNvGrpSpPr/>
          <p:nvPr/>
        </p:nvGrpSpPr>
        <p:grpSpPr>
          <a:xfrm>
            <a:off x="9613494" y="3612072"/>
            <a:ext cx="149571" cy="165335"/>
            <a:chOff x="9640049" y="3183623"/>
            <a:chExt cx="125743" cy="122707"/>
          </a:xfrm>
        </p:grpSpPr>
        <p:pic>
          <p:nvPicPr>
            <p:cNvPr id="3833" name="Google Shape;3833;g2668d8541bd_0_380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9640049" y="3183623"/>
              <a:ext cx="78511" cy="1227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4" name="Google Shape;3834;g2668d8541bd_0_380"/>
            <p:cNvSpPr/>
            <p:nvPr/>
          </p:nvSpPr>
          <p:spPr>
            <a:xfrm>
              <a:off x="9750552" y="3273552"/>
              <a:ext cx="15240" cy="15239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35" name="Google Shape;3835;g2668d8541bd_0_380"/>
          <p:cNvGrpSpPr/>
          <p:nvPr/>
        </p:nvGrpSpPr>
        <p:grpSpPr>
          <a:xfrm>
            <a:off x="304800" y="4703975"/>
            <a:ext cx="9478874" cy="2611225"/>
            <a:chOff x="304800" y="4703975"/>
            <a:chExt cx="9478874" cy="2611225"/>
          </a:xfrm>
        </p:grpSpPr>
        <p:sp>
          <p:nvSpPr>
            <p:cNvPr id="3836" name="Google Shape;3836;g2668d8541bd_0_380"/>
            <p:cNvSpPr/>
            <p:nvPr/>
          </p:nvSpPr>
          <p:spPr>
            <a:xfrm>
              <a:off x="304800" y="4703975"/>
              <a:ext cx="9478874" cy="189957"/>
            </a:xfrm>
            <a:custGeom>
              <a:rect b="b" l="l" r="r" t="t"/>
              <a:pathLst>
                <a:path extrusionOk="0" h="140970" w="7965440">
                  <a:moveTo>
                    <a:pt x="0" y="135898"/>
                  </a:moveTo>
                  <a:lnTo>
                    <a:pt x="45339" y="139327"/>
                  </a:lnTo>
                  <a:lnTo>
                    <a:pt x="90678" y="140470"/>
                  </a:lnTo>
                  <a:lnTo>
                    <a:pt x="125432" y="140493"/>
                  </a:lnTo>
                  <a:lnTo>
                    <a:pt x="160115" y="139517"/>
                  </a:lnTo>
                  <a:lnTo>
                    <a:pt x="194941" y="137684"/>
                  </a:lnTo>
                  <a:lnTo>
                    <a:pt x="230124" y="135136"/>
                  </a:lnTo>
                  <a:lnTo>
                    <a:pt x="274141" y="131838"/>
                  </a:lnTo>
                  <a:lnTo>
                    <a:pt x="318230" y="128754"/>
                  </a:lnTo>
                  <a:lnTo>
                    <a:pt x="362461" y="125813"/>
                  </a:lnTo>
                  <a:lnTo>
                    <a:pt x="406908" y="122944"/>
                  </a:lnTo>
                  <a:lnTo>
                    <a:pt x="457080" y="120336"/>
                  </a:lnTo>
                  <a:lnTo>
                    <a:pt x="507111" y="118086"/>
                  </a:lnTo>
                  <a:lnTo>
                    <a:pt x="557141" y="115978"/>
                  </a:lnTo>
                  <a:lnTo>
                    <a:pt x="607314" y="113800"/>
                  </a:lnTo>
                  <a:lnTo>
                    <a:pt x="653034" y="112129"/>
                  </a:lnTo>
                  <a:lnTo>
                    <a:pt x="698754" y="110678"/>
                  </a:lnTo>
                  <a:lnTo>
                    <a:pt x="744474" y="109301"/>
                  </a:lnTo>
                  <a:lnTo>
                    <a:pt x="790194" y="107850"/>
                  </a:lnTo>
                  <a:lnTo>
                    <a:pt x="835913" y="106180"/>
                  </a:lnTo>
                  <a:lnTo>
                    <a:pt x="887577" y="104168"/>
                  </a:lnTo>
                  <a:lnTo>
                    <a:pt x="939241" y="101791"/>
                  </a:lnTo>
                  <a:lnTo>
                    <a:pt x="990904" y="99047"/>
                  </a:lnTo>
                  <a:lnTo>
                    <a:pt x="1042568" y="95938"/>
                  </a:lnTo>
                  <a:lnTo>
                    <a:pt x="1094232" y="92464"/>
                  </a:lnTo>
                  <a:lnTo>
                    <a:pt x="1140714" y="89366"/>
                  </a:lnTo>
                  <a:lnTo>
                    <a:pt x="1187195" y="86227"/>
                  </a:lnTo>
                  <a:lnTo>
                    <a:pt x="1233677" y="83129"/>
                  </a:lnTo>
                  <a:lnTo>
                    <a:pt x="1280159" y="80159"/>
                  </a:lnTo>
                  <a:lnTo>
                    <a:pt x="1326641" y="77400"/>
                  </a:lnTo>
                  <a:lnTo>
                    <a:pt x="1373124" y="74938"/>
                  </a:lnTo>
                  <a:lnTo>
                    <a:pt x="1419987" y="73223"/>
                  </a:lnTo>
                  <a:lnTo>
                    <a:pt x="1466850" y="71890"/>
                  </a:lnTo>
                  <a:lnTo>
                    <a:pt x="1513713" y="70937"/>
                  </a:lnTo>
                  <a:lnTo>
                    <a:pt x="1560576" y="70366"/>
                  </a:lnTo>
                  <a:lnTo>
                    <a:pt x="1607439" y="70175"/>
                  </a:lnTo>
                  <a:lnTo>
                    <a:pt x="1654302" y="70366"/>
                  </a:lnTo>
                  <a:lnTo>
                    <a:pt x="1701108" y="70422"/>
                  </a:lnTo>
                  <a:lnTo>
                    <a:pt x="1747830" y="70563"/>
                  </a:lnTo>
                  <a:lnTo>
                    <a:pt x="1794509" y="70747"/>
                  </a:lnTo>
                  <a:lnTo>
                    <a:pt x="1841189" y="70930"/>
                  </a:lnTo>
                  <a:lnTo>
                    <a:pt x="1887911" y="71071"/>
                  </a:lnTo>
                  <a:lnTo>
                    <a:pt x="1934718" y="71128"/>
                  </a:lnTo>
                  <a:lnTo>
                    <a:pt x="1983108" y="70888"/>
                  </a:lnTo>
                  <a:lnTo>
                    <a:pt x="2031520" y="70225"/>
                  </a:lnTo>
                  <a:lnTo>
                    <a:pt x="2079974" y="69223"/>
                  </a:lnTo>
                  <a:lnTo>
                    <a:pt x="2128491" y="67967"/>
                  </a:lnTo>
                  <a:lnTo>
                    <a:pt x="2177093" y="66542"/>
                  </a:lnTo>
                  <a:lnTo>
                    <a:pt x="2225802" y="65032"/>
                  </a:lnTo>
                  <a:lnTo>
                    <a:pt x="2276475" y="63402"/>
                  </a:lnTo>
                  <a:lnTo>
                    <a:pt x="2327148" y="61645"/>
                  </a:lnTo>
                  <a:lnTo>
                    <a:pt x="2377821" y="59888"/>
                  </a:lnTo>
                  <a:lnTo>
                    <a:pt x="2428494" y="58258"/>
                  </a:lnTo>
                  <a:lnTo>
                    <a:pt x="2479167" y="56882"/>
                  </a:lnTo>
                  <a:lnTo>
                    <a:pt x="2529840" y="55888"/>
                  </a:lnTo>
                  <a:lnTo>
                    <a:pt x="2579810" y="55302"/>
                  </a:lnTo>
                  <a:lnTo>
                    <a:pt x="2629887" y="55013"/>
                  </a:lnTo>
                  <a:lnTo>
                    <a:pt x="2680049" y="54935"/>
                  </a:lnTo>
                  <a:lnTo>
                    <a:pt x="2730274" y="54985"/>
                  </a:lnTo>
                  <a:lnTo>
                    <a:pt x="2780541" y="55076"/>
                  </a:lnTo>
                  <a:lnTo>
                    <a:pt x="2830830" y="55126"/>
                  </a:lnTo>
                  <a:lnTo>
                    <a:pt x="2879160" y="55620"/>
                  </a:lnTo>
                  <a:lnTo>
                    <a:pt x="2927406" y="56283"/>
                  </a:lnTo>
                  <a:lnTo>
                    <a:pt x="2975610" y="57031"/>
                  </a:lnTo>
                  <a:lnTo>
                    <a:pt x="3023813" y="57779"/>
                  </a:lnTo>
                  <a:lnTo>
                    <a:pt x="3072059" y="58442"/>
                  </a:lnTo>
                  <a:lnTo>
                    <a:pt x="3120390" y="58936"/>
                  </a:lnTo>
                  <a:lnTo>
                    <a:pt x="3168018" y="59257"/>
                  </a:lnTo>
                  <a:lnTo>
                    <a:pt x="3215668" y="59472"/>
                  </a:lnTo>
                  <a:lnTo>
                    <a:pt x="3263360" y="59602"/>
                  </a:lnTo>
                  <a:lnTo>
                    <a:pt x="3311115" y="59669"/>
                  </a:lnTo>
                  <a:lnTo>
                    <a:pt x="3358955" y="59694"/>
                  </a:lnTo>
                  <a:lnTo>
                    <a:pt x="3406902" y="59698"/>
                  </a:lnTo>
                  <a:lnTo>
                    <a:pt x="3454470" y="59701"/>
                  </a:lnTo>
                  <a:lnTo>
                    <a:pt x="3501954" y="59726"/>
                  </a:lnTo>
                  <a:lnTo>
                    <a:pt x="3549395" y="59793"/>
                  </a:lnTo>
                  <a:lnTo>
                    <a:pt x="3596837" y="59923"/>
                  </a:lnTo>
                  <a:lnTo>
                    <a:pt x="3644321" y="60139"/>
                  </a:lnTo>
                  <a:lnTo>
                    <a:pt x="3691890" y="60460"/>
                  </a:lnTo>
                  <a:lnTo>
                    <a:pt x="3739511" y="60834"/>
                  </a:lnTo>
                  <a:lnTo>
                    <a:pt x="3787111" y="61165"/>
                  </a:lnTo>
                  <a:lnTo>
                    <a:pt x="3834669" y="61412"/>
                  </a:lnTo>
                  <a:lnTo>
                    <a:pt x="3882164" y="61532"/>
                  </a:lnTo>
                  <a:lnTo>
                    <a:pt x="3929574" y="61483"/>
                  </a:lnTo>
                  <a:lnTo>
                    <a:pt x="3976878" y="61222"/>
                  </a:lnTo>
                  <a:lnTo>
                    <a:pt x="4024503" y="60717"/>
                  </a:lnTo>
                  <a:lnTo>
                    <a:pt x="4072128" y="59980"/>
                  </a:lnTo>
                  <a:lnTo>
                    <a:pt x="4119753" y="59031"/>
                  </a:lnTo>
                  <a:lnTo>
                    <a:pt x="4167378" y="57891"/>
                  </a:lnTo>
                  <a:lnTo>
                    <a:pt x="4215003" y="56583"/>
                  </a:lnTo>
                  <a:lnTo>
                    <a:pt x="4262628" y="55126"/>
                  </a:lnTo>
                  <a:lnTo>
                    <a:pt x="4310196" y="53859"/>
                  </a:lnTo>
                  <a:lnTo>
                    <a:pt x="4357680" y="52360"/>
                  </a:lnTo>
                  <a:lnTo>
                    <a:pt x="4405121" y="50649"/>
                  </a:lnTo>
                  <a:lnTo>
                    <a:pt x="4452563" y="48747"/>
                  </a:lnTo>
                  <a:lnTo>
                    <a:pt x="4500047" y="46677"/>
                  </a:lnTo>
                  <a:lnTo>
                    <a:pt x="4547616" y="44458"/>
                  </a:lnTo>
                  <a:lnTo>
                    <a:pt x="4595181" y="42549"/>
                  </a:lnTo>
                  <a:lnTo>
                    <a:pt x="4642640" y="40619"/>
                  </a:lnTo>
                  <a:lnTo>
                    <a:pt x="4690014" y="38647"/>
                  </a:lnTo>
                  <a:lnTo>
                    <a:pt x="4737325" y="36612"/>
                  </a:lnTo>
                  <a:lnTo>
                    <a:pt x="4784594" y="34492"/>
                  </a:lnTo>
                  <a:lnTo>
                    <a:pt x="4831842" y="32266"/>
                  </a:lnTo>
                  <a:lnTo>
                    <a:pt x="4887163" y="29986"/>
                  </a:lnTo>
                  <a:lnTo>
                    <a:pt x="4942484" y="27742"/>
                  </a:lnTo>
                  <a:lnTo>
                    <a:pt x="4997805" y="25572"/>
                  </a:lnTo>
                  <a:lnTo>
                    <a:pt x="5053126" y="23512"/>
                  </a:lnTo>
                  <a:lnTo>
                    <a:pt x="5108448" y="21598"/>
                  </a:lnTo>
                  <a:lnTo>
                    <a:pt x="5160489" y="19940"/>
                  </a:lnTo>
                  <a:lnTo>
                    <a:pt x="5212421" y="18574"/>
                  </a:lnTo>
                  <a:lnTo>
                    <a:pt x="5264316" y="17428"/>
                  </a:lnTo>
                  <a:lnTo>
                    <a:pt x="5316248" y="16428"/>
                  </a:lnTo>
                  <a:lnTo>
                    <a:pt x="5368290" y="15502"/>
                  </a:lnTo>
                  <a:lnTo>
                    <a:pt x="5417210" y="14593"/>
                  </a:lnTo>
                  <a:lnTo>
                    <a:pt x="5466130" y="13722"/>
                  </a:lnTo>
                  <a:lnTo>
                    <a:pt x="5515051" y="12923"/>
                  </a:lnTo>
                  <a:lnTo>
                    <a:pt x="5563971" y="12234"/>
                  </a:lnTo>
                  <a:lnTo>
                    <a:pt x="5612892" y="11692"/>
                  </a:lnTo>
                  <a:lnTo>
                    <a:pt x="5660891" y="11228"/>
                  </a:lnTo>
                  <a:lnTo>
                    <a:pt x="5708855" y="10728"/>
                  </a:lnTo>
                  <a:lnTo>
                    <a:pt x="5756745" y="10155"/>
                  </a:lnTo>
                  <a:lnTo>
                    <a:pt x="5804525" y="9473"/>
                  </a:lnTo>
                  <a:lnTo>
                    <a:pt x="5852160" y="8644"/>
                  </a:lnTo>
                  <a:lnTo>
                    <a:pt x="5901452" y="7650"/>
                  </a:lnTo>
                  <a:lnTo>
                    <a:pt x="5950598" y="6547"/>
                  </a:lnTo>
                  <a:lnTo>
                    <a:pt x="5999634" y="5407"/>
                  </a:lnTo>
                  <a:lnTo>
                    <a:pt x="6048597" y="4303"/>
                  </a:lnTo>
                  <a:lnTo>
                    <a:pt x="6097524" y="3310"/>
                  </a:lnTo>
                  <a:lnTo>
                    <a:pt x="6148142" y="2141"/>
                  </a:lnTo>
                  <a:lnTo>
                    <a:pt x="6198761" y="1239"/>
                  </a:lnTo>
                  <a:lnTo>
                    <a:pt x="6249379" y="590"/>
                  </a:lnTo>
                  <a:lnTo>
                    <a:pt x="6299998" y="182"/>
                  </a:lnTo>
                  <a:lnTo>
                    <a:pt x="6350616" y="0"/>
                  </a:lnTo>
                  <a:lnTo>
                    <a:pt x="6401235" y="31"/>
                  </a:lnTo>
                  <a:lnTo>
                    <a:pt x="6451854" y="262"/>
                  </a:lnTo>
                  <a:lnTo>
                    <a:pt x="6497951" y="262"/>
                  </a:lnTo>
                  <a:lnTo>
                    <a:pt x="6543940" y="262"/>
                  </a:lnTo>
                  <a:lnTo>
                    <a:pt x="6589891" y="262"/>
                  </a:lnTo>
                  <a:lnTo>
                    <a:pt x="6635880" y="262"/>
                  </a:lnTo>
                  <a:lnTo>
                    <a:pt x="6681978" y="262"/>
                  </a:lnTo>
                  <a:lnTo>
                    <a:pt x="6728075" y="640"/>
                  </a:lnTo>
                  <a:lnTo>
                    <a:pt x="6774064" y="908"/>
                  </a:lnTo>
                  <a:lnTo>
                    <a:pt x="6820015" y="1139"/>
                  </a:lnTo>
                  <a:lnTo>
                    <a:pt x="6866004" y="1408"/>
                  </a:lnTo>
                  <a:lnTo>
                    <a:pt x="6912102" y="1786"/>
                  </a:lnTo>
                  <a:lnTo>
                    <a:pt x="6967880" y="2237"/>
                  </a:lnTo>
                  <a:lnTo>
                    <a:pt x="7023658" y="2651"/>
                  </a:lnTo>
                  <a:lnTo>
                    <a:pt x="7079437" y="2993"/>
                  </a:lnTo>
                  <a:lnTo>
                    <a:pt x="7135215" y="3224"/>
                  </a:lnTo>
                  <a:lnTo>
                    <a:pt x="7190994" y="3310"/>
                  </a:lnTo>
                  <a:lnTo>
                    <a:pt x="7245727" y="3322"/>
                  </a:lnTo>
                  <a:lnTo>
                    <a:pt x="7300245" y="3405"/>
                  </a:lnTo>
                  <a:lnTo>
                    <a:pt x="7354621" y="3631"/>
                  </a:lnTo>
                  <a:lnTo>
                    <a:pt x="7408926" y="4072"/>
                  </a:lnTo>
                  <a:lnTo>
                    <a:pt x="7457694" y="4393"/>
                  </a:lnTo>
                  <a:lnTo>
                    <a:pt x="7506462" y="4608"/>
                  </a:lnTo>
                  <a:lnTo>
                    <a:pt x="7555230" y="4738"/>
                  </a:lnTo>
                  <a:lnTo>
                    <a:pt x="7603998" y="4805"/>
                  </a:lnTo>
                  <a:lnTo>
                    <a:pt x="7652766" y="4830"/>
                  </a:lnTo>
                  <a:lnTo>
                    <a:pt x="7701533" y="4834"/>
                  </a:lnTo>
                  <a:lnTo>
                    <a:pt x="7738229" y="4846"/>
                  </a:lnTo>
                  <a:lnTo>
                    <a:pt x="7811904" y="5155"/>
                  </a:lnTo>
                  <a:lnTo>
                    <a:pt x="7874067" y="6215"/>
                  </a:lnTo>
                  <a:lnTo>
                    <a:pt x="7924145" y="8596"/>
                  </a:lnTo>
                  <a:lnTo>
                    <a:pt x="7949183" y="10930"/>
                  </a:lnTo>
                  <a:lnTo>
                    <a:pt x="7957566" y="11692"/>
                  </a:lnTo>
                  <a:lnTo>
                    <a:pt x="7959852" y="11692"/>
                  </a:lnTo>
                  <a:lnTo>
                    <a:pt x="7965185" y="13216"/>
                  </a:lnTo>
                  <a:lnTo>
                    <a:pt x="7959018" y="15371"/>
                  </a:lnTo>
                  <a:lnTo>
                    <a:pt x="7951279" y="15597"/>
                  </a:lnTo>
                  <a:lnTo>
                    <a:pt x="7942683" y="14823"/>
                  </a:lnTo>
                  <a:lnTo>
                    <a:pt x="7933944" y="1397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37" name="Google Shape;3837;g2668d8541bd_0_380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3222505" y="5272067"/>
              <a:ext cx="252011" cy="27736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38" name="Google Shape;3838;g2668d8541bd_0_380"/>
            <p:cNvGrpSpPr/>
            <p:nvPr/>
          </p:nvGrpSpPr>
          <p:grpSpPr>
            <a:xfrm>
              <a:off x="3715317" y="5174743"/>
              <a:ext cx="820888" cy="275194"/>
              <a:chOff x="4681524" y="4343387"/>
              <a:chExt cx="690112" cy="204241"/>
            </a:xfrm>
          </p:grpSpPr>
          <p:pic>
            <p:nvPicPr>
              <p:cNvPr id="3839" name="Google Shape;3839;g2668d8541bd_0_380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4681524" y="4343387"/>
                <a:ext cx="139661" cy="2042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40" name="Google Shape;3840;g2668d8541bd_0_380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4851641" y="4367009"/>
                <a:ext cx="99847" cy="1531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41" name="Google Shape;3841;g2668d8541bd_0_380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4972894" y="4402061"/>
                <a:ext cx="127946" cy="945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42" name="Google Shape;3842;g2668d8541bd_0_380"/>
              <p:cNvSpPr/>
              <p:nvPr/>
            </p:nvSpPr>
            <p:spPr>
              <a:xfrm>
                <a:off x="5075681" y="4351019"/>
                <a:ext cx="17145" cy="12700"/>
              </a:xfrm>
              <a:custGeom>
                <a:rect b="b" l="l" r="r" t="t"/>
                <a:pathLst>
                  <a:path extrusionOk="0" h="12700" w="17145">
                    <a:moveTo>
                      <a:pt x="0" y="0"/>
                    </a:moveTo>
                    <a:lnTo>
                      <a:pt x="5334" y="4571"/>
                    </a:lnTo>
                    <a:lnTo>
                      <a:pt x="10668" y="8381"/>
                    </a:lnTo>
                    <a:lnTo>
                      <a:pt x="16764" y="12191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43" name="Google Shape;3843;g2668d8541bd_0_380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5124437" y="4364723"/>
                <a:ext cx="247199" cy="1166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844" name="Google Shape;3844;g2668d8541bd_0_380"/>
            <p:cNvSpPr/>
            <p:nvPr/>
          </p:nvSpPr>
          <p:spPr>
            <a:xfrm>
              <a:off x="3437338" y="5584581"/>
              <a:ext cx="714089" cy="62462"/>
            </a:xfrm>
            <a:custGeom>
              <a:rect b="b" l="l" r="r" t="t"/>
              <a:pathLst>
                <a:path extrusionOk="0" h="46354" w="600075">
                  <a:moveTo>
                    <a:pt x="0" y="45434"/>
                  </a:moveTo>
                  <a:lnTo>
                    <a:pt x="22990" y="45624"/>
                  </a:lnTo>
                  <a:lnTo>
                    <a:pt x="46196" y="45815"/>
                  </a:lnTo>
                  <a:lnTo>
                    <a:pt x="69544" y="45434"/>
                  </a:lnTo>
                  <a:lnTo>
                    <a:pt x="92964" y="43910"/>
                  </a:lnTo>
                  <a:lnTo>
                    <a:pt x="134112" y="39040"/>
                  </a:lnTo>
                  <a:lnTo>
                    <a:pt x="175260" y="32956"/>
                  </a:lnTo>
                  <a:lnTo>
                    <a:pt x="216408" y="26443"/>
                  </a:lnTo>
                  <a:lnTo>
                    <a:pt x="257556" y="20288"/>
                  </a:lnTo>
                  <a:lnTo>
                    <a:pt x="302823" y="14323"/>
                  </a:lnTo>
                  <a:lnTo>
                    <a:pt x="348234" y="9144"/>
                  </a:lnTo>
                  <a:lnTo>
                    <a:pt x="393644" y="4964"/>
                  </a:lnTo>
                  <a:lnTo>
                    <a:pt x="438912" y="2000"/>
                  </a:lnTo>
                  <a:lnTo>
                    <a:pt x="498728" y="381"/>
                  </a:lnTo>
                  <a:lnTo>
                    <a:pt x="528708" y="392"/>
                  </a:lnTo>
                  <a:lnTo>
                    <a:pt x="558546" y="476"/>
                  </a:lnTo>
                  <a:lnTo>
                    <a:pt x="568059" y="273"/>
                  </a:lnTo>
                  <a:lnTo>
                    <a:pt x="578072" y="0"/>
                  </a:lnTo>
                  <a:lnTo>
                    <a:pt x="588228" y="154"/>
                  </a:lnTo>
                  <a:lnTo>
                    <a:pt x="598170" y="1238"/>
                  </a:lnTo>
                  <a:lnTo>
                    <a:pt x="598932" y="2000"/>
                  </a:lnTo>
                  <a:lnTo>
                    <a:pt x="599694" y="2000"/>
                  </a:lnTo>
                  <a:lnTo>
                    <a:pt x="595122" y="6572"/>
                  </a:lnTo>
                  <a:lnTo>
                    <a:pt x="591312" y="7334"/>
                  </a:lnTo>
                  <a:lnTo>
                    <a:pt x="583692" y="8096"/>
                  </a:lnTo>
                  <a:lnTo>
                    <a:pt x="581406" y="8096"/>
                  </a:lnTo>
                  <a:lnTo>
                    <a:pt x="579120" y="8096"/>
                  </a:lnTo>
                  <a:lnTo>
                    <a:pt x="576834" y="809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45" name="Google Shape;3845;g2668d8541bd_0_380"/>
            <p:cNvGrpSpPr/>
            <p:nvPr/>
          </p:nvGrpSpPr>
          <p:grpSpPr>
            <a:xfrm>
              <a:off x="4179389" y="6291808"/>
              <a:ext cx="217793" cy="418403"/>
              <a:chOff x="5071668" y="5172443"/>
              <a:chExt cx="183096" cy="310526"/>
            </a:xfrm>
          </p:grpSpPr>
          <p:pic>
            <p:nvPicPr>
              <p:cNvPr id="3846" name="Google Shape;3846;g2668d8541bd_0_380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5071668" y="5305031"/>
                <a:ext cx="132041" cy="1341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47" name="Google Shape;3847;g2668d8541bd_0_380"/>
              <p:cNvSpPr/>
              <p:nvPr/>
            </p:nvSpPr>
            <p:spPr>
              <a:xfrm>
                <a:off x="5236463" y="5404865"/>
                <a:ext cx="6350" cy="78104"/>
              </a:xfrm>
              <a:custGeom>
                <a:rect b="b" l="l" r="r" t="t"/>
                <a:pathLst>
                  <a:path extrusionOk="0" h="78104" w="6350">
                    <a:moveTo>
                      <a:pt x="0" y="0"/>
                    </a:moveTo>
                    <a:lnTo>
                      <a:pt x="1143" y="10739"/>
                    </a:lnTo>
                    <a:lnTo>
                      <a:pt x="2286" y="21335"/>
                    </a:lnTo>
                    <a:lnTo>
                      <a:pt x="3429" y="31932"/>
                    </a:lnTo>
                    <a:lnTo>
                      <a:pt x="4572" y="42671"/>
                    </a:lnTo>
                    <a:lnTo>
                      <a:pt x="6096" y="76199"/>
                    </a:lnTo>
                    <a:lnTo>
                      <a:pt x="6096" y="76961"/>
                    </a:lnTo>
                    <a:lnTo>
                      <a:pt x="6096" y="77723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48" name="Google Shape;3848;g2668d8541bd_0_380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5168633" y="5172443"/>
                <a:ext cx="86131" cy="937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49" name="Google Shape;3849;g2668d8541bd_0_380"/>
            <p:cNvGrpSpPr/>
            <p:nvPr/>
          </p:nvGrpSpPr>
          <p:grpSpPr>
            <a:xfrm>
              <a:off x="4495062" y="6318516"/>
              <a:ext cx="316348" cy="484269"/>
              <a:chOff x="5337048" y="5192268"/>
              <a:chExt cx="265950" cy="359410"/>
            </a:xfrm>
          </p:grpSpPr>
          <p:sp>
            <p:nvSpPr>
              <p:cNvPr id="3850" name="Google Shape;3850;g2668d8541bd_0_380"/>
              <p:cNvSpPr/>
              <p:nvPr/>
            </p:nvSpPr>
            <p:spPr>
              <a:xfrm>
                <a:off x="5337048" y="5192268"/>
                <a:ext cx="113664" cy="359410"/>
              </a:xfrm>
              <a:custGeom>
                <a:rect b="b" l="l" r="r" t="t"/>
                <a:pathLst>
                  <a:path extrusionOk="0" h="359410" w="113664">
                    <a:moveTo>
                      <a:pt x="51053" y="0"/>
                    </a:moveTo>
                    <a:lnTo>
                      <a:pt x="21693" y="36337"/>
                    </a:lnTo>
                    <a:lnTo>
                      <a:pt x="9905" y="89915"/>
                    </a:lnTo>
                    <a:lnTo>
                      <a:pt x="2666" y="144875"/>
                    </a:lnTo>
                    <a:lnTo>
                      <a:pt x="0" y="200405"/>
                    </a:lnTo>
                    <a:lnTo>
                      <a:pt x="202" y="224718"/>
                    </a:lnTo>
                    <a:lnTo>
                      <a:pt x="6322" y="272200"/>
                    </a:lnTo>
                    <a:lnTo>
                      <a:pt x="18145" y="309491"/>
                    </a:lnTo>
                    <a:lnTo>
                      <a:pt x="43433" y="344423"/>
                    </a:lnTo>
                    <a:lnTo>
                      <a:pt x="87629" y="358901"/>
                    </a:lnTo>
                    <a:lnTo>
                      <a:pt x="96392" y="357663"/>
                    </a:lnTo>
                    <a:lnTo>
                      <a:pt x="102869" y="354139"/>
                    </a:lnTo>
                    <a:lnTo>
                      <a:pt x="108203" y="348614"/>
                    </a:lnTo>
                    <a:lnTo>
                      <a:pt x="113537" y="341375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51" name="Google Shape;3851;g2668d8541bd_0_380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5494912" y="5292137"/>
                <a:ext cx="108086" cy="1488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52" name="Google Shape;3852;g2668d8541bd_0_380"/>
            <p:cNvGrpSpPr/>
            <p:nvPr/>
          </p:nvGrpSpPr>
          <p:grpSpPr>
            <a:xfrm>
              <a:off x="4893869" y="6318521"/>
              <a:ext cx="377077" cy="352507"/>
              <a:chOff x="5672315" y="5192268"/>
              <a:chExt cx="317005" cy="261620"/>
            </a:xfrm>
          </p:grpSpPr>
          <p:pic>
            <p:nvPicPr>
              <p:cNvPr id="3853" name="Google Shape;3853;g2668d8541bd_0_380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5672315" y="5283695"/>
                <a:ext cx="132637" cy="11595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54" name="Google Shape;3854;g2668d8541bd_0_380"/>
              <p:cNvSpPr/>
              <p:nvPr/>
            </p:nvSpPr>
            <p:spPr>
              <a:xfrm>
                <a:off x="5841944" y="5350764"/>
                <a:ext cx="6985" cy="92710"/>
              </a:xfrm>
              <a:custGeom>
                <a:rect b="b" l="l" r="r" t="t"/>
                <a:pathLst>
                  <a:path extrusionOk="0" h="92710" w="6985">
                    <a:moveTo>
                      <a:pt x="309" y="0"/>
                    </a:moveTo>
                    <a:lnTo>
                      <a:pt x="0" y="9715"/>
                    </a:lnTo>
                    <a:lnTo>
                      <a:pt x="119" y="19431"/>
                    </a:lnTo>
                    <a:lnTo>
                      <a:pt x="523" y="29146"/>
                    </a:lnTo>
                    <a:lnTo>
                      <a:pt x="1071" y="38862"/>
                    </a:lnTo>
                    <a:lnTo>
                      <a:pt x="1524" y="49708"/>
                    </a:lnTo>
                    <a:lnTo>
                      <a:pt x="1833" y="60483"/>
                    </a:lnTo>
                    <a:lnTo>
                      <a:pt x="2143" y="71116"/>
                    </a:lnTo>
                    <a:lnTo>
                      <a:pt x="2595" y="81534"/>
                    </a:lnTo>
                    <a:lnTo>
                      <a:pt x="2595" y="89916"/>
                    </a:lnTo>
                    <a:lnTo>
                      <a:pt x="1071" y="92202"/>
                    </a:lnTo>
                    <a:lnTo>
                      <a:pt x="6405" y="8915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5" name="Google Shape;3855;g2668d8541bd_0_380"/>
              <p:cNvSpPr/>
              <p:nvPr/>
            </p:nvSpPr>
            <p:spPr>
              <a:xfrm>
                <a:off x="5871210" y="5192268"/>
                <a:ext cx="118110" cy="261620"/>
              </a:xfrm>
              <a:custGeom>
                <a:rect b="b" l="l" r="r" t="t"/>
                <a:pathLst>
                  <a:path extrusionOk="0" h="261620" w="118110">
                    <a:moveTo>
                      <a:pt x="0" y="0"/>
                    </a:moveTo>
                    <a:lnTo>
                      <a:pt x="44196" y="16763"/>
                    </a:lnTo>
                    <a:lnTo>
                      <a:pt x="85665" y="51268"/>
                    </a:lnTo>
                    <a:lnTo>
                      <a:pt x="112299" y="98107"/>
                    </a:lnTo>
                    <a:lnTo>
                      <a:pt x="118110" y="134111"/>
                    </a:lnTo>
                    <a:lnTo>
                      <a:pt x="117419" y="153923"/>
                    </a:lnTo>
                    <a:lnTo>
                      <a:pt x="101346" y="208787"/>
                    </a:lnTo>
                    <a:lnTo>
                      <a:pt x="78676" y="247840"/>
                    </a:lnTo>
                    <a:lnTo>
                      <a:pt x="68556" y="261508"/>
                    </a:lnTo>
                    <a:lnTo>
                      <a:pt x="66294" y="258317"/>
                    </a:lnTo>
                    <a:lnTo>
                      <a:pt x="65936" y="257294"/>
                    </a:lnTo>
                    <a:lnTo>
                      <a:pt x="65151" y="258698"/>
                    </a:lnTo>
                    <a:lnTo>
                      <a:pt x="66079" y="257246"/>
                    </a:lnTo>
                    <a:lnTo>
                      <a:pt x="70866" y="247649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56" name="Google Shape;3856;g2668d8541bd_0_380"/>
            <p:cNvGrpSpPr/>
            <p:nvPr/>
          </p:nvGrpSpPr>
          <p:grpSpPr>
            <a:xfrm>
              <a:off x="5477606" y="6406740"/>
              <a:ext cx="98343" cy="85263"/>
              <a:chOff x="6163055" y="5257764"/>
              <a:chExt cx="82676" cy="63280"/>
            </a:xfrm>
          </p:grpSpPr>
          <p:sp>
            <p:nvSpPr>
              <p:cNvPr id="3857" name="Google Shape;3857;g2668d8541bd_0_380"/>
              <p:cNvSpPr/>
              <p:nvPr/>
            </p:nvSpPr>
            <p:spPr>
              <a:xfrm>
                <a:off x="6163055" y="5257764"/>
                <a:ext cx="76200" cy="13970"/>
              </a:xfrm>
              <a:custGeom>
                <a:rect b="b" l="l" r="r" t="t"/>
                <a:pathLst>
                  <a:path extrusionOk="0" h="13970" w="76200">
                    <a:moveTo>
                      <a:pt x="0" y="13751"/>
                    </a:moveTo>
                    <a:lnTo>
                      <a:pt x="12334" y="12108"/>
                    </a:lnTo>
                    <a:lnTo>
                      <a:pt x="24384" y="9751"/>
                    </a:lnTo>
                    <a:lnTo>
                      <a:pt x="36433" y="7108"/>
                    </a:lnTo>
                    <a:lnTo>
                      <a:pt x="48768" y="4607"/>
                    </a:lnTo>
                    <a:lnTo>
                      <a:pt x="53590" y="3262"/>
                    </a:lnTo>
                    <a:lnTo>
                      <a:pt x="62198" y="1273"/>
                    </a:lnTo>
                    <a:lnTo>
                      <a:pt x="70949" y="0"/>
                    </a:lnTo>
                    <a:lnTo>
                      <a:pt x="76200" y="797"/>
                    </a:lnTo>
                    <a:lnTo>
                      <a:pt x="75438" y="1559"/>
                    </a:lnTo>
                    <a:lnTo>
                      <a:pt x="75438" y="2321"/>
                    </a:lnTo>
                    <a:lnTo>
                      <a:pt x="75438" y="3083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8" name="Google Shape;3858;g2668d8541bd_0_380"/>
              <p:cNvSpPr/>
              <p:nvPr/>
            </p:nvSpPr>
            <p:spPr>
              <a:xfrm>
                <a:off x="6182867" y="5309615"/>
                <a:ext cx="62864" cy="11429"/>
              </a:xfrm>
              <a:custGeom>
                <a:rect b="b" l="l" r="r" t="t"/>
                <a:pathLst>
                  <a:path extrusionOk="0" h="11429" w="62864">
                    <a:moveTo>
                      <a:pt x="0" y="10667"/>
                    </a:moveTo>
                    <a:lnTo>
                      <a:pt x="10846" y="11263"/>
                    </a:lnTo>
                    <a:lnTo>
                      <a:pt x="21050" y="10858"/>
                    </a:lnTo>
                    <a:lnTo>
                      <a:pt x="31396" y="9596"/>
                    </a:lnTo>
                    <a:lnTo>
                      <a:pt x="42672" y="7619"/>
                    </a:lnTo>
                    <a:lnTo>
                      <a:pt x="48006" y="6095"/>
                    </a:lnTo>
                    <a:lnTo>
                      <a:pt x="57912" y="6857"/>
                    </a:lnTo>
                    <a:lnTo>
                      <a:pt x="62484" y="3047"/>
                    </a:lnTo>
                    <a:lnTo>
                      <a:pt x="62484" y="2285"/>
                    </a:lnTo>
                    <a:lnTo>
                      <a:pt x="62484" y="761"/>
                    </a:lnTo>
                    <a:lnTo>
                      <a:pt x="62484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859" name="Google Shape;3859;g2668d8541bd_0_380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927205" y="6189922"/>
              <a:ext cx="186764" cy="30495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60" name="Google Shape;3860;g2668d8541bd_0_380"/>
            <p:cNvGrpSpPr/>
            <p:nvPr/>
          </p:nvGrpSpPr>
          <p:grpSpPr>
            <a:xfrm>
              <a:off x="6177338" y="6161432"/>
              <a:ext cx="320880" cy="352507"/>
              <a:chOff x="6751320" y="5075681"/>
              <a:chExt cx="269760" cy="261620"/>
            </a:xfrm>
          </p:grpSpPr>
          <p:sp>
            <p:nvSpPr>
              <p:cNvPr id="3861" name="Google Shape;3861;g2668d8541bd_0_380"/>
              <p:cNvSpPr/>
              <p:nvPr/>
            </p:nvSpPr>
            <p:spPr>
              <a:xfrm>
                <a:off x="6751320" y="5075681"/>
                <a:ext cx="108584" cy="261620"/>
              </a:xfrm>
              <a:custGeom>
                <a:rect b="b" l="l" r="r" t="t"/>
                <a:pathLst>
                  <a:path extrusionOk="0" h="261620" w="108584">
                    <a:moveTo>
                      <a:pt x="45720" y="0"/>
                    </a:moveTo>
                    <a:lnTo>
                      <a:pt x="19573" y="36968"/>
                    </a:lnTo>
                    <a:lnTo>
                      <a:pt x="8572" y="77033"/>
                    </a:lnTo>
                    <a:lnTo>
                      <a:pt x="1619" y="125563"/>
                    </a:lnTo>
                    <a:lnTo>
                      <a:pt x="0" y="150114"/>
                    </a:lnTo>
                    <a:lnTo>
                      <a:pt x="130" y="171664"/>
                    </a:lnTo>
                    <a:lnTo>
                      <a:pt x="6965" y="213336"/>
                    </a:lnTo>
                    <a:lnTo>
                      <a:pt x="30765" y="252126"/>
                    </a:lnTo>
                    <a:lnTo>
                      <a:pt x="65389" y="261556"/>
                    </a:lnTo>
                    <a:lnTo>
                      <a:pt x="76771" y="258889"/>
                    </a:lnTo>
                    <a:lnTo>
                      <a:pt x="87296" y="253650"/>
                    </a:lnTo>
                    <a:lnTo>
                      <a:pt x="97536" y="246126"/>
                    </a:lnTo>
                    <a:lnTo>
                      <a:pt x="101346" y="242316"/>
                    </a:lnTo>
                    <a:lnTo>
                      <a:pt x="104394" y="238506"/>
                    </a:lnTo>
                    <a:lnTo>
                      <a:pt x="108204" y="235458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62" name="Google Shape;3862;g2668d8541bd_0_380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6870179" y="5112221"/>
                <a:ext cx="150901" cy="17759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63" name="Google Shape;3863;g2668d8541bd_0_380"/>
            <p:cNvGrpSpPr/>
            <p:nvPr/>
          </p:nvGrpSpPr>
          <p:grpSpPr>
            <a:xfrm>
              <a:off x="6577027" y="6189132"/>
              <a:ext cx="175501" cy="179691"/>
              <a:chOff x="7087349" y="5096243"/>
              <a:chExt cx="147542" cy="133361"/>
            </a:xfrm>
          </p:grpSpPr>
          <p:pic>
            <p:nvPicPr>
              <p:cNvPr id="3864" name="Google Shape;3864;g2668d8541bd_0_380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7087349" y="5096243"/>
                <a:ext cx="111753" cy="10899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5" name="Google Shape;3865;g2668d8541bd_0_380"/>
              <p:cNvSpPr/>
              <p:nvPr/>
            </p:nvSpPr>
            <p:spPr>
              <a:xfrm>
                <a:off x="7231082" y="5161025"/>
                <a:ext cx="3809" cy="68579"/>
              </a:xfrm>
              <a:custGeom>
                <a:rect b="b" l="l" r="r" t="t"/>
                <a:pathLst>
                  <a:path extrusionOk="0" h="68579" w="3809">
                    <a:moveTo>
                      <a:pt x="297" y="0"/>
                    </a:moveTo>
                    <a:lnTo>
                      <a:pt x="0" y="9917"/>
                    </a:lnTo>
                    <a:lnTo>
                      <a:pt x="202" y="19335"/>
                    </a:lnTo>
                    <a:lnTo>
                      <a:pt x="833" y="28610"/>
                    </a:lnTo>
                    <a:lnTo>
                      <a:pt x="1821" y="38100"/>
                    </a:lnTo>
                    <a:lnTo>
                      <a:pt x="2381" y="45648"/>
                    </a:lnTo>
                    <a:lnTo>
                      <a:pt x="2869" y="54483"/>
                    </a:lnTo>
                    <a:lnTo>
                      <a:pt x="3214" y="62745"/>
                    </a:lnTo>
                    <a:lnTo>
                      <a:pt x="3345" y="6858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66" name="Google Shape;3866;g2668d8541bd_0_380"/>
            <p:cNvSpPr/>
            <p:nvPr/>
          </p:nvSpPr>
          <p:spPr>
            <a:xfrm>
              <a:off x="6833640" y="6040042"/>
              <a:ext cx="102767" cy="358521"/>
            </a:xfrm>
            <a:custGeom>
              <a:rect b="b" l="l" r="r" t="t"/>
              <a:pathLst>
                <a:path extrusionOk="0" h="266064" w="86359">
                  <a:moveTo>
                    <a:pt x="0" y="0"/>
                  </a:moveTo>
                  <a:lnTo>
                    <a:pt x="10060" y="9489"/>
                  </a:lnTo>
                  <a:lnTo>
                    <a:pt x="20478" y="18764"/>
                  </a:lnTo>
                  <a:lnTo>
                    <a:pt x="30753" y="28182"/>
                  </a:lnTo>
                  <a:lnTo>
                    <a:pt x="60864" y="63817"/>
                  </a:lnTo>
                  <a:lnTo>
                    <a:pt x="81283" y="108084"/>
                  </a:lnTo>
                  <a:lnTo>
                    <a:pt x="86106" y="155447"/>
                  </a:lnTo>
                  <a:lnTo>
                    <a:pt x="84165" y="172176"/>
                  </a:lnTo>
                  <a:lnTo>
                    <a:pt x="64770" y="217932"/>
                  </a:lnTo>
                  <a:lnTo>
                    <a:pt x="35623" y="251364"/>
                  </a:lnTo>
                  <a:lnTo>
                    <a:pt x="17526" y="264414"/>
                  </a:lnTo>
                  <a:lnTo>
                    <a:pt x="16764" y="265938"/>
                  </a:lnTo>
                  <a:lnTo>
                    <a:pt x="11430" y="26517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67" name="Google Shape;3867;g2668d8541bd_0_380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4605354" y="5794136"/>
              <a:ext cx="221519" cy="23501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68" name="Google Shape;3868;g2668d8541bd_0_380"/>
            <p:cNvGrpSpPr/>
            <p:nvPr/>
          </p:nvGrpSpPr>
          <p:grpSpPr>
            <a:xfrm>
              <a:off x="4939118" y="5792809"/>
              <a:ext cx="197819" cy="213230"/>
              <a:chOff x="5710367" y="4802111"/>
              <a:chExt cx="166304" cy="158253"/>
            </a:xfrm>
          </p:grpSpPr>
          <p:pic>
            <p:nvPicPr>
              <p:cNvPr id="3869" name="Google Shape;3869;g2668d8541bd_0_380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5710367" y="4802111"/>
                <a:ext cx="119826" cy="13032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0" name="Google Shape;3870;g2668d8541bd_0_380"/>
              <p:cNvSpPr/>
              <p:nvPr/>
            </p:nvSpPr>
            <p:spPr>
              <a:xfrm>
                <a:off x="5869686" y="4875275"/>
                <a:ext cx="6985" cy="85089"/>
              </a:xfrm>
              <a:custGeom>
                <a:rect b="b" l="l" r="r" t="t"/>
                <a:pathLst>
                  <a:path extrusionOk="0" h="85089" w="6985">
                    <a:moveTo>
                      <a:pt x="0" y="0"/>
                    </a:moveTo>
                    <a:lnTo>
                      <a:pt x="702" y="9584"/>
                    </a:lnTo>
                    <a:lnTo>
                      <a:pt x="1619" y="18954"/>
                    </a:lnTo>
                    <a:lnTo>
                      <a:pt x="2678" y="28182"/>
                    </a:lnTo>
                    <a:lnTo>
                      <a:pt x="3810" y="37338"/>
                    </a:lnTo>
                    <a:lnTo>
                      <a:pt x="4810" y="46934"/>
                    </a:lnTo>
                    <a:lnTo>
                      <a:pt x="5524" y="56387"/>
                    </a:lnTo>
                    <a:lnTo>
                      <a:pt x="5953" y="65841"/>
                    </a:lnTo>
                    <a:lnTo>
                      <a:pt x="6096" y="75438"/>
                    </a:lnTo>
                    <a:lnTo>
                      <a:pt x="6858" y="79248"/>
                    </a:lnTo>
                    <a:lnTo>
                      <a:pt x="6858" y="81534"/>
                    </a:lnTo>
                    <a:lnTo>
                      <a:pt x="6858" y="8458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71" name="Google Shape;3871;g2668d8541bd_0_380"/>
            <p:cNvSpPr/>
            <p:nvPr/>
          </p:nvSpPr>
          <p:spPr>
            <a:xfrm>
              <a:off x="5472219" y="5776186"/>
              <a:ext cx="88411" cy="10268"/>
            </a:xfrm>
            <a:custGeom>
              <a:rect b="b" l="l" r="r" t="t"/>
              <a:pathLst>
                <a:path extrusionOk="0" h="7620" w="74295">
                  <a:moveTo>
                    <a:pt x="0" y="7620"/>
                  </a:moveTo>
                  <a:lnTo>
                    <a:pt x="10608" y="7227"/>
                  </a:lnTo>
                  <a:lnTo>
                    <a:pt x="20859" y="6191"/>
                  </a:lnTo>
                  <a:lnTo>
                    <a:pt x="30968" y="4726"/>
                  </a:lnTo>
                  <a:lnTo>
                    <a:pt x="41148" y="3048"/>
                  </a:lnTo>
                  <a:lnTo>
                    <a:pt x="49018" y="1928"/>
                  </a:lnTo>
                  <a:lnTo>
                    <a:pt x="56673" y="952"/>
                  </a:lnTo>
                  <a:lnTo>
                    <a:pt x="64186" y="261"/>
                  </a:lnTo>
                  <a:lnTo>
                    <a:pt x="71628" y="0"/>
                  </a:lnTo>
                  <a:lnTo>
                    <a:pt x="72390" y="0"/>
                  </a:lnTo>
                  <a:lnTo>
                    <a:pt x="73152" y="0"/>
                  </a:lnTo>
                  <a:lnTo>
                    <a:pt x="73914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2" name="Google Shape;3872;g2668d8541bd_0_380"/>
            <p:cNvSpPr/>
            <p:nvPr/>
          </p:nvSpPr>
          <p:spPr>
            <a:xfrm>
              <a:off x="5485816" y="5869613"/>
              <a:ext cx="94456" cy="11122"/>
            </a:xfrm>
            <a:custGeom>
              <a:rect b="b" l="l" r="r" t="t"/>
              <a:pathLst>
                <a:path extrusionOk="0" h="8254" w="79375">
                  <a:moveTo>
                    <a:pt x="0" y="6095"/>
                  </a:moveTo>
                  <a:lnTo>
                    <a:pt x="12311" y="7691"/>
                  </a:lnTo>
                  <a:lnTo>
                    <a:pt x="23622" y="8000"/>
                  </a:lnTo>
                  <a:lnTo>
                    <a:pt x="34932" y="7167"/>
                  </a:lnTo>
                  <a:lnTo>
                    <a:pt x="47244" y="5333"/>
                  </a:lnTo>
                  <a:lnTo>
                    <a:pt x="55244" y="3857"/>
                  </a:lnTo>
                  <a:lnTo>
                    <a:pt x="63245" y="2666"/>
                  </a:lnTo>
                  <a:lnTo>
                    <a:pt x="71247" y="1476"/>
                  </a:lnTo>
                  <a:lnTo>
                    <a:pt x="7924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73" name="Google Shape;3873;g2668d8541bd_0_380"/>
            <p:cNvGrpSpPr/>
            <p:nvPr/>
          </p:nvGrpSpPr>
          <p:grpSpPr>
            <a:xfrm>
              <a:off x="5852852" y="5650325"/>
              <a:ext cx="224045" cy="295504"/>
              <a:chOff x="6478511" y="4696348"/>
              <a:chExt cx="188352" cy="219314"/>
            </a:xfrm>
          </p:grpSpPr>
          <p:pic>
            <p:nvPicPr>
              <p:cNvPr id="3874" name="Google Shape;3874;g2668d8541bd_0_380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6478511" y="4696348"/>
                <a:ext cx="137185" cy="1918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5" name="Google Shape;3875;g2668d8541bd_0_380"/>
              <p:cNvSpPr/>
              <p:nvPr/>
            </p:nvSpPr>
            <p:spPr>
              <a:xfrm>
                <a:off x="6659879" y="4835652"/>
                <a:ext cx="6984" cy="80010"/>
              </a:xfrm>
              <a:custGeom>
                <a:rect b="b" l="l" r="r" t="t"/>
                <a:pathLst>
                  <a:path extrusionOk="0" h="80010" w="6984">
                    <a:moveTo>
                      <a:pt x="6857" y="0"/>
                    </a:moveTo>
                    <a:lnTo>
                      <a:pt x="5417" y="10489"/>
                    </a:lnTo>
                    <a:lnTo>
                      <a:pt x="4476" y="20478"/>
                    </a:lnTo>
                    <a:lnTo>
                      <a:pt x="3964" y="30325"/>
                    </a:lnTo>
                    <a:lnTo>
                      <a:pt x="3809" y="40386"/>
                    </a:lnTo>
                    <a:lnTo>
                      <a:pt x="3667" y="48601"/>
                    </a:lnTo>
                    <a:lnTo>
                      <a:pt x="3238" y="56387"/>
                    </a:lnTo>
                    <a:lnTo>
                      <a:pt x="2524" y="64174"/>
                    </a:lnTo>
                    <a:lnTo>
                      <a:pt x="1523" y="72390"/>
                    </a:lnTo>
                    <a:lnTo>
                      <a:pt x="0" y="80010"/>
                    </a:lnTo>
                    <a:lnTo>
                      <a:pt x="761" y="79248"/>
                    </a:lnTo>
                    <a:lnTo>
                      <a:pt x="5333" y="7239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76" name="Google Shape;3876;g2668d8541bd_0_380"/>
            <p:cNvGrpSpPr/>
            <p:nvPr/>
          </p:nvGrpSpPr>
          <p:grpSpPr>
            <a:xfrm>
              <a:off x="6161006" y="5620330"/>
              <a:ext cx="225141" cy="254300"/>
              <a:chOff x="6737591" y="4674095"/>
              <a:chExt cx="189274" cy="188734"/>
            </a:xfrm>
          </p:grpSpPr>
          <p:pic>
            <p:nvPicPr>
              <p:cNvPr id="3877" name="Google Shape;3877;g2668d8541bd_0_380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6737591" y="4674095"/>
                <a:ext cx="149472" cy="1430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8" name="Google Shape;3878;g2668d8541bd_0_380"/>
              <p:cNvSpPr/>
              <p:nvPr/>
            </p:nvSpPr>
            <p:spPr>
              <a:xfrm>
                <a:off x="6921150" y="4762500"/>
                <a:ext cx="5715" cy="100329"/>
              </a:xfrm>
              <a:custGeom>
                <a:rect b="b" l="l" r="r" t="t"/>
                <a:pathLst>
                  <a:path extrusionOk="0" h="100329" w="5715">
                    <a:moveTo>
                      <a:pt x="1619" y="0"/>
                    </a:moveTo>
                    <a:lnTo>
                      <a:pt x="130" y="11013"/>
                    </a:lnTo>
                    <a:lnTo>
                      <a:pt x="0" y="20097"/>
                    </a:lnTo>
                    <a:lnTo>
                      <a:pt x="869" y="29039"/>
                    </a:lnTo>
                    <a:lnTo>
                      <a:pt x="2381" y="39624"/>
                    </a:lnTo>
                    <a:lnTo>
                      <a:pt x="3702" y="50363"/>
                    </a:lnTo>
                    <a:lnTo>
                      <a:pt x="4381" y="60960"/>
                    </a:lnTo>
                    <a:lnTo>
                      <a:pt x="4631" y="71556"/>
                    </a:lnTo>
                    <a:lnTo>
                      <a:pt x="4667" y="82296"/>
                    </a:lnTo>
                    <a:lnTo>
                      <a:pt x="5429" y="89154"/>
                    </a:lnTo>
                    <a:lnTo>
                      <a:pt x="5429" y="93726"/>
                    </a:lnTo>
                    <a:lnTo>
                      <a:pt x="3143" y="9982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879" name="Google Shape;3879;g2668d8541bd_0_380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4461902" y="6976361"/>
              <a:ext cx="216321" cy="33883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80" name="Google Shape;3880;g2668d8541bd_0_380"/>
            <p:cNvGrpSpPr/>
            <p:nvPr/>
          </p:nvGrpSpPr>
          <p:grpSpPr>
            <a:xfrm>
              <a:off x="4740802" y="7022830"/>
              <a:ext cx="339815" cy="222045"/>
              <a:chOff x="5543632" y="5714987"/>
              <a:chExt cx="285679" cy="164795"/>
            </a:xfrm>
          </p:grpSpPr>
          <p:pic>
            <p:nvPicPr>
              <p:cNvPr id="3881" name="Google Shape;3881;g2668d8541bd_0_380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5543632" y="5731751"/>
                <a:ext cx="121088" cy="14803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82" name="Google Shape;3882;g2668d8541bd_0_380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5691543" y="5714987"/>
                <a:ext cx="137768" cy="1288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83" name="Google Shape;3883;g2668d8541bd_0_380"/>
            <p:cNvGrpSpPr/>
            <p:nvPr/>
          </p:nvGrpSpPr>
          <p:grpSpPr>
            <a:xfrm>
              <a:off x="5572750" y="6929385"/>
              <a:ext cx="83841" cy="85560"/>
              <a:chOff x="6243066" y="5645657"/>
              <a:chExt cx="70484" cy="63500"/>
            </a:xfrm>
          </p:grpSpPr>
          <p:sp>
            <p:nvSpPr>
              <p:cNvPr id="3884" name="Google Shape;3884;g2668d8541bd_0_380"/>
              <p:cNvSpPr/>
              <p:nvPr/>
            </p:nvSpPr>
            <p:spPr>
              <a:xfrm>
                <a:off x="6243066" y="5645657"/>
                <a:ext cx="50800" cy="5079"/>
              </a:xfrm>
              <a:custGeom>
                <a:rect b="b" l="l" r="r" t="t"/>
                <a:pathLst>
                  <a:path extrusionOk="0" h="5079" w="50800">
                    <a:moveTo>
                      <a:pt x="0" y="3048"/>
                    </a:moveTo>
                    <a:lnTo>
                      <a:pt x="8453" y="4036"/>
                    </a:lnTo>
                    <a:lnTo>
                      <a:pt x="16764" y="4667"/>
                    </a:lnTo>
                    <a:lnTo>
                      <a:pt x="25074" y="4869"/>
                    </a:lnTo>
                    <a:lnTo>
                      <a:pt x="33528" y="4572"/>
                    </a:lnTo>
                    <a:lnTo>
                      <a:pt x="40386" y="4572"/>
                    </a:lnTo>
                    <a:lnTo>
                      <a:pt x="44958" y="3048"/>
                    </a:lnTo>
                    <a:lnTo>
                      <a:pt x="50292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5" name="Google Shape;3885;g2668d8541bd_0_380"/>
              <p:cNvSpPr/>
              <p:nvPr/>
            </p:nvSpPr>
            <p:spPr>
              <a:xfrm>
                <a:off x="6254496" y="5698997"/>
                <a:ext cx="59054" cy="10160"/>
              </a:xfrm>
              <a:custGeom>
                <a:rect b="b" l="l" r="r" t="t"/>
                <a:pathLst>
                  <a:path extrusionOk="0" h="10160" w="59054">
                    <a:moveTo>
                      <a:pt x="0" y="7620"/>
                    </a:moveTo>
                    <a:lnTo>
                      <a:pt x="11168" y="9310"/>
                    </a:lnTo>
                    <a:lnTo>
                      <a:pt x="21336" y="9715"/>
                    </a:lnTo>
                    <a:lnTo>
                      <a:pt x="31503" y="8691"/>
                    </a:lnTo>
                    <a:lnTo>
                      <a:pt x="42672" y="6096"/>
                    </a:lnTo>
                    <a:lnTo>
                      <a:pt x="48768" y="4572"/>
                    </a:lnTo>
                    <a:lnTo>
                      <a:pt x="53340" y="3810"/>
                    </a:lnTo>
                    <a:lnTo>
                      <a:pt x="58674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86" name="Google Shape;3886;g2668d8541bd_0_380"/>
            <p:cNvGrpSpPr/>
            <p:nvPr/>
          </p:nvGrpSpPr>
          <p:grpSpPr>
            <a:xfrm>
              <a:off x="5958878" y="6853161"/>
              <a:ext cx="173136" cy="254044"/>
              <a:chOff x="6567665" y="5589066"/>
              <a:chExt cx="145554" cy="188544"/>
            </a:xfrm>
          </p:grpSpPr>
          <p:pic>
            <p:nvPicPr>
              <p:cNvPr id="3887" name="Google Shape;3887;g2668d8541bd_0_380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6567665" y="5589066"/>
                <a:ext cx="110515" cy="16252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88" name="Google Shape;3888;g2668d8541bd_0_380"/>
              <p:cNvSpPr/>
              <p:nvPr/>
            </p:nvSpPr>
            <p:spPr>
              <a:xfrm>
                <a:off x="6705599" y="5702046"/>
                <a:ext cx="7620" cy="75564"/>
              </a:xfrm>
              <a:custGeom>
                <a:rect b="b" l="l" r="r" t="t"/>
                <a:pathLst>
                  <a:path extrusionOk="0" h="75564" w="7620">
                    <a:moveTo>
                      <a:pt x="7620" y="0"/>
                    </a:moveTo>
                    <a:lnTo>
                      <a:pt x="3857" y="9429"/>
                    </a:lnTo>
                    <a:lnTo>
                      <a:pt x="1524" y="17145"/>
                    </a:lnTo>
                    <a:lnTo>
                      <a:pt x="333" y="24860"/>
                    </a:lnTo>
                    <a:lnTo>
                      <a:pt x="0" y="34290"/>
                    </a:lnTo>
                    <a:lnTo>
                      <a:pt x="35" y="43434"/>
                    </a:lnTo>
                    <a:lnTo>
                      <a:pt x="285" y="52577"/>
                    </a:lnTo>
                    <a:lnTo>
                      <a:pt x="964" y="61721"/>
                    </a:lnTo>
                    <a:lnTo>
                      <a:pt x="2286" y="70866"/>
                    </a:lnTo>
                    <a:lnTo>
                      <a:pt x="3048" y="73152"/>
                    </a:lnTo>
                    <a:lnTo>
                      <a:pt x="3048" y="75438"/>
                    </a:lnTo>
                    <a:lnTo>
                      <a:pt x="3048" y="7315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89" name="Google Shape;3889;g2668d8541bd_0_380"/>
            <p:cNvSpPr/>
            <p:nvPr/>
          </p:nvSpPr>
          <p:spPr>
            <a:xfrm>
              <a:off x="5127784" y="7136541"/>
              <a:ext cx="3778" cy="100967"/>
            </a:xfrm>
            <a:custGeom>
              <a:rect b="b" l="l" r="r" t="t"/>
              <a:pathLst>
                <a:path extrusionOk="0" h="74929" w="3175">
                  <a:moveTo>
                    <a:pt x="0" y="0"/>
                  </a:moveTo>
                  <a:lnTo>
                    <a:pt x="762" y="38100"/>
                  </a:lnTo>
                  <a:lnTo>
                    <a:pt x="1857" y="46351"/>
                  </a:lnTo>
                  <a:lnTo>
                    <a:pt x="2667" y="54959"/>
                  </a:lnTo>
                  <a:lnTo>
                    <a:pt x="2905" y="63710"/>
                  </a:lnTo>
                  <a:lnTo>
                    <a:pt x="2286" y="72390"/>
                  </a:lnTo>
                  <a:lnTo>
                    <a:pt x="2286" y="73152"/>
                  </a:lnTo>
                  <a:lnTo>
                    <a:pt x="1524" y="73914"/>
                  </a:lnTo>
                  <a:lnTo>
                    <a:pt x="1524" y="7467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93" name="Shape 3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4" name="Google Shape;3894;g2668d8541bd_0_5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6312" y="2394958"/>
            <a:ext cx="223821" cy="218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5" name="Google Shape;3895;g2668d8541bd_0_5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6711" y="2162041"/>
            <a:ext cx="124198" cy="1312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6" name="Google Shape;3896;g2668d8541bd_0_503"/>
          <p:cNvGrpSpPr/>
          <p:nvPr/>
        </p:nvGrpSpPr>
        <p:grpSpPr>
          <a:xfrm>
            <a:off x="4027862" y="2114294"/>
            <a:ext cx="427995" cy="628916"/>
            <a:chOff x="5576101" y="2065019"/>
            <a:chExt cx="307313" cy="471169"/>
          </a:xfrm>
        </p:grpSpPr>
        <p:sp>
          <p:nvSpPr>
            <p:cNvPr id="3897" name="Google Shape;3897;g2668d8541bd_0_503"/>
            <p:cNvSpPr/>
            <p:nvPr/>
          </p:nvSpPr>
          <p:spPr>
            <a:xfrm>
              <a:off x="5576101" y="2065019"/>
              <a:ext cx="152400" cy="471169"/>
            </a:xfrm>
            <a:custGeom>
              <a:rect b="b" l="l" r="r" t="t"/>
              <a:pathLst>
                <a:path extrusionOk="0" h="471169" w="152400">
                  <a:moveTo>
                    <a:pt x="87844" y="0"/>
                  </a:moveTo>
                  <a:lnTo>
                    <a:pt x="42945" y="29360"/>
                  </a:lnTo>
                  <a:lnTo>
                    <a:pt x="25919" y="64079"/>
                  </a:lnTo>
                  <a:lnTo>
                    <a:pt x="11358" y="111716"/>
                  </a:lnTo>
                  <a:lnTo>
                    <a:pt x="2119" y="171985"/>
                  </a:lnTo>
                  <a:lnTo>
                    <a:pt x="0" y="233172"/>
                  </a:lnTo>
                  <a:lnTo>
                    <a:pt x="1928" y="263080"/>
                  </a:lnTo>
                  <a:lnTo>
                    <a:pt x="13930" y="322326"/>
                  </a:lnTo>
                  <a:lnTo>
                    <a:pt x="34028" y="370903"/>
                  </a:lnTo>
                  <a:lnTo>
                    <a:pt x="60412" y="416052"/>
                  </a:lnTo>
                  <a:lnTo>
                    <a:pt x="95666" y="457628"/>
                  </a:lnTo>
                  <a:lnTo>
                    <a:pt x="129468" y="470916"/>
                  </a:lnTo>
                  <a:lnTo>
                    <a:pt x="138886" y="468820"/>
                  </a:lnTo>
                  <a:lnTo>
                    <a:pt x="146518" y="463295"/>
                  </a:lnTo>
                  <a:lnTo>
                    <a:pt x="148804" y="461009"/>
                  </a:lnTo>
                  <a:lnTo>
                    <a:pt x="150328" y="457962"/>
                  </a:lnTo>
                  <a:lnTo>
                    <a:pt x="151852" y="45491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98" name="Google Shape;3898;g2668d8541bd_0_5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43943" y="2166353"/>
              <a:ext cx="139471" cy="1311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9" name="Google Shape;3899;g2668d8541bd_0_50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72518" y="2354567"/>
              <a:ext cx="88345" cy="907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00" name="Google Shape;3900;g2668d8541bd_0_503"/>
          <p:cNvSpPr/>
          <p:nvPr/>
        </p:nvSpPr>
        <p:spPr>
          <a:xfrm>
            <a:off x="4613873" y="2134597"/>
            <a:ext cx="328052" cy="263642"/>
          </a:xfrm>
          <a:custGeom>
            <a:rect b="b" l="l" r="r" t="t"/>
            <a:pathLst>
              <a:path extrusionOk="0" h="197485" w="235585">
                <a:moveTo>
                  <a:pt x="184403" y="12191"/>
                </a:moveTo>
                <a:lnTo>
                  <a:pt x="190273" y="8572"/>
                </a:lnTo>
                <a:lnTo>
                  <a:pt x="196500" y="4952"/>
                </a:lnTo>
                <a:lnTo>
                  <a:pt x="203156" y="1904"/>
                </a:lnTo>
                <a:lnTo>
                  <a:pt x="210311" y="0"/>
                </a:lnTo>
                <a:lnTo>
                  <a:pt x="211073" y="0"/>
                </a:lnTo>
                <a:lnTo>
                  <a:pt x="199655" y="2476"/>
                </a:lnTo>
                <a:lnTo>
                  <a:pt x="188309" y="6095"/>
                </a:lnTo>
                <a:lnTo>
                  <a:pt x="177105" y="10286"/>
                </a:lnTo>
                <a:lnTo>
                  <a:pt x="166115" y="14477"/>
                </a:lnTo>
                <a:lnTo>
                  <a:pt x="147125" y="21895"/>
                </a:lnTo>
                <a:lnTo>
                  <a:pt x="127920" y="29241"/>
                </a:lnTo>
                <a:lnTo>
                  <a:pt x="108573" y="36445"/>
                </a:lnTo>
                <a:lnTo>
                  <a:pt x="89153" y="43433"/>
                </a:lnTo>
                <a:lnTo>
                  <a:pt x="82295" y="45719"/>
                </a:lnTo>
                <a:lnTo>
                  <a:pt x="75437" y="48005"/>
                </a:lnTo>
                <a:lnTo>
                  <a:pt x="68579" y="50291"/>
                </a:lnTo>
                <a:lnTo>
                  <a:pt x="61721" y="52577"/>
                </a:lnTo>
                <a:lnTo>
                  <a:pt x="68841" y="52577"/>
                </a:lnTo>
                <a:lnTo>
                  <a:pt x="125729" y="52577"/>
                </a:lnTo>
                <a:lnTo>
                  <a:pt x="142565" y="52577"/>
                </a:lnTo>
                <a:lnTo>
                  <a:pt x="159257" y="52577"/>
                </a:lnTo>
                <a:lnTo>
                  <a:pt x="172402" y="52494"/>
                </a:lnTo>
                <a:lnTo>
                  <a:pt x="185546" y="52482"/>
                </a:lnTo>
                <a:lnTo>
                  <a:pt x="198691" y="52899"/>
                </a:lnTo>
                <a:lnTo>
                  <a:pt x="211835" y="54101"/>
                </a:lnTo>
                <a:lnTo>
                  <a:pt x="217169" y="55625"/>
                </a:lnTo>
                <a:lnTo>
                  <a:pt x="217931" y="55625"/>
                </a:lnTo>
                <a:lnTo>
                  <a:pt x="193547" y="80009"/>
                </a:lnTo>
                <a:lnTo>
                  <a:pt x="170687" y="93464"/>
                </a:lnTo>
                <a:lnTo>
                  <a:pt x="147827" y="106489"/>
                </a:lnTo>
                <a:lnTo>
                  <a:pt x="124967" y="119229"/>
                </a:lnTo>
                <a:lnTo>
                  <a:pt x="102107" y="131825"/>
                </a:lnTo>
                <a:lnTo>
                  <a:pt x="80855" y="144291"/>
                </a:lnTo>
                <a:lnTo>
                  <a:pt x="59531" y="156686"/>
                </a:lnTo>
                <a:lnTo>
                  <a:pt x="38350" y="169223"/>
                </a:lnTo>
                <a:lnTo>
                  <a:pt x="17525" y="182117"/>
                </a:lnTo>
                <a:lnTo>
                  <a:pt x="9905" y="187451"/>
                </a:lnTo>
                <a:lnTo>
                  <a:pt x="4571" y="190499"/>
                </a:lnTo>
                <a:lnTo>
                  <a:pt x="0" y="197357"/>
                </a:lnTo>
                <a:lnTo>
                  <a:pt x="19633" y="196798"/>
                </a:lnTo>
                <a:lnTo>
                  <a:pt x="38766" y="195167"/>
                </a:lnTo>
                <a:lnTo>
                  <a:pt x="57757" y="192535"/>
                </a:lnTo>
                <a:lnTo>
                  <a:pt x="76961" y="188975"/>
                </a:lnTo>
                <a:lnTo>
                  <a:pt x="104965" y="183856"/>
                </a:lnTo>
                <a:lnTo>
                  <a:pt x="160972" y="174188"/>
                </a:lnTo>
                <a:lnTo>
                  <a:pt x="200286" y="168235"/>
                </a:lnTo>
                <a:lnTo>
                  <a:pt x="233933" y="164591"/>
                </a:lnTo>
                <a:lnTo>
                  <a:pt x="234695" y="164591"/>
                </a:lnTo>
                <a:lnTo>
                  <a:pt x="235457" y="164591"/>
                </a:lnTo>
                <a:lnTo>
                  <a:pt x="228599" y="164591"/>
                </a:lnTo>
                <a:lnTo>
                  <a:pt x="221741" y="164591"/>
                </a:lnTo>
                <a:lnTo>
                  <a:pt x="214883" y="164591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01" name="Google Shape;3901;g2668d8541bd_0_503"/>
          <p:cNvGrpSpPr/>
          <p:nvPr/>
        </p:nvGrpSpPr>
        <p:grpSpPr>
          <a:xfrm>
            <a:off x="4665971" y="2451985"/>
            <a:ext cx="270969" cy="149532"/>
            <a:chOff x="6034278" y="2318004"/>
            <a:chExt cx="194564" cy="112026"/>
          </a:xfrm>
        </p:grpSpPr>
        <p:sp>
          <p:nvSpPr>
            <p:cNvPr id="3902" name="Google Shape;3902;g2668d8541bd_0_503"/>
            <p:cNvSpPr/>
            <p:nvPr/>
          </p:nvSpPr>
          <p:spPr>
            <a:xfrm>
              <a:off x="6057138" y="2378202"/>
              <a:ext cx="5079" cy="49530"/>
            </a:xfrm>
            <a:custGeom>
              <a:rect b="b" l="l" r="r" t="t"/>
              <a:pathLst>
                <a:path extrusionOk="0" h="49530" w="5079">
                  <a:moveTo>
                    <a:pt x="0" y="0"/>
                  </a:moveTo>
                  <a:lnTo>
                    <a:pt x="3048" y="35814"/>
                  </a:lnTo>
                  <a:lnTo>
                    <a:pt x="4572" y="47244"/>
                  </a:lnTo>
                  <a:lnTo>
                    <a:pt x="1524" y="49530"/>
                  </a:lnTo>
                  <a:lnTo>
                    <a:pt x="0" y="49530"/>
                  </a:lnTo>
                  <a:lnTo>
                    <a:pt x="0" y="4876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3" name="Google Shape;3903;g2668d8541bd_0_503"/>
            <p:cNvSpPr/>
            <p:nvPr/>
          </p:nvSpPr>
          <p:spPr>
            <a:xfrm>
              <a:off x="6034278" y="2318004"/>
              <a:ext cx="15239" cy="15239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04" name="Google Shape;3904;g2668d8541bd_0_5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098273" y="2358377"/>
              <a:ext cx="78511" cy="716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05" name="Google Shape;3905;g2668d8541bd_0_503"/>
            <p:cNvSpPr/>
            <p:nvPr/>
          </p:nvSpPr>
          <p:spPr>
            <a:xfrm>
              <a:off x="6222492" y="2346198"/>
              <a:ext cx="6350" cy="58419"/>
            </a:xfrm>
            <a:custGeom>
              <a:rect b="b" l="l" r="r" t="t"/>
              <a:pathLst>
                <a:path extrusionOk="0" h="58419" w="6350">
                  <a:moveTo>
                    <a:pt x="0" y="0"/>
                  </a:moveTo>
                  <a:lnTo>
                    <a:pt x="154" y="9024"/>
                  </a:lnTo>
                  <a:lnTo>
                    <a:pt x="666" y="17907"/>
                  </a:lnTo>
                  <a:lnTo>
                    <a:pt x="1607" y="26789"/>
                  </a:lnTo>
                  <a:lnTo>
                    <a:pt x="3048" y="35814"/>
                  </a:lnTo>
                  <a:lnTo>
                    <a:pt x="3810" y="43434"/>
                  </a:lnTo>
                  <a:lnTo>
                    <a:pt x="5334" y="50292"/>
                  </a:lnTo>
                  <a:lnTo>
                    <a:pt x="6096" y="5791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6" name="Google Shape;3906;g2668d8541bd_0_503"/>
          <p:cNvSpPr/>
          <p:nvPr/>
        </p:nvSpPr>
        <p:spPr>
          <a:xfrm>
            <a:off x="4665873" y="2012545"/>
            <a:ext cx="82233" cy="90705"/>
          </a:xfrm>
          <a:custGeom>
            <a:rect b="b" l="l" r="r" t="t"/>
            <a:pathLst>
              <a:path extrusionOk="0" h="67944" w="59054">
                <a:moveTo>
                  <a:pt x="2286" y="33527"/>
                </a:moveTo>
                <a:lnTo>
                  <a:pt x="1750" y="41636"/>
                </a:lnTo>
                <a:lnTo>
                  <a:pt x="1428" y="49815"/>
                </a:lnTo>
                <a:lnTo>
                  <a:pt x="1535" y="57852"/>
                </a:lnTo>
                <a:lnTo>
                  <a:pt x="2286" y="65531"/>
                </a:lnTo>
                <a:lnTo>
                  <a:pt x="2286" y="67817"/>
                </a:lnTo>
                <a:lnTo>
                  <a:pt x="2286" y="66293"/>
                </a:lnTo>
                <a:lnTo>
                  <a:pt x="2286" y="67817"/>
                </a:lnTo>
                <a:lnTo>
                  <a:pt x="2286" y="60197"/>
                </a:lnTo>
                <a:lnTo>
                  <a:pt x="0" y="51815"/>
                </a:lnTo>
                <a:lnTo>
                  <a:pt x="0" y="44195"/>
                </a:lnTo>
                <a:lnTo>
                  <a:pt x="119" y="34670"/>
                </a:lnTo>
                <a:lnTo>
                  <a:pt x="24550" y="166"/>
                </a:lnTo>
                <a:lnTo>
                  <a:pt x="32004" y="0"/>
                </a:lnTo>
                <a:lnTo>
                  <a:pt x="38421" y="2428"/>
                </a:lnTo>
                <a:lnTo>
                  <a:pt x="57602" y="38111"/>
                </a:lnTo>
                <a:lnTo>
                  <a:pt x="57912" y="44957"/>
                </a:lnTo>
                <a:lnTo>
                  <a:pt x="58674" y="48767"/>
                </a:lnTo>
                <a:lnTo>
                  <a:pt x="57912" y="52577"/>
                </a:lnTo>
                <a:lnTo>
                  <a:pt x="57912" y="56387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07" name="Google Shape;3907;g2668d8541bd_0_503"/>
          <p:cNvGrpSpPr/>
          <p:nvPr/>
        </p:nvGrpSpPr>
        <p:grpSpPr>
          <a:xfrm>
            <a:off x="5055421" y="2191599"/>
            <a:ext cx="186793" cy="179182"/>
            <a:chOff x="6313919" y="2122932"/>
            <a:chExt cx="134123" cy="134239"/>
          </a:xfrm>
        </p:grpSpPr>
        <p:pic>
          <p:nvPicPr>
            <p:cNvPr id="3908" name="Google Shape;3908;g2668d8541bd_0_50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313919" y="2125205"/>
              <a:ext cx="96037" cy="899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09" name="Google Shape;3909;g2668d8541bd_0_503"/>
            <p:cNvSpPr/>
            <p:nvPr/>
          </p:nvSpPr>
          <p:spPr>
            <a:xfrm>
              <a:off x="6440423" y="2196846"/>
              <a:ext cx="3810" cy="60325"/>
            </a:xfrm>
            <a:custGeom>
              <a:rect b="b" l="l" r="r" t="t"/>
              <a:pathLst>
                <a:path extrusionOk="0" h="60325" w="3810">
                  <a:moveTo>
                    <a:pt x="762" y="0"/>
                  </a:moveTo>
                  <a:lnTo>
                    <a:pt x="2917" y="40588"/>
                  </a:lnTo>
                  <a:lnTo>
                    <a:pt x="3333" y="48101"/>
                  </a:lnTo>
                  <a:lnTo>
                    <a:pt x="3036" y="55185"/>
                  </a:lnTo>
                  <a:lnTo>
                    <a:pt x="1524" y="60198"/>
                  </a:lnTo>
                  <a:lnTo>
                    <a:pt x="762" y="60198"/>
                  </a:lnTo>
                  <a:lnTo>
                    <a:pt x="0" y="6019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0" name="Google Shape;3910;g2668d8541bd_0_503"/>
            <p:cNvSpPr/>
            <p:nvPr/>
          </p:nvSpPr>
          <p:spPr>
            <a:xfrm>
              <a:off x="6432803" y="2122932"/>
              <a:ext cx="15239" cy="15239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11" name="Google Shape;3911;g2668d8541bd_0_503"/>
          <p:cNvGrpSpPr/>
          <p:nvPr/>
        </p:nvGrpSpPr>
        <p:grpSpPr>
          <a:xfrm>
            <a:off x="5387175" y="2011546"/>
            <a:ext cx="230722" cy="323477"/>
            <a:chOff x="6552139" y="1988045"/>
            <a:chExt cx="165665" cy="242341"/>
          </a:xfrm>
        </p:grpSpPr>
        <p:pic>
          <p:nvPicPr>
            <p:cNvPr id="3912" name="Google Shape;3912;g2668d8541bd_0_50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552139" y="2096249"/>
              <a:ext cx="147364" cy="1341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3" name="Google Shape;3913;g2668d8541bd_0_50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628625" y="1988045"/>
              <a:ext cx="89179" cy="876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4" name="Google Shape;3914;g2668d8541bd_0_503"/>
          <p:cNvSpPr/>
          <p:nvPr/>
        </p:nvSpPr>
        <p:spPr>
          <a:xfrm>
            <a:off x="5693139" y="1917954"/>
            <a:ext cx="198953" cy="535761"/>
          </a:xfrm>
          <a:custGeom>
            <a:rect b="b" l="l" r="r" t="t"/>
            <a:pathLst>
              <a:path extrusionOk="0" h="401319" w="142875">
                <a:moveTo>
                  <a:pt x="0" y="0"/>
                </a:moveTo>
                <a:lnTo>
                  <a:pt x="34825" y="19716"/>
                </a:lnTo>
                <a:lnTo>
                  <a:pt x="75342" y="54768"/>
                </a:lnTo>
                <a:lnTo>
                  <a:pt x="99822" y="86105"/>
                </a:lnTo>
                <a:lnTo>
                  <a:pt x="124396" y="133921"/>
                </a:lnTo>
                <a:lnTo>
                  <a:pt x="138684" y="185165"/>
                </a:lnTo>
                <a:lnTo>
                  <a:pt x="142303" y="228218"/>
                </a:lnTo>
                <a:lnTo>
                  <a:pt x="141255" y="250316"/>
                </a:lnTo>
                <a:lnTo>
                  <a:pt x="132147" y="293393"/>
                </a:lnTo>
                <a:lnTo>
                  <a:pt x="114883" y="336208"/>
                </a:lnTo>
                <a:lnTo>
                  <a:pt x="92297" y="376618"/>
                </a:lnTo>
                <a:lnTo>
                  <a:pt x="78486" y="395478"/>
                </a:lnTo>
                <a:lnTo>
                  <a:pt x="76962" y="397764"/>
                </a:lnTo>
                <a:lnTo>
                  <a:pt x="73152" y="400812"/>
                </a:lnTo>
                <a:lnTo>
                  <a:pt x="70104" y="398526"/>
                </a:lnTo>
                <a:lnTo>
                  <a:pt x="64770" y="396240"/>
                </a:lnTo>
                <a:lnTo>
                  <a:pt x="64008" y="388620"/>
                </a:lnTo>
                <a:lnTo>
                  <a:pt x="62484" y="38481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5" name="Google Shape;3915;g2668d8541bd_0_503"/>
          <p:cNvGrpSpPr/>
          <p:nvPr/>
        </p:nvGrpSpPr>
        <p:grpSpPr>
          <a:xfrm>
            <a:off x="6063536" y="2069526"/>
            <a:ext cx="225580" cy="243446"/>
            <a:chOff x="7037783" y="2031479"/>
            <a:chExt cx="161973" cy="182384"/>
          </a:xfrm>
        </p:grpSpPr>
        <p:pic>
          <p:nvPicPr>
            <p:cNvPr id="3916" name="Google Shape;3916;g2668d8541bd_0_50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037783" y="2031479"/>
              <a:ext cx="114265" cy="1066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7" name="Google Shape;3917;g2668d8541bd_0_503"/>
            <p:cNvSpPr/>
            <p:nvPr/>
          </p:nvSpPr>
          <p:spPr>
            <a:xfrm>
              <a:off x="7186422" y="2112263"/>
              <a:ext cx="13334" cy="101600"/>
            </a:xfrm>
            <a:custGeom>
              <a:rect b="b" l="l" r="r" t="t"/>
              <a:pathLst>
                <a:path extrusionOk="0" h="101600" w="13334">
                  <a:moveTo>
                    <a:pt x="6857" y="0"/>
                  </a:moveTo>
                  <a:lnTo>
                    <a:pt x="5976" y="10739"/>
                  </a:lnTo>
                  <a:lnTo>
                    <a:pt x="5524" y="21336"/>
                  </a:lnTo>
                  <a:lnTo>
                    <a:pt x="5357" y="31932"/>
                  </a:lnTo>
                  <a:lnTo>
                    <a:pt x="5333" y="42672"/>
                  </a:lnTo>
                  <a:lnTo>
                    <a:pt x="7893" y="60840"/>
                  </a:lnTo>
                  <a:lnTo>
                    <a:pt x="12096" y="81152"/>
                  </a:lnTo>
                  <a:lnTo>
                    <a:pt x="12727" y="96893"/>
                  </a:lnTo>
                  <a:lnTo>
                    <a:pt x="4571" y="101346"/>
                  </a:lnTo>
                  <a:lnTo>
                    <a:pt x="1523" y="101346"/>
                  </a:lnTo>
                  <a:lnTo>
                    <a:pt x="0" y="99822"/>
                  </a:lnTo>
                  <a:lnTo>
                    <a:pt x="761" y="9525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18" name="Google Shape;3918;g2668d8541bd_0_503"/>
          <p:cNvGrpSpPr/>
          <p:nvPr/>
        </p:nvGrpSpPr>
        <p:grpSpPr>
          <a:xfrm>
            <a:off x="7095165" y="2108202"/>
            <a:ext cx="131593" cy="77300"/>
            <a:chOff x="7778496" y="2060448"/>
            <a:chExt cx="94488" cy="57911"/>
          </a:xfrm>
        </p:grpSpPr>
        <p:sp>
          <p:nvSpPr>
            <p:cNvPr id="3919" name="Google Shape;3919;g2668d8541bd_0_503"/>
            <p:cNvSpPr/>
            <p:nvPr/>
          </p:nvSpPr>
          <p:spPr>
            <a:xfrm>
              <a:off x="7778496" y="2060448"/>
              <a:ext cx="55245" cy="6985"/>
            </a:xfrm>
            <a:custGeom>
              <a:rect b="b" l="l" r="r" t="t"/>
              <a:pathLst>
                <a:path extrusionOk="0" h="6985" w="55245">
                  <a:moveTo>
                    <a:pt x="0" y="6858"/>
                  </a:moveTo>
                  <a:lnTo>
                    <a:pt x="11525" y="5905"/>
                  </a:lnTo>
                  <a:lnTo>
                    <a:pt x="22479" y="4381"/>
                  </a:lnTo>
                  <a:lnTo>
                    <a:pt x="33432" y="2571"/>
                  </a:lnTo>
                  <a:lnTo>
                    <a:pt x="44958" y="762"/>
                  </a:lnTo>
                  <a:lnTo>
                    <a:pt x="48768" y="0"/>
                  </a:lnTo>
                  <a:lnTo>
                    <a:pt x="51053" y="762"/>
                  </a:lnTo>
                  <a:lnTo>
                    <a:pt x="54864" y="76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0" name="Google Shape;3920;g2668d8541bd_0_503"/>
            <p:cNvSpPr/>
            <p:nvPr/>
          </p:nvSpPr>
          <p:spPr>
            <a:xfrm>
              <a:off x="7800594" y="2103120"/>
              <a:ext cx="72390" cy="15239"/>
            </a:xfrm>
            <a:custGeom>
              <a:rect b="b" l="l" r="r" t="t"/>
              <a:pathLst>
                <a:path extrusionOk="0" h="15239" w="72390">
                  <a:moveTo>
                    <a:pt x="0" y="14477"/>
                  </a:moveTo>
                  <a:lnTo>
                    <a:pt x="10822" y="15061"/>
                  </a:lnTo>
                  <a:lnTo>
                    <a:pt x="20859" y="14573"/>
                  </a:lnTo>
                  <a:lnTo>
                    <a:pt x="30753" y="13084"/>
                  </a:lnTo>
                  <a:lnTo>
                    <a:pt x="41148" y="10667"/>
                  </a:lnTo>
                  <a:lnTo>
                    <a:pt x="49137" y="8251"/>
                  </a:lnTo>
                  <a:lnTo>
                    <a:pt x="57054" y="5619"/>
                  </a:lnTo>
                  <a:lnTo>
                    <a:pt x="64829" y="2845"/>
                  </a:lnTo>
                  <a:lnTo>
                    <a:pt x="7239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921" name="Google Shape;3921;g2668d8541bd_0_50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06186" y="2013417"/>
            <a:ext cx="236688" cy="240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2" name="Google Shape;3922;g2668d8541bd_0_50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671486" y="3340863"/>
            <a:ext cx="176198" cy="206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3" name="Google Shape;3923;g2668d8541bd_0_50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691650" y="3655148"/>
            <a:ext cx="170892" cy="11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4" name="Google Shape;3924;g2668d8541bd_0_50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78181" y="3282888"/>
            <a:ext cx="349178" cy="248206"/>
          </a:xfrm>
          <a:prstGeom prst="rect">
            <a:avLst/>
          </a:prstGeom>
          <a:noFill/>
          <a:ln>
            <a:noFill/>
          </a:ln>
        </p:spPr>
      </p:pic>
      <p:sp>
        <p:nvSpPr>
          <p:cNvPr id="3925" name="Google Shape;3925;g2668d8541bd_0_503"/>
          <p:cNvSpPr/>
          <p:nvPr/>
        </p:nvSpPr>
        <p:spPr>
          <a:xfrm>
            <a:off x="4034444" y="3693814"/>
            <a:ext cx="0" cy="70360"/>
          </a:xfrm>
          <a:custGeom>
            <a:rect b="b" l="l" r="r" t="t"/>
            <a:pathLst>
              <a:path extrusionOk="0" h="52704" w="120000">
                <a:moveTo>
                  <a:pt x="0" y="0"/>
                </a:moveTo>
                <a:lnTo>
                  <a:pt x="0" y="12930"/>
                </a:lnTo>
                <a:lnTo>
                  <a:pt x="0" y="28003"/>
                </a:lnTo>
                <a:lnTo>
                  <a:pt x="0" y="42219"/>
                </a:lnTo>
                <a:lnTo>
                  <a:pt x="0" y="52577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26" name="Google Shape;3926;g2668d8541bd_0_503"/>
          <p:cNvGrpSpPr/>
          <p:nvPr/>
        </p:nvGrpSpPr>
        <p:grpSpPr>
          <a:xfrm>
            <a:off x="4003751" y="3597241"/>
            <a:ext cx="260456" cy="132734"/>
            <a:chOff x="5558790" y="3176016"/>
            <a:chExt cx="187015" cy="99441"/>
          </a:xfrm>
        </p:grpSpPr>
        <p:sp>
          <p:nvSpPr>
            <p:cNvPr id="3927" name="Google Shape;3927;g2668d8541bd_0_503"/>
            <p:cNvSpPr/>
            <p:nvPr/>
          </p:nvSpPr>
          <p:spPr>
            <a:xfrm>
              <a:off x="5558790" y="3176016"/>
              <a:ext cx="16510" cy="15239"/>
            </a:xfrm>
            <a:custGeom>
              <a:rect b="b" l="l" r="r" t="t"/>
              <a:pathLst>
                <a:path extrusionOk="0" h="15239" w="16510">
                  <a:moveTo>
                    <a:pt x="0" y="3048"/>
                  </a:moveTo>
                  <a:lnTo>
                    <a:pt x="0" y="11430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6001" y="11430"/>
                  </a:lnTo>
                  <a:lnTo>
                    <a:pt x="16001" y="7620"/>
                  </a:lnTo>
                  <a:lnTo>
                    <a:pt x="16001" y="3048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8" name="Google Shape;3928;g2668d8541bd_0_503"/>
            <p:cNvSpPr/>
            <p:nvPr/>
          </p:nvSpPr>
          <p:spPr>
            <a:xfrm>
              <a:off x="5624322" y="3220212"/>
              <a:ext cx="49529" cy="3175"/>
            </a:xfrm>
            <a:custGeom>
              <a:rect b="b" l="l" r="r" t="t"/>
              <a:pathLst>
                <a:path extrusionOk="0" h="3175" w="49529">
                  <a:moveTo>
                    <a:pt x="0" y="3048"/>
                  </a:moveTo>
                  <a:lnTo>
                    <a:pt x="9596" y="2797"/>
                  </a:lnTo>
                  <a:lnTo>
                    <a:pt x="19050" y="2190"/>
                  </a:lnTo>
                  <a:lnTo>
                    <a:pt x="28503" y="1440"/>
                  </a:lnTo>
                  <a:lnTo>
                    <a:pt x="38100" y="762"/>
                  </a:lnTo>
                  <a:lnTo>
                    <a:pt x="44196" y="0"/>
                  </a:lnTo>
                  <a:lnTo>
                    <a:pt x="47244" y="762"/>
                  </a:lnTo>
                  <a:lnTo>
                    <a:pt x="49530" y="304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9" name="Google Shape;3929;g2668d8541bd_0_503"/>
            <p:cNvSpPr/>
            <p:nvPr/>
          </p:nvSpPr>
          <p:spPr>
            <a:xfrm>
              <a:off x="5649468" y="3258312"/>
              <a:ext cx="52070" cy="17145"/>
            </a:xfrm>
            <a:custGeom>
              <a:rect b="b" l="l" r="r" t="t"/>
              <a:pathLst>
                <a:path extrusionOk="0" h="17145" w="52070">
                  <a:moveTo>
                    <a:pt x="0" y="16763"/>
                  </a:moveTo>
                  <a:lnTo>
                    <a:pt x="41148" y="3809"/>
                  </a:lnTo>
                  <a:lnTo>
                    <a:pt x="46482" y="2285"/>
                  </a:lnTo>
                  <a:lnTo>
                    <a:pt x="51816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0" name="Google Shape;3930;g2668d8541bd_0_503"/>
            <p:cNvSpPr/>
            <p:nvPr/>
          </p:nvSpPr>
          <p:spPr>
            <a:xfrm>
              <a:off x="5741360" y="3204210"/>
              <a:ext cx="4445" cy="68579"/>
            </a:xfrm>
            <a:custGeom>
              <a:rect b="b" l="l" r="r" t="t"/>
              <a:pathLst>
                <a:path extrusionOk="0" h="68579" w="4445">
                  <a:moveTo>
                    <a:pt x="1071" y="0"/>
                  </a:moveTo>
                  <a:lnTo>
                    <a:pt x="523" y="9715"/>
                  </a:lnTo>
                  <a:lnTo>
                    <a:pt x="119" y="19431"/>
                  </a:lnTo>
                  <a:lnTo>
                    <a:pt x="0" y="29146"/>
                  </a:lnTo>
                  <a:lnTo>
                    <a:pt x="309" y="38862"/>
                  </a:lnTo>
                  <a:lnTo>
                    <a:pt x="690" y="46398"/>
                  </a:lnTo>
                  <a:lnTo>
                    <a:pt x="1643" y="54006"/>
                  </a:lnTo>
                  <a:lnTo>
                    <a:pt x="2881" y="61471"/>
                  </a:lnTo>
                  <a:lnTo>
                    <a:pt x="4119" y="6858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931" name="Google Shape;3931;g2668d8541bd_0_50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045866" y="3137951"/>
            <a:ext cx="119125" cy="1144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2" name="Google Shape;3932;g2668d8541bd_0_503"/>
          <p:cNvGrpSpPr/>
          <p:nvPr/>
        </p:nvGrpSpPr>
        <p:grpSpPr>
          <a:xfrm>
            <a:off x="4417494" y="3173099"/>
            <a:ext cx="543487" cy="363636"/>
            <a:chOff x="5855874" y="2858249"/>
            <a:chExt cx="390240" cy="272427"/>
          </a:xfrm>
        </p:grpSpPr>
        <p:sp>
          <p:nvSpPr>
            <p:cNvPr id="3933" name="Google Shape;3933;g2668d8541bd_0_503"/>
            <p:cNvSpPr/>
            <p:nvPr/>
          </p:nvSpPr>
          <p:spPr>
            <a:xfrm>
              <a:off x="5891021" y="2972562"/>
              <a:ext cx="85089" cy="89535"/>
            </a:xfrm>
            <a:custGeom>
              <a:rect b="b" l="l" r="r" t="t"/>
              <a:pathLst>
                <a:path extrusionOk="0" h="89535" w="85089">
                  <a:moveTo>
                    <a:pt x="1524" y="16001"/>
                  </a:moveTo>
                  <a:lnTo>
                    <a:pt x="547" y="27646"/>
                  </a:lnTo>
                  <a:lnTo>
                    <a:pt x="0" y="38861"/>
                  </a:lnTo>
                  <a:lnTo>
                    <a:pt x="23" y="50077"/>
                  </a:lnTo>
                  <a:lnTo>
                    <a:pt x="762" y="61721"/>
                  </a:lnTo>
                  <a:lnTo>
                    <a:pt x="1524" y="68579"/>
                  </a:lnTo>
                  <a:lnTo>
                    <a:pt x="1524" y="79247"/>
                  </a:lnTo>
                  <a:lnTo>
                    <a:pt x="7620" y="84581"/>
                  </a:lnTo>
                  <a:lnTo>
                    <a:pt x="12954" y="89153"/>
                  </a:lnTo>
                  <a:lnTo>
                    <a:pt x="19050" y="81533"/>
                  </a:lnTo>
                  <a:lnTo>
                    <a:pt x="32766" y="45719"/>
                  </a:lnTo>
                  <a:lnTo>
                    <a:pt x="34290" y="40385"/>
                  </a:lnTo>
                  <a:lnTo>
                    <a:pt x="35052" y="34289"/>
                  </a:lnTo>
                  <a:lnTo>
                    <a:pt x="35814" y="28955"/>
                  </a:lnTo>
                  <a:lnTo>
                    <a:pt x="38100" y="31241"/>
                  </a:lnTo>
                  <a:lnTo>
                    <a:pt x="39624" y="31241"/>
                  </a:lnTo>
                  <a:lnTo>
                    <a:pt x="41910" y="35813"/>
                  </a:lnTo>
                  <a:lnTo>
                    <a:pt x="45720" y="43433"/>
                  </a:lnTo>
                  <a:lnTo>
                    <a:pt x="49530" y="51053"/>
                  </a:lnTo>
                  <a:lnTo>
                    <a:pt x="55626" y="57149"/>
                  </a:lnTo>
                  <a:lnTo>
                    <a:pt x="60960" y="63245"/>
                  </a:lnTo>
                  <a:lnTo>
                    <a:pt x="66294" y="64769"/>
                  </a:lnTo>
                  <a:lnTo>
                    <a:pt x="73914" y="65531"/>
                  </a:lnTo>
                  <a:lnTo>
                    <a:pt x="81534" y="66293"/>
                  </a:lnTo>
                  <a:lnTo>
                    <a:pt x="83820" y="61721"/>
                  </a:lnTo>
                  <a:lnTo>
                    <a:pt x="84582" y="54863"/>
                  </a:lnTo>
                  <a:lnTo>
                    <a:pt x="85046" y="45398"/>
                  </a:lnTo>
                  <a:lnTo>
                    <a:pt x="84296" y="36290"/>
                  </a:lnTo>
                  <a:lnTo>
                    <a:pt x="82546" y="27324"/>
                  </a:lnTo>
                  <a:lnTo>
                    <a:pt x="80010" y="18287"/>
                  </a:lnTo>
                  <a:lnTo>
                    <a:pt x="80010" y="17525"/>
                  </a:lnTo>
                  <a:lnTo>
                    <a:pt x="73914" y="3047"/>
                  </a:lnTo>
                  <a:lnTo>
                    <a:pt x="75438" y="2285"/>
                  </a:lnTo>
                  <a:lnTo>
                    <a:pt x="76962" y="0"/>
                  </a:lnTo>
                  <a:lnTo>
                    <a:pt x="77724" y="6095"/>
                  </a:lnTo>
                  <a:lnTo>
                    <a:pt x="80010" y="761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4" name="Google Shape;3934;g2668d8541bd_0_503"/>
            <p:cNvSpPr/>
            <p:nvPr/>
          </p:nvSpPr>
          <p:spPr>
            <a:xfrm>
              <a:off x="6009131" y="3026664"/>
              <a:ext cx="3175" cy="50800"/>
            </a:xfrm>
            <a:custGeom>
              <a:rect b="b" l="l" r="r" t="t"/>
              <a:pathLst>
                <a:path extrusionOk="0" h="50800" w="3175">
                  <a:moveTo>
                    <a:pt x="0" y="0"/>
                  </a:moveTo>
                  <a:lnTo>
                    <a:pt x="571" y="8001"/>
                  </a:lnTo>
                  <a:lnTo>
                    <a:pt x="1143" y="16002"/>
                  </a:lnTo>
                  <a:lnTo>
                    <a:pt x="1714" y="24003"/>
                  </a:lnTo>
                  <a:lnTo>
                    <a:pt x="2286" y="32004"/>
                  </a:lnTo>
                  <a:lnTo>
                    <a:pt x="3048" y="38100"/>
                  </a:lnTo>
                  <a:lnTo>
                    <a:pt x="2286" y="44196"/>
                  </a:lnTo>
                  <a:lnTo>
                    <a:pt x="2286" y="5029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5" name="Google Shape;3935;g2668d8541bd_0_503"/>
            <p:cNvSpPr/>
            <p:nvPr/>
          </p:nvSpPr>
          <p:spPr>
            <a:xfrm>
              <a:off x="5961125" y="2866644"/>
              <a:ext cx="52070" cy="80010"/>
            </a:xfrm>
            <a:custGeom>
              <a:rect b="b" l="l" r="r" t="t"/>
              <a:pathLst>
                <a:path extrusionOk="0" h="80010" w="52070">
                  <a:moveTo>
                    <a:pt x="0" y="16001"/>
                  </a:moveTo>
                  <a:lnTo>
                    <a:pt x="38100" y="6095"/>
                  </a:lnTo>
                  <a:lnTo>
                    <a:pt x="42672" y="4571"/>
                  </a:lnTo>
                  <a:lnTo>
                    <a:pt x="47244" y="3047"/>
                  </a:lnTo>
                  <a:lnTo>
                    <a:pt x="51816" y="1523"/>
                  </a:lnTo>
                  <a:lnTo>
                    <a:pt x="48006" y="1523"/>
                  </a:lnTo>
                  <a:lnTo>
                    <a:pt x="44195" y="0"/>
                  </a:lnTo>
                  <a:lnTo>
                    <a:pt x="41148" y="3809"/>
                  </a:lnTo>
                  <a:lnTo>
                    <a:pt x="36576" y="9905"/>
                  </a:lnTo>
                  <a:lnTo>
                    <a:pt x="37338" y="19811"/>
                  </a:lnTo>
                  <a:lnTo>
                    <a:pt x="37338" y="26669"/>
                  </a:lnTo>
                  <a:lnTo>
                    <a:pt x="42195" y="67341"/>
                  </a:lnTo>
                  <a:lnTo>
                    <a:pt x="44017" y="73711"/>
                  </a:lnTo>
                  <a:lnTo>
                    <a:pt x="46482" y="8000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36" name="Google Shape;3936;g2668d8541bd_0_50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041885" y="2858249"/>
              <a:ext cx="204229" cy="1996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7" name="Google Shape;3937;g2668d8541bd_0_503"/>
            <p:cNvSpPr/>
            <p:nvPr/>
          </p:nvSpPr>
          <p:spPr>
            <a:xfrm>
              <a:off x="5855874" y="2903982"/>
              <a:ext cx="116839" cy="226694"/>
            </a:xfrm>
            <a:custGeom>
              <a:rect b="b" l="l" r="r" t="t"/>
              <a:pathLst>
                <a:path extrusionOk="0" h="226694" w="116839">
                  <a:moveTo>
                    <a:pt x="27527" y="0"/>
                  </a:moveTo>
                  <a:lnTo>
                    <a:pt x="6203" y="37183"/>
                  </a:lnTo>
                  <a:lnTo>
                    <a:pt x="0" y="96297"/>
                  </a:lnTo>
                  <a:lnTo>
                    <a:pt x="678" y="117955"/>
                  </a:lnTo>
                  <a:lnTo>
                    <a:pt x="7739" y="157353"/>
                  </a:lnTo>
                  <a:lnTo>
                    <a:pt x="24360" y="193548"/>
                  </a:lnTo>
                  <a:lnTo>
                    <a:pt x="65913" y="223742"/>
                  </a:lnTo>
                  <a:lnTo>
                    <a:pt x="82641" y="226254"/>
                  </a:lnTo>
                  <a:lnTo>
                    <a:pt x="99155" y="225552"/>
                  </a:lnTo>
                  <a:lnTo>
                    <a:pt x="104489" y="223265"/>
                  </a:lnTo>
                  <a:lnTo>
                    <a:pt x="110585" y="221742"/>
                  </a:lnTo>
                  <a:lnTo>
                    <a:pt x="116681" y="21945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8" name="Google Shape;3938;g2668d8541bd_0_503"/>
          <p:cNvGrpSpPr/>
          <p:nvPr/>
        </p:nvGrpSpPr>
        <p:grpSpPr>
          <a:xfrm>
            <a:off x="5174044" y="3009343"/>
            <a:ext cx="680326" cy="392132"/>
            <a:chOff x="6399096" y="2735567"/>
            <a:chExt cx="488494" cy="293776"/>
          </a:xfrm>
        </p:grpSpPr>
        <p:pic>
          <p:nvPicPr>
            <p:cNvPr id="3939" name="Google Shape;3939;g2668d8541bd_0_50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399096" y="2735567"/>
              <a:ext cx="199074" cy="293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0" name="Google Shape;3940;g2668d8541bd_0_50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6628244" y="2819387"/>
              <a:ext cx="91239" cy="960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1" name="Google Shape;3941;g2668d8541bd_0_503"/>
            <p:cNvSpPr/>
            <p:nvPr/>
          </p:nvSpPr>
          <p:spPr>
            <a:xfrm>
              <a:off x="6758940" y="2888742"/>
              <a:ext cx="1270" cy="62864"/>
            </a:xfrm>
            <a:custGeom>
              <a:rect b="b" l="l" r="r" t="t"/>
              <a:pathLst>
                <a:path extrusionOk="0" h="62864" w="1270">
                  <a:moveTo>
                    <a:pt x="761" y="0"/>
                  </a:moveTo>
                  <a:lnTo>
                    <a:pt x="321" y="8691"/>
                  </a:lnTo>
                  <a:lnTo>
                    <a:pt x="95" y="17526"/>
                  </a:lnTo>
                  <a:lnTo>
                    <a:pt x="11" y="26360"/>
                  </a:lnTo>
                  <a:lnTo>
                    <a:pt x="0" y="35052"/>
                  </a:lnTo>
                  <a:lnTo>
                    <a:pt x="0" y="42660"/>
                  </a:lnTo>
                  <a:lnTo>
                    <a:pt x="0" y="53625"/>
                  </a:lnTo>
                  <a:lnTo>
                    <a:pt x="0" y="62162"/>
                  </a:lnTo>
                  <a:lnTo>
                    <a:pt x="0" y="6248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2" name="Google Shape;3942;g2668d8541bd_0_503"/>
            <p:cNvSpPr/>
            <p:nvPr/>
          </p:nvSpPr>
          <p:spPr>
            <a:xfrm>
              <a:off x="6787895" y="2750820"/>
              <a:ext cx="99695" cy="198119"/>
            </a:xfrm>
            <a:custGeom>
              <a:rect b="b" l="l" r="r" t="t"/>
              <a:pathLst>
                <a:path extrusionOk="0" h="198119" w="99695">
                  <a:moveTo>
                    <a:pt x="0" y="0"/>
                  </a:moveTo>
                  <a:lnTo>
                    <a:pt x="48768" y="16001"/>
                  </a:lnTo>
                  <a:lnTo>
                    <a:pt x="82736" y="46541"/>
                  </a:lnTo>
                  <a:lnTo>
                    <a:pt x="98393" y="87344"/>
                  </a:lnTo>
                  <a:lnTo>
                    <a:pt x="99143" y="102191"/>
                  </a:lnTo>
                  <a:lnTo>
                    <a:pt x="97536" y="115823"/>
                  </a:lnTo>
                  <a:lnTo>
                    <a:pt x="74711" y="156864"/>
                  </a:lnTo>
                  <a:lnTo>
                    <a:pt x="47720" y="184975"/>
                  </a:lnTo>
                  <a:lnTo>
                    <a:pt x="38731" y="191976"/>
                  </a:lnTo>
                  <a:lnTo>
                    <a:pt x="28956" y="19812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43" name="Google Shape;3943;g2668d8541bd_0_503"/>
          <p:cNvGrpSpPr/>
          <p:nvPr/>
        </p:nvGrpSpPr>
        <p:grpSpPr>
          <a:xfrm>
            <a:off x="6183568" y="3100899"/>
            <a:ext cx="106301" cy="97813"/>
            <a:chOff x="7123937" y="2804160"/>
            <a:chExt cx="76327" cy="73279"/>
          </a:xfrm>
        </p:grpSpPr>
        <p:sp>
          <p:nvSpPr>
            <p:cNvPr id="3944" name="Google Shape;3944;g2668d8541bd_0_503"/>
            <p:cNvSpPr/>
            <p:nvPr/>
          </p:nvSpPr>
          <p:spPr>
            <a:xfrm>
              <a:off x="7123937" y="2804160"/>
              <a:ext cx="53340" cy="13969"/>
            </a:xfrm>
            <a:custGeom>
              <a:rect b="b" l="l" r="r" t="t"/>
              <a:pathLst>
                <a:path extrusionOk="0" h="13969" w="53340">
                  <a:moveTo>
                    <a:pt x="0" y="13715"/>
                  </a:moveTo>
                  <a:lnTo>
                    <a:pt x="3810" y="13715"/>
                  </a:lnTo>
                  <a:lnTo>
                    <a:pt x="7620" y="13715"/>
                  </a:lnTo>
                  <a:lnTo>
                    <a:pt x="14347" y="13680"/>
                  </a:lnTo>
                  <a:lnTo>
                    <a:pt x="47244" y="6095"/>
                  </a:lnTo>
                  <a:lnTo>
                    <a:pt x="5334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5" name="Google Shape;3945;g2668d8541bd_0_503"/>
            <p:cNvSpPr/>
            <p:nvPr/>
          </p:nvSpPr>
          <p:spPr>
            <a:xfrm>
              <a:off x="7143749" y="2870454"/>
              <a:ext cx="56515" cy="6985"/>
            </a:xfrm>
            <a:custGeom>
              <a:rect b="b" l="l" r="r" t="t"/>
              <a:pathLst>
                <a:path extrusionOk="0" h="6985" w="56515">
                  <a:moveTo>
                    <a:pt x="0" y="4572"/>
                  </a:moveTo>
                  <a:lnTo>
                    <a:pt x="10751" y="5762"/>
                  </a:lnTo>
                  <a:lnTo>
                    <a:pt x="21431" y="6667"/>
                  </a:lnTo>
                  <a:lnTo>
                    <a:pt x="32254" y="6715"/>
                  </a:lnTo>
                  <a:lnTo>
                    <a:pt x="43434" y="5334"/>
                  </a:lnTo>
                  <a:lnTo>
                    <a:pt x="50292" y="3048"/>
                  </a:lnTo>
                  <a:lnTo>
                    <a:pt x="52577" y="3048"/>
                  </a:lnTo>
                  <a:lnTo>
                    <a:pt x="5638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46" name="Google Shape;3946;g2668d8541bd_0_503"/>
          <p:cNvGrpSpPr/>
          <p:nvPr/>
        </p:nvGrpSpPr>
        <p:grpSpPr>
          <a:xfrm>
            <a:off x="6808580" y="2993063"/>
            <a:ext cx="243394" cy="214645"/>
            <a:chOff x="7572743" y="2723375"/>
            <a:chExt cx="174764" cy="160807"/>
          </a:xfrm>
        </p:grpSpPr>
        <p:pic>
          <p:nvPicPr>
            <p:cNvPr id="3947" name="Google Shape;3947;g2668d8541bd_0_50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572743" y="2723375"/>
              <a:ext cx="124231" cy="1608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8" name="Google Shape;3948;g2668d8541bd_0_503"/>
            <p:cNvSpPr/>
            <p:nvPr/>
          </p:nvSpPr>
          <p:spPr>
            <a:xfrm>
              <a:off x="7741157" y="2803397"/>
              <a:ext cx="6350" cy="72389"/>
            </a:xfrm>
            <a:custGeom>
              <a:rect b="b" l="l" r="r" t="t"/>
              <a:pathLst>
                <a:path extrusionOk="0" h="72389" w="6350">
                  <a:moveTo>
                    <a:pt x="0" y="0"/>
                  </a:moveTo>
                  <a:lnTo>
                    <a:pt x="4488" y="40647"/>
                  </a:lnTo>
                  <a:lnTo>
                    <a:pt x="5238" y="48387"/>
                  </a:lnTo>
                  <a:lnTo>
                    <a:pt x="5845" y="56126"/>
                  </a:lnTo>
                  <a:lnTo>
                    <a:pt x="6096" y="64008"/>
                  </a:lnTo>
                  <a:lnTo>
                    <a:pt x="6096" y="68580"/>
                  </a:lnTo>
                  <a:lnTo>
                    <a:pt x="6096" y="70104"/>
                  </a:lnTo>
                  <a:lnTo>
                    <a:pt x="4572" y="7239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949" name="Google Shape;3949;g2668d8541bd_0_50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596464" y="4331521"/>
            <a:ext cx="223954" cy="203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0" name="Google Shape;3950;g2668d8541bd_0_50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668368" y="3846108"/>
            <a:ext cx="3494586" cy="12758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51" name="Google Shape;3951;g2668d8541bd_0_503"/>
          <p:cNvGrpSpPr/>
          <p:nvPr/>
        </p:nvGrpSpPr>
        <p:grpSpPr>
          <a:xfrm>
            <a:off x="7677748" y="4139379"/>
            <a:ext cx="668447" cy="234446"/>
            <a:chOff x="8196833" y="3582161"/>
            <a:chExt cx="479965" cy="175641"/>
          </a:xfrm>
        </p:grpSpPr>
        <p:sp>
          <p:nvSpPr>
            <p:cNvPr id="3952" name="Google Shape;3952;g2668d8541bd_0_503"/>
            <p:cNvSpPr/>
            <p:nvPr/>
          </p:nvSpPr>
          <p:spPr>
            <a:xfrm>
              <a:off x="8196833" y="3633977"/>
              <a:ext cx="113029" cy="123825"/>
            </a:xfrm>
            <a:custGeom>
              <a:rect b="b" l="l" r="r" t="t"/>
              <a:pathLst>
                <a:path extrusionOk="0" h="123825" w="113029">
                  <a:moveTo>
                    <a:pt x="0" y="14477"/>
                  </a:moveTo>
                  <a:lnTo>
                    <a:pt x="2012" y="30801"/>
                  </a:lnTo>
                  <a:lnTo>
                    <a:pt x="4667" y="46767"/>
                  </a:lnTo>
                  <a:lnTo>
                    <a:pt x="8036" y="62591"/>
                  </a:lnTo>
                  <a:lnTo>
                    <a:pt x="12192" y="78485"/>
                  </a:lnTo>
                  <a:lnTo>
                    <a:pt x="15001" y="89654"/>
                  </a:lnTo>
                  <a:lnTo>
                    <a:pt x="19240" y="102679"/>
                  </a:lnTo>
                  <a:lnTo>
                    <a:pt x="25479" y="114276"/>
                  </a:lnTo>
                  <a:lnTo>
                    <a:pt x="34290" y="121157"/>
                  </a:lnTo>
                  <a:lnTo>
                    <a:pt x="42672" y="123443"/>
                  </a:lnTo>
                  <a:lnTo>
                    <a:pt x="44958" y="110489"/>
                  </a:lnTo>
                  <a:lnTo>
                    <a:pt x="46482" y="105917"/>
                  </a:lnTo>
                  <a:lnTo>
                    <a:pt x="47577" y="96654"/>
                  </a:lnTo>
                  <a:lnTo>
                    <a:pt x="47815" y="87248"/>
                  </a:lnTo>
                  <a:lnTo>
                    <a:pt x="47767" y="77843"/>
                  </a:lnTo>
                  <a:lnTo>
                    <a:pt x="48006" y="68579"/>
                  </a:lnTo>
                  <a:lnTo>
                    <a:pt x="48768" y="63245"/>
                  </a:lnTo>
                  <a:lnTo>
                    <a:pt x="50292" y="55625"/>
                  </a:lnTo>
                  <a:lnTo>
                    <a:pt x="57912" y="57911"/>
                  </a:lnTo>
                  <a:lnTo>
                    <a:pt x="64948" y="60745"/>
                  </a:lnTo>
                  <a:lnTo>
                    <a:pt x="71342" y="65150"/>
                  </a:lnTo>
                  <a:lnTo>
                    <a:pt x="77307" y="70127"/>
                  </a:lnTo>
                  <a:lnTo>
                    <a:pt x="83058" y="74675"/>
                  </a:lnTo>
                  <a:lnTo>
                    <a:pt x="88880" y="79236"/>
                  </a:lnTo>
                  <a:lnTo>
                    <a:pt x="94773" y="83724"/>
                  </a:lnTo>
                  <a:lnTo>
                    <a:pt x="100524" y="88070"/>
                  </a:lnTo>
                  <a:lnTo>
                    <a:pt x="105918" y="92201"/>
                  </a:lnTo>
                  <a:lnTo>
                    <a:pt x="108204" y="93725"/>
                  </a:lnTo>
                  <a:lnTo>
                    <a:pt x="110490" y="95249"/>
                  </a:lnTo>
                  <a:lnTo>
                    <a:pt x="112776" y="96773"/>
                  </a:lnTo>
                  <a:lnTo>
                    <a:pt x="109561" y="44267"/>
                  </a:lnTo>
                  <a:lnTo>
                    <a:pt x="103917" y="10763"/>
                  </a:lnTo>
                  <a:lnTo>
                    <a:pt x="102834" y="2988"/>
                  </a:lnTo>
                  <a:lnTo>
                    <a:pt x="104394" y="0"/>
                  </a:lnTo>
                  <a:lnTo>
                    <a:pt x="105155" y="761"/>
                  </a:lnTo>
                  <a:lnTo>
                    <a:pt x="105918" y="1523"/>
                  </a:lnTo>
                  <a:lnTo>
                    <a:pt x="107442" y="1523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3" name="Google Shape;3953;g2668d8541bd_0_503"/>
            <p:cNvSpPr/>
            <p:nvPr/>
          </p:nvSpPr>
          <p:spPr>
            <a:xfrm>
              <a:off x="8337803" y="3611879"/>
              <a:ext cx="90804" cy="121285"/>
            </a:xfrm>
            <a:custGeom>
              <a:rect b="b" l="l" r="r" t="t"/>
              <a:pathLst>
                <a:path extrusionOk="0" h="121285" w="90804">
                  <a:moveTo>
                    <a:pt x="0" y="0"/>
                  </a:moveTo>
                  <a:lnTo>
                    <a:pt x="3893" y="15442"/>
                  </a:lnTo>
                  <a:lnTo>
                    <a:pt x="8286" y="30956"/>
                  </a:lnTo>
                  <a:lnTo>
                    <a:pt x="12537" y="46612"/>
                  </a:lnTo>
                  <a:lnTo>
                    <a:pt x="16002" y="62484"/>
                  </a:lnTo>
                  <a:lnTo>
                    <a:pt x="18954" y="76200"/>
                  </a:lnTo>
                  <a:lnTo>
                    <a:pt x="21907" y="89916"/>
                  </a:lnTo>
                  <a:lnTo>
                    <a:pt x="24574" y="103632"/>
                  </a:lnTo>
                  <a:lnTo>
                    <a:pt x="26670" y="117348"/>
                  </a:lnTo>
                  <a:lnTo>
                    <a:pt x="26670" y="118872"/>
                  </a:lnTo>
                  <a:lnTo>
                    <a:pt x="26670" y="119634"/>
                  </a:lnTo>
                  <a:lnTo>
                    <a:pt x="26670" y="121157"/>
                  </a:lnTo>
                  <a:lnTo>
                    <a:pt x="25908" y="112776"/>
                  </a:lnTo>
                  <a:lnTo>
                    <a:pt x="25146" y="104394"/>
                  </a:lnTo>
                  <a:lnTo>
                    <a:pt x="25146" y="96012"/>
                  </a:lnTo>
                  <a:lnTo>
                    <a:pt x="24860" y="87272"/>
                  </a:lnTo>
                  <a:lnTo>
                    <a:pt x="25717" y="79248"/>
                  </a:lnTo>
                  <a:lnTo>
                    <a:pt x="56364" y="58340"/>
                  </a:lnTo>
                  <a:lnTo>
                    <a:pt x="64008" y="58673"/>
                  </a:lnTo>
                  <a:lnTo>
                    <a:pt x="90392" y="85570"/>
                  </a:lnTo>
                  <a:lnTo>
                    <a:pt x="89725" y="92868"/>
                  </a:lnTo>
                  <a:lnTo>
                    <a:pt x="88201" y="100024"/>
                  </a:lnTo>
                  <a:lnTo>
                    <a:pt x="86106" y="106679"/>
                  </a:lnTo>
                  <a:lnTo>
                    <a:pt x="85344" y="111251"/>
                  </a:lnTo>
                  <a:lnTo>
                    <a:pt x="83058" y="115061"/>
                  </a:lnTo>
                  <a:lnTo>
                    <a:pt x="80772" y="118871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4" name="Google Shape;3954;g2668d8541bd_0_503"/>
            <p:cNvSpPr/>
            <p:nvPr/>
          </p:nvSpPr>
          <p:spPr>
            <a:xfrm>
              <a:off x="8463533" y="3649979"/>
              <a:ext cx="3809" cy="73660"/>
            </a:xfrm>
            <a:custGeom>
              <a:rect b="b" l="l" r="r" t="t"/>
              <a:pathLst>
                <a:path extrusionOk="0" h="73660" w="3809">
                  <a:moveTo>
                    <a:pt x="0" y="0"/>
                  </a:moveTo>
                  <a:lnTo>
                    <a:pt x="11" y="10977"/>
                  </a:lnTo>
                  <a:lnTo>
                    <a:pt x="95" y="22097"/>
                  </a:lnTo>
                  <a:lnTo>
                    <a:pt x="321" y="33218"/>
                  </a:lnTo>
                  <a:lnTo>
                    <a:pt x="762" y="44196"/>
                  </a:lnTo>
                  <a:lnTo>
                    <a:pt x="464" y="51399"/>
                  </a:lnTo>
                  <a:lnTo>
                    <a:pt x="95" y="58959"/>
                  </a:lnTo>
                  <a:lnTo>
                    <a:pt x="440" y="66377"/>
                  </a:lnTo>
                  <a:lnTo>
                    <a:pt x="2286" y="73152"/>
                  </a:lnTo>
                  <a:lnTo>
                    <a:pt x="3048" y="73152"/>
                  </a:lnTo>
                  <a:lnTo>
                    <a:pt x="3810" y="7315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5" name="Google Shape;3955;g2668d8541bd_0_503"/>
            <p:cNvSpPr/>
            <p:nvPr/>
          </p:nvSpPr>
          <p:spPr>
            <a:xfrm>
              <a:off x="8450579" y="3582161"/>
              <a:ext cx="15240" cy="15239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56" name="Google Shape;3956;g2668d8541bd_0_503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8511717" y="3600437"/>
              <a:ext cx="165081" cy="14023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57" name="Google Shape;3957;g2668d8541bd_0_50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545698" y="4074194"/>
            <a:ext cx="170892" cy="229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8" name="Google Shape;3958;g2668d8541bd_0_50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9011576" y="4004014"/>
            <a:ext cx="373454" cy="1983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59" name="Google Shape;3959;g2668d8541bd_0_503"/>
          <p:cNvGrpSpPr/>
          <p:nvPr/>
        </p:nvGrpSpPr>
        <p:grpSpPr>
          <a:xfrm>
            <a:off x="7727606" y="4639793"/>
            <a:ext cx="514603" cy="238039"/>
            <a:chOff x="8232635" y="3957053"/>
            <a:chExt cx="369500" cy="178333"/>
          </a:xfrm>
        </p:grpSpPr>
        <p:pic>
          <p:nvPicPr>
            <p:cNvPr id="3960" name="Google Shape;3960;g2668d8541bd_0_503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8232635" y="3957053"/>
              <a:ext cx="152139" cy="1783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1" name="Google Shape;3961;g2668d8541bd_0_503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8404085" y="3987723"/>
              <a:ext cx="198050" cy="12708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62" name="Google Shape;3962;g2668d8541bd_0_50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508555" y="4630549"/>
            <a:ext cx="271709" cy="158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63" name="Google Shape;3963;g2668d8541bd_0_503"/>
          <p:cNvGrpSpPr/>
          <p:nvPr/>
        </p:nvGrpSpPr>
        <p:grpSpPr>
          <a:xfrm>
            <a:off x="9031866" y="4449584"/>
            <a:ext cx="487143" cy="234065"/>
            <a:chOff x="9169133" y="3814559"/>
            <a:chExt cx="349783" cy="175356"/>
          </a:xfrm>
        </p:grpSpPr>
        <p:pic>
          <p:nvPicPr>
            <p:cNvPr id="3964" name="Google Shape;3964;g2668d8541bd_0_503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9169133" y="3856469"/>
              <a:ext cx="249961" cy="1334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5" name="Google Shape;3965;g2668d8541bd_0_503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9445977" y="3814559"/>
              <a:ext cx="72939" cy="1491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66" name="Google Shape;3966;g2668d8541bd_0_503"/>
          <p:cNvGrpSpPr/>
          <p:nvPr/>
        </p:nvGrpSpPr>
        <p:grpSpPr>
          <a:xfrm>
            <a:off x="8381338" y="4982556"/>
            <a:ext cx="684533" cy="228360"/>
            <a:chOff x="8702026" y="4213859"/>
            <a:chExt cx="491515" cy="171082"/>
          </a:xfrm>
        </p:grpSpPr>
        <p:pic>
          <p:nvPicPr>
            <p:cNvPr id="3967" name="Google Shape;3967;g2668d8541bd_0_503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8702026" y="4219181"/>
              <a:ext cx="241579" cy="165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68" name="Google Shape;3968;g2668d8541bd_0_503"/>
            <p:cNvSpPr/>
            <p:nvPr/>
          </p:nvSpPr>
          <p:spPr>
            <a:xfrm>
              <a:off x="8982455" y="4217669"/>
              <a:ext cx="18415" cy="120650"/>
            </a:xfrm>
            <a:custGeom>
              <a:rect b="b" l="l" r="r" t="t"/>
              <a:pathLst>
                <a:path extrusionOk="0" h="120650" w="18415">
                  <a:moveTo>
                    <a:pt x="0" y="0"/>
                  </a:moveTo>
                  <a:lnTo>
                    <a:pt x="702" y="12001"/>
                  </a:lnTo>
                  <a:lnTo>
                    <a:pt x="1619" y="24003"/>
                  </a:lnTo>
                  <a:lnTo>
                    <a:pt x="2678" y="36004"/>
                  </a:lnTo>
                  <a:lnTo>
                    <a:pt x="3810" y="48006"/>
                  </a:lnTo>
                  <a:lnTo>
                    <a:pt x="4833" y="60126"/>
                  </a:lnTo>
                  <a:lnTo>
                    <a:pt x="5715" y="72390"/>
                  </a:lnTo>
                  <a:lnTo>
                    <a:pt x="6596" y="84653"/>
                  </a:lnTo>
                  <a:lnTo>
                    <a:pt x="7620" y="96774"/>
                  </a:lnTo>
                  <a:lnTo>
                    <a:pt x="8382" y="102107"/>
                  </a:lnTo>
                  <a:lnTo>
                    <a:pt x="8382" y="117348"/>
                  </a:lnTo>
                  <a:lnTo>
                    <a:pt x="15240" y="120396"/>
                  </a:lnTo>
                  <a:lnTo>
                    <a:pt x="16002" y="120396"/>
                  </a:lnTo>
                  <a:lnTo>
                    <a:pt x="16764" y="120396"/>
                  </a:lnTo>
                  <a:lnTo>
                    <a:pt x="18288" y="120396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9" name="Google Shape;3969;g2668d8541bd_0_503"/>
            <p:cNvSpPr/>
            <p:nvPr/>
          </p:nvSpPr>
          <p:spPr>
            <a:xfrm>
              <a:off x="9017507" y="4283201"/>
              <a:ext cx="10795" cy="48895"/>
            </a:xfrm>
            <a:custGeom>
              <a:rect b="b" l="l" r="r" t="t"/>
              <a:pathLst>
                <a:path extrusionOk="0" h="48895" w="10795">
                  <a:moveTo>
                    <a:pt x="0" y="0"/>
                  </a:moveTo>
                  <a:lnTo>
                    <a:pt x="2035" y="10167"/>
                  </a:lnTo>
                  <a:lnTo>
                    <a:pt x="3714" y="20193"/>
                  </a:lnTo>
                  <a:lnTo>
                    <a:pt x="5250" y="30218"/>
                  </a:lnTo>
                  <a:lnTo>
                    <a:pt x="6858" y="40386"/>
                  </a:lnTo>
                  <a:lnTo>
                    <a:pt x="7620" y="44196"/>
                  </a:lnTo>
                  <a:lnTo>
                    <a:pt x="9906" y="46482"/>
                  </a:lnTo>
                  <a:lnTo>
                    <a:pt x="10668" y="4876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0" name="Google Shape;3970;g2668d8541bd_0_503"/>
            <p:cNvSpPr/>
            <p:nvPr/>
          </p:nvSpPr>
          <p:spPr>
            <a:xfrm>
              <a:off x="9017507" y="4213859"/>
              <a:ext cx="15240" cy="15239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71" name="Google Shape;3971;g2668d8541bd_0_503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9066262" y="4241279"/>
              <a:ext cx="127279" cy="1158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72" name="Google Shape;3972;g2668d8541bd_0_503"/>
          <p:cNvGrpSpPr/>
          <p:nvPr/>
        </p:nvGrpSpPr>
        <p:grpSpPr>
          <a:xfrm>
            <a:off x="1295401" y="5588611"/>
            <a:ext cx="7911594" cy="2031637"/>
            <a:chOff x="1295401" y="5588611"/>
            <a:chExt cx="7911594" cy="2031637"/>
          </a:xfrm>
        </p:grpSpPr>
        <p:grpSp>
          <p:nvGrpSpPr>
            <p:cNvPr id="3973" name="Google Shape;3973;g2668d8541bd_0_503"/>
            <p:cNvGrpSpPr/>
            <p:nvPr/>
          </p:nvGrpSpPr>
          <p:grpSpPr>
            <a:xfrm>
              <a:off x="7191676" y="6240739"/>
              <a:ext cx="247772" cy="182403"/>
              <a:chOff x="7847825" y="5156454"/>
              <a:chExt cx="177908" cy="136652"/>
            </a:xfrm>
          </p:grpSpPr>
          <p:pic>
            <p:nvPicPr>
              <p:cNvPr id="3974" name="Google Shape;3974;g2668d8541bd_0_503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7847825" y="5157203"/>
                <a:ext cx="101371" cy="1326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75" name="Google Shape;3975;g2668d8541bd_0_503"/>
              <p:cNvSpPr/>
              <p:nvPr/>
            </p:nvSpPr>
            <p:spPr>
              <a:xfrm>
                <a:off x="7985093" y="5241036"/>
                <a:ext cx="40640" cy="52070"/>
              </a:xfrm>
              <a:custGeom>
                <a:rect b="b" l="l" r="r" t="t"/>
                <a:pathLst>
                  <a:path extrusionOk="0" h="52070" w="40640">
                    <a:moveTo>
                      <a:pt x="1428" y="0"/>
                    </a:moveTo>
                    <a:lnTo>
                      <a:pt x="678" y="7441"/>
                    </a:lnTo>
                    <a:lnTo>
                      <a:pt x="0" y="14954"/>
                    </a:lnTo>
                    <a:lnTo>
                      <a:pt x="35" y="22609"/>
                    </a:lnTo>
                    <a:lnTo>
                      <a:pt x="1428" y="30480"/>
                    </a:lnTo>
                    <a:lnTo>
                      <a:pt x="3714" y="36576"/>
                    </a:lnTo>
                    <a:lnTo>
                      <a:pt x="6000" y="42672"/>
                    </a:lnTo>
                    <a:lnTo>
                      <a:pt x="11334" y="47244"/>
                    </a:lnTo>
                    <a:lnTo>
                      <a:pt x="14382" y="50292"/>
                    </a:lnTo>
                    <a:lnTo>
                      <a:pt x="19716" y="51816"/>
                    </a:lnTo>
                    <a:lnTo>
                      <a:pt x="23526" y="50291"/>
                    </a:lnTo>
                    <a:lnTo>
                      <a:pt x="31908" y="48006"/>
                    </a:lnTo>
                    <a:lnTo>
                      <a:pt x="36480" y="38099"/>
                    </a:lnTo>
                    <a:lnTo>
                      <a:pt x="40290" y="31241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6" name="Google Shape;3976;g2668d8541bd_0_503"/>
              <p:cNvSpPr/>
              <p:nvPr/>
            </p:nvSpPr>
            <p:spPr>
              <a:xfrm>
                <a:off x="7988522" y="5156454"/>
                <a:ext cx="11429" cy="10795"/>
              </a:xfrm>
              <a:custGeom>
                <a:rect b="b" l="l" r="r" t="t"/>
                <a:pathLst>
                  <a:path extrusionOk="0" h="10795" w="11429">
                    <a:moveTo>
                      <a:pt x="10953" y="10668"/>
                    </a:moveTo>
                    <a:lnTo>
                      <a:pt x="2869" y="7215"/>
                    </a:lnTo>
                    <a:lnTo>
                      <a:pt x="0" y="5905"/>
                    </a:lnTo>
                    <a:lnTo>
                      <a:pt x="1845" y="4881"/>
                    </a:lnTo>
                    <a:lnTo>
                      <a:pt x="7905" y="2286"/>
                    </a:lnTo>
                    <a:lnTo>
                      <a:pt x="8667" y="1524"/>
                    </a:lnTo>
                    <a:lnTo>
                      <a:pt x="10191" y="762"/>
                    </a:lnTo>
                    <a:lnTo>
                      <a:pt x="10953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77" name="Google Shape;3977;g2668d8541bd_0_503"/>
            <p:cNvGrpSpPr/>
            <p:nvPr/>
          </p:nvGrpSpPr>
          <p:grpSpPr>
            <a:xfrm>
              <a:off x="6744924" y="6045434"/>
              <a:ext cx="342249" cy="664701"/>
              <a:chOff x="7527035" y="5010137"/>
              <a:chExt cx="245745" cy="497978"/>
            </a:xfrm>
          </p:grpSpPr>
          <p:sp>
            <p:nvSpPr>
              <p:cNvPr id="3978" name="Google Shape;3978;g2668d8541bd_0_503"/>
              <p:cNvSpPr/>
              <p:nvPr/>
            </p:nvSpPr>
            <p:spPr>
              <a:xfrm>
                <a:off x="7564754" y="5445251"/>
                <a:ext cx="26034" cy="62864"/>
              </a:xfrm>
              <a:custGeom>
                <a:rect b="b" l="l" r="r" t="t"/>
                <a:pathLst>
                  <a:path extrusionOk="0" h="62864" w="26034">
                    <a:moveTo>
                      <a:pt x="4191" y="2286"/>
                    </a:moveTo>
                    <a:lnTo>
                      <a:pt x="3429" y="2286"/>
                    </a:lnTo>
                    <a:lnTo>
                      <a:pt x="2667" y="0"/>
                    </a:lnTo>
                    <a:lnTo>
                      <a:pt x="2667" y="762"/>
                    </a:lnTo>
                    <a:lnTo>
                      <a:pt x="119" y="11156"/>
                    </a:lnTo>
                    <a:lnTo>
                      <a:pt x="0" y="27908"/>
                    </a:lnTo>
                    <a:lnTo>
                      <a:pt x="1595" y="44803"/>
                    </a:lnTo>
                    <a:lnTo>
                      <a:pt x="19431" y="62484"/>
                    </a:lnTo>
                    <a:lnTo>
                      <a:pt x="20955" y="60960"/>
                    </a:lnTo>
                    <a:lnTo>
                      <a:pt x="24003" y="56388"/>
                    </a:lnTo>
                    <a:lnTo>
                      <a:pt x="24003" y="54864"/>
                    </a:lnTo>
                    <a:lnTo>
                      <a:pt x="24765" y="53340"/>
                    </a:lnTo>
                    <a:lnTo>
                      <a:pt x="25527" y="5257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9" name="Google Shape;3979;g2668d8541bd_0_503"/>
              <p:cNvSpPr/>
              <p:nvPr/>
            </p:nvSpPr>
            <p:spPr>
              <a:xfrm>
                <a:off x="7632191" y="5468873"/>
                <a:ext cx="39370" cy="9525"/>
              </a:xfrm>
              <a:custGeom>
                <a:rect b="b" l="l" r="r" t="t"/>
                <a:pathLst>
                  <a:path extrusionOk="0" h="9525" w="39370">
                    <a:moveTo>
                      <a:pt x="0" y="9144"/>
                    </a:moveTo>
                    <a:lnTo>
                      <a:pt x="35814" y="1524"/>
                    </a:lnTo>
                    <a:lnTo>
                      <a:pt x="37338" y="762"/>
                    </a:lnTo>
                    <a:lnTo>
                      <a:pt x="38862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0" name="Google Shape;3980;g2668d8541bd_0_503"/>
              <p:cNvSpPr/>
              <p:nvPr/>
            </p:nvSpPr>
            <p:spPr>
              <a:xfrm>
                <a:off x="7729453" y="5411723"/>
                <a:ext cx="7620" cy="58420"/>
              </a:xfrm>
              <a:custGeom>
                <a:rect b="b" l="l" r="r" t="t"/>
                <a:pathLst>
                  <a:path extrusionOk="0" h="58420" w="7620">
                    <a:moveTo>
                      <a:pt x="273" y="0"/>
                    </a:moveTo>
                    <a:lnTo>
                      <a:pt x="0" y="8786"/>
                    </a:lnTo>
                    <a:lnTo>
                      <a:pt x="369" y="17145"/>
                    </a:lnTo>
                    <a:lnTo>
                      <a:pt x="1452" y="25503"/>
                    </a:lnTo>
                    <a:lnTo>
                      <a:pt x="3321" y="34290"/>
                    </a:lnTo>
                    <a:lnTo>
                      <a:pt x="4845" y="42672"/>
                    </a:lnTo>
                    <a:lnTo>
                      <a:pt x="7131" y="49530"/>
                    </a:lnTo>
                    <a:lnTo>
                      <a:pt x="7131" y="5791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1" name="Google Shape;3981;g2668d8541bd_0_503"/>
              <p:cNvSpPr/>
              <p:nvPr/>
            </p:nvSpPr>
            <p:spPr>
              <a:xfrm>
                <a:off x="7614665" y="5436107"/>
                <a:ext cx="33654" cy="1904"/>
              </a:xfrm>
              <a:custGeom>
                <a:rect b="b" l="l" r="r" t="t"/>
                <a:pathLst>
                  <a:path extrusionOk="0" h="1904" w="33654">
                    <a:moveTo>
                      <a:pt x="0" y="0"/>
                    </a:moveTo>
                    <a:lnTo>
                      <a:pt x="8346" y="238"/>
                    </a:lnTo>
                    <a:lnTo>
                      <a:pt x="17049" y="190"/>
                    </a:lnTo>
                    <a:lnTo>
                      <a:pt x="25610" y="428"/>
                    </a:lnTo>
                    <a:lnTo>
                      <a:pt x="33528" y="152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2" name="Google Shape;3982;g2668d8541bd_0_503"/>
              <p:cNvSpPr/>
              <p:nvPr/>
            </p:nvSpPr>
            <p:spPr>
              <a:xfrm>
                <a:off x="7556753" y="5410199"/>
                <a:ext cx="12700" cy="5714"/>
              </a:xfrm>
              <a:custGeom>
                <a:rect b="b" l="l" r="r" t="t"/>
                <a:pathLst>
                  <a:path extrusionOk="0" h="5714" w="12700">
                    <a:moveTo>
                      <a:pt x="0" y="5334"/>
                    </a:moveTo>
                    <a:lnTo>
                      <a:pt x="3810" y="3810"/>
                    </a:lnTo>
                    <a:lnTo>
                      <a:pt x="7620" y="1524"/>
                    </a:lnTo>
                    <a:lnTo>
                      <a:pt x="12191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3" name="Google Shape;3983;g2668d8541bd_0_503"/>
              <p:cNvSpPr/>
              <p:nvPr/>
            </p:nvSpPr>
            <p:spPr>
              <a:xfrm>
                <a:off x="7527035" y="5161025"/>
                <a:ext cx="245745" cy="201929"/>
              </a:xfrm>
              <a:custGeom>
                <a:rect b="b" l="l" r="r" t="t"/>
                <a:pathLst>
                  <a:path extrusionOk="0" h="201929" w="245745">
                    <a:moveTo>
                      <a:pt x="204216" y="0"/>
                    </a:moveTo>
                    <a:lnTo>
                      <a:pt x="206502" y="0"/>
                    </a:lnTo>
                    <a:lnTo>
                      <a:pt x="208026" y="0"/>
                    </a:lnTo>
                    <a:lnTo>
                      <a:pt x="209550" y="0"/>
                    </a:lnTo>
                    <a:lnTo>
                      <a:pt x="201930" y="0"/>
                    </a:lnTo>
                    <a:lnTo>
                      <a:pt x="195072" y="762"/>
                    </a:lnTo>
                    <a:lnTo>
                      <a:pt x="187452" y="3048"/>
                    </a:lnTo>
                    <a:lnTo>
                      <a:pt x="172581" y="7298"/>
                    </a:lnTo>
                    <a:lnTo>
                      <a:pt x="157638" y="11906"/>
                    </a:lnTo>
                    <a:lnTo>
                      <a:pt x="142553" y="16656"/>
                    </a:lnTo>
                    <a:lnTo>
                      <a:pt x="127254" y="21336"/>
                    </a:lnTo>
                    <a:lnTo>
                      <a:pt x="112847" y="26348"/>
                    </a:lnTo>
                    <a:lnTo>
                      <a:pt x="98298" y="31146"/>
                    </a:lnTo>
                    <a:lnTo>
                      <a:pt x="83748" y="35802"/>
                    </a:lnTo>
                    <a:lnTo>
                      <a:pt x="69342" y="40386"/>
                    </a:lnTo>
                    <a:lnTo>
                      <a:pt x="62484" y="42672"/>
                    </a:lnTo>
                    <a:lnTo>
                      <a:pt x="55626" y="44958"/>
                    </a:lnTo>
                    <a:lnTo>
                      <a:pt x="49530" y="47244"/>
                    </a:lnTo>
                    <a:lnTo>
                      <a:pt x="51816" y="48768"/>
                    </a:lnTo>
                    <a:lnTo>
                      <a:pt x="52578" y="50292"/>
                    </a:lnTo>
                    <a:lnTo>
                      <a:pt x="57912" y="51054"/>
                    </a:lnTo>
                    <a:lnTo>
                      <a:pt x="68770" y="53066"/>
                    </a:lnTo>
                    <a:lnTo>
                      <a:pt x="79629" y="54578"/>
                    </a:lnTo>
                    <a:lnTo>
                      <a:pt x="90487" y="55661"/>
                    </a:lnTo>
                    <a:lnTo>
                      <a:pt x="101346" y="56388"/>
                    </a:lnTo>
                    <a:lnTo>
                      <a:pt x="116776" y="57864"/>
                    </a:lnTo>
                    <a:lnTo>
                      <a:pt x="132207" y="59055"/>
                    </a:lnTo>
                    <a:lnTo>
                      <a:pt x="147637" y="60245"/>
                    </a:lnTo>
                    <a:lnTo>
                      <a:pt x="163068" y="61722"/>
                    </a:lnTo>
                    <a:lnTo>
                      <a:pt x="210312" y="70104"/>
                    </a:lnTo>
                    <a:lnTo>
                      <a:pt x="213360" y="71628"/>
                    </a:lnTo>
                    <a:lnTo>
                      <a:pt x="215646" y="72390"/>
                    </a:lnTo>
                    <a:lnTo>
                      <a:pt x="215646" y="76962"/>
                    </a:lnTo>
                    <a:lnTo>
                      <a:pt x="215646" y="83058"/>
                    </a:lnTo>
                    <a:lnTo>
                      <a:pt x="199644" y="89916"/>
                    </a:lnTo>
                    <a:lnTo>
                      <a:pt x="157924" y="115252"/>
                    </a:lnTo>
                    <a:lnTo>
                      <a:pt x="118110" y="137160"/>
                    </a:lnTo>
                    <a:lnTo>
                      <a:pt x="99691" y="147435"/>
                    </a:lnTo>
                    <a:lnTo>
                      <a:pt x="81057" y="157638"/>
                    </a:lnTo>
                    <a:lnTo>
                      <a:pt x="62281" y="167699"/>
                    </a:lnTo>
                    <a:lnTo>
                      <a:pt x="43434" y="177546"/>
                    </a:lnTo>
                    <a:lnTo>
                      <a:pt x="33718" y="182689"/>
                    </a:lnTo>
                    <a:lnTo>
                      <a:pt x="24003" y="187833"/>
                    </a:lnTo>
                    <a:lnTo>
                      <a:pt x="14287" y="192976"/>
                    </a:lnTo>
                    <a:lnTo>
                      <a:pt x="4572" y="198120"/>
                    </a:lnTo>
                    <a:lnTo>
                      <a:pt x="1524" y="198882"/>
                    </a:lnTo>
                    <a:lnTo>
                      <a:pt x="762" y="198882"/>
                    </a:lnTo>
                    <a:lnTo>
                      <a:pt x="0" y="201168"/>
                    </a:lnTo>
                    <a:lnTo>
                      <a:pt x="5334" y="201930"/>
                    </a:lnTo>
                    <a:lnTo>
                      <a:pt x="12954" y="201930"/>
                    </a:lnTo>
                    <a:lnTo>
                      <a:pt x="19050" y="201930"/>
                    </a:lnTo>
                    <a:lnTo>
                      <a:pt x="35623" y="201608"/>
                    </a:lnTo>
                    <a:lnTo>
                      <a:pt x="52197" y="199929"/>
                    </a:lnTo>
                    <a:lnTo>
                      <a:pt x="68770" y="197536"/>
                    </a:lnTo>
                    <a:lnTo>
                      <a:pt x="85344" y="195072"/>
                    </a:lnTo>
                    <a:lnTo>
                      <a:pt x="105918" y="192238"/>
                    </a:lnTo>
                    <a:lnTo>
                      <a:pt x="147066" y="187142"/>
                    </a:lnTo>
                    <a:lnTo>
                      <a:pt x="185344" y="183725"/>
                    </a:lnTo>
                    <a:lnTo>
                      <a:pt x="237744" y="182118"/>
                    </a:lnTo>
                    <a:lnTo>
                      <a:pt x="239268" y="182118"/>
                    </a:lnTo>
                    <a:lnTo>
                      <a:pt x="243840" y="182880"/>
                    </a:lnTo>
                    <a:lnTo>
                      <a:pt x="244602" y="181356"/>
                    </a:lnTo>
                    <a:lnTo>
                      <a:pt x="245364" y="179070"/>
                    </a:lnTo>
                    <a:lnTo>
                      <a:pt x="242316" y="175260"/>
                    </a:lnTo>
                    <a:lnTo>
                      <a:pt x="242316" y="17449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984" name="Google Shape;3984;g2668d8541bd_0_503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7586459" y="5010137"/>
                <a:ext cx="102133" cy="1158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985" name="Google Shape;3985;g2668d8541bd_0_503"/>
            <p:cNvGrpSpPr/>
            <p:nvPr/>
          </p:nvGrpSpPr>
          <p:grpSpPr>
            <a:xfrm>
              <a:off x="7220355" y="7162481"/>
              <a:ext cx="216511" cy="169283"/>
              <a:chOff x="7868399" y="5847003"/>
              <a:chExt cx="155461" cy="126823"/>
            </a:xfrm>
          </p:grpSpPr>
          <p:pic>
            <p:nvPicPr>
              <p:cNvPr id="3986" name="Google Shape;3986;g2668d8541bd_0_503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7868399" y="5847003"/>
                <a:ext cx="100609" cy="1194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87" name="Google Shape;3987;g2668d8541bd_0_503"/>
              <p:cNvSpPr/>
              <p:nvPr/>
            </p:nvSpPr>
            <p:spPr>
              <a:xfrm>
                <a:off x="8016240" y="5923026"/>
                <a:ext cx="7620" cy="50800"/>
              </a:xfrm>
              <a:custGeom>
                <a:rect b="b" l="l" r="r" t="t"/>
                <a:pathLst>
                  <a:path extrusionOk="0" h="50800" w="7620">
                    <a:moveTo>
                      <a:pt x="4572" y="0"/>
                    </a:moveTo>
                    <a:lnTo>
                      <a:pt x="4691" y="6977"/>
                    </a:lnTo>
                    <a:lnTo>
                      <a:pt x="4953" y="14097"/>
                    </a:lnTo>
                    <a:lnTo>
                      <a:pt x="5214" y="21216"/>
                    </a:lnTo>
                    <a:lnTo>
                      <a:pt x="5334" y="28194"/>
                    </a:lnTo>
                    <a:lnTo>
                      <a:pt x="5334" y="34290"/>
                    </a:lnTo>
                    <a:lnTo>
                      <a:pt x="7620" y="44958"/>
                    </a:lnTo>
                    <a:lnTo>
                      <a:pt x="3810" y="49530"/>
                    </a:lnTo>
                    <a:lnTo>
                      <a:pt x="1524" y="50292"/>
                    </a:lnTo>
                    <a:lnTo>
                      <a:pt x="0" y="5029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8" name="Google Shape;3988;g2668d8541bd_0_503"/>
              <p:cNvSpPr/>
              <p:nvPr/>
            </p:nvSpPr>
            <p:spPr>
              <a:xfrm>
                <a:off x="8007096" y="5852160"/>
                <a:ext cx="10795" cy="6350"/>
              </a:xfrm>
              <a:custGeom>
                <a:rect b="b" l="l" r="r" t="t"/>
                <a:pathLst>
                  <a:path extrusionOk="0" h="6350" w="10795">
                    <a:moveTo>
                      <a:pt x="10668" y="6095"/>
                    </a:moveTo>
                    <a:lnTo>
                      <a:pt x="5334" y="2285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989" name="Google Shape;3989;g2668d8541bd_0_503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6899736" y="6933269"/>
              <a:ext cx="89178" cy="1447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90" name="Google Shape;3990;g2668d8541bd_0_503"/>
            <p:cNvSpPr/>
            <p:nvPr/>
          </p:nvSpPr>
          <p:spPr>
            <a:xfrm>
              <a:off x="6796814" y="7161117"/>
              <a:ext cx="346621" cy="262795"/>
            </a:xfrm>
            <a:custGeom>
              <a:rect b="b" l="l" r="r" t="t"/>
              <a:pathLst>
                <a:path extrusionOk="0" h="196850" w="248920">
                  <a:moveTo>
                    <a:pt x="220979" y="0"/>
                  </a:moveTo>
                  <a:lnTo>
                    <a:pt x="178331" y="4929"/>
                  </a:lnTo>
                  <a:lnTo>
                    <a:pt x="126587" y="20097"/>
                  </a:lnTo>
                  <a:lnTo>
                    <a:pt x="89915" y="33528"/>
                  </a:lnTo>
                  <a:lnTo>
                    <a:pt x="80331" y="36968"/>
                  </a:lnTo>
                  <a:lnTo>
                    <a:pt x="70961" y="40481"/>
                  </a:lnTo>
                  <a:lnTo>
                    <a:pt x="61733" y="44136"/>
                  </a:lnTo>
                  <a:lnTo>
                    <a:pt x="52577" y="48006"/>
                  </a:lnTo>
                  <a:lnTo>
                    <a:pt x="55625" y="54102"/>
                  </a:lnTo>
                  <a:lnTo>
                    <a:pt x="59435" y="53340"/>
                  </a:lnTo>
                  <a:lnTo>
                    <a:pt x="67817" y="54102"/>
                  </a:lnTo>
                  <a:lnTo>
                    <a:pt x="84962" y="56554"/>
                  </a:lnTo>
                  <a:lnTo>
                    <a:pt x="102107" y="58293"/>
                  </a:lnTo>
                  <a:lnTo>
                    <a:pt x="119252" y="59459"/>
                  </a:lnTo>
                  <a:lnTo>
                    <a:pt x="136397" y="60198"/>
                  </a:lnTo>
                  <a:lnTo>
                    <a:pt x="155828" y="61102"/>
                  </a:lnTo>
                  <a:lnTo>
                    <a:pt x="175259" y="61722"/>
                  </a:lnTo>
                  <a:lnTo>
                    <a:pt x="194690" y="62341"/>
                  </a:lnTo>
                  <a:lnTo>
                    <a:pt x="214121" y="63246"/>
                  </a:lnTo>
                  <a:lnTo>
                    <a:pt x="222694" y="63305"/>
                  </a:lnTo>
                  <a:lnTo>
                    <a:pt x="231266" y="63722"/>
                  </a:lnTo>
                  <a:lnTo>
                    <a:pt x="239839" y="64853"/>
                  </a:lnTo>
                  <a:lnTo>
                    <a:pt x="248411" y="67056"/>
                  </a:lnTo>
                  <a:lnTo>
                    <a:pt x="244935" y="73116"/>
                  </a:lnTo>
                  <a:lnTo>
                    <a:pt x="238886" y="77819"/>
                  </a:lnTo>
                  <a:lnTo>
                    <a:pt x="231695" y="81522"/>
                  </a:lnTo>
                  <a:lnTo>
                    <a:pt x="224789" y="84582"/>
                  </a:lnTo>
                  <a:lnTo>
                    <a:pt x="205097" y="94928"/>
                  </a:lnTo>
                  <a:lnTo>
                    <a:pt x="184975" y="104489"/>
                  </a:lnTo>
                  <a:lnTo>
                    <a:pt x="164568" y="113621"/>
                  </a:lnTo>
                  <a:lnTo>
                    <a:pt x="144017" y="122682"/>
                  </a:lnTo>
                  <a:lnTo>
                    <a:pt x="120026" y="133659"/>
                  </a:lnTo>
                  <a:lnTo>
                    <a:pt x="96107" y="144780"/>
                  </a:lnTo>
                  <a:lnTo>
                    <a:pt x="72330" y="155900"/>
                  </a:lnTo>
                  <a:lnTo>
                    <a:pt x="48767" y="166878"/>
                  </a:lnTo>
                  <a:lnTo>
                    <a:pt x="12227" y="183272"/>
                  </a:lnTo>
                  <a:lnTo>
                    <a:pt x="0" y="192786"/>
                  </a:lnTo>
                  <a:lnTo>
                    <a:pt x="0" y="193548"/>
                  </a:lnTo>
                  <a:lnTo>
                    <a:pt x="7286" y="194988"/>
                  </a:lnTo>
                  <a:lnTo>
                    <a:pt x="16001" y="195929"/>
                  </a:lnTo>
                  <a:lnTo>
                    <a:pt x="25288" y="196441"/>
                  </a:lnTo>
                  <a:lnTo>
                    <a:pt x="34289" y="196596"/>
                  </a:lnTo>
                  <a:lnTo>
                    <a:pt x="59197" y="194881"/>
                  </a:lnTo>
                  <a:lnTo>
                    <a:pt x="83819" y="191452"/>
                  </a:lnTo>
                  <a:lnTo>
                    <a:pt x="108442" y="187166"/>
                  </a:lnTo>
                  <a:lnTo>
                    <a:pt x="133349" y="182880"/>
                  </a:lnTo>
                  <a:lnTo>
                    <a:pt x="174974" y="175069"/>
                  </a:lnTo>
                  <a:lnTo>
                    <a:pt x="217169" y="168402"/>
                  </a:lnTo>
                  <a:lnTo>
                    <a:pt x="230885" y="166878"/>
                  </a:lnTo>
                  <a:lnTo>
                    <a:pt x="237743" y="166116"/>
                  </a:lnTo>
                  <a:lnTo>
                    <a:pt x="230885" y="166116"/>
                  </a:lnTo>
                  <a:lnTo>
                    <a:pt x="225551" y="165354"/>
                  </a:lnTo>
                  <a:lnTo>
                    <a:pt x="218693" y="16383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1" name="Google Shape;3991;g2668d8541bd_0_503"/>
            <p:cNvSpPr/>
            <p:nvPr/>
          </p:nvSpPr>
          <p:spPr>
            <a:xfrm>
              <a:off x="6854120" y="7552702"/>
              <a:ext cx="44212" cy="62730"/>
            </a:xfrm>
            <a:custGeom>
              <a:rect b="b" l="l" r="r" t="t"/>
              <a:pathLst>
                <a:path extrusionOk="0" h="46989" w="31750">
                  <a:moveTo>
                    <a:pt x="0" y="0"/>
                  </a:moveTo>
                  <a:lnTo>
                    <a:pt x="7620" y="40385"/>
                  </a:lnTo>
                  <a:lnTo>
                    <a:pt x="10668" y="43433"/>
                  </a:lnTo>
                  <a:lnTo>
                    <a:pt x="12954" y="45719"/>
                  </a:lnTo>
                  <a:lnTo>
                    <a:pt x="20574" y="46481"/>
                  </a:lnTo>
                  <a:lnTo>
                    <a:pt x="23622" y="45719"/>
                  </a:lnTo>
                  <a:lnTo>
                    <a:pt x="28194" y="42671"/>
                  </a:lnTo>
                  <a:lnTo>
                    <a:pt x="29718" y="41909"/>
                  </a:lnTo>
                  <a:lnTo>
                    <a:pt x="31242" y="38099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92" name="Google Shape;3992;g2668d8541bd_0_503"/>
            <p:cNvGrpSpPr/>
            <p:nvPr/>
          </p:nvGrpSpPr>
          <p:grpSpPr>
            <a:xfrm>
              <a:off x="6963542" y="7515184"/>
              <a:ext cx="155460" cy="88149"/>
              <a:chOff x="7684008" y="6111239"/>
              <a:chExt cx="111625" cy="66039"/>
            </a:xfrm>
          </p:grpSpPr>
          <p:sp>
            <p:nvSpPr>
              <p:cNvPr id="3993" name="Google Shape;3993;g2668d8541bd_0_503"/>
              <p:cNvSpPr/>
              <p:nvPr/>
            </p:nvSpPr>
            <p:spPr>
              <a:xfrm>
                <a:off x="7783568" y="6111239"/>
                <a:ext cx="12065" cy="66039"/>
              </a:xfrm>
              <a:custGeom>
                <a:rect b="b" l="l" r="r" t="t"/>
                <a:pathLst>
                  <a:path extrusionOk="0" h="66039" w="12065">
                    <a:moveTo>
                      <a:pt x="1023" y="0"/>
                    </a:moveTo>
                    <a:lnTo>
                      <a:pt x="0" y="10310"/>
                    </a:lnTo>
                    <a:lnTo>
                      <a:pt x="261" y="18478"/>
                    </a:lnTo>
                    <a:lnTo>
                      <a:pt x="1666" y="26360"/>
                    </a:lnTo>
                    <a:lnTo>
                      <a:pt x="4071" y="35814"/>
                    </a:lnTo>
                    <a:lnTo>
                      <a:pt x="5774" y="42112"/>
                    </a:lnTo>
                    <a:lnTo>
                      <a:pt x="7405" y="48482"/>
                    </a:lnTo>
                    <a:lnTo>
                      <a:pt x="8893" y="54994"/>
                    </a:lnTo>
                    <a:lnTo>
                      <a:pt x="10167" y="61722"/>
                    </a:lnTo>
                    <a:lnTo>
                      <a:pt x="10929" y="64008"/>
                    </a:lnTo>
                    <a:lnTo>
                      <a:pt x="10167" y="65532"/>
                    </a:lnTo>
                    <a:lnTo>
                      <a:pt x="11691" y="6476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4" name="Google Shape;3994;g2668d8541bd_0_503"/>
              <p:cNvSpPr/>
              <p:nvPr/>
            </p:nvSpPr>
            <p:spPr>
              <a:xfrm>
                <a:off x="7693152" y="6156959"/>
                <a:ext cx="47625" cy="13970"/>
              </a:xfrm>
              <a:custGeom>
                <a:rect b="b" l="l" r="r" t="t"/>
                <a:pathLst>
                  <a:path extrusionOk="0" h="13970" w="47625">
                    <a:moveTo>
                      <a:pt x="0" y="13715"/>
                    </a:moveTo>
                    <a:lnTo>
                      <a:pt x="38862" y="4571"/>
                    </a:lnTo>
                    <a:lnTo>
                      <a:pt x="44958" y="2285"/>
                    </a:lnTo>
                    <a:lnTo>
                      <a:pt x="47244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5" name="Google Shape;3995;g2668d8541bd_0_503"/>
              <p:cNvSpPr/>
              <p:nvPr/>
            </p:nvSpPr>
            <p:spPr>
              <a:xfrm>
                <a:off x="7684008" y="6123431"/>
                <a:ext cx="28575" cy="7620"/>
              </a:xfrm>
              <a:custGeom>
                <a:rect b="b" l="l" r="r" t="t"/>
                <a:pathLst>
                  <a:path extrusionOk="0" h="7620" w="28575">
                    <a:moveTo>
                      <a:pt x="0" y="0"/>
                    </a:moveTo>
                    <a:lnTo>
                      <a:pt x="8382" y="1523"/>
                    </a:lnTo>
                    <a:lnTo>
                      <a:pt x="16002" y="1523"/>
                    </a:lnTo>
                    <a:lnTo>
                      <a:pt x="23622" y="5333"/>
                    </a:lnTo>
                    <a:lnTo>
                      <a:pt x="26670" y="6095"/>
                    </a:lnTo>
                    <a:lnTo>
                      <a:pt x="28194" y="761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996" name="Google Shape;3996;g2668d8541bd_0_503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1295401" y="5588611"/>
              <a:ext cx="564143" cy="56050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997" name="Google Shape;3997;g2668d8541bd_0_503"/>
            <p:cNvGrpSpPr/>
            <p:nvPr/>
          </p:nvGrpSpPr>
          <p:grpSpPr>
            <a:xfrm>
              <a:off x="2365202" y="5799717"/>
              <a:ext cx="60489" cy="46745"/>
              <a:chOff x="4382262" y="4826031"/>
              <a:chExt cx="43433" cy="35020"/>
            </a:xfrm>
          </p:grpSpPr>
          <p:sp>
            <p:nvSpPr>
              <p:cNvPr id="3998" name="Google Shape;3998;g2668d8541bd_0_503"/>
              <p:cNvSpPr/>
              <p:nvPr/>
            </p:nvSpPr>
            <p:spPr>
              <a:xfrm>
                <a:off x="4382262" y="4828031"/>
                <a:ext cx="26035" cy="33020"/>
              </a:xfrm>
              <a:custGeom>
                <a:rect b="b" l="l" r="r" t="t"/>
                <a:pathLst>
                  <a:path extrusionOk="0" h="33020" w="26035">
                    <a:moveTo>
                      <a:pt x="15239" y="6857"/>
                    </a:moveTo>
                    <a:lnTo>
                      <a:pt x="12953" y="5333"/>
                    </a:lnTo>
                    <a:lnTo>
                      <a:pt x="9905" y="4571"/>
                    </a:lnTo>
                    <a:lnTo>
                      <a:pt x="8381" y="3047"/>
                    </a:lnTo>
                    <a:lnTo>
                      <a:pt x="7619" y="2285"/>
                    </a:lnTo>
                    <a:lnTo>
                      <a:pt x="8381" y="2285"/>
                    </a:lnTo>
                    <a:lnTo>
                      <a:pt x="7619" y="761"/>
                    </a:lnTo>
                    <a:lnTo>
                      <a:pt x="11429" y="761"/>
                    </a:lnTo>
                    <a:lnTo>
                      <a:pt x="15239" y="0"/>
                    </a:lnTo>
                    <a:lnTo>
                      <a:pt x="18287" y="1523"/>
                    </a:lnTo>
                    <a:lnTo>
                      <a:pt x="25145" y="5333"/>
                    </a:lnTo>
                    <a:lnTo>
                      <a:pt x="25907" y="11429"/>
                    </a:lnTo>
                    <a:lnTo>
                      <a:pt x="25907" y="18287"/>
                    </a:lnTo>
                    <a:lnTo>
                      <a:pt x="25907" y="25907"/>
                    </a:lnTo>
                    <a:lnTo>
                      <a:pt x="21335" y="29717"/>
                    </a:lnTo>
                    <a:lnTo>
                      <a:pt x="13715" y="31241"/>
                    </a:lnTo>
                    <a:lnTo>
                      <a:pt x="8381" y="32765"/>
                    </a:lnTo>
                    <a:lnTo>
                      <a:pt x="2285" y="32765"/>
                    </a:lnTo>
                    <a:lnTo>
                      <a:pt x="1523" y="25907"/>
                    </a:lnTo>
                    <a:lnTo>
                      <a:pt x="0" y="20573"/>
                    </a:lnTo>
                    <a:lnTo>
                      <a:pt x="761" y="12953"/>
                    </a:lnTo>
                    <a:lnTo>
                      <a:pt x="5333" y="9143"/>
                    </a:lnTo>
                    <a:lnTo>
                      <a:pt x="8381" y="6857"/>
                    </a:lnTo>
                    <a:lnTo>
                      <a:pt x="13715" y="5333"/>
                    </a:lnTo>
                    <a:lnTo>
                      <a:pt x="16001" y="9143"/>
                    </a:lnTo>
                    <a:lnTo>
                      <a:pt x="18287" y="12953"/>
                    </a:lnTo>
                    <a:lnTo>
                      <a:pt x="16001" y="21335"/>
                    </a:lnTo>
                    <a:lnTo>
                      <a:pt x="15239" y="23621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9" name="Google Shape;3999;g2668d8541bd_0_503"/>
              <p:cNvSpPr/>
              <p:nvPr/>
            </p:nvSpPr>
            <p:spPr>
              <a:xfrm>
                <a:off x="4391406" y="4826031"/>
                <a:ext cx="34289" cy="29845"/>
              </a:xfrm>
              <a:custGeom>
                <a:rect b="b" l="l" r="r" t="t"/>
                <a:pathLst>
                  <a:path extrusionOk="0" h="29845" w="34289">
                    <a:moveTo>
                      <a:pt x="5334" y="14192"/>
                    </a:moveTo>
                    <a:lnTo>
                      <a:pt x="10287" y="1345"/>
                    </a:lnTo>
                    <a:lnTo>
                      <a:pt x="10668" y="0"/>
                    </a:lnTo>
                    <a:lnTo>
                      <a:pt x="10477" y="2512"/>
                    </a:lnTo>
                    <a:lnTo>
                      <a:pt x="13716" y="1238"/>
                    </a:lnTo>
                    <a:lnTo>
                      <a:pt x="19050" y="3524"/>
                    </a:lnTo>
                    <a:lnTo>
                      <a:pt x="19050" y="8096"/>
                    </a:lnTo>
                    <a:lnTo>
                      <a:pt x="19050" y="14192"/>
                    </a:lnTo>
                    <a:lnTo>
                      <a:pt x="19050" y="19526"/>
                    </a:lnTo>
                    <a:lnTo>
                      <a:pt x="19050" y="25622"/>
                    </a:lnTo>
                    <a:lnTo>
                      <a:pt x="12954" y="27908"/>
                    </a:lnTo>
                    <a:lnTo>
                      <a:pt x="7620" y="29432"/>
                    </a:lnTo>
                    <a:lnTo>
                      <a:pt x="4572" y="25622"/>
                    </a:lnTo>
                    <a:lnTo>
                      <a:pt x="2286" y="21050"/>
                    </a:lnTo>
                    <a:lnTo>
                      <a:pt x="0" y="16478"/>
                    </a:lnTo>
                    <a:lnTo>
                      <a:pt x="0" y="11906"/>
                    </a:lnTo>
                    <a:lnTo>
                      <a:pt x="0" y="6572"/>
                    </a:lnTo>
                    <a:lnTo>
                      <a:pt x="5334" y="5810"/>
                    </a:lnTo>
                    <a:lnTo>
                      <a:pt x="12192" y="4286"/>
                    </a:lnTo>
                    <a:lnTo>
                      <a:pt x="33528" y="22574"/>
                    </a:lnTo>
                    <a:lnTo>
                      <a:pt x="34290" y="23336"/>
                    </a:lnTo>
                    <a:lnTo>
                      <a:pt x="34290" y="24860"/>
                    </a:lnTo>
                    <a:lnTo>
                      <a:pt x="32004" y="25622"/>
                    </a:lnTo>
                    <a:lnTo>
                      <a:pt x="28956" y="26384"/>
                    </a:lnTo>
                    <a:lnTo>
                      <a:pt x="26670" y="26384"/>
                    </a:lnTo>
                    <a:lnTo>
                      <a:pt x="22860" y="26384"/>
                    </a:lnTo>
                    <a:lnTo>
                      <a:pt x="18288" y="26384"/>
                    </a:lnTo>
                    <a:lnTo>
                      <a:pt x="15240" y="24098"/>
                    </a:lnTo>
                    <a:lnTo>
                      <a:pt x="15240" y="23336"/>
                    </a:lnTo>
                    <a:lnTo>
                      <a:pt x="15240" y="2257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0" name="Google Shape;4000;g2668d8541bd_0_503"/>
            <p:cNvGrpSpPr/>
            <p:nvPr/>
          </p:nvGrpSpPr>
          <p:grpSpPr>
            <a:xfrm>
              <a:off x="2748274" y="6206136"/>
              <a:ext cx="35198" cy="37293"/>
              <a:chOff x="4657343" y="5130545"/>
              <a:chExt cx="25273" cy="27939"/>
            </a:xfrm>
          </p:grpSpPr>
          <p:sp>
            <p:nvSpPr>
              <p:cNvPr id="4001" name="Google Shape;4001;g2668d8541bd_0_503"/>
              <p:cNvSpPr/>
              <p:nvPr/>
            </p:nvSpPr>
            <p:spPr>
              <a:xfrm>
                <a:off x="4657343" y="5130545"/>
                <a:ext cx="17779" cy="27939"/>
              </a:xfrm>
              <a:custGeom>
                <a:rect b="b" l="l" r="r" t="t"/>
                <a:pathLst>
                  <a:path extrusionOk="0" h="27939" w="17779">
                    <a:moveTo>
                      <a:pt x="2286" y="3048"/>
                    </a:moveTo>
                    <a:lnTo>
                      <a:pt x="4572" y="2286"/>
                    </a:lnTo>
                    <a:lnTo>
                      <a:pt x="12192" y="0"/>
                    </a:lnTo>
                    <a:lnTo>
                      <a:pt x="15240" y="3048"/>
                    </a:lnTo>
                    <a:lnTo>
                      <a:pt x="17526" y="5334"/>
                    </a:lnTo>
                    <a:lnTo>
                      <a:pt x="16764" y="13716"/>
                    </a:lnTo>
                    <a:lnTo>
                      <a:pt x="16764" y="16764"/>
                    </a:lnTo>
                    <a:lnTo>
                      <a:pt x="16764" y="22098"/>
                    </a:lnTo>
                    <a:lnTo>
                      <a:pt x="15240" y="25908"/>
                    </a:lnTo>
                    <a:lnTo>
                      <a:pt x="9144" y="27432"/>
                    </a:lnTo>
                    <a:lnTo>
                      <a:pt x="6858" y="27432"/>
                    </a:lnTo>
                    <a:lnTo>
                      <a:pt x="3048" y="27432"/>
                    </a:lnTo>
                    <a:lnTo>
                      <a:pt x="762" y="24384"/>
                    </a:lnTo>
                    <a:lnTo>
                      <a:pt x="0" y="22098"/>
                    </a:lnTo>
                    <a:lnTo>
                      <a:pt x="762" y="18288"/>
                    </a:lnTo>
                    <a:lnTo>
                      <a:pt x="762" y="1524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2" name="Google Shape;4002;g2668d8541bd_0_503"/>
              <p:cNvSpPr/>
              <p:nvPr/>
            </p:nvSpPr>
            <p:spPr>
              <a:xfrm>
                <a:off x="4660391" y="5143499"/>
                <a:ext cx="22225" cy="13970"/>
              </a:xfrm>
              <a:custGeom>
                <a:rect b="b" l="l" r="r" t="t"/>
                <a:pathLst>
                  <a:path extrusionOk="0" h="13970" w="22225">
                    <a:moveTo>
                      <a:pt x="10667" y="3810"/>
                    </a:moveTo>
                    <a:lnTo>
                      <a:pt x="18287" y="3048"/>
                    </a:lnTo>
                    <a:lnTo>
                      <a:pt x="22097" y="762"/>
                    </a:lnTo>
                    <a:lnTo>
                      <a:pt x="21335" y="6858"/>
                    </a:lnTo>
                    <a:lnTo>
                      <a:pt x="16763" y="11430"/>
                    </a:lnTo>
                    <a:lnTo>
                      <a:pt x="15239" y="12954"/>
                    </a:lnTo>
                    <a:lnTo>
                      <a:pt x="9143" y="13716"/>
                    </a:lnTo>
                    <a:lnTo>
                      <a:pt x="5333" y="13716"/>
                    </a:lnTo>
                    <a:lnTo>
                      <a:pt x="3047" y="13716"/>
                    </a:lnTo>
                    <a:lnTo>
                      <a:pt x="761" y="10668"/>
                    </a:lnTo>
                    <a:lnTo>
                      <a:pt x="0" y="9144"/>
                    </a:lnTo>
                    <a:lnTo>
                      <a:pt x="1523" y="6858"/>
                    </a:lnTo>
                    <a:lnTo>
                      <a:pt x="2285" y="5334"/>
                    </a:lnTo>
                    <a:lnTo>
                      <a:pt x="3809" y="3048"/>
                    </a:lnTo>
                    <a:lnTo>
                      <a:pt x="4571" y="2286"/>
                    </a:lnTo>
                    <a:lnTo>
                      <a:pt x="5333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3" name="Google Shape;4003;g2668d8541bd_0_503"/>
            <p:cNvGrpSpPr/>
            <p:nvPr/>
          </p:nvGrpSpPr>
          <p:grpSpPr>
            <a:xfrm>
              <a:off x="3057155" y="6527604"/>
              <a:ext cx="44041" cy="41871"/>
              <a:chOff x="4879086" y="5371337"/>
              <a:chExt cx="31623" cy="31369"/>
            </a:xfrm>
          </p:grpSpPr>
          <p:sp>
            <p:nvSpPr>
              <p:cNvPr id="4004" name="Google Shape;4004;g2668d8541bd_0_503"/>
              <p:cNvSpPr/>
              <p:nvPr/>
            </p:nvSpPr>
            <p:spPr>
              <a:xfrm>
                <a:off x="4879086" y="5376671"/>
                <a:ext cx="17779" cy="26035"/>
              </a:xfrm>
              <a:custGeom>
                <a:rect b="b" l="l" r="r" t="t"/>
                <a:pathLst>
                  <a:path extrusionOk="0" h="26035" w="17779">
                    <a:moveTo>
                      <a:pt x="6858" y="0"/>
                    </a:moveTo>
                    <a:lnTo>
                      <a:pt x="11430" y="3047"/>
                    </a:lnTo>
                    <a:lnTo>
                      <a:pt x="16002" y="5333"/>
                    </a:lnTo>
                    <a:lnTo>
                      <a:pt x="16764" y="11429"/>
                    </a:lnTo>
                    <a:lnTo>
                      <a:pt x="16764" y="14477"/>
                    </a:lnTo>
                    <a:lnTo>
                      <a:pt x="17526" y="20574"/>
                    </a:lnTo>
                    <a:lnTo>
                      <a:pt x="15240" y="23621"/>
                    </a:lnTo>
                    <a:lnTo>
                      <a:pt x="12954" y="25146"/>
                    </a:lnTo>
                    <a:lnTo>
                      <a:pt x="6858" y="25908"/>
                    </a:lnTo>
                    <a:lnTo>
                      <a:pt x="4572" y="23622"/>
                    </a:lnTo>
                    <a:lnTo>
                      <a:pt x="2286" y="22098"/>
                    </a:lnTo>
                    <a:lnTo>
                      <a:pt x="0" y="17526"/>
                    </a:lnTo>
                    <a:lnTo>
                      <a:pt x="762" y="15240"/>
                    </a:lnTo>
                    <a:lnTo>
                      <a:pt x="1524" y="12192"/>
                    </a:lnTo>
                    <a:lnTo>
                      <a:pt x="3048" y="12954"/>
                    </a:lnTo>
                    <a:lnTo>
                      <a:pt x="6096" y="9906"/>
                    </a:lnTo>
                    <a:lnTo>
                      <a:pt x="6858" y="9144"/>
                    </a:lnTo>
                    <a:lnTo>
                      <a:pt x="8382" y="7620"/>
                    </a:lnTo>
                    <a:lnTo>
                      <a:pt x="9144" y="685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5" name="Google Shape;4005;g2668d8541bd_0_503"/>
              <p:cNvSpPr/>
              <p:nvPr/>
            </p:nvSpPr>
            <p:spPr>
              <a:xfrm>
                <a:off x="4897374" y="5371337"/>
                <a:ext cx="13335" cy="21589"/>
              </a:xfrm>
              <a:custGeom>
                <a:rect b="b" l="l" r="r" t="t"/>
                <a:pathLst>
                  <a:path extrusionOk="0" h="21589" w="13335">
                    <a:moveTo>
                      <a:pt x="0" y="0"/>
                    </a:moveTo>
                    <a:lnTo>
                      <a:pt x="3810" y="0"/>
                    </a:lnTo>
                    <a:lnTo>
                      <a:pt x="7620" y="761"/>
                    </a:lnTo>
                    <a:lnTo>
                      <a:pt x="10668" y="761"/>
                    </a:lnTo>
                    <a:lnTo>
                      <a:pt x="11430" y="4571"/>
                    </a:lnTo>
                    <a:lnTo>
                      <a:pt x="12954" y="10667"/>
                    </a:lnTo>
                    <a:lnTo>
                      <a:pt x="11430" y="13715"/>
                    </a:lnTo>
                    <a:lnTo>
                      <a:pt x="10668" y="15239"/>
                    </a:lnTo>
                    <a:lnTo>
                      <a:pt x="4572" y="21336"/>
                    </a:lnTo>
                    <a:lnTo>
                      <a:pt x="3048" y="20574"/>
                    </a:lnTo>
                    <a:lnTo>
                      <a:pt x="3810" y="19812"/>
                    </a:lnTo>
                    <a:lnTo>
                      <a:pt x="3810" y="19050"/>
                    </a:lnTo>
                    <a:lnTo>
                      <a:pt x="3810" y="1828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6" name="Google Shape;4006;g2668d8541bd_0_503"/>
            <p:cNvGrpSpPr/>
            <p:nvPr/>
          </p:nvGrpSpPr>
          <p:grpSpPr>
            <a:xfrm>
              <a:off x="3806378" y="6570275"/>
              <a:ext cx="38734" cy="198507"/>
              <a:chOff x="5417057" y="5403342"/>
              <a:chExt cx="27812" cy="148717"/>
            </a:xfrm>
          </p:grpSpPr>
          <p:sp>
            <p:nvSpPr>
              <p:cNvPr id="4007" name="Google Shape;4007;g2668d8541bd_0_503"/>
              <p:cNvSpPr/>
              <p:nvPr/>
            </p:nvSpPr>
            <p:spPr>
              <a:xfrm>
                <a:off x="5417057" y="5403342"/>
                <a:ext cx="18414" cy="66675"/>
              </a:xfrm>
              <a:custGeom>
                <a:rect b="b" l="l" r="r" t="t"/>
                <a:pathLst>
                  <a:path extrusionOk="0" h="66675" w="18414">
                    <a:moveTo>
                      <a:pt x="0" y="0"/>
                    </a:moveTo>
                    <a:lnTo>
                      <a:pt x="16764" y="37337"/>
                    </a:lnTo>
                    <a:lnTo>
                      <a:pt x="18157" y="58983"/>
                    </a:lnTo>
                    <a:lnTo>
                      <a:pt x="18288" y="6629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8" name="Google Shape;4008;g2668d8541bd_0_503"/>
              <p:cNvSpPr/>
              <p:nvPr/>
            </p:nvSpPr>
            <p:spPr>
              <a:xfrm>
                <a:off x="5439155" y="5510784"/>
                <a:ext cx="5714" cy="41275"/>
              </a:xfrm>
              <a:custGeom>
                <a:rect b="b" l="l" r="r" t="t"/>
                <a:pathLst>
                  <a:path extrusionOk="0" h="41275" w="5714">
                    <a:moveTo>
                      <a:pt x="0" y="0"/>
                    </a:moveTo>
                    <a:lnTo>
                      <a:pt x="762" y="7619"/>
                    </a:lnTo>
                    <a:lnTo>
                      <a:pt x="3810" y="15239"/>
                    </a:lnTo>
                    <a:lnTo>
                      <a:pt x="4572" y="22859"/>
                    </a:lnTo>
                    <a:lnTo>
                      <a:pt x="4572" y="28955"/>
                    </a:lnTo>
                    <a:lnTo>
                      <a:pt x="4572" y="35051"/>
                    </a:lnTo>
                    <a:lnTo>
                      <a:pt x="5334" y="4114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09" name="Google Shape;4009;g2668d8541bd_0_503"/>
            <p:cNvSpPr/>
            <p:nvPr/>
          </p:nvSpPr>
          <p:spPr>
            <a:xfrm>
              <a:off x="3858280" y="6857004"/>
              <a:ext cx="2651" cy="79685"/>
            </a:xfrm>
            <a:custGeom>
              <a:rect b="b" l="l" r="r" t="t"/>
              <a:pathLst>
                <a:path extrusionOk="0" h="59689" w="1904">
                  <a:moveTo>
                    <a:pt x="0" y="0"/>
                  </a:moveTo>
                  <a:lnTo>
                    <a:pt x="0" y="8001"/>
                  </a:lnTo>
                  <a:lnTo>
                    <a:pt x="0" y="16002"/>
                  </a:lnTo>
                  <a:lnTo>
                    <a:pt x="0" y="24003"/>
                  </a:lnTo>
                  <a:lnTo>
                    <a:pt x="0" y="32004"/>
                  </a:lnTo>
                  <a:lnTo>
                    <a:pt x="452" y="38862"/>
                  </a:lnTo>
                  <a:lnTo>
                    <a:pt x="762" y="45719"/>
                  </a:lnTo>
                  <a:lnTo>
                    <a:pt x="1071" y="52577"/>
                  </a:lnTo>
                  <a:lnTo>
                    <a:pt x="1524" y="5943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0" name="Google Shape;4010;g2668d8541bd_0_503"/>
            <p:cNvSpPr/>
            <p:nvPr/>
          </p:nvSpPr>
          <p:spPr>
            <a:xfrm>
              <a:off x="3879421" y="7031945"/>
              <a:ext cx="4421" cy="69513"/>
            </a:xfrm>
            <a:custGeom>
              <a:rect b="b" l="l" r="r" t="t"/>
              <a:pathLst>
                <a:path extrusionOk="0" h="52070" w="3175">
                  <a:moveTo>
                    <a:pt x="3107" y="0"/>
                  </a:moveTo>
                  <a:lnTo>
                    <a:pt x="1881" y="8012"/>
                  </a:lnTo>
                  <a:lnTo>
                    <a:pt x="726" y="16097"/>
                  </a:lnTo>
                  <a:lnTo>
                    <a:pt x="0" y="24324"/>
                  </a:lnTo>
                  <a:lnTo>
                    <a:pt x="59" y="32766"/>
                  </a:lnTo>
                  <a:lnTo>
                    <a:pt x="821" y="38862"/>
                  </a:lnTo>
                  <a:lnTo>
                    <a:pt x="2345" y="44958"/>
                  </a:lnTo>
                  <a:lnTo>
                    <a:pt x="3107" y="5181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11" name="Google Shape;4011;g2668d8541bd_0_503"/>
            <p:cNvGrpSpPr/>
            <p:nvPr/>
          </p:nvGrpSpPr>
          <p:grpSpPr>
            <a:xfrm>
              <a:off x="3900798" y="7221232"/>
              <a:ext cx="19279" cy="218848"/>
              <a:chOff x="5484875" y="5891022"/>
              <a:chExt cx="13843" cy="163956"/>
            </a:xfrm>
          </p:grpSpPr>
          <p:sp>
            <p:nvSpPr>
              <p:cNvPr id="4012" name="Google Shape;4012;g2668d8541bd_0_503"/>
              <p:cNvSpPr/>
              <p:nvPr/>
            </p:nvSpPr>
            <p:spPr>
              <a:xfrm>
                <a:off x="5484875" y="5891022"/>
                <a:ext cx="2539" cy="48260"/>
              </a:xfrm>
              <a:custGeom>
                <a:rect b="b" l="l" r="r" t="t"/>
                <a:pathLst>
                  <a:path extrusionOk="0" h="48260" w="2539">
                    <a:moveTo>
                      <a:pt x="2286" y="0"/>
                    </a:moveTo>
                    <a:lnTo>
                      <a:pt x="1285" y="7191"/>
                    </a:lnTo>
                    <a:lnTo>
                      <a:pt x="571" y="14097"/>
                    </a:lnTo>
                    <a:lnTo>
                      <a:pt x="142" y="21002"/>
                    </a:lnTo>
                    <a:lnTo>
                      <a:pt x="0" y="28194"/>
                    </a:lnTo>
                    <a:lnTo>
                      <a:pt x="0" y="35052"/>
                    </a:lnTo>
                    <a:lnTo>
                      <a:pt x="1524" y="41148"/>
                    </a:lnTo>
                    <a:lnTo>
                      <a:pt x="2286" y="4800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3" name="Google Shape;4013;g2668d8541bd_0_503"/>
              <p:cNvSpPr/>
              <p:nvPr/>
            </p:nvSpPr>
            <p:spPr>
              <a:xfrm>
                <a:off x="5491733" y="5998464"/>
                <a:ext cx="6985" cy="56514"/>
              </a:xfrm>
              <a:custGeom>
                <a:rect b="b" l="l" r="r" t="t"/>
                <a:pathLst>
                  <a:path extrusionOk="0" h="56514" w="6985">
                    <a:moveTo>
                      <a:pt x="6858" y="0"/>
                    </a:moveTo>
                    <a:lnTo>
                      <a:pt x="3750" y="8560"/>
                    </a:lnTo>
                    <a:lnTo>
                      <a:pt x="1428" y="16478"/>
                    </a:lnTo>
                    <a:lnTo>
                      <a:pt x="107" y="24538"/>
                    </a:lnTo>
                    <a:lnTo>
                      <a:pt x="0" y="33528"/>
                    </a:lnTo>
                    <a:lnTo>
                      <a:pt x="762" y="41148"/>
                    </a:lnTo>
                    <a:lnTo>
                      <a:pt x="762" y="48768"/>
                    </a:lnTo>
                    <a:lnTo>
                      <a:pt x="762" y="5638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14" name="Google Shape;4014;g2668d8541bd_0_503"/>
            <p:cNvSpPr/>
            <p:nvPr/>
          </p:nvSpPr>
          <p:spPr>
            <a:xfrm>
              <a:off x="3455013" y="6810216"/>
              <a:ext cx="12378" cy="19496"/>
            </a:xfrm>
            <a:custGeom>
              <a:rect b="b" l="l" r="r" t="t"/>
              <a:pathLst>
                <a:path extrusionOk="0" h="14604" w="8889">
                  <a:moveTo>
                    <a:pt x="0" y="0"/>
                  </a:moveTo>
                  <a:lnTo>
                    <a:pt x="2286" y="4572"/>
                  </a:lnTo>
                  <a:lnTo>
                    <a:pt x="8382" y="9906"/>
                  </a:lnTo>
                  <a:lnTo>
                    <a:pt x="6096" y="13716"/>
                  </a:lnTo>
                  <a:lnTo>
                    <a:pt x="5334" y="14478"/>
                  </a:lnTo>
                  <a:lnTo>
                    <a:pt x="2286" y="13716"/>
                  </a:lnTo>
                  <a:lnTo>
                    <a:pt x="3810" y="11430"/>
                  </a:lnTo>
                  <a:lnTo>
                    <a:pt x="4572" y="9906"/>
                  </a:lnTo>
                  <a:lnTo>
                    <a:pt x="6858" y="990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15" name="Google Shape;4015;g2668d8541bd_0_503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144553" y="6484727"/>
              <a:ext cx="187872" cy="2624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6" name="Google Shape;4016;g2668d8541bd_0_503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8624229" y="6404376"/>
              <a:ext cx="120749" cy="1789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7" name="Google Shape;4017;g2668d8541bd_0_503"/>
            <p:cNvSpPr/>
            <p:nvPr/>
          </p:nvSpPr>
          <p:spPr>
            <a:xfrm>
              <a:off x="8823756" y="6448128"/>
              <a:ext cx="3537" cy="8477"/>
            </a:xfrm>
            <a:custGeom>
              <a:rect b="b" l="l" r="r" t="t"/>
              <a:pathLst>
                <a:path extrusionOk="0" h="6350" w="2540">
                  <a:moveTo>
                    <a:pt x="2285" y="6095"/>
                  </a:moveTo>
                  <a:lnTo>
                    <a:pt x="1523" y="3809"/>
                  </a:lnTo>
                  <a:lnTo>
                    <a:pt x="761" y="2285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18" name="Google Shape;4018;g2668d8541bd_0_503"/>
            <p:cNvGrpSpPr/>
            <p:nvPr/>
          </p:nvGrpSpPr>
          <p:grpSpPr>
            <a:xfrm>
              <a:off x="8911936" y="6328200"/>
              <a:ext cx="295059" cy="213628"/>
              <a:chOff x="9083026" y="5221973"/>
              <a:chExt cx="211861" cy="160045"/>
            </a:xfrm>
          </p:grpSpPr>
          <p:pic>
            <p:nvPicPr>
              <p:cNvPr id="4019" name="Google Shape;4019;g2668d8541bd_0_503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9083026" y="5237213"/>
                <a:ext cx="67843" cy="1448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20" name="Google Shape;4020;g2668d8541bd_0_503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9190468" y="5221973"/>
                <a:ext cx="104419" cy="1500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21" name="Google Shape;4021;g2668d8541bd_0_503"/>
            <p:cNvGrpSpPr/>
            <p:nvPr/>
          </p:nvGrpSpPr>
          <p:grpSpPr>
            <a:xfrm>
              <a:off x="2001194" y="5617248"/>
              <a:ext cx="3447978" cy="1913214"/>
              <a:chOff x="4120895" y="4689348"/>
              <a:chExt cx="2475751" cy="1433334"/>
            </a:xfrm>
          </p:grpSpPr>
          <p:sp>
            <p:nvSpPr>
              <p:cNvPr id="4022" name="Google Shape;4022;g2668d8541bd_0_503"/>
              <p:cNvSpPr/>
              <p:nvPr/>
            </p:nvSpPr>
            <p:spPr>
              <a:xfrm>
                <a:off x="4258817" y="4689348"/>
                <a:ext cx="129539" cy="1358264"/>
              </a:xfrm>
              <a:custGeom>
                <a:rect b="b" l="l" r="r" t="t"/>
                <a:pathLst>
                  <a:path extrusionOk="0" h="1358264" w="129539">
                    <a:moveTo>
                      <a:pt x="0" y="0"/>
                    </a:moveTo>
                    <a:lnTo>
                      <a:pt x="8382" y="38100"/>
                    </a:lnTo>
                    <a:lnTo>
                      <a:pt x="21026" y="75176"/>
                    </a:lnTo>
                    <a:lnTo>
                      <a:pt x="25146" y="87630"/>
                    </a:lnTo>
                    <a:lnTo>
                      <a:pt x="38433" y="139386"/>
                    </a:lnTo>
                    <a:lnTo>
                      <a:pt x="44922" y="191714"/>
                    </a:lnTo>
                    <a:lnTo>
                      <a:pt x="48756" y="260913"/>
                    </a:lnTo>
                    <a:lnTo>
                      <a:pt x="49530" y="295656"/>
                    </a:lnTo>
                    <a:lnTo>
                      <a:pt x="50244" y="321933"/>
                    </a:lnTo>
                    <a:lnTo>
                      <a:pt x="51244" y="348138"/>
                    </a:lnTo>
                    <a:lnTo>
                      <a:pt x="52530" y="374201"/>
                    </a:lnTo>
                    <a:lnTo>
                      <a:pt x="54102" y="400050"/>
                    </a:lnTo>
                    <a:lnTo>
                      <a:pt x="55697" y="427362"/>
                    </a:lnTo>
                    <a:lnTo>
                      <a:pt x="57150" y="454533"/>
                    </a:lnTo>
                    <a:lnTo>
                      <a:pt x="58602" y="481703"/>
                    </a:lnTo>
                    <a:lnTo>
                      <a:pt x="60198" y="509016"/>
                    </a:lnTo>
                    <a:lnTo>
                      <a:pt x="61781" y="538162"/>
                    </a:lnTo>
                    <a:lnTo>
                      <a:pt x="63150" y="567309"/>
                    </a:lnTo>
                    <a:lnTo>
                      <a:pt x="64377" y="596455"/>
                    </a:lnTo>
                    <a:lnTo>
                      <a:pt x="65532" y="625602"/>
                    </a:lnTo>
                    <a:lnTo>
                      <a:pt x="67508" y="654867"/>
                    </a:lnTo>
                    <a:lnTo>
                      <a:pt x="72604" y="713684"/>
                    </a:lnTo>
                    <a:lnTo>
                      <a:pt x="79378" y="778383"/>
                    </a:lnTo>
                    <a:lnTo>
                      <a:pt x="89261" y="849249"/>
                    </a:lnTo>
                    <a:lnTo>
                      <a:pt x="94488" y="884682"/>
                    </a:lnTo>
                    <a:lnTo>
                      <a:pt x="98167" y="911090"/>
                    </a:lnTo>
                    <a:lnTo>
                      <a:pt x="102203" y="937641"/>
                    </a:lnTo>
                    <a:lnTo>
                      <a:pt x="106382" y="964191"/>
                    </a:lnTo>
                    <a:lnTo>
                      <a:pt x="110490" y="990600"/>
                    </a:lnTo>
                    <a:lnTo>
                      <a:pt x="113776" y="1015293"/>
                    </a:lnTo>
                    <a:lnTo>
                      <a:pt x="116776" y="1040129"/>
                    </a:lnTo>
                    <a:lnTo>
                      <a:pt x="119491" y="1064966"/>
                    </a:lnTo>
                    <a:lnTo>
                      <a:pt x="121920" y="1089660"/>
                    </a:lnTo>
                    <a:lnTo>
                      <a:pt x="123944" y="1109781"/>
                    </a:lnTo>
                    <a:lnTo>
                      <a:pt x="126849" y="1150310"/>
                    </a:lnTo>
                    <a:lnTo>
                      <a:pt x="129063" y="1200912"/>
                    </a:lnTo>
                    <a:lnTo>
                      <a:pt x="129540" y="1231392"/>
                    </a:lnTo>
                    <a:lnTo>
                      <a:pt x="129516" y="1241667"/>
                    </a:lnTo>
                    <a:lnTo>
                      <a:pt x="129349" y="1251870"/>
                    </a:lnTo>
                    <a:lnTo>
                      <a:pt x="128897" y="1261931"/>
                    </a:lnTo>
                    <a:lnTo>
                      <a:pt x="128016" y="1271778"/>
                    </a:lnTo>
                    <a:lnTo>
                      <a:pt x="126492" y="1280160"/>
                    </a:lnTo>
                    <a:lnTo>
                      <a:pt x="125730" y="1288542"/>
                    </a:lnTo>
                    <a:lnTo>
                      <a:pt x="124968" y="1296162"/>
                    </a:lnTo>
                    <a:lnTo>
                      <a:pt x="124206" y="1302258"/>
                    </a:lnTo>
                    <a:lnTo>
                      <a:pt x="124206" y="1308354"/>
                    </a:lnTo>
                    <a:lnTo>
                      <a:pt x="124206" y="1313688"/>
                    </a:lnTo>
                    <a:lnTo>
                      <a:pt x="124336" y="1321689"/>
                    </a:lnTo>
                    <a:lnTo>
                      <a:pt x="124682" y="1329689"/>
                    </a:lnTo>
                    <a:lnTo>
                      <a:pt x="125170" y="1337690"/>
                    </a:lnTo>
                    <a:lnTo>
                      <a:pt x="125730" y="1345692"/>
                    </a:lnTo>
                    <a:lnTo>
                      <a:pt x="126492" y="1349502"/>
                    </a:lnTo>
                    <a:lnTo>
                      <a:pt x="126492" y="1354074"/>
                    </a:lnTo>
                    <a:lnTo>
                      <a:pt x="126492" y="1357884"/>
                    </a:lnTo>
                    <a:lnTo>
                      <a:pt x="126349" y="1350252"/>
                    </a:lnTo>
                    <a:lnTo>
                      <a:pt x="125920" y="1343120"/>
                    </a:lnTo>
                    <a:lnTo>
                      <a:pt x="125206" y="1336131"/>
                    </a:lnTo>
                    <a:lnTo>
                      <a:pt x="124206" y="132892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3" name="Google Shape;4023;g2668d8541bd_0_503"/>
              <p:cNvSpPr/>
              <p:nvPr/>
            </p:nvSpPr>
            <p:spPr>
              <a:xfrm>
                <a:off x="4120895" y="5810250"/>
                <a:ext cx="2364104" cy="157479"/>
              </a:xfrm>
              <a:custGeom>
                <a:rect b="b" l="l" r="r" t="t"/>
                <a:pathLst>
                  <a:path extrusionOk="0" h="157479" w="2364104">
                    <a:moveTo>
                      <a:pt x="0" y="156972"/>
                    </a:moveTo>
                    <a:lnTo>
                      <a:pt x="18847" y="157055"/>
                    </a:lnTo>
                    <a:lnTo>
                      <a:pt x="37623" y="157067"/>
                    </a:lnTo>
                    <a:lnTo>
                      <a:pt x="56257" y="156650"/>
                    </a:lnTo>
                    <a:lnTo>
                      <a:pt x="74676" y="155448"/>
                    </a:lnTo>
                    <a:lnTo>
                      <a:pt x="115252" y="151649"/>
                    </a:lnTo>
                    <a:lnTo>
                      <a:pt x="155829" y="147351"/>
                    </a:lnTo>
                    <a:lnTo>
                      <a:pt x="196405" y="142910"/>
                    </a:lnTo>
                    <a:lnTo>
                      <a:pt x="236982" y="138684"/>
                    </a:lnTo>
                    <a:lnTo>
                      <a:pt x="272867" y="134957"/>
                    </a:lnTo>
                    <a:lnTo>
                      <a:pt x="308609" y="131730"/>
                    </a:lnTo>
                    <a:lnTo>
                      <a:pt x="344352" y="128932"/>
                    </a:lnTo>
                    <a:lnTo>
                      <a:pt x="380238" y="126492"/>
                    </a:lnTo>
                    <a:lnTo>
                      <a:pt x="421838" y="123622"/>
                    </a:lnTo>
                    <a:lnTo>
                      <a:pt x="463296" y="120681"/>
                    </a:lnTo>
                    <a:lnTo>
                      <a:pt x="504753" y="117598"/>
                    </a:lnTo>
                    <a:lnTo>
                      <a:pt x="546354" y="114300"/>
                    </a:lnTo>
                    <a:lnTo>
                      <a:pt x="593217" y="110740"/>
                    </a:lnTo>
                    <a:lnTo>
                      <a:pt x="640080" y="106965"/>
                    </a:lnTo>
                    <a:lnTo>
                      <a:pt x="686943" y="103048"/>
                    </a:lnTo>
                    <a:lnTo>
                      <a:pt x="733806" y="99060"/>
                    </a:lnTo>
                    <a:lnTo>
                      <a:pt x="783085" y="95071"/>
                    </a:lnTo>
                    <a:lnTo>
                      <a:pt x="832580" y="91154"/>
                    </a:lnTo>
                    <a:lnTo>
                      <a:pt x="882217" y="87379"/>
                    </a:lnTo>
                    <a:lnTo>
                      <a:pt x="931926" y="83820"/>
                    </a:lnTo>
                    <a:lnTo>
                      <a:pt x="981075" y="80986"/>
                    </a:lnTo>
                    <a:lnTo>
                      <a:pt x="1030224" y="78295"/>
                    </a:lnTo>
                    <a:lnTo>
                      <a:pt x="1079373" y="75890"/>
                    </a:lnTo>
                    <a:lnTo>
                      <a:pt x="1128522" y="73913"/>
                    </a:lnTo>
                    <a:lnTo>
                      <a:pt x="1176070" y="72767"/>
                    </a:lnTo>
                    <a:lnTo>
                      <a:pt x="1223619" y="71877"/>
                    </a:lnTo>
                    <a:lnTo>
                      <a:pt x="1271168" y="70951"/>
                    </a:lnTo>
                    <a:lnTo>
                      <a:pt x="1318717" y="69695"/>
                    </a:lnTo>
                    <a:lnTo>
                      <a:pt x="1366266" y="67817"/>
                    </a:lnTo>
                    <a:lnTo>
                      <a:pt x="1416238" y="64911"/>
                    </a:lnTo>
                    <a:lnTo>
                      <a:pt x="1466147" y="61424"/>
                    </a:lnTo>
                    <a:lnTo>
                      <a:pt x="1516003" y="57490"/>
                    </a:lnTo>
                    <a:lnTo>
                      <a:pt x="1565814" y="53244"/>
                    </a:lnTo>
                    <a:lnTo>
                      <a:pt x="1615590" y="48820"/>
                    </a:lnTo>
                    <a:lnTo>
                      <a:pt x="1665339" y="44350"/>
                    </a:lnTo>
                    <a:lnTo>
                      <a:pt x="1715070" y="39970"/>
                    </a:lnTo>
                    <a:lnTo>
                      <a:pt x="1764792" y="35813"/>
                    </a:lnTo>
                    <a:lnTo>
                      <a:pt x="1809940" y="32515"/>
                    </a:lnTo>
                    <a:lnTo>
                      <a:pt x="1855089" y="29432"/>
                    </a:lnTo>
                    <a:lnTo>
                      <a:pt x="1900237" y="26491"/>
                    </a:lnTo>
                    <a:lnTo>
                      <a:pt x="1945386" y="23621"/>
                    </a:lnTo>
                    <a:lnTo>
                      <a:pt x="1986093" y="21335"/>
                    </a:lnTo>
                    <a:lnTo>
                      <a:pt x="2027015" y="19049"/>
                    </a:lnTo>
                    <a:lnTo>
                      <a:pt x="2068079" y="16763"/>
                    </a:lnTo>
                    <a:lnTo>
                      <a:pt x="2109216" y="14477"/>
                    </a:lnTo>
                    <a:lnTo>
                      <a:pt x="2144077" y="12763"/>
                    </a:lnTo>
                    <a:lnTo>
                      <a:pt x="2178939" y="11048"/>
                    </a:lnTo>
                    <a:lnTo>
                      <a:pt x="2213800" y="9334"/>
                    </a:lnTo>
                    <a:lnTo>
                      <a:pt x="2248662" y="7619"/>
                    </a:lnTo>
                    <a:lnTo>
                      <a:pt x="2270509" y="6738"/>
                    </a:lnTo>
                    <a:lnTo>
                      <a:pt x="2292572" y="6286"/>
                    </a:lnTo>
                    <a:lnTo>
                      <a:pt x="2314777" y="6119"/>
                    </a:lnTo>
                    <a:lnTo>
                      <a:pt x="2337054" y="6095"/>
                    </a:lnTo>
                    <a:lnTo>
                      <a:pt x="2342399" y="5798"/>
                    </a:lnTo>
                    <a:lnTo>
                      <a:pt x="2350103" y="5429"/>
                    </a:lnTo>
                    <a:lnTo>
                      <a:pt x="2357949" y="5774"/>
                    </a:lnTo>
                    <a:lnTo>
                      <a:pt x="2363724" y="7619"/>
                    </a:lnTo>
                    <a:lnTo>
                      <a:pt x="2363724" y="8381"/>
                    </a:lnTo>
                    <a:lnTo>
                      <a:pt x="2363724" y="9143"/>
                    </a:lnTo>
                    <a:lnTo>
                      <a:pt x="2353044" y="8143"/>
                    </a:lnTo>
                    <a:lnTo>
                      <a:pt x="2344007" y="6286"/>
                    </a:lnTo>
                    <a:lnTo>
                      <a:pt x="2335113" y="3571"/>
                    </a:lnTo>
                    <a:lnTo>
                      <a:pt x="2324862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4" name="Google Shape;4024;g2668d8541bd_0_503"/>
              <p:cNvSpPr/>
              <p:nvPr/>
            </p:nvSpPr>
            <p:spPr>
              <a:xfrm>
                <a:off x="5150358" y="5602224"/>
                <a:ext cx="16510" cy="19050"/>
              </a:xfrm>
              <a:custGeom>
                <a:rect b="b" l="l" r="r" t="t"/>
                <a:pathLst>
                  <a:path extrusionOk="0" h="19050" w="16510">
                    <a:moveTo>
                      <a:pt x="1524" y="762"/>
                    </a:moveTo>
                    <a:lnTo>
                      <a:pt x="6096" y="762"/>
                    </a:lnTo>
                    <a:lnTo>
                      <a:pt x="9906" y="762"/>
                    </a:lnTo>
                    <a:lnTo>
                      <a:pt x="13716" y="0"/>
                    </a:lnTo>
                    <a:lnTo>
                      <a:pt x="14478" y="4572"/>
                    </a:lnTo>
                    <a:lnTo>
                      <a:pt x="16002" y="11430"/>
                    </a:lnTo>
                    <a:lnTo>
                      <a:pt x="13716" y="15240"/>
                    </a:lnTo>
                    <a:lnTo>
                      <a:pt x="11430" y="18288"/>
                    </a:lnTo>
                    <a:lnTo>
                      <a:pt x="6858" y="19050"/>
                    </a:lnTo>
                    <a:lnTo>
                      <a:pt x="3048" y="18288"/>
                    </a:lnTo>
                    <a:lnTo>
                      <a:pt x="1524" y="17526"/>
                    </a:lnTo>
                    <a:lnTo>
                      <a:pt x="0" y="16002"/>
                    </a:lnTo>
                    <a:lnTo>
                      <a:pt x="1524" y="13716"/>
                    </a:lnTo>
                    <a:lnTo>
                      <a:pt x="3810" y="11430"/>
                    </a:lnTo>
                    <a:lnTo>
                      <a:pt x="6096" y="914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5" name="Google Shape;4025;g2668d8541bd_0_503"/>
              <p:cNvSpPr/>
              <p:nvPr/>
            </p:nvSpPr>
            <p:spPr>
              <a:xfrm>
                <a:off x="5368289" y="5671601"/>
                <a:ext cx="28575" cy="18414"/>
              </a:xfrm>
              <a:custGeom>
                <a:rect b="b" l="l" r="r" t="t"/>
                <a:pathLst>
                  <a:path extrusionOk="0" h="18414" w="28575">
                    <a:moveTo>
                      <a:pt x="0" y="9108"/>
                    </a:moveTo>
                    <a:lnTo>
                      <a:pt x="3417" y="5976"/>
                    </a:lnTo>
                    <a:lnTo>
                      <a:pt x="8477" y="2345"/>
                    </a:lnTo>
                    <a:lnTo>
                      <a:pt x="14251" y="0"/>
                    </a:lnTo>
                    <a:lnTo>
                      <a:pt x="19811" y="726"/>
                    </a:lnTo>
                    <a:lnTo>
                      <a:pt x="22860" y="2250"/>
                    </a:lnTo>
                    <a:lnTo>
                      <a:pt x="24384" y="6822"/>
                    </a:lnTo>
                    <a:lnTo>
                      <a:pt x="25146" y="10632"/>
                    </a:lnTo>
                    <a:lnTo>
                      <a:pt x="25908" y="13680"/>
                    </a:lnTo>
                    <a:lnTo>
                      <a:pt x="25146" y="15204"/>
                    </a:lnTo>
                    <a:lnTo>
                      <a:pt x="22098" y="16728"/>
                    </a:lnTo>
                    <a:lnTo>
                      <a:pt x="20574" y="17490"/>
                    </a:lnTo>
                    <a:lnTo>
                      <a:pt x="19812" y="17490"/>
                    </a:lnTo>
                    <a:lnTo>
                      <a:pt x="18288" y="18252"/>
                    </a:lnTo>
                    <a:lnTo>
                      <a:pt x="20574" y="15966"/>
                    </a:lnTo>
                    <a:lnTo>
                      <a:pt x="19812" y="15966"/>
                    </a:lnTo>
                    <a:lnTo>
                      <a:pt x="22860" y="14442"/>
                    </a:lnTo>
                    <a:lnTo>
                      <a:pt x="24384" y="12918"/>
                    </a:lnTo>
                    <a:lnTo>
                      <a:pt x="26670" y="11394"/>
                    </a:lnTo>
                    <a:lnTo>
                      <a:pt x="28194" y="1063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6" name="Google Shape;4026;g2668d8541bd_0_503"/>
              <p:cNvSpPr/>
              <p:nvPr/>
            </p:nvSpPr>
            <p:spPr>
              <a:xfrm>
                <a:off x="5398769" y="5662422"/>
                <a:ext cx="20954" cy="10160"/>
              </a:xfrm>
              <a:custGeom>
                <a:rect b="b" l="l" r="r" t="t"/>
                <a:pathLst>
                  <a:path extrusionOk="0" h="10160" w="20954">
                    <a:moveTo>
                      <a:pt x="20574" y="9906"/>
                    </a:moveTo>
                    <a:lnTo>
                      <a:pt x="10668" y="7620"/>
                    </a:lnTo>
                    <a:lnTo>
                      <a:pt x="12192" y="7620"/>
                    </a:lnTo>
                    <a:lnTo>
                      <a:pt x="6096" y="6858"/>
                    </a:lnTo>
                    <a:lnTo>
                      <a:pt x="0" y="6096"/>
                    </a:lnTo>
                    <a:lnTo>
                      <a:pt x="2286" y="6096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7" name="Google Shape;4027;g2668d8541bd_0_503"/>
              <p:cNvSpPr/>
              <p:nvPr/>
            </p:nvSpPr>
            <p:spPr>
              <a:xfrm>
                <a:off x="5696711" y="5714238"/>
                <a:ext cx="30479" cy="9525"/>
              </a:xfrm>
              <a:custGeom>
                <a:rect b="b" l="l" r="r" t="t"/>
                <a:pathLst>
                  <a:path extrusionOk="0" h="9525" w="30479">
                    <a:moveTo>
                      <a:pt x="0" y="0"/>
                    </a:moveTo>
                    <a:lnTo>
                      <a:pt x="9144" y="761"/>
                    </a:lnTo>
                    <a:lnTo>
                      <a:pt x="15240" y="761"/>
                    </a:lnTo>
                    <a:lnTo>
                      <a:pt x="23622" y="4571"/>
                    </a:lnTo>
                    <a:lnTo>
                      <a:pt x="28956" y="6095"/>
                    </a:lnTo>
                    <a:lnTo>
                      <a:pt x="28194" y="7619"/>
                    </a:lnTo>
                    <a:lnTo>
                      <a:pt x="27432" y="8381"/>
                    </a:lnTo>
                    <a:lnTo>
                      <a:pt x="24384" y="9143"/>
                    </a:lnTo>
                    <a:lnTo>
                      <a:pt x="22098" y="9143"/>
                    </a:lnTo>
                    <a:lnTo>
                      <a:pt x="21336" y="9143"/>
                    </a:lnTo>
                    <a:lnTo>
                      <a:pt x="20574" y="9143"/>
                    </a:lnTo>
                    <a:lnTo>
                      <a:pt x="19812" y="9143"/>
                    </a:lnTo>
                    <a:lnTo>
                      <a:pt x="19050" y="9143"/>
                    </a:lnTo>
                    <a:lnTo>
                      <a:pt x="18288" y="9143"/>
                    </a:lnTo>
                    <a:lnTo>
                      <a:pt x="20574" y="9143"/>
                    </a:lnTo>
                    <a:lnTo>
                      <a:pt x="22860" y="9143"/>
                    </a:lnTo>
                    <a:lnTo>
                      <a:pt x="25908" y="8381"/>
                    </a:lnTo>
                    <a:lnTo>
                      <a:pt x="27432" y="7619"/>
                    </a:lnTo>
                    <a:lnTo>
                      <a:pt x="28956" y="6857"/>
                    </a:lnTo>
                    <a:lnTo>
                      <a:pt x="30480" y="6095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028" name="Google Shape;4028;g2668d8541bd_0_503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6452603" y="5968733"/>
                <a:ext cx="144043" cy="1539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29" name="Google Shape;4029;g2668d8541bd_0_503"/>
              <p:cNvSpPr/>
              <p:nvPr/>
            </p:nvSpPr>
            <p:spPr>
              <a:xfrm>
                <a:off x="6028944" y="5748528"/>
                <a:ext cx="18414" cy="24129"/>
              </a:xfrm>
              <a:custGeom>
                <a:rect b="b" l="l" r="r" t="t"/>
                <a:pathLst>
                  <a:path extrusionOk="0" h="24129" w="18414">
                    <a:moveTo>
                      <a:pt x="0" y="3810"/>
                    </a:moveTo>
                    <a:lnTo>
                      <a:pt x="9906" y="3810"/>
                    </a:lnTo>
                    <a:lnTo>
                      <a:pt x="16002" y="0"/>
                    </a:lnTo>
                    <a:lnTo>
                      <a:pt x="16764" y="11430"/>
                    </a:lnTo>
                    <a:lnTo>
                      <a:pt x="17526" y="14478"/>
                    </a:lnTo>
                    <a:lnTo>
                      <a:pt x="18288" y="20574"/>
                    </a:lnTo>
                    <a:lnTo>
                      <a:pt x="16002" y="22860"/>
                    </a:lnTo>
                    <a:lnTo>
                      <a:pt x="15240" y="23622"/>
                    </a:lnTo>
                    <a:lnTo>
                      <a:pt x="12954" y="22860"/>
                    </a:lnTo>
                    <a:lnTo>
                      <a:pt x="11430" y="22860"/>
                    </a:lnTo>
                    <a:lnTo>
                      <a:pt x="11430" y="20574"/>
                    </a:lnTo>
                    <a:lnTo>
                      <a:pt x="10668" y="17526"/>
                    </a:lnTo>
                    <a:lnTo>
                      <a:pt x="10668" y="15240"/>
                    </a:lnTo>
                    <a:lnTo>
                      <a:pt x="11430" y="14478"/>
                    </a:lnTo>
                    <a:lnTo>
                      <a:pt x="12192" y="13716"/>
                    </a:lnTo>
                    <a:lnTo>
                      <a:pt x="12192" y="1295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0" name="Google Shape;4030;g2668d8541bd_0_503"/>
              <p:cNvSpPr/>
              <p:nvPr/>
            </p:nvSpPr>
            <p:spPr>
              <a:xfrm>
                <a:off x="6310122" y="5792724"/>
                <a:ext cx="36829" cy="38100"/>
              </a:xfrm>
              <a:custGeom>
                <a:rect b="b" l="l" r="r" t="t"/>
                <a:pathLst>
                  <a:path extrusionOk="0" h="38100" w="36829">
                    <a:moveTo>
                      <a:pt x="11429" y="19812"/>
                    </a:moveTo>
                    <a:lnTo>
                      <a:pt x="9143" y="11430"/>
                    </a:lnTo>
                    <a:lnTo>
                      <a:pt x="6095" y="9144"/>
                    </a:lnTo>
                    <a:lnTo>
                      <a:pt x="11429" y="7620"/>
                    </a:lnTo>
                    <a:lnTo>
                      <a:pt x="16001" y="7620"/>
                    </a:lnTo>
                    <a:lnTo>
                      <a:pt x="19049" y="6096"/>
                    </a:lnTo>
                    <a:lnTo>
                      <a:pt x="21335" y="10668"/>
                    </a:lnTo>
                    <a:lnTo>
                      <a:pt x="23621" y="16002"/>
                    </a:lnTo>
                    <a:lnTo>
                      <a:pt x="23621" y="23622"/>
                    </a:lnTo>
                    <a:lnTo>
                      <a:pt x="19049" y="26670"/>
                    </a:lnTo>
                    <a:lnTo>
                      <a:pt x="16001" y="28956"/>
                    </a:lnTo>
                    <a:lnTo>
                      <a:pt x="6095" y="30480"/>
                    </a:lnTo>
                    <a:lnTo>
                      <a:pt x="3047" y="27432"/>
                    </a:lnTo>
                    <a:lnTo>
                      <a:pt x="0" y="24384"/>
                    </a:lnTo>
                    <a:lnTo>
                      <a:pt x="3809" y="13716"/>
                    </a:lnTo>
                    <a:lnTo>
                      <a:pt x="6095" y="11430"/>
                    </a:lnTo>
                    <a:lnTo>
                      <a:pt x="10667" y="6096"/>
                    </a:lnTo>
                    <a:lnTo>
                      <a:pt x="16763" y="4572"/>
                    </a:lnTo>
                    <a:lnTo>
                      <a:pt x="23621" y="4572"/>
                    </a:lnTo>
                    <a:lnTo>
                      <a:pt x="28955" y="3810"/>
                    </a:lnTo>
                    <a:lnTo>
                      <a:pt x="29717" y="5334"/>
                    </a:lnTo>
                    <a:lnTo>
                      <a:pt x="30479" y="10668"/>
                    </a:lnTo>
                    <a:lnTo>
                      <a:pt x="30479" y="16764"/>
                    </a:lnTo>
                    <a:lnTo>
                      <a:pt x="28193" y="19812"/>
                    </a:lnTo>
                    <a:lnTo>
                      <a:pt x="22859" y="22860"/>
                    </a:lnTo>
                    <a:lnTo>
                      <a:pt x="19049" y="25146"/>
                    </a:lnTo>
                    <a:lnTo>
                      <a:pt x="15239" y="24384"/>
                    </a:lnTo>
                    <a:lnTo>
                      <a:pt x="10667" y="24384"/>
                    </a:lnTo>
                    <a:lnTo>
                      <a:pt x="9905" y="18288"/>
                    </a:lnTo>
                    <a:lnTo>
                      <a:pt x="9143" y="12954"/>
                    </a:lnTo>
                    <a:lnTo>
                      <a:pt x="13715" y="7620"/>
                    </a:lnTo>
                    <a:lnTo>
                      <a:pt x="18287" y="3048"/>
                    </a:lnTo>
                    <a:lnTo>
                      <a:pt x="24383" y="0"/>
                    </a:lnTo>
                    <a:lnTo>
                      <a:pt x="30479" y="0"/>
                    </a:lnTo>
                    <a:lnTo>
                      <a:pt x="36575" y="762"/>
                    </a:lnTo>
                    <a:lnTo>
                      <a:pt x="35813" y="12192"/>
                    </a:lnTo>
                    <a:lnTo>
                      <a:pt x="35051" y="16002"/>
                    </a:lnTo>
                    <a:lnTo>
                      <a:pt x="34289" y="23622"/>
                    </a:lnTo>
                    <a:lnTo>
                      <a:pt x="28193" y="31242"/>
                    </a:lnTo>
                    <a:lnTo>
                      <a:pt x="22097" y="35814"/>
                    </a:lnTo>
                    <a:lnTo>
                      <a:pt x="19049" y="38100"/>
                    </a:lnTo>
                    <a:lnTo>
                      <a:pt x="16763" y="38100"/>
                    </a:lnTo>
                    <a:lnTo>
                      <a:pt x="13715" y="38100"/>
                    </a:lnTo>
                    <a:lnTo>
                      <a:pt x="12953" y="35052"/>
                    </a:lnTo>
                    <a:lnTo>
                      <a:pt x="11429" y="31242"/>
                    </a:lnTo>
                    <a:lnTo>
                      <a:pt x="12191" y="27432"/>
                    </a:lnTo>
                    <a:lnTo>
                      <a:pt x="13715" y="22860"/>
                    </a:lnTo>
                    <a:lnTo>
                      <a:pt x="15239" y="20574"/>
                    </a:lnTo>
                    <a:lnTo>
                      <a:pt x="16001" y="1600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31" name="Google Shape;4031;g2668d8541bd_0_503"/>
            <p:cNvGrpSpPr/>
            <p:nvPr/>
          </p:nvGrpSpPr>
          <p:grpSpPr>
            <a:xfrm>
              <a:off x="6686959" y="5982010"/>
              <a:ext cx="1251686" cy="1440068"/>
              <a:chOff x="7485411" y="4962620"/>
              <a:chExt cx="898748" cy="1078864"/>
            </a:xfrm>
          </p:grpSpPr>
          <p:sp>
            <p:nvSpPr>
              <p:cNvPr id="4032" name="Google Shape;4032;g2668d8541bd_0_503"/>
              <p:cNvSpPr/>
              <p:nvPr/>
            </p:nvSpPr>
            <p:spPr>
              <a:xfrm>
                <a:off x="7485411" y="5580887"/>
                <a:ext cx="645795" cy="65404"/>
              </a:xfrm>
              <a:custGeom>
                <a:rect b="b" l="l" r="r" t="t"/>
                <a:pathLst>
                  <a:path extrusionOk="0" h="65404" w="645795">
                    <a:moveTo>
                      <a:pt x="17240" y="51054"/>
                    </a:moveTo>
                    <a:lnTo>
                      <a:pt x="654" y="56197"/>
                    </a:lnTo>
                    <a:lnTo>
                      <a:pt x="0" y="55626"/>
                    </a:lnTo>
                    <a:lnTo>
                      <a:pt x="4917" y="54483"/>
                    </a:lnTo>
                    <a:lnTo>
                      <a:pt x="5048" y="57912"/>
                    </a:lnTo>
                    <a:lnTo>
                      <a:pt x="17633" y="61233"/>
                    </a:lnTo>
                    <a:lnTo>
                      <a:pt x="30289" y="63341"/>
                    </a:lnTo>
                    <a:lnTo>
                      <a:pt x="43088" y="64448"/>
                    </a:lnTo>
                    <a:lnTo>
                      <a:pt x="56102" y="64770"/>
                    </a:lnTo>
                    <a:lnTo>
                      <a:pt x="90261" y="64865"/>
                    </a:lnTo>
                    <a:lnTo>
                      <a:pt x="124205" y="63246"/>
                    </a:lnTo>
                    <a:lnTo>
                      <a:pt x="191738" y="57150"/>
                    </a:lnTo>
                    <a:lnTo>
                      <a:pt x="241115" y="51047"/>
                    </a:lnTo>
                    <a:lnTo>
                      <a:pt x="290493" y="44726"/>
                    </a:lnTo>
                    <a:lnTo>
                      <a:pt x="339871" y="38331"/>
                    </a:lnTo>
                    <a:lnTo>
                      <a:pt x="389248" y="32010"/>
                    </a:lnTo>
                    <a:lnTo>
                      <a:pt x="438626" y="25908"/>
                    </a:lnTo>
                    <a:lnTo>
                      <a:pt x="475333" y="21240"/>
                    </a:lnTo>
                    <a:lnTo>
                      <a:pt x="512254" y="16573"/>
                    </a:lnTo>
                    <a:lnTo>
                      <a:pt x="549318" y="12192"/>
                    </a:lnTo>
                    <a:lnTo>
                      <a:pt x="586454" y="8382"/>
                    </a:lnTo>
                    <a:lnTo>
                      <a:pt x="600051" y="7239"/>
                    </a:lnTo>
                    <a:lnTo>
                      <a:pt x="613505" y="6096"/>
                    </a:lnTo>
                    <a:lnTo>
                      <a:pt x="626959" y="4953"/>
                    </a:lnTo>
                    <a:lnTo>
                      <a:pt x="640556" y="3810"/>
                    </a:lnTo>
                    <a:lnTo>
                      <a:pt x="645747" y="3357"/>
                    </a:lnTo>
                    <a:lnTo>
                      <a:pt x="645509" y="3048"/>
                    </a:lnTo>
                    <a:lnTo>
                      <a:pt x="643556" y="2738"/>
                    </a:lnTo>
                    <a:lnTo>
                      <a:pt x="643604" y="2286"/>
                    </a:lnTo>
                    <a:lnTo>
                      <a:pt x="635722" y="2143"/>
                    </a:lnTo>
                    <a:lnTo>
                      <a:pt x="627983" y="1714"/>
                    </a:lnTo>
                    <a:lnTo>
                      <a:pt x="620244" y="1000"/>
                    </a:lnTo>
                    <a:lnTo>
                      <a:pt x="612362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3" name="Google Shape;4033;g2668d8541bd_0_503"/>
              <p:cNvSpPr/>
              <p:nvPr/>
            </p:nvSpPr>
            <p:spPr>
              <a:xfrm>
                <a:off x="8143494" y="4962620"/>
                <a:ext cx="240665" cy="1078864"/>
              </a:xfrm>
              <a:custGeom>
                <a:rect b="b" l="l" r="r" t="t"/>
                <a:pathLst>
                  <a:path extrusionOk="0" h="1078864" w="240665">
                    <a:moveTo>
                      <a:pt x="0" y="4857"/>
                    </a:moveTo>
                    <a:lnTo>
                      <a:pt x="11179" y="964"/>
                    </a:lnTo>
                    <a:lnTo>
                      <a:pt x="19145" y="0"/>
                    </a:lnTo>
                    <a:lnTo>
                      <a:pt x="26681" y="2607"/>
                    </a:lnTo>
                    <a:lnTo>
                      <a:pt x="58769" y="29908"/>
                    </a:lnTo>
                    <a:lnTo>
                      <a:pt x="90904" y="77759"/>
                    </a:lnTo>
                    <a:lnTo>
                      <a:pt x="114788" y="126503"/>
                    </a:lnTo>
                    <a:lnTo>
                      <a:pt x="125730" y="151161"/>
                    </a:lnTo>
                    <a:lnTo>
                      <a:pt x="146446" y="195214"/>
                    </a:lnTo>
                    <a:lnTo>
                      <a:pt x="166878" y="239553"/>
                    </a:lnTo>
                    <a:lnTo>
                      <a:pt x="186166" y="284464"/>
                    </a:lnTo>
                    <a:lnTo>
                      <a:pt x="203454" y="330231"/>
                    </a:lnTo>
                    <a:lnTo>
                      <a:pt x="222885" y="394906"/>
                    </a:lnTo>
                    <a:lnTo>
                      <a:pt x="235458" y="461295"/>
                    </a:lnTo>
                    <a:lnTo>
                      <a:pt x="240601" y="531018"/>
                    </a:lnTo>
                    <a:lnTo>
                      <a:pt x="240172" y="565880"/>
                    </a:lnTo>
                    <a:lnTo>
                      <a:pt x="233136" y="634210"/>
                    </a:lnTo>
                    <a:lnTo>
                      <a:pt x="218777" y="700289"/>
                    </a:lnTo>
                    <a:lnTo>
                      <a:pt x="202751" y="761785"/>
                    </a:lnTo>
                    <a:lnTo>
                      <a:pt x="187059" y="818411"/>
                    </a:lnTo>
                    <a:lnTo>
                      <a:pt x="179070" y="846867"/>
                    </a:lnTo>
                    <a:lnTo>
                      <a:pt x="172628" y="869846"/>
                    </a:lnTo>
                    <a:lnTo>
                      <a:pt x="158603" y="916090"/>
                    </a:lnTo>
                    <a:lnTo>
                      <a:pt x="144291" y="957333"/>
                    </a:lnTo>
                    <a:lnTo>
                      <a:pt x="129123" y="993290"/>
                    </a:lnTo>
                    <a:lnTo>
                      <a:pt x="105632" y="1037082"/>
                    </a:lnTo>
                    <a:lnTo>
                      <a:pt x="80010" y="1073181"/>
                    </a:lnTo>
                    <a:lnTo>
                      <a:pt x="76200" y="1078515"/>
                    </a:lnTo>
                    <a:lnTo>
                      <a:pt x="75497" y="1072431"/>
                    </a:lnTo>
                    <a:lnTo>
                      <a:pt x="74580" y="1065847"/>
                    </a:lnTo>
                    <a:lnTo>
                      <a:pt x="73521" y="1059120"/>
                    </a:lnTo>
                    <a:lnTo>
                      <a:pt x="72390" y="105260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34" name="Google Shape;4034;g2668d8541bd_0_503"/>
            <p:cNvSpPr/>
            <p:nvPr/>
          </p:nvSpPr>
          <p:spPr>
            <a:xfrm>
              <a:off x="6400928" y="6115536"/>
              <a:ext cx="177730" cy="1504712"/>
            </a:xfrm>
            <a:custGeom>
              <a:rect b="b" l="l" r="r" t="t"/>
              <a:pathLst>
                <a:path extrusionOk="0" h="1127125" w="127634">
                  <a:moveTo>
                    <a:pt x="109001" y="1524"/>
                  </a:moveTo>
                  <a:lnTo>
                    <a:pt x="96047" y="762"/>
                  </a:lnTo>
                  <a:lnTo>
                    <a:pt x="96047" y="0"/>
                  </a:lnTo>
                  <a:lnTo>
                    <a:pt x="90713" y="11430"/>
                  </a:lnTo>
                  <a:lnTo>
                    <a:pt x="76354" y="50327"/>
                  </a:lnTo>
                  <a:lnTo>
                    <a:pt x="64258" y="90820"/>
                  </a:lnTo>
                  <a:lnTo>
                    <a:pt x="49922" y="146827"/>
                  </a:lnTo>
                  <a:lnTo>
                    <a:pt x="36564" y="211395"/>
                  </a:lnTo>
                  <a:lnTo>
                    <a:pt x="25038" y="284237"/>
                  </a:lnTo>
                  <a:lnTo>
                    <a:pt x="15430" y="356937"/>
                  </a:lnTo>
                  <a:lnTo>
                    <a:pt x="7739" y="429779"/>
                  </a:lnTo>
                  <a:lnTo>
                    <a:pt x="2500" y="501074"/>
                  </a:lnTo>
                  <a:lnTo>
                    <a:pt x="0" y="569964"/>
                  </a:lnTo>
                  <a:lnTo>
                    <a:pt x="35" y="604266"/>
                  </a:lnTo>
                  <a:lnTo>
                    <a:pt x="1273" y="670179"/>
                  </a:lnTo>
                  <a:lnTo>
                    <a:pt x="5369" y="736092"/>
                  </a:lnTo>
                  <a:lnTo>
                    <a:pt x="11275" y="798861"/>
                  </a:lnTo>
                  <a:lnTo>
                    <a:pt x="18323" y="861060"/>
                  </a:lnTo>
                  <a:lnTo>
                    <a:pt x="26134" y="906589"/>
                  </a:lnTo>
                  <a:lnTo>
                    <a:pt x="37373" y="950976"/>
                  </a:lnTo>
                  <a:lnTo>
                    <a:pt x="53982" y="996303"/>
                  </a:lnTo>
                  <a:lnTo>
                    <a:pt x="71758" y="1036319"/>
                  </a:lnTo>
                  <a:lnTo>
                    <a:pt x="89249" y="1071169"/>
                  </a:lnTo>
                  <a:lnTo>
                    <a:pt x="106715" y="1099566"/>
                  </a:lnTo>
                  <a:lnTo>
                    <a:pt x="111287" y="1107186"/>
                  </a:lnTo>
                  <a:lnTo>
                    <a:pt x="116621" y="1113282"/>
                  </a:lnTo>
                  <a:lnTo>
                    <a:pt x="121193" y="1120140"/>
                  </a:lnTo>
                  <a:lnTo>
                    <a:pt x="123479" y="1123188"/>
                  </a:lnTo>
                  <a:lnTo>
                    <a:pt x="125003" y="1125474"/>
                  </a:lnTo>
                  <a:lnTo>
                    <a:pt x="127289" y="1126998"/>
                  </a:lnTo>
                  <a:lnTo>
                    <a:pt x="125682" y="1121247"/>
                  </a:lnTo>
                  <a:lnTo>
                    <a:pt x="125289" y="1119282"/>
                  </a:lnTo>
                  <a:lnTo>
                    <a:pt x="124182" y="1116603"/>
                  </a:lnTo>
                  <a:lnTo>
                    <a:pt x="120431" y="110871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38" name="Shape 4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9" name="Google Shape;4039;g2668d8541bd_0_647"/>
          <p:cNvGrpSpPr/>
          <p:nvPr/>
        </p:nvGrpSpPr>
        <p:grpSpPr>
          <a:xfrm>
            <a:off x="3514987" y="2159197"/>
            <a:ext cx="315399" cy="394830"/>
            <a:chOff x="4470987" y="2125217"/>
            <a:chExt cx="262811" cy="327660"/>
          </a:xfrm>
        </p:grpSpPr>
        <p:sp>
          <p:nvSpPr>
            <p:cNvPr id="4040" name="Google Shape;4040;g2668d8541bd_0_647"/>
            <p:cNvSpPr/>
            <p:nvPr/>
          </p:nvSpPr>
          <p:spPr>
            <a:xfrm>
              <a:off x="4470987" y="2125217"/>
              <a:ext cx="73025" cy="327660"/>
            </a:xfrm>
            <a:custGeom>
              <a:rect b="b" l="l" r="r" t="t"/>
              <a:pathLst>
                <a:path extrusionOk="0" h="327660" w="73025">
                  <a:moveTo>
                    <a:pt x="45386" y="12953"/>
                  </a:moveTo>
                  <a:lnTo>
                    <a:pt x="22526" y="0"/>
                  </a:lnTo>
                  <a:lnTo>
                    <a:pt x="18716" y="2285"/>
                  </a:lnTo>
                  <a:lnTo>
                    <a:pt x="428" y="36575"/>
                  </a:lnTo>
                  <a:lnTo>
                    <a:pt x="0" y="45088"/>
                  </a:lnTo>
                  <a:lnTo>
                    <a:pt x="1000" y="52673"/>
                  </a:lnTo>
                  <a:lnTo>
                    <a:pt x="3429" y="59828"/>
                  </a:lnTo>
                  <a:lnTo>
                    <a:pt x="7286" y="67055"/>
                  </a:lnTo>
                  <a:lnTo>
                    <a:pt x="11977" y="73913"/>
                  </a:lnTo>
                  <a:lnTo>
                    <a:pt x="16811" y="80771"/>
                  </a:lnTo>
                  <a:lnTo>
                    <a:pt x="21645" y="87629"/>
                  </a:lnTo>
                  <a:lnTo>
                    <a:pt x="40052" y="124205"/>
                  </a:lnTo>
                  <a:lnTo>
                    <a:pt x="41576" y="139064"/>
                  </a:lnTo>
                  <a:lnTo>
                    <a:pt x="40695" y="146494"/>
                  </a:lnTo>
                  <a:lnTo>
                    <a:pt x="20240" y="178307"/>
                  </a:lnTo>
                  <a:lnTo>
                    <a:pt x="17192" y="181355"/>
                  </a:lnTo>
                  <a:lnTo>
                    <a:pt x="13382" y="182879"/>
                  </a:lnTo>
                  <a:lnTo>
                    <a:pt x="10334" y="185927"/>
                  </a:lnTo>
                  <a:lnTo>
                    <a:pt x="10334" y="186689"/>
                  </a:lnTo>
                  <a:lnTo>
                    <a:pt x="15668" y="187451"/>
                  </a:lnTo>
                  <a:lnTo>
                    <a:pt x="20240" y="187451"/>
                  </a:lnTo>
                  <a:lnTo>
                    <a:pt x="25574" y="188213"/>
                  </a:lnTo>
                  <a:lnTo>
                    <a:pt x="31670" y="189737"/>
                  </a:lnTo>
                  <a:lnTo>
                    <a:pt x="38528" y="189737"/>
                  </a:lnTo>
                  <a:lnTo>
                    <a:pt x="43100" y="194309"/>
                  </a:lnTo>
                  <a:lnTo>
                    <a:pt x="49196" y="199643"/>
                  </a:lnTo>
                  <a:lnTo>
                    <a:pt x="48434" y="208025"/>
                  </a:lnTo>
                  <a:lnTo>
                    <a:pt x="48434" y="215645"/>
                  </a:lnTo>
                  <a:lnTo>
                    <a:pt x="46732" y="229695"/>
                  </a:lnTo>
                  <a:lnTo>
                    <a:pt x="43386" y="243458"/>
                  </a:lnTo>
                  <a:lnTo>
                    <a:pt x="39326" y="257222"/>
                  </a:lnTo>
                  <a:lnTo>
                    <a:pt x="35480" y="271271"/>
                  </a:lnTo>
                  <a:lnTo>
                    <a:pt x="33742" y="280927"/>
                  </a:lnTo>
                  <a:lnTo>
                    <a:pt x="32432" y="291941"/>
                  </a:lnTo>
                  <a:lnTo>
                    <a:pt x="32265" y="303097"/>
                  </a:lnTo>
                  <a:lnTo>
                    <a:pt x="33956" y="313181"/>
                  </a:lnTo>
                  <a:lnTo>
                    <a:pt x="37004" y="320039"/>
                  </a:lnTo>
                  <a:lnTo>
                    <a:pt x="43862" y="325373"/>
                  </a:lnTo>
                  <a:lnTo>
                    <a:pt x="51482" y="326135"/>
                  </a:lnTo>
                  <a:lnTo>
                    <a:pt x="62150" y="327659"/>
                  </a:lnTo>
                  <a:lnTo>
                    <a:pt x="64436" y="325373"/>
                  </a:lnTo>
                  <a:lnTo>
                    <a:pt x="72818" y="320039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41" name="Google Shape;4041;g2668d8541bd_0_6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84941" y="2202929"/>
              <a:ext cx="107515" cy="1028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2" name="Google Shape;4042;g2668d8541bd_0_647"/>
            <p:cNvSpPr/>
            <p:nvPr/>
          </p:nvSpPr>
          <p:spPr>
            <a:xfrm>
              <a:off x="4723638" y="2250947"/>
              <a:ext cx="10160" cy="81280"/>
            </a:xfrm>
            <a:custGeom>
              <a:rect b="b" l="l" r="r" t="t"/>
              <a:pathLst>
                <a:path extrusionOk="0" h="81280" w="10160">
                  <a:moveTo>
                    <a:pt x="0" y="0"/>
                  </a:moveTo>
                  <a:lnTo>
                    <a:pt x="2059" y="8001"/>
                  </a:lnTo>
                  <a:lnTo>
                    <a:pt x="4476" y="16002"/>
                  </a:lnTo>
                  <a:lnTo>
                    <a:pt x="6750" y="24003"/>
                  </a:lnTo>
                  <a:lnTo>
                    <a:pt x="9906" y="69342"/>
                  </a:lnTo>
                  <a:lnTo>
                    <a:pt x="9144" y="75438"/>
                  </a:lnTo>
                  <a:lnTo>
                    <a:pt x="9144" y="76962"/>
                  </a:lnTo>
                  <a:lnTo>
                    <a:pt x="8382" y="8077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43" name="Google Shape;4043;g2668d8541bd_0_647"/>
          <p:cNvSpPr/>
          <p:nvPr/>
        </p:nvSpPr>
        <p:spPr>
          <a:xfrm>
            <a:off x="3934300" y="2360374"/>
            <a:ext cx="43434" cy="79577"/>
          </a:xfrm>
          <a:custGeom>
            <a:rect b="b" l="l" r="r" t="t"/>
            <a:pathLst>
              <a:path extrusionOk="0" h="66039" w="36195">
                <a:moveTo>
                  <a:pt x="8382" y="0"/>
                </a:moveTo>
                <a:lnTo>
                  <a:pt x="36195" y="31337"/>
                </a:lnTo>
                <a:lnTo>
                  <a:pt x="34504" y="38088"/>
                </a:lnTo>
                <a:lnTo>
                  <a:pt x="0" y="65532"/>
                </a:lnTo>
                <a:lnTo>
                  <a:pt x="2286" y="63246"/>
                </a:lnTo>
                <a:lnTo>
                  <a:pt x="762" y="59436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4" name="Google Shape;4044;g2668d8541bd_0_647"/>
          <p:cNvSpPr/>
          <p:nvPr/>
        </p:nvSpPr>
        <p:spPr>
          <a:xfrm>
            <a:off x="4091590" y="2342928"/>
            <a:ext cx="12954" cy="2296"/>
          </a:xfrm>
          <a:custGeom>
            <a:rect b="b" l="l" r="r" t="t"/>
            <a:pathLst>
              <a:path extrusionOk="0" h="1905" w="10795">
                <a:moveTo>
                  <a:pt x="0" y="1524"/>
                </a:moveTo>
                <a:lnTo>
                  <a:pt x="3048" y="762"/>
                </a:lnTo>
                <a:lnTo>
                  <a:pt x="6858" y="762"/>
                </a:lnTo>
                <a:lnTo>
                  <a:pt x="10668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5" name="Google Shape;4045;g2668d8541bd_0_647"/>
          <p:cNvSpPr/>
          <p:nvPr/>
        </p:nvSpPr>
        <p:spPr>
          <a:xfrm>
            <a:off x="4204985" y="2325481"/>
            <a:ext cx="6857" cy="4591"/>
          </a:xfrm>
          <a:custGeom>
            <a:rect b="b" l="l" r="r" t="t"/>
            <a:pathLst>
              <a:path extrusionOk="0" h="3810" w="5714">
                <a:moveTo>
                  <a:pt x="0" y="0"/>
                </a:moveTo>
                <a:lnTo>
                  <a:pt x="1524" y="1523"/>
                </a:lnTo>
                <a:lnTo>
                  <a:pt x="3048" y="2285"/>
                </a:lnTo>
                <a:lnTo>
                  <a:pt x="5334" y="3809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6" name="Google Shape;4046;g2668d8541bd_0_647"/>
          <p:cNvSpPr/>
          <p:nvPr/>
        </p:nvSpPr>
        <p:spPr>
          <a:xfrm>
            <a:off x="4288200" y="2319972"/>
            <a:ext cx="7620" cy="7652"/>
          </a:xfrm>
          <a:custGeom>
            <a:rect b="b" l="l" r="r" t="t"/>
            <a:pathLst>
              <a:path extrusionOk="0" h="6350" w="6350">
                <a:moveTo>
                  <a:pt x="0" y="6096"/>
                </a:moveTo>
                <a:lnTo>
                  <a:pt x="1523" y="3810"/>
                </a:lnTo>
                <a:lnTo>
                  <a:pt x="3809" y="1524"/>
                </a:lnTo>
                <a:lnTo>
                  <a:pt x="6095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47" name="Google Shape;4047;g2668d8541bd_0_647"/>
          <p:cNvGrpSpPr/>
          <p:nvPr/>
        </p:nvGrpSpPr>
        <p:grpSpPr>
          <a:xfrm>
            <a:off x="4580859" y="2084939"/>
            <a:ext cx="513478" cy="384883"/>
            <a:chOff x="5359145" y="2063591"/>
            <a:chExt cx="427863" cy="319405"/>
          </a:xfrm>
        </p:grpSpPr>
        <p:sp>
          <p:nvSpPr>
            <p:cNvPr id="4048" name="Google Shape;4048;g2668d8541bd_0_647"/>
            <p:cNvSpPr/>
            <p:nvPr/>
          </p:nvSpPr>
          <p:spPr>
            <a:xfrm>
              <a:off x="5359145" y="2274760"/>
              <a:ext cx="30479" cy="59055"/>
            </a:xfrm>
            <a:custGeom>
              <a:rect b="b" l="l" r="r" t="t"/>
              <a:pathLst>
                <a:path extrusionOk="0" h="59055" w="30479">
                  <a:moveTo>
                    <a:pt x="12191" y="3619"/>
                  </a:moveTo>
                  <a:lnTo>
                    <a:pt x="20085" y="738"/>
                  </a:lnTo>
                  <a:lnTo>
                    <a:pt x="25622" y="0"/>
                  </a:lnTo>
                  <a:lnTo>
                    <a:pt x="29015" y="2976"/>
                  </a:lnTo>
                  <a:lnTo>
                    <a:pt x="30479" y="11239"/>
                  </a:lnTo>
                  <a:lnTo>
                    <a:pt x="29717" y="20312"/>
                  </a:lnTo>
                  <a:lnTo>
                    <a:pt x="26669" y="28384"/>
                  </a:lnTo>
                  <a:lnTo>
                    <a:pt x="21907" y="35885"/>
                  </a:lnTo>
                  <a:lnTo>
                    <a:pt x="16001" y="43243"/>
                  </a:lnTo>
                  <a:lnTo>
                    <a:pt x="11429" y="49339"/>
                  </a:lnTo>
                  <a:lnTo>
                    <a:pt x="6095" y="53911"/>
                  </a:lnTo>
                  <a:lnTo>
                    <a:pt x="0" y="58483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49" name="Google Shape;4049;g2668d8541bd_0_6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19331" y="2158733"/>
              <a:ext cx="249199" cy="1836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0" name="Google Shape;4050;g2668d8541bd_0_647"/>
            <p:cNvSpPr/>
            <p:nvPr/>
          </p:nvSpPr>
          <p:spPr>
            <a:xfrm>
              <a:off x="5678423" y="2063591"/>
              <a:ext cx="108585" cy="319405"/>
            </a:xfrm>
            <a:custGeom>
              <a:rect b="b" l="l" r="r" t="t"/>
              <a:pathLst>
                <a:path extrusionOk="0" h="319405" w="108585">
                  <a:moveTo>
                    <a:pt x="0" y="2952"/>
                  </a:moveTo>
                  <a:lnTo>
                    <a:pt x="14608" y="0"/>
                  </a:lnTo>
                  <a:lnTo>
                    <a:pt x="26003" y="476"/>
                  </a:lnTo>
                  <a:lnTo>
                    <a:pt x="36968" y="4667"/>
                  </a:lnTo>
                  <a:lnTo>
                    <a:pt x="67246" y="29813"/>
                  </a:lnTo>
                  <a:lnTo>
                    <a:pt x="77545" y="64603"/>
                  </a:lnTo>
                  <a:lnTo>
                    <a:pt x="77247" y="76866"/>
                  </a:lnTo>
                  <a:lnTo>
                    <a:pt x="75664" y="89130"/>
                  </a:lnTo>
                  <a:lnTo>
                    <a:pt x="73152" y="101250"/>
                  </a:lnTo>
                  <a:lnTo>
                    <a:pt x="71020" y="110156"/>
                  </a:lnTo>
                  <a:lnTo>
                    <a:pt x="69246" y="118776"/>
                  </a:lnTo>
                  <a:lnTo>
                    <a:pt x="67901" y="127396"/>
                  </a:lnTo>
                  <a:lnTo>
                    <a:pt x="67056" y="136302"/>
                  </a:lnTo>
                  <a:lnTo>
                    <a:pt x="67056" y="144684"/>
                  </a:lnTo>
                  <a:lnTo>
                    <a:pt x="71628" y="148494"/>
                  </a:lnTo>
                  <a:lnTo>
                    <a:pt x="79248" y="150018"/>
                  </a:lnTo>
                  <a:lnTo>
                    <a:pt x="86106" y="152304"/>
                  </a:lnTo>
                  <a:lnTo>
                    <a:pt x="94488" y="151542"/>
                  </a:lnTo>
                  <a:lnTo>
                    <a:pt x="101346" y="151542"/>
                  </a:lnTo>
                  <a:lnTo>
                    <a:pt x="103632" y="151542"/>
                  </a:lnTo>
                  <a:lnTo>
                    <a:pt x="105918" y="151542"/>
                  </a:lnTo>
                  <a:lnTo>
                    <a:pt x="108204" y="151542"/>
                  </a:lnTo>
                  <a:lnTo>
                    <a:pt x="102084" y="155698"/>
                  </a:lnTo>
                  <a:lnTo>
                    <a:pt x="76104" y="190023"/>
                  </a:lnTo>
                  <a:lnTo>
                    <a:pt x="71628" y="211740"/>
                  </a:lnTo>
                  <a:lnTo>
                    <a:pt x="71628" y="222468"/>
                  </a:lnTo>
                  <a:lnTo>
                    <a:pt x="81664" y="261092"/>
                  </a:lnTo>
                  <a:lnTo>
                    <a:pt x="85058" y="268605"/>
                  </a:lnTo>
                  <a:lnTo>
                    <a:pt x="88022" y="276260"/>
                  </a:lnTo>
                  <a:lnTo>
                    <a:pt x="89916" y="284130"/>
                  </a:lnTo>
                  <a:lnTo>
                    <a:pt x="91440" y="290226"/>
                  </a:lnTo>
                  <a:lnTo>
                    <a:pt x="92202" y="300894"/>
                  </a:lnTo>
                  <a:lnTo>
                    <a:pt x="88392" y="305466"/>
                  </a:lnTo>
                  <a:lnTo>
                    <a:pt x="84582" y="311562"/>
                  </a:lnTo>
                  <a:lnTo>
                    <a:pt x="73914" y="316896"/>
                  </a:lnTo>
                  <a:lnTo>
                    <a:pt x="67056" y="317658"/>
                  </a:lnTo>
                  <a:lnTo>
                    <a:pt x="60198" y="319182"/>
                  </a:lnTo>
                  <a:lnTo>
                    <a:pt x="48768" y="318420"/>
                  </a:lnTo>
                  <a:lnTo>
                    <a:pt x="16002" y="303180"/>
                  </a:lnTo>
                  <a:lnTo>
                    <a:pt x="14478" y="302418"/>
                  </a:lnTo>
                  <a:lnTo>
                    <a:pt x="12192" y="300894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51" name="Google Shape;4051;g2668d8541bd_0_647"/>
          <p:cNvSpPr/>
          <p:nvPr/>
        </p:nvSpPr>
        <p:spPr>
          <a:xfrm>
            <a:off x="6604558" y="2503620"/>
            <a:ext cx="60960" cy="143087"/>
          </a:xfrm>
          <a:custGeom>
            <a:rect b="b" l="l" r="r" t="t"/>
            <a:pathLst>
              <a:path extrusionOk="0" h="118744" w="50800">
                <a:moveTo>
                  <a:pt x="19050" y="0"/>
                </a:moveTo>
                <a:lnTo>
                  <a:pt x="22133" y="12013"/>
                </a:lnTo>
                <a:lnTo>
                  <a:pt x="25431" y="24098"/>
                </a:lnTo>
                <a:lnTo>
                  <a:pt x="28586" y="36325"/>
                </a:lnTo>
                <a:lnTo>
                  <a:pt x="34861" y="74676"/>
                </a:lnTo>
                <a:lnTo>
                  <a:pt x="37338" y="100584"/>
                </a:lnTo>
                <a:lnTo>
                  <a:pt x="37338" y="104394"/>
                </a:lnTo>
                <a:lnTo>
                  <a:pt x="37338" y="108204"/>
                </a:lnTo>
                <a:lnTo>
                  <a:pt x="38100" y="112014"/>
                </a:lnTo>
                <a:lnTo>
                  <a:pt x="36576" y="105155"/>
                </a:lnTo>
                <a:lnTo>
                  <a:pt x="34290" y="99060"/>
                </a:lnTo>
                <a:lnTo>
                  <a:pt x="19812" y="62484"/>
                </a:lnTo>
                <a:lnTo>
                  <a:pt x="13716" y="57912"/>
                </a:lnTo>
                <a:lnTo>
                  <a:pt x="9144" y="62484"/>
                </a:lnTo>
                <a:lnTo>
                  <a:pt x="0" y="102870"/>
                </a:lnTo>
                <a:lnTo>
                  <a:pt x="0" y="113538"/>
                </a:lnTo>
                <a:lnTo>
                  <a:pt x="5334" y="117348"/>
                </a:lnTo>
                <a:lnTo>
                  <a:pt x="16002" y="117348"/>
                </a:lnTo>
                <a:lnTo>
                  <a:pt x="23336" y="118050"/>
                </a:lnTo>
                <a:lnTo>
                  <a:pt x="48768" y="111252"/>
                </a:lnTo>
                <a:lnTo>
                  <a:pt x="50292" y="109728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2" name="Google Shape;4052;g2668d8541bd_0_6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1225" y="2595429"/>
            <a:ext cx="116853" cy="1296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53" name="Google Shape;4053;g2668d8541bd_0_647"/>
          <p:cNvGrpSpPr/>
          <p:nvPr/>
        </p:nvGrpSpPr>
        <p:grpSpPr>
          <a:xfrm>
            <a:off x="6504906" y="2680389"/>
            <a:ext cx="131226" cy="144961"/>
            <a:chOff x="6962394" y="2557748"/>
            <a:chExt cx="109346" cy="120300"/>
          </a:xfrm>
        </p:grpSpPr>
        <p:sp>
          <p:nvSpPr>
            <p:cNvPr id="4054" name="Google Shape;4054;g2668d8541bd_0_647"/>
            <p:cNvSpPr/>
            <p:nvPr/>
          </p:nvSpPr>
          <p:spPr>
            <a:xfrm>
              <a:off x="6962394" y="2567177"/>
              <a:ext cx="16509" cy="92710"/>
            </a:xfrm>
            <a:custGeom>
              <a:rect b="b" l="l" r="r" t="t"/>
              <a:pathLst>
                <a:path extrusionOk="0" h="92710" w="16509">
                  <a:moveTo>
                    <a:pt x="0" y="0"/>
                  </a:moveTo>
                  <a:lnTo>
                    <a:pt x="6215" y="37719"/>
                  </a:lnTo>
                  <a:lnTo>
                    <a:pt x="9334" y="68865"/>
                  </a:lnTo>
                  <a:lnTo>
                    <a:pt x="10406" y="78045"/>
                  </a:lnTo>
                  <a:lnTo>
                    <a:pt x="12192" y="86868"/>
                  </a:lnTo>
                  <a:lnTo>
                    <a:pt x="13716" y="90678"/>
                  </a:lnTo>
                  <a:lnTo>
                    <a:pt x="13716" y="91440"/>
                  </a:lnTo>
                  <a:lnTo>
                    <a:pt x="16002" y="9220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5" name="Google Shape;4055;g2668d8541bd_0_647"/>
            <p:cNvSpPr/>
            <p:nvPr/>
          </p:nvSpPr>
          <p:spPr>
            <a:xfrm>
              <a:off x="6974586" y="2557748"/>
              <a:ext cx="97154" cy="91439"/>
            </a:xfrm>
            <a:custGeom>
              <a:rect b="b" l="l" r="r" t="t"/>
              <a:pathLst>
                <a:path extrusionOk="0" h="91439" w="97154">
                  <a:moveTo>
                    <a:pt x="0" y="23907"/>
                  </a:moveTo>
                  <a:lnTo>
                    <a:pt x="38719" y="1416"/>
                  </a:lnTo>
                  <a:lnTo>
                    <a:pt x="52768" y="0"/>
                  </a:lnTo>
                  <a:lnTo>
                    <a:pt x="66532" y="440"/>
                  </a:lnTo>
                  <a:lnTo>
                    <a:pt x="77724" y="4095"/>
                  </a:lnTo>
                  <a:lnTo>
                    <a:pt x="82188" y="9417"/>
                  </a:lnTo>
                  <a:lnTo>
                    <a:pt x="82010" y="16382"/>
                  </a:lnTo>
                  <a:lnTo>
                    <a:pt x="52720" y="52066"/>
                  </a:lnTo>
                  <a:lnTo>
                    <a:pt x="44196" y="58959"/>
                  </a:lnTo>
                  <a:lnTo>
                    <a:pt x="41910" y="61245"/>
                  </a:lnTo>
                  <a:lnTo>
                    <a:pt x="38862" y="63531"/>
                  </a:lnTo>
                  <a:lnTo>
                    <a:pt x="36576" y="65817"/>
                  </a:lnTo>
                  <a:lnTo>
                    <a:pt x="42672" y="66579"/>
                  </a:lnTo>
                  <a:lnTo>
                    <a:pt x="49530" y="66579"/>
                  </a:lnTo>
                  <a:lnTo>
                    <a:pt x="55626" y="67341"/>
                  </a:lnTo>
                  <a:lnTo>
                    <a:pt x="91440" y="84867"/>
                  </a:lnTo>
                  <a:lnTo>
                    <a:pt x="96012" y="90201"/>
                  </a:lnTo>
                  <a:lnTo>
                    <a:pt x="96012" y="90963"/>
                  </a:lnTo>
                  <a:lnTo>
                    <a:pt x="96774" y="90963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6" name="Google Shape;4056;g2668d8541bd_0_647"/>
            <p:cNvSpPr/>
            <p:nvPr/>
          </p:nvSpPr>
          <p:spPr>
            <a:xfrm>
              <a:off x="6998970" y="2569463"/>
              <a:ext cx="8890" cy="108585"/>
            </a:xfrm>
            <a:custGeom>
              <a:rect b="b" l="l" r="r" t="t"/>
              <a:pathLst>
                <a:path extrusionOk="0" h="108585" w="8890">
                  <a:moveTo>
                    <a:pt x="0" y="0"/>
                  </a:moveTo>
                  <a:lnTo>
                    <a:pt x="1262" y="13144"/>
                  </a:lnTo>
                  <a:lnTo>
                    <a:pt x="2667" y="26288"/>
                  </a:lnTo>
                  <a:lnTo>
                    <a:pt x="4071" y="39433"/>
                  </a:lnTo>
                  <a:lnTo>
                    <a:pt x="5334" y="52577"/>
                  </a:lnTo>
                  <a:lnTo>
                    <a:pt x="8382" y="102870"/>
                  </a:lnTo>
                  <a:lnTo>
                    <a:pt x="8382" y="105918"/>
                  </a:lnTo>
                  <a:lnTo>
                    <a:pt x="8382" y="106680"/>
                  </a:lnTo>
                  <a:lnTo>
                    <a:pt x="8382" y="108204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7" name="Google Shape;4057;g2668d8541bd_0_647"/>
          <p:cNvGrpSpPr/>
          <p:nvPr/>
        </p:nvGrpSpPr>
        <p:grpSpPr>
          <a:xfrm>
            <a:off x="6435423" y="2158266"/>
            <a:ext cx="238912" cy="209368"/>
            <a:chOff x="6904469" y="2124443"/>
            <a:chExt cx="199077" cy="173749"/>
          </a:xfrm>
        </p:grpSpPr>
        <p:pic>
          <p:nvPicPr>
            <p:cNvPr id="4058" name="Google Shape;4058;g2668d8541bd_0_64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904469" y="2124443"/>
              <a:ext cx="123469" cy="1204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9" name="Google Shape;4059;g2668d8541bd_0_647"/>
            <p:cNvSpPr/>
            <p:nvPr/>
          </p:nvSpPr>
          <p:spPr>
            <a:xfrm>
              <a:off x="7062906" y="2221992"/>
              <a:ext cx="40640" cy="76200"/>
            </a:xfrm>
            <a:custGeom>
              <a:rect b="b" l="l" r="r" t="t"/>
              <a:pathLst>
                <a:path extrusionOk="0" h="76200" w="40640">
                  <a:moveTo>
                    <a:pt x="1595" y="0"/>
                  </a:moveTo>
                  <a:lnTo>
                    <a:pt x="714" y="9596"/>
                  </a:lnTo>
                  <a:lnTo>
                    <a:pt x="261" y="19050"/>
                  </a:lnTo>
                  <a:lnTo>
                    <a:pt x="95" y="28503"/>
                  </a:lnTo>
                  <a:lnTo>
                    <a:pt x="71" y="38100"/>
                  </a:lnTo>
                  <a:lnTo>
                    <a:pt x="0" y="45398"/>
                  </a:lnTo>
                  <a:lnTo>
                    <a:pt x="10739" y="74676"/>
                  </a:lnTo>
                  <a:lnTo>
                    <a:pt x="19121" y="76200"/>
                  </a:lnTo>
                  <a:lnTo>
                    <a:pt x="25979" y="70104"/>
                  </a:lnTo>
                  <a:lnTo>
                    <a:pt x="31313" y="64008"/>
                  </a:lnTo>
                  <a:lnTo>
                    <a:pt x="36647" y="57911"/>
                  </a:lnTo>
                  <a:lnTo>
                    <a:pt x="38171" y="54863"/>
                  </a:lnTo>
                  <a:lnTo>
                    <a:pt x="40457" y="49529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0" name="Google Shape;4060;g2668d8541bd_0_647"/>
            <p:cNvSpPr/>
            <p:nvPr/>
          </p:nvSpPr>
          <p:spPr>
            <a:xfrm>
              <a:off x="7067549" y="2163318"/>
              <a:ext cx="15240" cy="15239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61" name="Google Shape;4061;g2668d8541bd_0_6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4635" y="2162938"/>
            <a:ext cx="243279" cy="1175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62" name="Google Shape;4062;g2668d8541bd_0_647"/>
          <p:cNvGrpSpPr/>
          <p:nvPr/>
        </p:nvGrpSpPr>
        <p:grpSpPr>
          <a:xfrm>
            <a:off x="7252960" y="2049912"/>
            <a:ext cx="540454" cy="367433"/>
            <a:chOff x="7585709" y="2034527"/>
            <a:chExt cx="450341" cy="304924"/>
          </a:xfrm>
        </p:grpSpPr>
        <p:sp>
          <p:nvSpPr>
            <p:cNvPr id="4063" name="Google Shape;4063;g2668d8541bd_0_647"/>
            <p:cNvSpPr/>
            <p:nvPr/>
          </p:nvSpPr>
          <p:spPr>
            <a:xfrm>
              <a:off x="7585709" y="2062591"/>
              <a:ext cx="106679" cy="276860"/>
            </a:xfrm>
            <a:custGeom>
              <a:rect b="b" l="l" r="r" t="t"/>
              <a:pathLst>
                <a:path extrusionOk="0" h="276860" w="106679">
                  <a:moveTo>
                    <a:pt x="74675" y="13096"/>
                  </a:moveTo>
                  <a:lnTo>
                    <a:pt x="65960" y="5286"/>
                  </a:lnTo>
                  <a:lnTo>
                    <a:pt x="58673" y="1476"/>
                  </a:lnTo>
                  <a:lnTo>
                    <a:pt x="50244" y="238"/>
                  </a:lnTo>
                  <a:lnTo>
                    <a:pt x="38099" y="142"/>
                  </a:lnTo>
                  <a:lnTo>
                    <a:pt x="30110" y="0"/>
                  </a:lnTo>
                  <a:lnTo>
                    <a:pt x="22193" y="142"/>
                  </a:lnTo>
                  <a:lnTo>
                    <a:pt x="14418" y="1428"/>
                  </a:lnTo>
                  <a:lnTo>
                    <a:pt x="6857" y="4714"/>
                  </a:lnTo>
                  <a:lnTo>
                    <a:pt x="0" y="8524"/>
                  </a:lnTo>
                  <a:lnTo>
                    <a:pt x="1523" y="14620"/>
                  </a:lnTo>
                  <a:lnTo>
                    <a:pt x="1523" y="20716"/>
                  </a:lnTo>
                  <a:lnTo>
                    <a:pt x="2285" y="30515"/>
                  </a:lnTo>
                  <a:lnTo>
                    <a:pt x="4190" y="39671"/>
                  </a:lnTo>
                  <a:lnTo>
                    <a:pt x="6667" y="48684"/>
                  </a:lnTo>
                  <a:lnTo>
                    <a:pt x="9143" y="58054"/>
                  </a:lnTo>
                  <a:lnTo>
                    <a:pt x="17609" y="107668"/>
                  </a:lnTo>
                  <a:lnTo>
                    <a:pt x="20669" y="164353"/>
                  </a:lnTo>
                  <a:lnTo>
                    <a:pt x="20657" y="184356"/>
                  </a:lnTo>
                  <a:lnTo>
                    <a:pt x="20573" y="204358"/>
                  </a:lnTo>
                  <a:lnTo>
                    <a:pt x="20371" y="219908"/>
                  </a:lnTo>
                  <a:lnTo>
                    <a:pt x="20097" y="235600"/>
                  </a:lnTo>
                  <a:lnTo>
                    <a:pt x="20252" y="251293"/>
                  </a:lnTo>
                  <a:lnTo>
                    <a:pt x="21335" y="266842"/>
                  </a:lnTo>
                  <a:lnTo>
                    <a:pt x="21335" y="270652"/>
                  </a:lnTo>
                  <a:lnTo>
                    <a:pt x="22097" y="273700"/>
                  </a:lnTo>
                  <a:lnTo>
                    <a:pt x="24383" y="275224"/>
                  </a:lnTo>
                  <a:lnTo>
                    <a:pt x="29717" y="276748"/>
                  </a:lnTo>
                  <a:lnTo>
                    <a:pt x="38099" y="273700"/>
                  </a:lnTo>
                  <a:lnTo>
                    <a:pt x="41909" y="272176"/>
                  </a:lnTo>
                  <a:lnTo>
                    <a:pt x="49910" y="269462"/>
                  </a:lnTo>
                  <a:lnTo>
                    <a:pt x="57911" y="267033"/>
                  </a:lnTo>
                  <a:lnTo>
                    <a:pt x="65913" y="264890"/>
                  </a:lnTo>
                  <a:lnTo>
                    <a:pt x="73913" y="263032"/>
                  </a:lnTo>
                  <a:lnTo>
                    <a:pt x="82676" y="261818"/>
                  </a:lnTo>
                  <a:lnTo>
                    <a:pt x="90868" y="260175"/>
                  </a:lnTo>
                  <a:lnTo>
                    <a:pt x="98774" y="257675"/>
                  </a:lnTo>
                  <a:lnTo>
                    <a:pt x="106679" y="25388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64" name="Google Shape;4064;g2668d8541bd_0_64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719046" y="2034527"/>
              <a:ext cx="147091" cy="22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5" name="Google Shape;4065;g2668d8541bd_0_64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900402" y="2109203"/>
              <a:ext cx="98013" cy="853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66" name="Google Shape;4066;g2668d8541bd_0_647"/>
            <p:cNvSpPr/>
            <p:nvPr/>
          </p:nvSpPr>
          <p:spPr>
            <a:xfrm>
              <a:off x="8032241" y="2147316"/>
              <a:ext cx="3809" cy="101600"/>
            </a:xfrm>
            <a:custGeom>
              <a:rect b="b" l="l" r="r" t="t"/>
              <a:pathLst>
                <a:path extrusionOk="0" h="101600" w="3809">
                  <a:moveTo>
                    <a:pt x="3048" y="0"/>
                  </a:moveTo>
                  <a:lnTo>
                    <a:pt x="1285" y="10048"/>
                  </a:lnTo>
                  <a:lnTo>
                    <a:pt x="381" y="19812"/>
                  </a:lnTo>
                  <a:lnTo>
                    <a:pt x="47" y="29575"/>
                  </a:lnTo>
                  <a:lnTo>
                    <a:pt x="0" y="39624"/>
                  </a:lnTo>
                  <a:lnTo>
                    <a:pt x="809" y="51053"/>
                  </a:lnTo>
                  <a:lnTo>
                    <a:pt x="1905" y="62483"/>
                  </a:lnTo>
                  <a:lnTo>
                    <a:pt x="3000" y="73913"/>
                  </a:lnTo>
                  <a:lnTo>
                    <a:pt x="3810" y="85344"/>
                  </a:lnTo>
                  <a:lnTo>
                    <a:pt x="3810" y="90678"/>
                  </a:lnTo>
                  <a:lnTo>
                    <a:pt x="3810" y="96012"/>
                  </a:lnTo>
                  <a:lnTo>
                    <a:pt x="3810" y="10134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67" name="Google Shape;4067;g2668d8541bd_0_647"/>
          <p:cNvSpPr/>
          <p:nvPr/>
        </p:nvSpPr>
        <p:spPr>
          <a:xfrm>
            <a:off x="8025647" y="2186827"/>
            <a:ext cx="18288" cy="18363"/>
          </a:xfrm>
          <a:custGeom>
            <a:rect b="b" l="l" r="r" t="t"/>
            <a:pathLst>
              <a:path extrusionOk="0" h="15239" w="15240">
                <a:moveTo>
                  <a:pt x="0" y="3810"/>
                </a:moveTo>
                <a:lnTo>
                  <a:pt x="0" y="12192"/>
                </a:lnTo>
                <a:lnTo>
                  <a:pt x="3048" y="15240"/>
                </a:lnTo>
                <a:lnTo>
                  <a:pt x="12192" y="15240"/>
                </a:lnTo>
                <a:lnTo>
                  <a:pt x="15240" y="12192"/>
                </a:lnTo>
                <a:lnTo>
                  <a:pt x="15240" y="7620"/>
                </a:lnTo>
                <a:lnTo>
                  <a:pt x="15240" y="3810"/>
                </a:lnTo>
                <a:lnTo>
                  <a:pt x="12192" y="0"/>
                </a:lnTo>
                <a:lnTo>
                  <a:pt x="3048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80008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8" name="Google Shape;4068;g2668d8541bd_0_647"/>
          <p:cNvSpPr/>
          <p:nvPr/>
        </p:nvSpPr>
        <p:spPr>
          <a:xfrm>
            <a:off x="8174706" y="2168463"/>
            <a:ext cx="18288" cy="19895"/>
          </a:xfrm>
          <a:custGeom>
            <a:rect b="b" l="l" r="r" t="t"/>
            <a:pathLst>
              <a:path extrusionOk="0" h="16510" w="15240">
                <a:moveTo>
                  <a:pt x="0" y="3810"/>
                </a:moveTo>
                <a:lnTo>
                  <a:pt x="0" y="12192"/>
                </a:lnTo>
                <a:lnTo>
                  <a:pt x="3048" y="16002"/>
                </a:lnTo>
                <a:lnTo>
                  <a:pt x="11430" y="16002"/>
                </a:lnTo>
                <a:lnTo>
                  <a:pt x="15240" y="12192"/>
                </a:lnTo>
                <a:lnTo>
                  <a:pt x="15240" y="8382"/>
                </a:lnTo>
                <a:lnTo>
                  <a:pt x="15240" y="3810"/>
                </a:lnTo>
                <a:lnTo>
                  <a:pt x="11430" y="0"/>
                </a:lnTo>
                <a:lnTo>
                  <a:pt x="3048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80008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69" name="Google Shape;4069;g2668d8541bd_0_647"/>
          <p:cNvGrpSpPr/>
          <p:nvPr/>
        </p:nvGrpSpPr>
        <p:grpSpPr>
          <a:xfrm>
            <a:off x="8333843" y="2161032"/>
            <a:ext cx="88703" cy="25709"/>
            <a:chOff x="8486393" y="2126741"/>
            <a:chExt cx="73913" cy="21335"/>
          </a:xfrm>
        </p:grpSpPr>
        <p:sp>
          <p:nvSpPr>
            <p:cNvPr id="4070" name="Google Shape;4070;g2668d8541bd_0_647"/>
            <p:cNvSpPr/>
            <p:nvPr/>
          </p:nvSpPr>
          <p:spPr>
            <a:xfrm>
              <a:off x="8486393" y="2132837"/>
              <a:ext cx="15240" cy="15239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1" name="Google Shape;4071;g2668d8541bd_0_647"/>
            <p:cNvSpPr/>
            <p:nvPr/>
          </p:nvSpPr>
          <p:spPr>
            <a:xfrm>
              <a:off x="8548877" y="2126741"/>
              <a:ext cx="11429" cy="6350"/>
            </a:xfrm>
            <a:custGeom>
              <a:rect b="b" l="l" r="r" t="t"/>
              <a:pathLst>
                <a:path extrusionOk="0" h="6350" w="11429">
                  <a:moveTo>
                    <a:pt x="11429" y="6096"/>
                  </a:moveTo>
                  <a:lnTo>
                    <a:pt x="7619" y="3810"/>
                  </a:lnTo>
                  <a:lnTo>
                    <a:pt x="3809" y="2286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72" name="Google Shape;4072;g2668d8541bd_0_647"/>
          <p:cNvGrpSpPr/>
          <p:nvPr/>
        </p:nvGrpSpPr>
        <p:grpSpPr>
          <a:xfrm>
            <a:off x="8730733" y="1959012"/>
            <a:ext cx="517624" cy="282839"/>
            <a:chOff x="8817088" y="1959089"/>
            <a:chExt cx="431317" cy="234721"/>
          </a:xfrm>
        </p:grpSpPr>
        <p:pic>
          <p:nvPicPr>
            <p:cNvPr id="4073" name="Google Shape;4073;g2668d8541bd_0_64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817088" y="1968233"/>
              <a:ext cx="142519" cy="2019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4" name="Google Shape;4074;g2668d8541bd_0_64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991586" y="1959089"/>
              <a:ext cx="256819" cy="23472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75" name="Google Shape;4075;g2668d8541bd_0_647"/>
          <p:cNvGrpSpPr/>
          <p:nvPr/>
        </p:nvGrpSpPr>
        <p:grpSpPr>
          <a:xfrm>
            <a:off x="1219235" y="2516826"/>
            <a:ext cx="217189" cy="347250"/>
            <a:chOff x="2558021" y="2422004"/>
            <a:chExt cx="180976" cy="288174"/>
          </a:xfrm>
        </p:grpSpPr>
        <p:sp>
          <p:nvSpPr>
            <p:cNvPr id="4076" name="Google Shape;4076;g2668d8541bd_0_647"/>
            <p:cNvSpPr/>
            <p:nvPr/>
          </p:nvSpPr>
          <p:spPr>
            <a:xfrm>
              <a:off x="2589276" y="2434589"/>
              <a:ext cx="43180" cy="275589"/>
            </a:xfrm>
            <a:custGeom>
              <a:rect b="b" l="l" r="r" t="t"/>
              <a:pathLst>
                <a:path extrusionOk="0" h="275589" w="43180">
                  <a:moveTo>
                    <a:pt x="0" y="0"/>
                  </a:moveTo>
                  <a:lnTo>
                    <a:pt x="1333" y="17585"/>
                  </a:lnTo>
                  <a:lnTo>
                    <a:pt x="3810" y="34956"/>
                  </a:lnTo>
                  <a:lnTo>
                    <a:pt x="6858" y="52185"/>
                  </a:lnTo>
                  <a:lnTo>
                    <a:pt x="9906" y="69342"/>
                  </a:lnTo>
                  <a:lnTo>
                    <a:pt x="14347" y="95059"/>
                  </a:lnTo>
                  <a:lnTo>
                    <a:pt x="18573" y="120777"/>
                  </a:lnTo>
                  <a:lnTo>
                    <a:pt x="22657" y="146494"/>
                  </a:lnTo>
                  <a:lnTo>
                    <a:pt x="26670" y="172212"/>
                  </a:lnTo>
                  <a:lnTo>
                    <a:pt x="29968" y="189940"/>
                  </a:lnTo>
                  <a:lnTo>
                    <a:pt x="33051" y="207740"/>
                  </a:lnTo>
                  <a:lnTo>
                    <a:pt x="35992" y="225682"/>
                  </a:lnTo>
                  <a:lnTo>
                    <a:pt x="38862" y="243840"/>
                  </a:lnTo>
                  <a:lnTo>
                    <a:pt x="40409" y="249828"/>
                  </a:lnTo>
                  <a:lnTo>
                    <a:pt x="42100" y="256889"/>
                  </a:lnTo>
                  <a:lnTo>
                    <a:pt x="42933" y="264092"/>
                  </a:lnTo>
                  <a:lnTo>
                    <a:pt x="41910" y="270510"/>
                  </a:lnTo>
                  <a:lnTo>
                    <a:pt x="40386" y="275082"/>
                  </a:lnTo>
                  <a:lnTo>
                    <a:pt x="38100" y="264414"/>
                  </a:lnTo>
                  <a:lnTo>
                    <a:pt x="37338" y="264414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77" name="Google Shape;4077;g2668d8541bd_0_64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558021" y="2422004"/>
              <a:ext cx="180976" cy="1558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78" name="Google Shape;4078;g2668d8541bd_0_647"/>
          <p:cNvGrpSpPr/>
          <p:nvPr/>
        </p:nvGrpSpPr>
        <p:grpSpPr>
          <a:xfrm>
            <a:off x="1397573" y="2508099"/>
            <a:ext cx="509058" cy="448713"/>
            <a:chOff x="2706623" y="2414765"/>
            <a:chExt cx="424180" cy="372376"/>
          </a:xfrm>
        </p:grpSpPr>
        <p:pic>
          <p:nvPicPr>
            <p:cNvPr id="4079" name="Google Shape;4079;g2668d8541bd_0_64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794038" y="2440363"/>
              <a:ext cx="142721" cy="2350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80" name="Google Shape;4080;g2668d8541bd_0_64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975597" y="2414765"/>
              <a:ext cx="147853" cy="2194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1" name="Google Shape;4081;g2668d8541bd_0_647"/>
            <p:cNvSpPr/>
            <p:nvPr/>
          </p:nvSpPr>
          <p:spPr>
            <a:xfrm>
              <a:off x="2706623" y="2702052"/>
              <a:ext cx="424180" cy="85089"/>
            </a:xfrm>
            <a:custGeom>
              <a:rect b="b" l="l" r="r" t="t"/>
              <a:pathLst>
                <a:path extrusionOk="0" h="85089" w="424180">
                  <a:moveTo>
                    <a:pt x="0" y="84582"/>
                  </a:moveTo>
                  <a:lnTo>
                    <a:pt x="24907" y="83784"/>
                  </a:lnTo>
                  <a:lnTo>
                    <a:pt x="49529" y="81629"/>
                  </a:lnTo>
                  <a:lnTo>
                    <a:pt x="74152" y="78474"/>
                  </a:lnTo>
                  <a:lnTo>
                    <a:pt x="99060" y="74676"/>
                  </a:lnTo>
                  <a:lnTo>
                    <a:pt x="134493" y="69496"/>
                  </a:lnTo>
                  <a:lnTo>
                    <a:pt x="205359" y="58281"/>
                  </a:lnTo>
                  <a:lnTo>
                    <a:pt x="270498" y="46053"/>
                  </a:lnTo>
                  <a:lnTo>
                    <a:pt x="329624" y="33385"/>
                  </a:lnTo>
                  <a:lnTo>
                    <a:pt x="372022" y="21978"/>
                  </a:lnTo>
                  <a:lnTo>
                    <a:pt x="409956" y="7620"/>
                  </a:lnTo>
                  <a:lnTo>
                    <a:pt x="413766" y="6096"/>
                  </a:lnTo>
                  <a:lnTo>
                    <a:pt x="423672" y="4572"/>
                  </a:lnTo>
                  <a:lnTo>
                    <a:pt x="419862" y="2286"/>
                  </a:lnTo>
                  <a:lnTo>
                    <a:pt x="416052" y="2286"/>
                  </a:lnTo>
                  <a:lnTo>
                    <a:pt x="413766" y="2286"/>
                  </a:lnTo>
                  <a:lnTo>
                    <a:pt x="41148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82" name="Google Shape;4082;g2668d8541bd_0_647"/>
          <p:cNvSpPr/>
          <p:nvPr/>
        </p:nvSpPr>
        <p:spPr>
          <a:xfrm>
            <a:off x="3758722" y="2621156"/>
            <a:ext cx="957072" cy="119367"/>
          </a:xfrm>
          <a:custGeom>
            <a:rect b="b" l="l" r="r" t="t"/>
            <a:pathLst>
              <a:path extrusionOk="0" h="99060" w="797560">
                <a:moveTo>
                  <a:pt x="6096" y="57912"/>
                </a:moveTo>
                <a:lnTo>
                  <a:pt x="1524" y="54864"/>
                </a:lnTo>
                <a:lnTo>
                  <a:pt x="0" y="51816"/>
                </a:lnTo>
                <a:lnTo>
                  <a:pt x="0" y="55626"/>
                </a:lnTo>
                <a:lnTo>
                  <a:pt x="35742" y="82772"/>
                </a:lnTo>
                <a:lnTo>
                  <a:pt x="79248" y="92202"/>
                </a:lnTo>
                <a:lnTo>
                  <a:pt x="96619" y="93011"/>
                </a:lnTo>
                <a:lnTo>
                  <a:pt x="114204" y="92964"/>
                </a:lnTo>
                <a:lnTo>
                  <a:pt x="165735" y="84534"/>
                </a:lnTo>
                <a:lnTo>
                  <a:pt x="200025" y="73294"/>
                </a:lnTo>
                <a:lnTo>
                  <a:pt x="217170" y="67817"/>
                </a:lnTo>
                <a:lnTo>
                  <a:pt x="264699" y="54959"/>
                </a:lnTo>
                <a:lnTo>
                  <a:pt x="313944" y="47243"/>
                </a:lnTo>
                <a:lnTo>
                  <a:pt x="366045" y="44957"/>
                </a:lnTo>
                <a:lnTo>
                  <a:pt x="392275" y="46815"/>
                </a:lnTo>
                <a:lnTo>
                  <a:pt x="433280" y="56768"/>
                </a:lnTo>
                <a:lnTo>
                  <a:pt x="476250" y="80771"/>
                </a:lnTo>
                <a:lnTo>
                  <a:pt x="490394" y="93737"/>
                </a:lnTo>
                <a:lnTo>
                  <a:pt x="495300" y="98297"/>
                </a:lnTo>
                <a:lnTo>
                  <a:pt x="496062" y="99059"/>
                </a:lnTo>
                <a:lnTo>
                  <a:pt x="496824" y="99059"/>
                </a:lnTo>
                <a:lnTo>
                  <a:pt x="499872" y="96011"/>
                </a:lnTo>
                <a:lnTo>
                  <a:pt x="503682" y="92201"/>
                </a:lnTo>
                <a:lnTo>
                  <a:pt x="507492" y="89153"/>
                </a:lnTo>
                <a:lnTo>
                  <a:pt x="516493" y="80319"/>
                </a:lnTo>
                <a:lnTo>
                  <a:pt x="548640" y="58673"/>
                </a:lnTo>
                <a:lnTo>
                  <a:pt x="592038" y="46136"/>
                </a:lnTo>
                <a:lnTo>
                  <a:pt x="621613" y="44767"/>
                </a:lnTo>
                <a:lnTo>
                  <a:pt x="635984" y="45148"/>
                </a:lnTo>
                <a:lnTo>
                  <a:pt x="650497" y="45815"/>
                </a:lnTo>
                <a:lnTo>
                  <a:pt x="665226" y="46481"/>
                </a:lnTo>
                <a:lnTo>
                  <a:pt x="687264" y="47232"/>
                </a:lnTo>
                <a:lnTo>
                  <a:pt x="708945" y="46767"/>
                </a:lnTo>
                <a:lnTo>
                  <a:pt x="730484" y="44446"/>
                </a:lnTo>
                <a:lnTo>
                  <a:pt x="773334" y="31908"/>
                </a:lnTo>
                <a:lnTo>
                  <a:pt x="797052" y="11429"/>
                </a:lnTo>
                <a:lnTo>
                  <a:pt x="790956" y="6095"/>
                </a:lnTo>
                <a:lnTo>
                  <a:pt x="787908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83" name="Google Shape;4083;g2668d8541bd_0_647"/>
          <p:cNvGrpSpPr/>
          <p:nvPr/>
        </p:nvGrpSpPr>
        <p:grpSpPr>
          <a:xfrm>
            <a:off x="3975467" y="3019123"/>
            <a:ext cx="964216" cy="226326"/>
            <a:chOff x="4854689" y="2838854"/>
            <a:chExt cx="803446" cy="187822"/>
          </a:xfrm>
        </p:grpSpPr>
        <p:pic>
          <p:nvPicPr>
            <p:cNvPr id="4084" name="Google Shape;4084;g2668d8541bd_0_64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854689" y="2859487"/>
              <a:ext cx="78047" cy="1671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85" name="Google Shape;4085;g2668d8541bd_0_64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952701" y="2871917"/>
              <a:ext cx="109277" cy="1433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6" name="Google Shape;4086;g2668d8541bd_0_647"/>
            <p:cNvSpPr/>
            <p:nvPr/>
          </p:nvSpPr>
          <p:spPr>
            <a:xfrm>
              <a:off x="5097018" y="2891028"/>
              <a:ext cx="14604" cy="96519"/>
            </a:xfrm>
            <a:custGeom>
              <a:rect b="b" l="l" r="r" t="t"/>
              <a:pathLst>
                <a:path extrusionOk="0" h="96519" w="14604">
                  <a:moveTo>
                    <a:pt x="0" y="0"/>
                  </a:moveTo>
                  <a:lnTo>
                    <a:pt x="107" y="12525"/>
                  </a:lnTo>
                  <a:lnTo>
                    <a:pt x="1428" y="23622"/>
                  </a:lnTo>
                  <a:lnTo>
                    <a:pt x="3750" y="34718"/>
                  </a:lnTo>
                  <a:lnTo>
                    <a:pt x="6858" y="47244"/>
                  </a:lnTo>
                  <a:lnTo>
                    <a:pt x="9001" y="57769"/>
                  </a:lnTo>
                  <a:lnTo>
                    <a:pt x="10858" y="68580"/>
                  </a:lnTo>
                  <a:lnTo>
                    <a:pt x="12430" y="79390"/>
                  </a:lnTo>
                  <a:lnTo>
                    <a:pt x="13716" y="89916"/>
                  </a:lnTo>
                  <a:lnTo>
                    <a:pt x="14478" y="92202"/>
                  </a:lnTo>
                  <a:lnTo>
                    <a:pt x="14478" y="93726"/>
                  </a:lnTo>
                  <a:lnTo>
                    <a:pt x="14478" y="9601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7" name="Google Shape;4087;g2668d8541bd_0_647"/>
            <p:cNvSpPr/>
            <p:nvPr/>
          </p:nvSpPr>
          <p:spPr>
            <a:xfrm>
              <a:off x="5163192" y="2899410"/>
              <a:ext cx="6350" cy="76200"/>
            </a:xfrm>
            <a:custGeom>
              <a:rect b="b" l="l" r="r" t="t"/>
              <a:pathLst>
                <a:path extrusionOk="0" h="76200" w="6350">
                  <a:moveTo>
                    <a:pt x="6215" y="0"/>
                  </a:moveTo>
                  <a:lnTo>
                    <a:pt x="2905" y="12072"/>
                  </a:lnTo>
                  <a:lnTo>
                    <a:pt x="881" y="22859"/>
                  </a:lnTo>
                  <a:lnTo>
                    <a:pt x="0" y="33647"/>
                  </a:lnTo>
                  <a:lnTo>
                    <a:pt x="119" y="45720"/>
                  </a:lnTo>
                  <a:lnTo>
                    <a:pt x="285" y="53042"/>
                  </a:lnTo>
                  <a:lnTo>
                    <a:pt x="881" y="60864"/>
                  </a:lnTo>
                  <a:lnTo>
                    <a:pt x="2047" y="68544"/>
                  </a:lnTo>
                  <a:lnTo>
                    <a:pt x="3929" y="75438"/>
                  </a:lnTo>
                  <a:lnTo>
                    <a:pt x="4691" y="7620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8" name="Google Shape;4088;g2668d8541bd_0_647"/>
            <p:cNvSpPr/>
            <p:nvPr/>
          </p:nvSpPr>
          <p:spPr>
            <a:xfrm>
              <a:off x="5164836" y="2875788"/>
              <a:ext cx="76200" cy="104139"/>
            </a:xfrm>
            <a:custGeom>
              <a:rect b="b" l="l" r="r" t="t"/>
              <a:pathLst>
                <a:path extrusionOk="0" h="104139" w="76200">
                  <a:moveTo>
                    <a:pt x="0" y="29717"/>
                  </a:moveTo>
                  <a:lnTo>
                    <a:pt x="9834" y="39314"/>
                  </a:lnTo>
                  <a:lnTo>
                    <a:pt x="19812" y="48767"/>
                  </a:lnTo>
                  <a:lnTo>
                    <a:pt x="29789" y="58221"/>
                  </a:lnTo>
                  <a:lnTo>
                    <a:pt x="39624" y="67817"/>
                  </a:lnTo>
                  <a:lnTo>
                    <a:pt x="69342" y="98297"/>
                  </a:lnTo>
                  <a:lnTo>
                    <a:pt x="73152" y="102869"/>
                  </a:lnTo>
                  <a:lnTo>
                    <a:pt x="72390" y="101345"/>
                  </a:lnTo>
                  <a:lnTo>
                    <a:pt x="76200" y="103631"/>
                  </a:lnTo>
                  <a:lnTo>
                    <a:pt x="76045" y="92892"/>
                  </a:lnTo>
                  <a:lnTo>
                    <a:pt x="75533" y="82295"/>
                  </a:lnTo>
                  <a:lnTo>
                    <a:pt x="67913" y="32956"/>
                  </a:lnTo>
                  <a:lnTo>
                    <a:pt x="56388" y="3047"/>
                  </a:lnTo>
                  <a:lnTo>
                    <a:pt x="56388" y="2285"/>
                  </a:lnTo>
                  <a:lnTo>
                    <a:pt x="54864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9" name="Google Shape;4089;g2668d8541bd_0_647"/>
            <p:cNvSpPr/>
            <p:nvPr/>
          </p:nvSpPr>
          <p:spPr>
            <a:xfrm>
              <a:off x="5272706" y="2864227"/>
              <a:ext cx="71754" cy="88264"/>
            </a:xfrm>
            <a:custGeom>
              <a:rect b="b" l="l" r="r" t="t"/>
              <a:pathLst>
                <a:path extrusionOk="0" h="88264" w="71754">
                  <a:moveTo>
                    <a:pt x="34623" y="130"/>
                  </a:moveTo>
                  <a:lnTo>
                    <a:pt x="2476" y="22419"/>
                  </a:lnTo>
                  <a:lnTo>
                    <a:pt x="0" y="44041"/>
                  </a:lnTo>
                  <a:lnTo>
                    <a:pt x="333" y="54994"/>
                  </a:lnTo>
                  <a:lnTo>
                    <a:pt x="30372" y="88165"/>
                  </a:lnTo>
                  <a:lnTo>
                    <a:pt x="40052" y="87379"/>
                  </a:lnTo>
                  <a:lnTo>
                    <a:pt x="49303" y="84308"/>
                  </a:lnTo>
                  <a:lnTo>
                    <a:pt x="57483" y="79378"/>
                  </a:lnTo>
                  <a:lnTo>
                    <a:pt x="64341" y="72520"/>
                  </a:lnTo>
                  <a:lnTo>
                    <a:pt x="67389" y="70234"/>
                  </a:lnTo>
                  <a:lnTo>
                    <a:pt x="71199" y="6413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0" name="Google Shape;4090;g2668d8541bd_0_647"/>
            <p:cNvSpPr/>
            <p:nvPr/>
          </p:nvSpPr>
          <p:spPr>
            <a:xfrm>
              <a:off x="5350002" y="2881122"/>
              <a:ext cx="15239" cy="68580"/>
            </a:xfrm>
            <a:custGeom>
              <a:rect b="b" l="l" r="r" t="t"/>
              <a:pathLst>
                <a:path extrusionOk="0" h="68580" w="15239">
                  <a:moveTo>
                    <a:pt x="0" y="0"/>
                  </a:moveTo>
                  <a:lnTo>
                    <a:pt x="2190" y="9144"/>
                  </a:lnTo>
                  <a:lnTo>
                    <a:pt x="4953" y="18288"/>
                  </a:lnTo>
                  <a:lnTo>
                    <a:pt x="7715" y="27432"/>
                  </a:lnTo>
                  <a:lnTo>
                    <a:pt x="9906" y="36576"/>
                  </a:lnTo>
                  <a:lnTo>
                    <a:pt x="10822" y="44124"/>
                  </a:lnTo>
                  <a:lnTo>
                    <a:pt x="11525" y="51816"/>
                  </a:lnTo>
                  <a:lnTo>
                    <a:pt x="12370" y="59507"/>
                  </a:lnTo>
                  <a:lnTo>
                    <a:pt x="13716" y="67056"/>
                  </a:lnTo>
                  <a:lnTo>
                    <a:pt x="14478" y="67818"/>
                  </a:lnTo>
                  <a:lnTo>
                    <a:pt x="14478" y="68580"/>
                  </a:lnTo>
                  <a:lnTo>
                    <a:pt x="15240" y="6858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1" name="Google Shape;4091;g2668d8541bd_0_647"/>
            <p:cNvSpPr/>
            <p:nvPr/>
          </p:nvSpPr>
          <p:spPr>
            <a:xfrm>
              <a:off x="5414295" y="2856738"/>
              <a:ext cx="6985" cy="90805"/>
            </a:xfrm>
            <a:custGeom>
              <a:rect b="b" l="l" r="r" t="t"/>
              <a:pathLst>
                <a:path extrusionOk="0" h="90805" w="6985">
                  <a:moveTo>
                    <a:pt x="2762" y="0"/>
                  </a:moveTo>
                  <a:lnTo>
                    <a:pt x="1762" y="13037"/>
                  </a:lnTo>
                  <a:lnTo>
                    <a:pt x="1047" y="26003"/>
                  </a:lnTo>
                  <a:lnTo>
                    <a:pt x="619" y="39112"/>
                  </a:lnTo>
                  <a:lnTo>
                    <a:pt x="476" y="52577"/>
                  </a:lnTo>
                  <a:lnTo>
                    <a:pt x="202" y="61388"/>
                  </a:lnTo>
                  <a:lnTo>
                    <a:pt x="0" y="71056"/>
                  </a:lnTo>
                  <a:lnTo>
                    <a:pt x="797" y="80438"/>
                  </a:lnTo>
                  <a:lnTo>
                    <a:pt x="3524" y="88392"/>
                  </a:lnTo>
                  <a:lnTo>
                    <a:pt x="4286" y="89154"/>
                  </a:lnTo>
                  <a:lnTo>
                    <a:pt x="5048" y="89916"/>
                  </a:lnTo>
                  <a:lnTo>
                    <a:pt x="6572" y="9067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2" name="Google Shape;4092;g2668d8541bd_0_647"/>
            <p:cNvSpPr/>
            <p:nvPr/>
          </p:nvSpPr>
          <p:spPr>
            <a:xfrm>
              <a:off x="5399532" y="2838854"/>
              <a:ext cx="60325" cy="83185"/>
            </a:xfrm>
            <a:custGeom>
              <a:rect b="b" l="l" r="r" t="t"/>
              <a:pathLst>
                <a:path extrusionOk="0" h="83185" w="60325">
                  <a:moveTo>
                    <a:pt x="0" y="19407"/>
                  </a:moveTo>
                  <a:lnTo>
                    <a:pt x="34230" y="0"/>
                  </a:lnTo>
                  <a:lnTo>
                    <a:pt x="43529" y="928"/>
                  </a:lnTo>
                  <a:lnTo>
                    <a:pt x="51827" y="4429"/>
                  </a:lnTo>
                  <a:lnTo>
                    <a:pt x="57912" y="11787"/>
                  </a:lnTo>
                  <a:lnTo>
                    <a:pt x="60198" y="22598"/>
                  </a:lnTo>
                  <a:lnTo>
                    <a:pt x="57912" y="33123"/>
                  </a:lnTo>
                  <a:lnTo>
                    <a:pt x="31432" y="69032"/>
                  </a:lnTo>
                  <a:lnTo>
                    <a:pt x="9906" y="82653"/>
                  </a:lnTo>
                  <a:lnTo>
                    <a:pt x="8382" y="82653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3" name="Google Shape;4093;g2668d8541bd_0_647"/>
            <p:cNvSpPr/>
            <p:nvPr/>
          </p:nvSpPr>
          <p:spPr>
            <a:xfrm>
              <a:off x="5481828" y="2850642"/>
              <a:ext cx="29210" cy="104139"/>
            </a:xfrm>
            <a:custGeom>
              <a:rect b="b" l="l" r="r" t="t"/>
              <a:pathLst>
                <a:path extrusionOk="0" h="104139" w="29210">
                  <a:moveTo>
                    <a:pt x="28955" y="0"/>
                  </a:moveTo>
                  <a:lnTo>
                    <a:pt x="9905" y="46482"/>
                  </a:lnTo>
                  <a:lnTo>
                    <a:pt x="1547" y="86879"/>
                  </a:lnTo>
                  <a:lnTo>
                    <a:pt x="0" y="100584"/>
                  </a:lnTo>
                  <a:lnTo>
                    <a:pt x="0" y="101346"/>
                  </a:lnTo>
                  <a:lnTo>
                    <a:pt x="0" y="102870"/>
                  </a:lnTo>
                  <a:lnTo>
                    <a:pt x="0" y="10363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4" name="Google Shape;4094;g2668d8541bd_0_647"/>
            <p:cNvSpPr/>
            <p:nvPr/>
          </p:nvSpPr>
          <p:spPr>
            <a:xfrm>
              <a:off x="5501640" y="2853690"/>
              <a:ext cx="40004" cy="79375"/>
            </a:xfrm>
            <a:custGeom>
              <a:rect b="b" l="l" r="r" t="t"/>
              <a:pathLst>
                <a:path extrusionOk="0" h="79375" w="40004">
                  <a:moveTo>
                    <a:pt x="0" y="0"/>
                  </a:moveTo>
                  <a:lnTo>
                    <a:pt x="19728" y="43505"/>
                  </a:lnTo>
                  <a:lnTo>
                    <a:pt x="25050" y="51816"/>
                  </a:lnTo>
                  <a:lnTo>
                    <a:pt x="30229" y="60126"/>
                  </a:lnTo>
                  <a:lnTo>
                    <a:pt x="35052" y="68580"/>
                  </a:lnTo>
                  <a:lnTo>
                    <a:pt x="36576" y="71627"/>
                  </a:lnTo>
                  <a:lnTo>
                    <a:pt x="38100" y="76199"/>
                  </a:lnTo>
                  <a:lnTo>
                    <a:pt x="39624" y="79247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5" name="Google Shape;4095;g2668d8541bd_0_647"/>
            <p:cNvSpPr/>
            <p:nvPr/>
          </p:nvSpPr>
          <p:spPr>
            <a:xfrm>
              <a:off x="5500116" y="2905506"/>
              <a:ext cx="45085" cy="10794"/>
            </a:xfrm>
            <a:custGeom>
              <a:rect b="b" l="l" r="r" t="t"/>
              <a:pathLst>
                <a:path extrusionOk="0" h="10794" w="45085">
                  <a:moveTo>
                    <a:pt x="0" y="10667"/>
                  </a:moveTo>
                  <a:lnTo>
                    <a:pt x="11310" y="8786"/>
                  </a:lnTo>
                  <a:lnTo>
                    <a:pt x="22478" y="6476"/>
                  </a:lnTo>
                  <a:lnTo>
                    <a:pt x="33647" y="3595"/>
                  </a:lnTo>
                  <a:lnTo>
                    <a:pt x="44958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6" name="Google Shape;4096;g2668d8541bd_0_647"/>
            <p:cNvSpPr/>
            <p:nvPr/>
          </p:nvSpPr>
          <p:spPr>
            <a:xfrm>
              <a:off x="5574315" y="2844546"/>
              <a:ext cx="83820" cy="113030"/>
            </a:xfrm>
            <a:custGeom>
              <a:rect b="b" l="l" r="r" t="t"/>
              <a:pathLst>
                <a:path extrusionOk="0" h="113030" w="83820">
                  <a:moveTo>
                    <a:pt x="1238" y="0"/>
                  </a:moveTo>
                  <a:lnTo>
                    <a:pt x="0" y="14001"/>
                  </a:lnTo>
                  <a:lnTo>
                    <a:pt x="476" y="26289"/>
                  </a:lnTo>
                  <a:lnTo>
                    <a:pt x="2095" y="38576"/>
                  </a:lnTo>
                  <a:lnTo>
                    <a:pt x="4286" y="52577"/>
                  </a:lnTo>
                  <a:lnTo>
                    <a:pt x="5881" y="64460"/>
                  </a:lnTo>
                  <a:lnTo>
                    <a:pt x="7334" y="76200"/>
                  </a:lnTo>
                  <a:lnTo>
                    <a:pt x="8786" y="87939"/>
                  </a:lnTo>
                  <a:lnTo>
                    <a:pt x="10382" y="99822"/>
                  </a:lnTo>
                  <a:lnTo>
                    <a:pt x="11906" y="108204"/>
                  </a:lnTo>
                  <a:lnTo>
                    <a:pt x="11906" y="112776"/>
                  </a:lnTo>
                  <a:lnTo>
                    <a:pt x="21050" y="112776"/>
                  </a:lnTo>
                  <a:lnTo>
                    <a:pt x="29479" y="111085"/>
                  </a:lnTo>
                  <a:lnTo>
                    <a:pt x="37623" y="107823"/>
                  </a:lnTo>
                  <a:lnTo>
                    <a:pt x="45481" y="103989"/>
                  </a:lnTo>
                  <a:lnTo>
                    <a:pt x="53054" y="100583"/>
                  </a:lnTo>
                  <a:lnTo>
                    <a:pt x="61031" y="98512"/>
                  </a:lnTo>
                  <a:lnTo>
                    <a:pt x="68865" y="96583"/>
                  </a:lnTo>
                  <a:lnTo>
                    <a:pt x="76414" y="94368"/>
                  </a:lnTo>
                  <a:lnTo>
                    <a:pt x="83534" y="91439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97" name="Google Shape;4097;g2668d8541bd_0_647"/>
          <p:cNvGrpSpPr/>
          <p:nvPr/>
        </p:nvGrpSpPr>
        <p:grpSpPr>
          <a:xfrm>
            <a:off x="4158205" y="3221971"/>
            <a:ext cx="1124079" cy="304273"/>
            <a:chOff x="5006958" y="3007184"/>
            <a:chExt cx="936654" cy="252509"/>
          </a:xfrm>
        </p:grpSpPr>
        <p:pic>
          <p:nvPicPr>
            <p:cNvPr id="4098" name="Google Shape;4098;g2668d8541bd_0_64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006958" y="3093612"/>
              <a:ext cx="464214" cy="1660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9" name="Google Shape;4099;g2668d8541bd_0_64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494007" y="3007184"/>
              <a:ext cx="449605" cy="2214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00" name="Google Shape;4100;g2668d8541bd_0_647"/>
          <p:cNvGrpSpPr/>
          <p:nvPr/>
        </p:nvGrpSpPr>
        <p:grpSpPr>
          <a:xfrm>
            <a:off x="990601" y="3987338"/>
            <a:ext cx="7573115" cy="3251662"/>
            <a:chOff x="990601" y="3987338"/>
            <a:chExt cx="7573115" cy="3251662"/>
          </a:xfrm>
        </p:grpSpPr>
        <p:pic>
          <p:nvPicPr>
            <p:cNvPr id="4101" name="Google Shape;4101;g2668d8541bd_0_64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588043" y="4190413"/>
              <a:ext cx="161548" cy="23728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2" name="Google Shape;4102;g2668d8541bd_0_647"/>
            <p:cNvGrpSpPr/>
            <p:nvPr/>
          </p:nvGrpSpPr>
          <p:grpSpPr>
            <a:xfrm>
              <a:off x="4058684" y="4152637"/>
              <a:ext cx="1001823" cy="240587"/>
              <a:chOff x="4924031" y="3779519"/>
              <a:chExt cx="834783" cy="199657"/>
            </a:xfrm>
          </p:grpSpPr>
          <p:pic>
            <p:nvPicPr>
              <p:cNvPr id="4103" name="Google Shape;4103;g2668d8541bd_0_647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4924031" y="3797795"/>
                <a:ext cx="187798" cy="1813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04" name="Google Shape;4104;g2668d8541bd_0_647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5131104" y="3813797"/>
                <a:ext cx="75653" cy="14404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05" name="Google Shape;4105;g2668d8541bd_0_647"/>
              <p:cNvSpPr/>
              <p:nvPr/>
            </p:nvSpPr>
            <p:spPr>
              <a:xfrm>
                <a:off x="5233773" y="3798569"/>
                <a:ext cx="64770" cy="139700"/>
              </a:xfrm>
              <a:custGeom>
                <a:rect b="b" l="l" r="r" t="t"/>
                <a:pathLst>
                  <a:path extrusionOk="0" h="139700" w="64770">
                    <a:moveTo>
                      <a:pt x="11834" y="52577"/>
                    </a:moveTo>
                    <a:lnTo>
                      <a:pt x="10310" y="63781"/>
                    </a:lnTo>
                    <a:lnTo>
                      <a:pt x="9358" y="74771"/>
                    </a:lnTo>
                    <a:lnTo>
                      <a:pt x="9263" y="85903"/>
                    </a:lnTo>
                    <a:lnTo>
                      <a:pt x="10310" y="97535"/>
                    </a:lnTo>
                    <a:lnTo>
                      <a:pt x="11453" y="105656"/>
                    </a:lnTo>
                    <a:lnTo>
                      <a:pt x="12596" y="113918"/>
                    </a:lnTo>
                    <a:lnTo>
                      <a:pt x="13739" y="122181"/>
                    </a:lnTo>
                    <a:lnTo>
                      <a:pt x="14882" y="130301"/>
                    </a:lnTo>
                    <a:lnTo>
                      <a:pt x="15644" y="133349"/>
                    </a:lnTo>
                    <a:lnTo>
                      <a:pt x="16406" y="137159"/>
                    </a:lnTo>
                    <a:lnTo>
                      <a:pt x="17168" y="139445"/>
                    </a:lnTo>
                    <a:lnTo>
                      <a:pt x="17014" y="132016"/>
                    </a:lnTo>
                    <a:lnTo>
                      <a:pt x="16502" y="124586"/>
                    </a:lnTo>
                    <a:lnTo>
                      <a:pt x="15561" y="117157"/>
                    </a:lnTo>
                    <a:lnTo>
                      <a:pt x="14120" y="109727"/>
                    </a:lnTo>
                    <a:lnTo>
                      <a:pt x="10608" y="90856"/>
                    </a:lnTo>
                    <a:lnTo>
                      <a:pt x="7167" y="71913"/>
                    </a:lnTo>
                    <a:lnTo>
                      <a:pt x="4155" y="52828"/>
                    </a:lnTo>
                    <a:lnTo>
                      <a:pt x="1928" y="33527"/>
                    </a:lnTo>
                    <a:lnTo>
                      <a:pt x="1381" y="27598"/>
                    </a:lnTo>
                    <a:lnTo>
                      <a:pt x="404" y="18668"/>
                    </a:lnTo>
                    <a:lnTo>
                      <a:pt x="0" y="9739"/>
                    </a:lnTo>
                    <a:lnTo>
                      <a:pt x="1166" y="3809"/>
                    </a:lnTo>
                    <a:lnTo>
                      <a:pt x="3452" y="0"/>
                    </a:lnTo>
                    <a:lnTo>
                      <a:pt x="17930" y="2285"/>
                    </a:lnTo>
                    <a:lnTo>
                      <a:pt x="21740" y="2285"/>
                    </a:lnTo>
                    <a:lnTo>
                      <a:pt x="31253" y="1964"/>
                    </a:lnTo>
                    <a:lnTo>
                      <a:pt x="41267" y="1428"/>
                    </a:lnTo>
                    <a:lnTo>
                      <a:pt x="51423" y="1321"/>
                    </a:lnTo>
                    <a:lnTo>
                      <a:pt x="61364" y="2285"/>
                    </a:lnTo>
                    <a:lnTo>
                      <a:pt x="62126" y="3047"/>
                    </a:lnTo>
                    <a:lnTo>
                      <a:pt x="63650" y="3809"/>
                    </a:lnTo>
                    <a:lnTo>
                      <a:pt x="64412" y="3809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6" name="Google Shape;4106;g2668d8541bd_0_647"/>
              <p:cNvSpPr/>
              <p:nvPr/>
            </p:nvSpPr>
            <p:spPr>
              <a:xfrm>
                <a:off x="5256275" y="3862577"/>
                <a:ext cx="47625" cy="10160"/>
              </a:xfrm>
              <a:custGeom>
                <a:rect b="b" l="l" r="r" t="t"/>
                <a:pathLst>
                  <a:path extrusionOk="0" h="10160" w="47625">
                    <a:moveTo>
                      <a:pt x="0" y="9905"/>
                    </a:moveTo>
                    <a:lnTo>
                      <a:pt x="13275" y="9429"/>
                    </a:lnTo>
                    <a:lnTo>
                      <a:pt x="24479" y="7810"/>
                    </a:lnTo>
                    <a:lnTo>
                      <a:pt x="35254" y="4762"/>
                    </a:lnTo>
                    <a:lnTo>
                      <a:pt x="47244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7" name="Google Shape;4107;g2668d8541bd_0_647"/>
              <p:cNvSpPr/>
              <p:nvPr/>
            </p:nvSpPr>
            <p:spPr>
              <a:xfrm>
                <a:off x="5334761" y="3826763"/>
                <a:ext cx="64135" cy="104775"/>
              </a:xfrm>
              <a:custGeom>
                <a:rect b="b" l="l" r="r" t="t"/>
                <a:pathLst>
                  <a:path extrusionOk="0" h="104775" w="64135">
                    <a:moveTo>
                      <a:pt x="3810" y="0"/>
                    </a:moveTo>
                    <a:lnTo>
                      <a:pt x="1928" y="7536"/>
                    </a:lnTo>
                    <a:lnTo>
                      <a:pt x="762" y="14573"/>
                    </a:lnTo>
                    <a:lnTo>
                      <a:pt x="166" y="21752"/>
                    </a:lnTo>
                    <a:lnTo>
                      <a:pt x="0" y="29718"/>
                    </a:lnTo>
                    <a:lnTo>
                      <a:pt x="690" y="37719"/>
                    </a:lnTo>
                    <a:lnTo>
                      <a:pt x="1524" y="45719"/>
                    </a:lnTo>
                    <a:lnTo>
                      <a:pt x="2357" y="53720"/>
                    </a:lnTo>
                    <a:lnTo>
                      <a:pt x="3048" y="61722"/>
                    </a:lnTo>
                    <a:lnTo>
                      <a:pt x="3286" y="70532"/>
                    </a:lnTo>
                    <a:lnTo>
                      <a:pt x="3238" y="79629"/>
                    </a:lnTo>
                    <a:lnTo>
                      <a:pt x="3476" y="88725"/>
                    </a:lnTo>
                    <a:lnTo>
                      <a:pt x="4572" y="97536"/>
                    </a:lnTo>
                    <a:lnTo>
                      <a:pt x="6096" y="103632"/>
                    </a:lnTo>
                    <a:lnTo>
                      <a:pt x="9906" y="104394"/>
                    </a:lnTo>
                    <a:lnTo>
                      <a:pt x="15240" y="104394"/>
                    </a:lnTo>
                    <a:lnTo>
                      <a:pt x="52578" y="90678"/>
                    </a:lnTo>
                    <a:lnTo>
                      <a:pt x="63246" y="79247"/>
                    </a:lnTo>
                    <a:lnTo>
                      <a:pt x="64008" y="77723"/>
                    </a:lnTo>
                    <a:lnTo>
                      <a:pt x="64008" y="76199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8" name="Google Shape;4108;g2668d8541bd_0_647"/>
              <p:cNvSpPr/>
              <p:nvPr/>
            </p:nvSpPr>
            <p:spPr>
              <a:xfrm>
                <a:off x="5345429" y="3843527"/>
                <a:ext cx="40004" cy="22860"/>
              </a:xfrm>
              <a:custGeom>
                <a:rect b="b" l="l" r="r" t="t"/>
                <a:pathLst>
                  <a:path extrusionOk="0" h="22860" w="40004">
                    <a:moveTo>
                      <a:pt x="0" y="22860"/>
                    </a:moveTo>
                    <a:lnTo>
                      <a:pt x="36575" y="4572"/>
                    </a:lnTo>
                    <a:lnTo>
                      <a:pt x="37337" y="3048"/>
                    </a:lnTo>
                    <a:lnTo>
                      <a:pt x="38099" y="1524"/>
                    </a:lnTo>
                    <a:lnTo>
                      <a:pt x="39623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9" name="Google Shape;4109;g2668d8541bd_0_647"/>
              <p:cNvSpPr/>
              <p:nvPr/>
            </p:nvSpPr>
            <p:spPr>
              <a:xfrm>
                <a:off x="5336285" y="3803141"/>
                <a:ext cx="57150" cy="17779"/>
              </a:xfrm>
              <a:custGeom>
                <a:rect b="b" l="l" r="r" t="t"/>
                <a:pathLst>
                  <a:path extrusionOk="0" h="17779" w="57150">
                    <a:moveTo>
                      <a:pt x="0" y="17525"/>
                    </a:moveTo>
                    <a:lnTo>
                      <a:pt x="11989" y="14739"/>
                    </a:lnTo>
                    <a:lnTo>
                      <a:pt x="23907" y="11810"/>
                    </a:lnTo>
                    <a:lnTo>
                      <a:pt x="35683" y="8310"/>
                    </a:lnTo>
                    <a:lnTo>
                      <a:pt x="47244" y="3809"/>
                    </a:lnTo>
                    <a:lnTo>
                      <a:pt x="51053" y="3047"/>
                    </a:lnTo>
                    <a:lnTo>
                      <a:pt x="54102" y="1523"/>
                    </a:lnTo>
                    <a:lnTo>
                      <a:pt x="57150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0" name="Google Shape;4110;g2668d8541bd_0_647"/>
              <p:cNvSpPr/>
              <p:nvPr/>
            </p:nvSpPr>
            <p:spPr>
              <a:xfrm>
                <a:off x="5431535" y="3826763"/>
                <a:ext cx="10795" cy="95250"/>
              </a:xfrm>
              <a:custGeom>
                <a:rect b="b" l="l" r="r" t="t"/>
                <a:pathLst>
                  <a:path extrusionOk="0" h="95250" w="10795">
                    <a:moveTo>
                      <a:pt x="10667" y="0"/>
                    </a:moveTo>
                    <a:lnTo>
                      <a:pt x="8751" y="11299"/>
                    </a:lnTo>
                    <a:lnTo>
                      <a:pt x="7334" y="22383"/>
                    </a:lnTo>
                    <a:lnTo>
                      <a:pt x="6060" y="33325"/>
                    </a:lnTo>
                    <a:lnTo>
                      <a:pt x="4571" y="44196"/>
                    </a:lnTo>
                    <a:lnTo>
                      <a:pt x="3012" y="56078"/>
                    </a:lnTo>
                    <a:lnTo>
                      <a:pt x="1809" y="67818"/>
                    </a:lnTo>
                    <a:lnTo>
                      <a:pt x="1035" y="79557"/>
                    </a:lnTo>
                    <a:lnTo>
                      <a:pt x="761" y="91440"/>
                    </a:lnTo>
                    <a:lnTo>
                      <a:pt x="761" y="93726"/>
                    </a:lnTo>
                    <a:lnTo>
                      <a:pt x="0" y="95250"/>
                    </a:lnTo>
                    <a:lnTo>
                      <a:pt x="2285" y="9448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1" name="Google Shape;4111;g2668d8541bd_0_647"/>
              <p:cNvSpPr/>
              <p:nvPr/>
            </p:nvSpPr>
            <p:spPr>
              <a:xfrm>
                <a:off x="5420867" y="3802284"/>
                <a:ext cx="83185" cy="107950"/>
              </a:xfrm>
              <a:custGeom>
                <a:rect b="b" l="l" r="r" t="t"/>
                <a:pathLst>
                  <a:path extrusionOk="0" h="107950" w="83185">
                    <a:moveTo>
                      <a:pt x="0" y="7715"/>
                    </a:moveTo>
                    <a:lnTo>
                      <a:pt x="11001" y="3429"/>
                    </a:lnTo>
                    <a:lnTo>
                      <a:pt x="21717" y="857"/>
                    </a:lnTo>
                    <a:lnTo>
                      <a:pt x="33004" y="0"/>
                    </a:lnTo>
                    <a:lnTo>
                      <a:pt x="45720" y="857"/>
                    </a:lnTo>
                    <a:lnTo>
                      <a:pt x="54506" y="2774"/>
                    </a:lnTo>
                    <a:lnTo>
                      <a:pt x="62865" y="6477"/>
                    </a:lnTo>
                    <a:lnTo>
                      <a:pt x="69508" y="12322"/>
                    </a:lnTo>
                    <a:lnTo>
                      <a:pt x="73152" y="20669"/>
                    </a:lnTo>
                    <a:lnTo>
                      <a:pt x="72735" y="31206"/>
                    </a:lnTo>
                    <a:lnTo>
                      <a:pt x="46577" y="62734"/>
                    </a:lnTo>
                    <a:lnTo>
                      <a:pt x="39243" y="68008"/>
                    </a:lnTo>
                    <a:lnTo>
                      <a:pt x="31908" y="73425"/>
                    </a:lnTo>
                    <a:lnTo>
                      <a:pt x="25146" y="79343"/>
                    </a:lnTo>
                    <a:lnTo>
                      <a:pt x="21336" y="83153"/>
                    </a:lnTo>
                    <a:lnTo>
                      <a:pt x="22860" y="82391"/>
                    </a:lnTo>
                    <a:lnTo>
                      <a:pt x="22860" y="86201"/>
                    </a:lnTo>
                    <a:lnTo>
                      <a:pt x="28956" y="90011"/>
                    </a:lnTo>
                    <a:lnTo>
                      <a:pt x="36576" y="92297"/>
                    </a:lnTo>
                    <a:lnTo>
                      <a:pt x="43434" y="95345"/>
                    </a:lnTo>
                    <a:lnTo>
                      <a:pt x="50172" y="97750"/>
                    </a:lnTo>
                    <a:lnTo>
                      <a:pt x="56769" y="100298"/>
                    </a:lnTo>
                    <a:lnTo>
                      <a:pt x="63365" y="102846"/>
                    </a:lnTo>
                    <a:lnTo>
                      <a:pt x="70104" y="105251"/>
                    </a:lnTo>
                    <a:lnTo>
                      <a:pt x="76962" y="106775"/>
                    </a:lnTo>
                    <a:lnTo>
                      <a:pt x="78486" y="107537"/>
                    </a:lnTo>
                    <a:lnTo>
                      <a:pt x="83058" y="10753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2" name="Google Shape;4112;g2668d8541bd_0_647"/>
              <p:cNvSpPr/>
              <p:nvPr/>
            </p:nvSpPr>
            <p:spPr>
              <a:xfrm>
                <a:off x="5527547" y="3819905"/>
                <a:ext cx="52704" cy="92075"/>
              </a:xfrm>
              <a:custGeom>
                <a:rect b="b" l="l" r="r" t="t"/>
                <a:pathLst>
                  <a:path extrusionOk="0" h="92075" w="52704">
                    <a:moveTo>
                      <a:pt x="0" y="0"/>
                    </a:moveTo>
                    <a:lnTo>
                      <a:pt x="881" y="10298"/>
                    </a:lnTo>
                    <a:lnTo>
                      <a:pt x="1333" y="20669"/>
                    </a:lnTo>
                    <a:lnTo>
                      <a:pt x="1500" y="31182"/>
                    </a:lnTo>
                    <a:lnTo>
                      <a:pt x="1524" y="41910"/>
                    </a:lnTo>
                    <a:lnTo>
                      <a:pt x="1464" y="51173"/>
                    </a:lnTo>
                    <a:lnTo>
                      <a:pt x="1619" y="60579"/>
                    </a:lnTo>
                    <a:lnTo>
                      <a:pt x="19145" y="91785"/>
                    </a:lnTo>
                    <a:lnTo>
                      <a:pt x="26670" y="91440"/>
                    </a:lnTo>
                    <a:lnTo>
                      <a:pt x="33694" y="89237"/>
                    </a:lnTo>
                    <a:lnTo>
                      <a:pt x="40576" y="85248"/>
                    </a:lnTo>
                    <a:lnTo>
                      <a:pt x="46601" y="79974"/>
                    </a:lnTo>
                    <a:lnTo>
                      <a:pt x="51054" y="73913"/>
                    </a:lnTo>
                    <a:lnTo>
                      <a:pt x="51054" y="71627"/>
                    </a:lnTo>
                    <a:lnTo>
                      <a:pt x="51816" y="69341"/>
                    </a:lnTo>
                    <a:lnTo>
                      <a:pt x="52578" y="67055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3" name="Google Shape;4113;g2668d8541bd_0_647"/>
              <p:cNvSpPr/>
              <p:nvPr/>
            </p:nvSpPr>
            <p:spPr>
              <a:xfrm>
                <a:off x="5532119" y="3832859"/>
                <a:ext cx="46989" cy="27939"/>
              </a:xfrm>
              <a:custGeom>
                <a:rect b="b" l="l" r="r" t="t"/>
                <a:pathLst>
                  <a:path extrusionOk="0" h="27939" w="46989">
                    <a:moveTo>
                      <a:pt x="0" y="27432"/>
                    </a:moveTo>
                    <a:lnTo>
                      <a:pt x="9822" y="22395"/>
                    </a:lnTo>
                    <a:lnTo>
                      <a:pt x="19716" y="17430"/>
                    </a:lnTo>
                    <a:lnTo>
                      <a:pt x="29467" y="12322"/>
                    </a:lnTo>
                    <a:lnTo>
                      <a:pt x="38861" y="6858"/>
                    </a:lnTo>
                    <a:lnTo>
                      <a:pt x="42671" y="3048"/>
                    </a:lnTo>
                    <a:lnTo>
                      <a:pt x="44195" y="2286"/>
                    </a:lnTo>
                    <a:lnTo>
                      <a:pt x="46481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4" name="Google Shape;4114;g2668d8541bd_0_647"/>
              <p:cNvSpPr/>
              <p:nvPr/>
            </p:nvSpPr>
            <p:spPr>
              <a:xfrm>
                <a:off x="5551931" y="3798569"/>
                <a:ext cx="49529" cy="20954"/>
              </a:xfrm>
              <a:custGeom>
                <a:rect b="b" l="l" r="r" t="t"/>
                <a:pathLst>
                  <a:path extrusionOk="0" h="20954" w="49529">
                    <a:moveTo>
                      <a:pt x="0" y="20574"/>
                    </a:moveTo>
                    <a:lnTo>
                      <a:pt x="35051" y="0"/>
                    </a:lnTo>
                    <a:lnTo>
                      <a:pt x="41909" y="0"/>
                    </a:lnTo>
                    <a:lnTo>
                      <a:pt x="49529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5" name="Google Shape;4115;g2668d8541bd_0_647"/>
              <p:cNvSpPr/>
              <p:nvPr/>
            </p:nvSpPr>
            <p:spPr>
              <a:xfrm>
                <a:off x="5609665" y="3836669"/>
                <a:ext cx="10160" cy="70485"/>
              </a:xfrm>
              <a:custGeom>
                <a:rect b="b" l="l" r="r" t="t"/>
                <a:pathLst>
                  <a:path extrusionOk="0" h="70485" w="10160">
                    <a:moveTo>
                      <a:pt x="10084" y="0"/>
                    </a:moveTo>
                    <a:lnTo>
                      <a:pt x="8251" y="10846"/>
                    </a:lnTo>
                    <a:lnTo>
                      <a:pt x="6274" y="21621"/>
                    </a:lnTo>
                    <a:lnTo>
                      <a:pt x="4298" y="32254"/>
                    </a:lnTo>
                    <a:lnTo>
                      <a:pt x="2464" y="42672"/>
                    </a:lnTo>
                    <a:lnTo>
                      <a:pt x="1262" y="49101"/>
                    </a:lnTo>
                    <a:lnTo>
                      <a:pt x="273" y="56387"/>
                    </a:lnTo>
                    <a:lnTo>
                      <a:pt x="0" y="63674"/>
                    </a:lnTo>
                    <a:lnTo>
                      <a:pt x="940" y="70104"/>
                    </a:lnTo>
                    <a:lnTo>
                      <a:pt x="1702" y="7010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6" name="Google Shape;4116;g2668d8541bd_0_647"/>
              <p:cNvSpPr/>
              <p:nvPr/>
            </p:nvSpPr>
            <p:spPr>
              <a:xfrm>
                <a:off x="5613653" y="3794759"/>
                <a:ext cx="69850" cy="97154"/>
              </a:xfrm>
              <a:custGeom>
                <a:rect b="b" l="l" r="r" t="t"/>
                <a:pathLst>
                  <a:path extrusionOk="0" h="97154" w="69850">
                    <a:moveTo>
                      <a:pt x="0" y="38100"/>
                    </a:moveTo>
                    <a:lnTo>
                      <a:pt x="35814" y="52577"/>
                    </a:lnTo>
                    <a:lnTo>
                      <a:pt x="60960" y="83057"/>
                    </a:lnTo>
                    <a:lnTo>
                      <a:pt x="64008" y="87629"/>
                    </a:lnTo>
                    <a:lnTo>
                      <a:pt x="66294" y="92201"/>
                    </a:lnTo>
                    <a:lnTo>
                      <a:pt x="69342" y="96773"/>
                    </a:lnTo>
                    <a:lnTo>
                      <a:pt x="69056" y="85463"/>
                    </a:lnTo>
                    <a:lnTo>
                      <a:pt x="68199" y="74295"/>
                    </a:lnTo>
                    <a:lnTo>
                      <a:pt x="66770" y="63126"/>
                    </a:lnTo>
                    <a:lnTo>
                      <a:pt x="64769" y="51815"/>
                    </a:lnTo>
                    <a:lnTo>
                      <a:pt x="63043" y="41659"/>
                    </a:lnTo>
                    <a:lnTo>
                      <a:pt x="61245" y="31718"/>
                    </a:lnTo>
                    <a:lnTo>
                      <a:pt x="59305" y="21919"/>
                    </a:lnTo>
                    <a:lnTo>
                      <a:pt x="57150" y="12191"/>
                    </a:lnTo>
                    <a:lnTo>
                      <a:pt x="56387" y="6095"/>
                    </a:lnTo>
                    <a:lnTo>
                      <a:pt x="55625" y="4571"/>
                    </a:lnTo>
                    <a:lnTo>
                      <a:pt x="56387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7" name="Google Shape;4117;g2668d8541bd_0_647"/>
              <p:cNvSpPr/>
              <p:nvPr/>
            </p:nvSpPr>
            <p:spPr>
              <a:xfrm>
                <a:off x="5707379" y="3779519"/>
                <a:ext cx="51435" cy="120014"/>
              </a:xfrm>
              <a:custGeom>
                <a:rect b="b" l="l" r="r" t="t"/>
                <a:pathLst>
                  <a:path extrusionOk="0" h="120014" w="51435">
                    <a:moveTo>
                      <a:pt x="0" y="15239"/>
                    </a:moveTo>
                    <a:lnTo>
                      <a:pt x="10179" y="11941"/>
                    </a:lnTo>
                    <a:lnTo>
                      <a:pt x="20288" y="8858"/>
                    </a:lnTo>
                    <a:lnTo>
                      <a:pt x="30539" y="5917"/>
                    </a:lnTo>
                    <a:lnTo>
                      <a:pt x="41148" y="3047"/>
                    </a:lnTo>
                    <a:lnTo>
                      <a:pt x="46482" y="761"/>
                    </a:lnTo>
                    <a:lnTo>
                      <a:pt x="47244" y="0"/>
                    </a:lnTo>
                    <a:lnTo>
                      <a:pt x="51053" y="761"/>
                    </a:lnTo>
                    <a:lnTo>
                      <a:pt x="47244" y="2285"/>
                    </a:lnTo>
                    <a:lnTo>
                      <a:pt x="44958" y="2285"/>
                    </a:lnTo>
                    <a:lnTo>
                      <a:pt x="41148" y="4571"/>
                    </a:lnTo>
                    <a:lnTo>
                      <a:pt x="33528" y="9143"/>
                    </a:lnTo>
                    <a:lnTo>
                      <a:pt x="28194" y="15239"/>
                    </a:lnTo>
                    <a:lnTo>
                      <a:pt x="27432" y="24383"/>
                    </a:lnTo>
                    <a:lnTo>
                      <a:pt x="26693" y="32730"/>
                    </a:lnTo>
                    <a:lnTo>
                      <a:pt x="26670" y="41433"/>
                    </a:lnTo>
                    <a:lnTo>
                      <a:pt x="27217" y="49994"/>
                    </a:lnTo>
                    <a:lnTo>
                      <a:pt x="28194" y="57911"/>
                    </a:lnTo>
                    <a:lnTo>
                      <a:pt x="29753" y="67948"/>
                    </a:lnTo>
                    <a:lnTo>
                      <a:pt x="30956" y="77628"/>
                    </a:lnTo>
                    <a:lnTo>
                      <a:pt x="31730" y="87165"/>
                    </a:lnTo>
                    <a:lnTo>
                      <a:pt x="32004" y="96773"/>
                    </a:lnTo>
                    <a:lnTo>
                      <a:pt x="32004" y="105917"/>
                    </a:lnTo>
                    <a:lnTo>
                      <a:pt x="32766" y="114299"/>
                    </a:lnTo>
                    <a:lnTo>
                      <a:pt x="24384" y="11963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18" name="Google Shape;4118;g2668d8541bd_0_647"/>
            <p:cNvGrpSpPr/>
            <p:nvPr/>
          </p:nvGrpSpPr>
          <p:grpSpPr>
            <a:xfrm>
              <a:off x="5258476" y="4082831"/>
              <a:ext cx="488360" cy="210300"/>
              <a:chOff x="5923775" y="3721595"/>
              <a:chExt cx="406933" cy="174523"/>
            </a:xfrm>
          </p:grpSpPr>
          <p:pic>
            <p:nvPicPr>
              <p:cNvPr id="4119" name="Google Shape;4119;g2668d8541bd_0_647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5923775" y="3765791"/>
                <a:ext cx="100609" cy="1303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20" name="Google Shape;4120;g2668d8541bd_0_647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6067031" y="3747503"/>
                <a:ext cx="128803" cy="1257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21" name="Google Shape;4121;g2668d8541bd_0_647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6217907" y="3721595"/>
                <a:ext cx="112801" cy="133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22" name="Google Shape;4122;g2668d8541bd_0_647"/>
            <p:cNvGrpSpPr/>
            <p:nvPr/>
          </p:nvGrpSpPr>
          <p:grpSpPr>
            <a:xfrm>
              <a:off x="5990170" y="4057452"/>
              <a:ext cx="256883" cy="187015"/>
              <a:chOff x="6533470" y="3700533"/>
              <a:chExt cx="214051" cy="155199"/>
            </a:xfrm>
          </p:grpSpPr>
          <p:pic>
            <p:nvPicPr>
              <p:cNvPr id="4123" name="Google Shape;4123;g2668d8541bd_0_647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6533470" y="3736835"/>
                <a:ext cx="73653" cy="11889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24" name="Google Shape;4124;g2668d8541bd_0_647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639292" y="3700533"/>
                <a:ext cx="108229" cy="1422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25" name="Google Shape;4125;g2668d8541bd_0_647"/>
            <p:cNvGrpSpPr/>
            <p:nvPr/>
          </p:nvGrpSpPr>
          <p:grpSpPr>
            <a:xfrm>
              <a:off x="6401576" y="3987338"/>
              <a:ext cx="406043" cy="231709"/>
              <a:chOff x="6876287" y="3642347"/>
              <a:chExt cx="338341" cy="192290"/>
            </a:xfrm>
          </p:grpSpPr>
          <p:sp>
            <p:nvSpPr>
              <p:cNvPr id="4126" name="Google Shape;4126;g2668d8541bd_0_647"/>
              <p:cNvSpPr/>
              <p:nvPr/>
            </p:nvSpPr>
            <p:spPr>
              <a:xfrm>
                <a:off x="6886955" y="3717798"/>
                <a:ext cx="1904" cy="116839"/>
              </a:xfrm>
              <a:custGeom>
                <a:rect b="b" l="l" r="r" t="t"/>
                <a:pathLst>
                  <a:path extrusionOk="0" h="116839" w="1904">
                    <a:moveTo>
                      <a:pt x="1524" y="0"/>
                    </a:moveTo>
                    <a:lnTo>
                      <a:pt x="762" y="49530"/>
                    </a:lnTo>
                    <a:lnTo>
                      <a:pt x="750" y="63805"/>
                    </a:lnTo>
                    <a:lnTo>
                      <a:pt x="666" y="78009"/>
                    </a:lnTo>
                    <a:lnTo>
                      <a:pt x="440" y="92071"/>
                    </a:lnTo>
                    <a:lnTo>
                      <a:pt x="0" y="105918"/>
                    </a:lnTo>
                    <a:lnTo>
                      <a:pt x="0" y="112014"/>
                    </a:lnTo>
                    <a:lnTo>
                      <a:pt x="0" y="112776"/>
                    </a:lnTo>
                    <a:lnTo>
                      <a:pt x="0" y="11658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7" name="Google Shape;4127;g2668d8541bd_0_647"/>
              <p:cNvSpPr/>
              <p:nvPr/>
            </p:nvSpPr>
            <p:spPr>
              <a:xfrm>
                <a:off x="6876287" y="3682936"/>
                <a:ext cx="93979" cy="83185"/>
              </a:xfrm>
              <a:custGeom>
                <a:rect b="b" l="l" r="r" t="t"/>
                <a:pathLst>
                  <a:path extrusionOk="0" h="83185" w="93979">
                    <a:moveTo>
                      <a:pt x="2285" y="24193"/>
                    </a:moveTo>
                    <a:lnTo>
                      <a:pt x="285" y="15930"/>
                    </a:lnTo>
                    <a:lnTo>
                      <a:pt x="0" y="10096"/>
                    </a:lnTo>
                    <a:lnTo>
                      <a:pt x="3143" y="5976"/>
                    </a:lnTo>
                    <a:lnTo>
                      <a:pt x="11429" y="2857"/>
                    </a:lnTo>
                    <a:lnTo>
                      <a:pt x="23002" y="714"/>
                    </a:lnTo>
                    <a:lnTo>
                      <a:pt x="35432" y="0"/>
                    </a:lnTo>
                    <a:lnTo>
                      <a:pt x="47863" y="714"/>
                    </a:lnTo>
                    <a:lnTo>
                      <a:pt x="88689" y="19038"/>
                    </a:lnTo>
                    <a:lnTo>
                      <a:pt x="93833" y="40016"/>
                    </a:lnTo>
                    <a:lnTo>
                      <a:pt x="89439" y="49053"/>
                    </a:lnTo>
                    <a:lnTo>
                      <a:pt x="55054" y="73818"/>
                    </a:lnTo>
                    <a:lnTo>
                      <a:pt x="32765" y="82867"/>
                    </a:lnTo>
                    <a:lnTo>
                      <a:pt x="32003" y="82867"/>
                    </a:lnTo>
                    <a:lnTo>
                      <a:pt x="35813" y="7905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128" name="Google Shape;4128;g2668d8541bd_0_647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7019531" y="3672232"/>
                <a:ext cx="78511" cy="1129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29" name="Google Shape;4129;g2668d8541bd_0_647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7117400" y="3642347"/>
                <a:ext cx="97228" cy="1265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130" name="Google Shape;4130;g2668d8541bd_0_647"/>
            <p:cNvSpPr/>
            <p:nvPr/>
          </p:nvSpPr>
          <p:spPr>
            <a:xfrm>
              <a:off x="3675504" y="4396114"/>
              <a:ext cx="3081528" cy="279289"/>
            </a:xfrm>
            <a:custGeom>
              <a:rect b="b" l="l" r="r" t="t"/>
              <a:pathLst>
                <a:path extrusionOk="0" h="231775" w="2567940">
                  <a:moveTo>
                    <a:pt x="0" y="231648"/>
                  </a:moveTo>
                  <a:lnTo>
                    <a:pt x="7096" y="221742"/>
                  </a:lnTo>
                  <a:lnTo>
                    <a:pt x="16192" y="217551"/>
                  </a:lnTo>
                  <a:lnTo>
                    <a:pt x="27860" y="216217"/>
                  </a:lnTo>
                  <a:lnTo>
                    <a:pt x="42671" y="214884"/>
                  </a:lnTo>
                  <a:lnTo>
                    <a:pt x="70675" y="211395"/>
                  </a:lnTo>
                  <a:lnTo>
                    <a:pt x="98679" y="208692"/>
                  </a:lnTo>
                  <a:lnTo>
                    <a:pt x="126682" y="206418"/>
                  </a:lnTo>
                  <a:lnTo>
                    <a:pt x="154686" y="204216"/>
                  </a:lnTo>
                  <a:lnTo>
                    <a:pt x="195143" y="200894"/>
                  </a:lnTo>
                  <a:lnTo>
                    <a:pt x="235458" y="197643"/>
                  </a:lnTo>
                  <a:lnTo>
                    <a:pt x="275772" y="194250"/>
                  </a:lnTo>
                  <a:lnTo>
                    <a:pt x="316230" y="190500"/>
                  </a:lnTo>
                  <a:lnTo>
                    <a:pt x="366391" y="185677"/>
                  </a:lnTo>
                  <a:lnTo>
                    <a:pt x="416337" y="180498"/>
                  </a:lnTo>
                  <a:lnTo>
                    <a:pt x="466141" y="175176"/>
                  </a:lnTo>
                  <a:lnTo>
                    <a:pt x="515873" y="169926"/>
                  </a:lnTo>
                  <a:lnTo>
                    <a:pt x="562508" y="165360"/>
                  </a:lnTo>
                  <a:lnTo>
                    <a:pt x="609142" y="160830"/>
                  </a:lnTo>
                  <a:lnTo>
                    <a:pt x="655777" y="156374"/>
                  </a:lnTo>
                  <a:lnTo>
                    <a:pt x="702411" y="152028"/>
                  </a:lnTo>
                  <a:lnTo>
                    <a:pt x="749046" y="147827"/>
                  </a:lnTo>
                  <a:lnTo>
                    <a:pt x="800630" y="143627"/>
                  </a:lnTo>
                  <a:lnTo>
                    <a:pt x="852104" y="139281"/>
                  </a:lnTo>
                  <a:lnTo>
                    <a:pt x="903543" y="134825"/>
                  </a:lnTo>
                  <a:lnTo>
                    <a:pt x="955017" y="130295"/>
                  </a:lnTo>
                  <a:lnTo>
                    <a:pt x="1006602" y="125729"/>
                  </a:lnTo>
                  <a:lnTo>
                    <a:pt x="1053954" y="121444"/>
                  </a:lnTo>
                  <a:lnTo>
                    <a:pt x="1101307" y="117105"/>
                  </a:lnTo>
                  <a:lnTo>
                    <a:pt x="1148660" y="112753"/>
                  </a:lnTo>
                  <a:lnTo>
                    <a:pt x="1196013" y="108428"/>
                  </a:lnTo>
                  <a:lnTo>
                    <a:pt x="1243366" y="104169"/>
                  </a:lnTo>
                  <a:lnTo>
                    <a:pt x="1290719" y="100017"/>
                  </a:lnTo>
                  <a:lnTo>
                    <a:pt x="1338072" y="96011"/>
                  </a:lnTo>
                  <a:lnTo>
                    <a:pt x="1391031" y="91559"/>
                  </a:lnTo>
                  <a:lnTo>
                    <a:pt x="1443990" y="87319"/>
                  </a:lnTo>
                  <a:lnTo>
                    <a:pt x="1496949" y="83248"/>
                  </a:lnTo>
                  <a:lnTo>
                    <a:pt x="1549908" y="79304"/>
                  </a:lnTo>
                  <a:lnTo>
                    <a:pt x="1602867" y="75445"/>
                  </a:lnTo>
                  <a:lnTo>
                    <a:pt x="1655826" y="71627"/>
                  </a:lnTo>
                  <a:lnTo>
                    <a:pt x="1705581" y="67964"/>
                  </a:lnTo>
                  <a:lnTo>
                    <a:pt x="1755227" y="64264"/>
                  </a:lnTo>
                  <a:lnTo>
                    <a:pt x="1804836" y="60490"/>
                  </a:lnTo>
                  <a:lnTo>
                    <a:pt x="1854482" y="56607"/>
                  </a:lnTo>
                  <a:lnTo>
                    <a:pt x="1904238" y="52577"/>
                  </a:lnTo>
                  <a:lnTo>
                    <a:pt x="1950043" y="48835"/>
                  </a:lnTo>
                  <a:lnTo>
                    <a:pt x="1995994" y="44945"/>
                  </a:lnTo>
                  <a:lnTo>
                    <a:pt x="2042056" y="40946"/>
                  </a:lnTo>
                  <a:lnTo>
                    <a:pt x="2088190" y="36874"/>
                  </a:lnTo>
                  <a:lnTo>
                    <a:pt x="2134362" y="32765"/>
                  </a:lnTo>
                  <a:lnTo>
                    <a:pt x="2182498" y="28908"/>
                  </a:lnTo>
                  <a:lnTo>
                    <a:pt x="2230850" y="25336"/>
                  </a:lnTo>
                  <a:lnTo>
                    <a:pt x="2279344" y="22050"/>
                  </a:lnTo>
                  <a:lnTo>
                    <a:pt x="2327910" y="19049"/>
                  </a:lnTo>
                  <a:lnTo>
                    <a:pt x="2366200" y="16466"/>
                  </a:lnTo>
                  <a:lnTo>
                    <a:pt x="2404491" y="14382"/>
                  </a:lnTo>
                  <a:lnTo>
                    <a:pt x="2442781" y="12727"/>
                  </a:lnTo>
                  <a:lnTo>
                    <a:pt x="2481072" y="11429"/>
                  </a:lnTo>
                  <a:lnTo>
                    <a:pt x="2520410" y="10667"/>
                  </a:lnTo>
                  <a:lnTo>
                    <a:pt x="2540329" y="10358"/>
                  </a:lnTo>
                  <a:lnTo>
                    <a:pt x="2560320" y="9905"/>
                  </a:lnTo>
                  <a:lnTo>
                    <a:pt x="2564892" y="9905"/>
                  </a:lnTo>
                  <a:lnTo>
                    <a:pt x="2565654" y="9905"/>
                  </a:lnTo>
                  <a:lnTo>
                    <a:pt x="2567940" y="9905"/>
                  </a:lnTo>
                  <a:lnTo>
                    <a:pt x="2558331" y="7500"/>
                  </a:lnTo>
                  <a:lnTo>
                    <a:pt x="2548794" y="4952"/>
                  </a:lnTo>
                  <a:lnTo>
                    <a:pt x="2539114" y="2405"/>
                  </a:lnTo>
                  <a:lnTo>
                    <a:pt x="2529078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31" name="Google Shape;4131;g2668d8541bd_0_647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990601" y="4956225"/>
              <a:ext cx="2907136" cy="228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2" name="Google Shape;4132;g2668d8541bd_0_647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6427135" y="5257408"/>
              <a:ext cx="186582" cy="153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3" name="Google Shape;4133;g2668d8541bd_0_647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6722510" y="5210577"/>
              <a:ext cx="274372" cy="12491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34" name="Google Shape;4134;g2668d8541bd_0_647"/>
            <p:cNvGrpSpPr/>
            <p:nvPr/>
          </p:nvGrpSpPr>
          <p:grpSpPr>
            <a:xfrm>
              <a:off x="7407501" y="5029530"/>
              <a:ext cx="158204" cy="281583"/>
              <a:chOff x="7714487" y="4507230"/>
              <a:chExt cx="131826" cy="233679"/>
            </a:xfrm>
          </p:grpSpPr>
          <p:sp>
            <p:nvSpPr>
              <p:cNvPr id="4135" name="Google Shape;4135;g2668d8541bd_0_647"/>
              <p:cNvSpPr/>
              <p:nvPr/>
            </p:nvSpPr>
            <p:spPr>
              <a:xfrm>
                <a:off x="7714487" y="4635162"/>
                <a:ext cx="51434" cy="76835"/>
              </a:xfrm>
              <a:custGeom>
                <a:rect b="b" l="l" r="r" t="t"/>
                <a:pathLst>
                  <a:path extrusionOk="0" h="76835" w="51434">
                    <a:moveTo>
                      <a:pt x="0" y="15323"/>
                    </a:moveTo>
                    <a:lnTo>
                      <a:pt x="8143" y="8024"/>
                    </a:lnTo>
                    <a:lnTo>
                      <a:pt x="15430" y="2655"/>
                    </a:lnTo>
                    <a:lnTo>
                      <a:pt x="23574" y="0"/>
                    </a:lnTo>
                    <a:lnTo>
                      <a:pt x="34290" y="845"/>
                    </a:lnTo>
                    <a:lnTo>
                      <a:pt x="51220" y="33801"/>
                    </a:lnTo>
                    <a:lnTo>
                      <a:pt x="49530" y="42755"/>
                    </a:lnTo>
                    <a:lnTo>
                      <a:pt x="28182" y="74949"/>
                    </a:lnTo>
                    <a:lnTo>
                      <a:pt x="22860" y="76283"/>
                    </a:lnTo>
                    <a:lnTo>
                      <a:pt x="19812" y="76283"/>
                    </a:lnTo>
                    <a:lnTo>
                      <a:pt x="19050" y="75521"/>
                    </a:lnTo>
                    <a:lnTo>
                      <a:pt x="18288" y="73235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6" name="Google Shape;4136;g2668d8541bd_0_647"/>
              <p:cNvSpPr/>
              <p:nvPr/>
            </p:nvSpPr>
            <p:spPr>
              <a:xfrm>
                <a:off x="7760969" y="4624578"/>
                <a:ext cx="48895" cy="66039"/>
              </a:xfrm>
              <a:custGeom>
                <a:rect b="b" l="l" r="r" t="t"/>
                <a:pathLst>
                  <a:path extrusionOk="0" h="66039" w="48895">
                    <a:moveTo>
                      <a:pt x="9905" y="0"/>
                    </a:moveTo>
                    <a:lnTo>
                      <a:pt x="6226" y="10156"/>
                    </a:lnTo>
                    <a:lnTo>
                      <a:pt x="3333" y="19526"/>
                    </a:lnTo>
                    <a:lnTo>
                      <a:pt x="1440" y="29039"/>
                    </a:lnTo>
                    <a:lnTo>
                      <a:pt x="761" y="39624"/>
                    </a:lnTo>
                    <a:lnTo>
                      <a:pt x="0" y="48768"/>
                    </a:lnTo>
                    <a:lnTo>
                      <a:pt x="0" y="56388"/>
                    </a:lnTo>
                    <a:lnTo>
                      <a:pt x="9143" y="61722"/>
                    </a:lnTo>
                    <a:lnTo>
                      <a:pt x="16001" y="65532"/>
                    </a:lnTo>
                    <a:lnTo>
                      <a:pt x="25907" y="65532"/>
                    </a:lnTo>
                    <a:lnTo>
                      <a:pt x="32765" y="64769"/>
                    </a:lnTo>
                    <a:lnTo>
                      <a:pt x="41147" y="64007"/>
                    </a:lnTo>
                    <a:lnTo>
                      <a:pt x="42671" y="62483"/>
                    </a:lnTo>
                    <a:lnTo>
                      <a:pt x="48767" y="57911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7" name="Google Shape;4137;g2668d8541bd_0_647"/>
              <p:cNvSpPr/>
              <p:nvPr/>
            </p:nvSpPr>
            <p:spPr>
              <a:xfrm>
                <a:off x="7834062" y="4674870"/>
                <a:ext cx="3175" cy="66039"/>
              </a:xfrm>
              <a:custGeom>
                <a:rect b="b" l="l" r="r" t="t"/>
                <a:pathLst>
                  <a:path extrusionOk="0" h="66039" w="3175">
                    <a:moveTo>
                      <a:pt x="1583" y="0"/>
                    </a:moveTo>
                    <a:lnTo>
                      <a:pt x="702" y="10167"/>
                    </a:lnTo>
                    <a:lnTo>
                      <a:pt x="250" y="20193"/>
                    </a:lnTo>
                    <a:lnTo>
                      <a:pt x="83" y="30218"/>
                    </a:lnTo>
                    <a:lnTo>
                      <a:pt x="59" y="40386"/>
                    </a:lnTo>
                    <a:lnTo>
                      <a:pt x="0" y="46993"/>
                    </a:lnTo>
                    <a:lnTo>
                      <a:pt x="154" y="53244"/>
                    </a:lnTo>
                    <a:lnTo>
                      <a:pt x="1023" y="59352"/>
                    </a:lnTo>
                    <a:lnTo>
                      <a:pt x="3107" y="6553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8" name="Google Shape;4138;g2668d8541bd_0_647"/>
              <p:cNvSpPr/>
              <p:nvPr/>
            </p:nvSpPr>
            <p:spPr>
              <a:xfrm>
                <a:off x="7789163" y="4507230"/>
                <a:ext cx="57150" cy="85725"/>
              </a:xfrm>
              <a:custGeom>
                <a:rect b="b" l="l" r="r" t="t"/>
                <a:pathLst>
                  <a:path extrusionOk="0" h="85725" w="57150">
                    <a:moveTo>
                      <a:pt x="0" y="16002"/>
                    </a:moveTo>
                    <a:lnTo>
                      <a:pt x="9024" y="13156"/>
                    </a:lnTo>
                    <a:lnTo>
                      <a:pt x="17907" y="10382"/>
                    </a:lnTo>
                    <a:lnTo>
                      <a:pt x="26789" y="7750"/>
                    </a:lnTo>
                    <a:lnTo>
                      <a:pt x="35814" y="5334"/>
                    </a:lnTo>
                    <a:lnTo>
                      <a:pt x="42672" y="3048"/>
                    </a:lnTo>
                    <a:lnTo>
                      <a:pt x="48768" y="1524"/>
                    </a:lnTo>
                    <a:lnTo>
                      <a:pt x="55626" y="762"/>
                    </a:lnTo>
                    <a:lnTo>
                      <a:pt x="55626" y="0"/>
                    </a:lnTo>
                    <a:lnTo>
                      <a:pt x="56388" y="0"/>
                    </a:lnTo>
                    <a:lnTo>
                      <a:pt x="57150" y="0"/>
                    </a:lnTo>
                    <a:lnTo>
                      <a:pt x="51053" y="0"/>
                    </a:lnTo>
                    <a:lnTo>
                      <a:pt x="45720" y="1524"/>
                    </a:lnTo>
                    <a:lnTo>
                      <a:pt x="41148" y="5334"/>
                    </a:lnTo>
                    <a:lnTo>
                      <a:pt x="35052" y="10668"/>
                    </a:lnTo>
                    <a:lnTo>
                      <a:pt x="32004" y="16002"/>
                    </a:lnTo>
                    <a:lnTo>
                      <a:pt x="32004" y="23622"/>
                    </a:lnTo>
                    <a:lnTo>
                      <a:pt x="31242" y="32004"/>
                    </a:lnTo>
                    <a:lnTo>
                      <a:pt x="32004" y="39624"/>
                    </a:lnTo>
                    <a:lnTo>
                      <a:pt x="34290" y="48006"/>
                    </a:lnTo>
                    <a:lnTo>
                      <a:pt x="35814" y="54864"/>
                    </a:lnTo>
                    <a:lnTo>
                      <a:pt x="38862" y="62484"/>
                    </a:lnTo>
                    <a:lnTo>
                      <a:pt x="39624" y="70104"/>
                    </a:lnTo>
                    <a:lnTo>
                      <a:pt x="39624" y="75438"/>
                    </a:lnTo>
                    <a:lnTo>
                      <a:pt x="39624" y="80772"/>
                    </a:lnTo>
                    <a:lnTo>
                      <a:pt x="39624" y="8534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39" name="Google Shape;4139;g2668d8541bd_0_647"/>
            <p:cNvGrpSpPr/>
            <p:nvPr/>
          </p:nvGrpSpPr>
          <p:grpSpPr>
            <a:xfrm>
              <a:off x="7632440" y="5053384"/>
              <a:ext cx="202877" cy="168047"/>
              <a:chOff x="7901926" y="4527042"/>
              <a:chExt cx="169050" cy="139458"/>
            </a:xfrm>
          </p:grpSpPr>
          <p:pic>
            <p:nvPicPr>
              <p:cNvPr id="4140" name="Google Shape;4140;g2668d8541bd_0_647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7901926" y="4570463"/>
                <a:ext cx="98466" cy="960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41" name="Google Shape;4141;g2668d8541bd_0_647"/>
              <p:cNvSpPr/>
              <p:nvPr/>
            </p:nvSpPr>
            <p:spPr>
              <a:xfrm>
                <a:off x="8028431" y="4527042"/>
                <a:ext cx="42545" cy="139064"/>
              </a:xfrm>
              <a:custGeom>
                <a:rect b="b" l="l" r="r" t="t"/>
                <a:pathLst>
                  <a:path extrusionOk="0" h="139064" w="42545">
                    <a:moveTo>
                      <a:pt x="0" y="0"/>
                    </a:moveTo>
                    <a:lnTo>
                      <a:pt x="38266" y="30706"/>
                    </a:lnTo>
                    <a:lnTo>
                      <a:pt x="42410" y="58685"/>
                    </a:lnTo>
                    <a:lnTo>
                      <a:pt x="41910" y="72390"/>
                    </a:lnTo>
                    <a:lnTo>
                      <a:pt x="31087" y="114073"/>
                    </a:lnTo>
                    <a:lnTo>
                      <a:pt x="16764" y="135636"/>
                    </a:lnTo>
                    <a:lnTo>
                      <a:pt x="12192" y="13868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42" name="Google Shape;4142;g2668d8541bd_0_647"/>
            <p:cNvSpPr/>
            <p:nvPr/>
          </p:nvSpPr>
          <p:spPr>
            <a:xfrm>
              <a:off x="7323561" y="5108667"/>
              <a:ext cx="204215" cy="262454"/>
            </a:xfrm>
            <a:custGeom>
              <a:rect b="b" l="l" r="r" t="t"/>
              <a:pathLst>
                <a:path extrusionOk="0" h="217804" w="170179">
                  <a:moveTo>
                    <a:pt x="8191" y="0"/>
                  </a:moveTo>
                  <a:lnTo>
                    <a:pt x="1547" y="46612"/>
                  </a:lnTo>
                  <a:lnTo>
                    <a:pt x="0" y="82843"/>
                  </a:lnTo>
                  <a:lnTo>
                    <a:pt x="0" y="103632"/>
                  </a:lnTo>
                  <a:lnTo>
                    <a:pt x="5143" y="144780"/>
                  </a:lnTo>
                  <a:lnTo>
                    <a:pt x="32146" y="192250"/>
                  </a:lnTo>
                  <a:lnTo>
                    <a:pt x="68425" y="212324"/>
                  </a:lnTo>
                  <a:lnTo>
                    <a:pt x="116597" y="217491"/>
                  </a:lnTo>
                  <a:lnTo>
                    <a:pt x="139255" y="215645"/>
                  </a:lnTo>
                  <a:lnTo>
                    <a:pt x="146696" y="213812"/>
                  </a:lnTo>
                  <a:lnTo>
                    <a:pt x="154209" y="211835"/>
                  </a:lnTo>
                  <a:lnTo>
                    <a:pt x="161865" y="209859"/>
                  </a:lnTo>
                  <a:lnTo>
                    <a:pt x="169735" y="20802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43" name="Google Shape;4143;g2668d8541bd_0_647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7930526" y="5014074"/>
              <a:ext cx="130742" cy="155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4" name="Google Shape;4144;g2668d8541bd_0_647"/>
            <p:cNvSpPr/>
            <p:nvPr/>
          </p:nvSpPr>
          <p:spPr>
            <a:xfrm>
              <a:off x="6613702" y="5684404"/>
              <a:ext cx="3048" cy="20660"/>
            </a:xfrm>
            <a:custGeom>
              <a:rect b="b" l="l" r="r" t="t"/>
              <a:pathLst>
                <a:path extrusionOk="0" h="17145" w="2540">
                  <a:moveTo>
                    <a:pt x="0" y="0"/>
                  </a:moveTo>
                  <a:lnTo>
                    <a:pt x="762" y="9906"/>
                  </a:lnTo>
                  <a:lnTo>
                    <a:pt x="762" y="11430"/>
                  </a:lnTo>
                  <a:lnTo>
                    <a:pt x="2286" y="1676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5" name="Google Shape;4145;g2668d8541bd_0_647"/>
            <p:cNvSpPr/>
            <p:nvPr/>
          </p:nvSpPr>
          <p:spPr>
            <a:xfrm>
              <a:off x="6638394" y="5818468"/>
              <a:ext cx="52578" cy="68099"/>
            </a:xfrm>
            <a:custGeom>
              <a:rect b="b" l="l" r="r" t="t"/>
              <a:pathLst>
                <a:path extrusionOk="0" h="56514" w="43815">
                  <a:moveTo>
                    <a:pt x="15240" y="3048"/>
                  </a:move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048"/>
                  </a:lnTo>
                  <a:close/>
                </a:path>
                <a:path extrusionOk="0" h="56514" w="43815">
                  <a:moveTo>
                    <a:pt x="43434" y="44958"/>
                  </a:moveTo>
                  <a:lnTo>
                    <a:pt x="39624" y="41148"/>
                  </a:lnTo>
                  <a:lnTo>
                    <a:pt x="31242" y="41148"/>
                  </a:lnTo>
                  <a:lnTo>
                    <a:pt x="28194" y="44958"/>
                  </a:lnTo>
                  <a:lnTo>
                    <a:pt x="28194" y="53340"/>
                  </a:lnTo>
                  <a:lnTo>
                    <a:pt x="31242" y="56388"/>
                  </a:lnTo>
                  <a:lnTo>
                    <a:pt x="39624" y="56388"/>
                  </a:lnTo>
                  <a:lnTo>
                    <a:pt x="43434" y="53340"/>
                  </a:lnTo>
                  <a:lnTo>
                    <a:pt x="43434" y="48768"/>
                  </a:lnTo>
                  <a:lnTo>
                    <a:pt x="43434" y="4495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6" name="Google Shape;4146;g2668d8541bd_0_647"/>
            <p:cNvSpPr/>
            <p:nvPr/>
          </p:nvSpPr>
          <p:spPr>
            <a:xfrm>
              <a:off x="5363619" y="6329008"/>
              <a:ext cx="160020" cy="723856"/>
            </a:xfrm>
            <a:custGeom>
              <a:rect b="b" l="l" r="r" t="t"/>
              <a:pathLst>
                <a:path extrusionOk="0" h="600710" w="133350">
                  <a:moveTo>
                    <a:pt x="100584" y="19049"/>
                  </a:moveTo>
                  <a:lnTo>
                    <a:pt x="91547" y="11144"/>
                  </a:lnTo>
                  <a:lnTo>
                    <a:pt x="83724" y="4952"/>
                  </a:lnTo>
                  <a:lnTo>
                    <a:pt x="75187" y="1047"/>
                  </a:lnTo>
                  <a:lnTo>
                    <a:pt x="64008" y="0"/>
                  </a:lnTo>
                  <a:lnTo>
                    <a:pt x="52149" y="2905"/>
                  </a:lnTo>
                  <a:lnTo>
                    <a:pt x="17252" y="42886"/>
                  </a:lnTo>
                  <a:lnTo>
                    <a:pt x="6858" y="90677"/>
                  </a:lnTo>
                  <a:lnTo>
                    <a:pt x="7358" y="106215"/>
                  </a:lnTo>
                  <a:lnTo>
                    <a:pt x="25146" y="145541"/>
                  </a:lnTo>
                  <a:lnTo>
                    <a:pt x="43434" y="168782"/>
                  </a:lnTo>
                  <a:lnTo>
                    <a:pt x="52792" y="180260"/>
                  </a:lnTo>
                  <a:lnTo>
                    <a:pt x="73247" y="213740"/>
                  </a:lnTo>
                  <a:lnTo>
                    <a:pt x="78486" y="237743"/>
                  </a:lnTo>
                  <a:lnTo>
                    <a:pt x="78128" y="250686"/>
                  </a:lnTo>
                  <a:lnTo>
                    <a:pt x="52697" y="295703"/>
                  </a:lnTo>
                  <a:lnTo>
                    <a:pt x="19050" y="326135"/>
                  </a:lnTo>
                  <a:lnTo>
                    <a:pt x="12954" y="331469"/>
                  </a:lnTo>
                  <a:lnTo>
                    <a:pt x="6096" y="336041"/>
                  </a:lnTo>
                  <a:lnTo>
                    <a:pt x="0" y="341375"/>
                  </a:lnTo>
                  <a:lnTo>
                    <a:pt x="4572" y="343661"/>
                  </a:lnTo>
                  <a:lnTo>
                    <a:pt x="11430" y="345185"/>
                  </a:lnTo>
                  <a:lnTo>
                    <a:pt x="16764" y="346709"/>
                  </a:lnTo>
                  <a:lnTo>
                    <a:pt x="55626" y="368045"/>
                  </a:lnTo>
                  <a:lnTo>
                    <a:pt x="71628" y="413765"/>
                  </a:lnTo>
                  <a:lnTo>
                    <a:pt x="71925" y="429887"/>
                  </a:lnTo>
                  <a:lnTo>
                    <a:pt x="71723" y="446150"/>
                  </a:lnTo>
                  <a:lnTo>
                    <a:pt x="71092" y="462414"/>
                  </a:lnTo>
                  <a:lnTo>
                    <a:pt x="70104" y="478535"/>
                  </a:lnTo>
                  <a:lnTo>
                    <a:pt x="68425" y="494299"/>
                  </a:lnTo>
                  <a:lnTo>
                    <a:pt x="66960" y="509777"/>
                  </a:lnTo>
                  <a:lnTo>
                    <a:pt x="65924" y="525256"/>
                  </a:lnTo>
                  <a:lnTo>
                    <a:pt x="65532" y="541019"/>
                  </a:lnTo>
                  <a:lnTo>
                    <a:pt x="65222" y="551723"/>
                  </a:lnTo>
                  <a:lnTo>
                    <a:pt x="78509" y="587573"/>
                  </a:lnTo>
                  <a:lnTo>
                    <a:pt x="114300" y="600646"/>
                  </a:lnTo>
                  <a:lnTo>
                    <a:pt x="122015" y="600432"/>
                  </a:lnTo>
                  <a:lnTo>
                    <a:pt x="128016" y="598931"/>
                  </a:lnTo>
                  <a:lnTo>
                    <a:pt x="130302" y="597407"/>
                  </a:lnTo>
                  <a:lnTo>
                    <a:pt x="131826" y="595883"/>
                  </a:lnTo>
                  <a:lnTo>
                    <a:pt x="133350" y="59359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47" name="Google Shape;4147;g2668d8541bd_0_647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5773288" y="6487849"/>
              <a:ext cx="507562" cy="3337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8" name="Google Shape;4148;g2668d8541bd_0_647"/>
            <p:cNvSpPr/>
            <p:nvPr/>
          </p:nvSpPr>
          <p:spPr>
            <a:xfrm>
              <a:off x="6346677" y="6669675"/>
              <a:ext cx="32004" cy="88760"/>
            </a:xfrm>
            <a:custGeom>
              <a:rect b="b" l="l" r="r" t="t"/>
              <a:pathLst>
                <a:path extrusionOk="0" h="73660" w="26670">
                  <a:moveTo>
                    <a:pt x="6857" y="0"/>
                  </a:moveTo>
                  <a:lnTo>
                    <a:pt x="26312" y="39493"/>
                  </a:lnTo>
                  <a:lnTo>
                    <a:pt x="25145" y="48863"/>
                  </a:lnTo>
                  <a:lnTo>
                    <a:pt x="22264" y="57804"/>
                  </a:lnTo>
                  <a:lnTo>
                    <a:pt x="17525" y="65532"/>
                  </a:lnTo>
                  <a:lnTo>
                    <a:pt x="12191" y="71628"/>
                  </a:lnTo>
                  <a:lnTo>
                    <a:pt x="6857" y="72390"/>
                  </a:lnTo>
                  <a:lnTo>
                    <a:pt x="0" y="7315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9" name="Google Shape;4149;g2668d8541bd_0_647"/>
            <p:cNvSpPr/>
            <p:nvPr/>
          </p:nvSpPr>
          <p:spPr>
            <a:xfrm>
              <a:off x="6661254" y="6638455"/>
              <a:ext cx="18288" cy="18363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810" y="15239"/>
                  </a:lnTo>
                  <a:lnTo>
                    <a:pt x="12192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0" name="Google Shape;4150;g2668d8541bd_0_647"/>
            <p:cNvSpPr/>
            <p:nvPr/>
          </p:nvSpPr>
          <p:spPr>
            <a:xfrm>
              <a:off x="6834091" y="6617337"/>
              <a:ext cx="18288" cy="18363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1" name="Google Shape;4151;g2668d8541bd_0_647"/>
            <p:cNvSpPr/>
            <p:nvPr/>
          </p:nvSpPr>
          <p:spPr>
            <a:xfrm>
              <a:off x="6976747" y="6621928"/>
              <a:ext cx="18288" cy="18363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048" y="15239"/>
                  </a:lnTo>
                  <a:lnTo>
                    <a:pt x="12192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2192" y="0"/>
                  </a:lnTo>
                  <a:lnTo>
                    <a:pt x="3048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2" name="Google Shape;4152;g2668d8541bd_0_647"/>
            <p:cNvSpPr/>
            <p:nvPr/>
          </p:nvSpPr>
          <p:spPr>
            <a:xfrm>
              <a:off x="7095629" y="6619173"/>
              <a:ext cx="18288" cy="18363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3" name="Google Shape;4153;g2668d8541bd_0_647"/>
            <p:cNvSpPr/>
            <p:nvPr/>
          </p:nvSpPr>
          <p:spPr>
            <a:xfrm>
              <a:off x="7513543" y="6689261"/>
              <a:ext cx="32765" cy="74986"/>
            </a:xfrm>
            <a:custGeom>
              <a:rect b="b" l="l" r="r" t="t"/>
              <a:pathLst>
                <a:path extrusionOk="0" h="62229" w="27304">
                  <a:moveTo>
                    <a:pt x="0" y="511"/>
                  </a:moveTo>
                  <a:lnTo>
                    <a:pt x="26693" y="26550"/>
                  </a:lnTo>
                  <a:lnTo>
                    <a:pt x="24574" y="36992"/>
                  </a:lnTo>
                  <a:lnTo>
                    <a:pt x="20454" y="46720"/>
                  </a:lnTo>
                  <a:lnTo>
                    <a:pt x="14478" y="55375"/>
                  </a:lnTo>
                  <a:lnTo>
                    <a:pt x="8382" y="59947"/>
                  </a:lnTo>
                  <a:lnTo>
                    <a:pt x="6858" y="61471"/>
                  </a:lnTo>
                  <a:lnTo>
                    <a:pt x="1524" y="6223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54" name="Google Shape;4154;g2668d8541bd_0_647"/>
            <p:cNvGrpSpPr/>
            <p:nvPr/>
          </p:nvGrpSpPr>
          <p:grpSpPr>
            <a:xfrm>
              <a:off x="7749070" y="6137801"/>
              <a:ext cx="814646" cy="658816"/>
              <a:chOff x="7999095" y="5426963"/>
              <a:chExt cx="678815" cy="546735"/>
            </a:xfrm>
          </p:grpSpPr>
          <p:sp>
            <p:nvSpPr>
              <p:cNvPr id="4155" name="Google Shape;4155;g2668d8541bd_0_647"/>
              <p:cNvSpPr/>
              <p:nvPr/>
            </p:nvSpPr>
            <p:spPr>
              <a:xfrm>
                <a:off x="8092440" y="5716583"/>
                <a:ext cx="41275" cy="78104"/>
              </a:xfrm>
              <a:custGeom>
                <a:rect b="b" l="l" r="r" t="t"/>
                <a:pathLst>
                  <a:path extrusionOk="0" h="78104" w="41275">
                    <a:moveTo>
                      <a:pt x="0" y="10608"/>
                    </a:moveTo>
                    <a:lnTo>
                      <a:pt x="7691" y="5357"/>
                    </a:lnTo>
                    <a:lnTo>
                      <a:pt x="15240" y="1178"/>
                    </a:lnTo>
                    <a:lnTo>
                      <a:pt x="23360" y="0"/>
                    </a:lnTo>
                    <a:lnTo>
                      <a:pt x="32766" y="3750"/>
                    </a:lnTo>
                    <a:lnTo>
                      <a:pt x="38028" y="9453"/>
                    </a:lnTo>
                    <a:lnTo>
                      <a:pt x="40576" y="16799"/>
                    </a:lnTo>
                    <a:lnTo>
                      <a:pt x="41124" y="24860"/>
                    </a:lnTo>
                    <a:lnTo>
                      <a:pt x="40386" y="32706"/>
                    </a:lnTo>
                    <a:lnTo>
                      <a:pt x="37814" y="42576"/>
                    </a:lnTo>
                    <a:lnTo>
                      <a:pt x="32956" y="51661"/>
                    </a:lnTo>
                    <a:lnTo>
                      <a:pt x="26670" y="60031"/>
                    </a:lnTo>
                    <a:lnTo>
                      <a:pt x="19812" y="67758"/>
                    </a:lnTo>
                    <a:lnTo>
                      <a:pt x="16002" y="72330"/>
                    </a:lnTo>
                    <a:lnTo>
                      <a:pt x="6858" y="7766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6" name="Google Shape;4156;g2668d8541bd_0_647"/>
              <p:cNvSpPr/>
              <p:nvPr/>
            </p:nvSpPr>
            <p:spPr>
              <a:xfrm>
                <a:off x="8141779" y="5715761"/>
                <a:ext cx="58420" cy="76200"/>
              </a:xfrm>
              <a:custGeom>
                <a:rect b="b" l="l" r="r" t="t"/>
                <a:pathLst>
                  <a:path extrusionOk="0" h="76200" w="58420">
                    <a:moveTo>
                      <a:pt x="20764" y="0"/>
                    </a:moveTo>
                    <a:lnTo>
                      <a:pt x="0" y="38004"/>
                    </a:lnTo>
                    <a:lnTo>
                      <a:pt x="214" y="48184"/>
                    </a:lnTo>
                    <a:lnTo>
                      <a:pt x="32861" y="76128"/>
                    </a:lnTo>
                    <a:lnTo>
                      <a:pt x="40385" y="75819"/>
                    </a:lnTo>
                    <a:lnTo>
                      <a:pt x="47624" y="74366"/>
                    </a:lnTo>
                    <a:lnTo>
                      <a:pt x="54292" y="71628"/>
                    </a:lnTo>
                    <a:lnTo>
                      <a:pt x="55054" y="70866"/>
                    </a:lnTo>
                    <a:lnTo>
                      <a:pt x="56578" y="69342"/>
                    </a:lnTo>
                    <a:lnTo>
                      <a:pt x="58102" y="6858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7" name="Google Shape;4157;g2668d8541bd_0_647"/>
              <p:cNvSpPr/>
              <p:nvPr/>
            </p:nvSpPr>
            <p:spPr>
              <a:xfrm>
                <a:off x="8235696" y="5784341"/>
                <a:ext cx="46990" cy="48895"/>
              </a:xfrm>
              <a:custGeom>
                <a:rect b="b" l="l" r="r" t="t"/>
                <a:pathLst>
                  <a:path extrusionOk="0" h="48895" w="46990">
                    <a:moveTo>
                      <a:pt x="0" y="0"/>
                    </a:moveTo>
                    <a:lnTo>
                      <a:pt x="273" y="8084"/>
                    </a:lnTo>
                    <a:lnTo>
                      <a:pt x="1047" y="15525"/>
                    </a:lnTo>
                    <a:lnTo>
                      <a:pt x="2250" y="22824"/>
                    </a:lnTo>
                    <a:lnTo>
                      <a:pt x="3810" y="30480"/>
                    </a:lnTo>
                    <a:lnTo>
                      <a:pt x="4572" y="36576"/>
                    </a:lnTo>
                    <a:lnTo>
                      <a:pt x="4572" y="42672"/>
                    </a:lnTo>
                    <a:lnTo>
                      <a:pt x="4572" y="48768"/>
                    </a:lnTo>
                    <a:lnTo>
                      <a:pt x="4572" y="43434"/>
                    </a:lnTo>
                    <a:lnTo>
                      <a:pt x="3048" y="41910"/>
                    </a:lnTo>
                    <a:lnTo>
                      <a:pt x="3048" y="36576"/>
                    </a:lnTo>
                    <a:lnTo>
                      <a:pt x="2083" y="30503"/>
                    </a:lnTo>
                    <a:lnTo>
                      <a:pt x="1619" y="24003"/>
                    </a:lnTo>
                    <a:lnTo>
                      <a:pt x="1869" y="17502"/>
                    </a:lnTo>
                    <a:lnTo>
                      <a:pt x="3048" y="11430"/>
                    </a:lnTo>
                    <a:lnTo>
                      <a:pt x="5334" y="4571"/>
                    </a:lnTo>
                    <a:lnTo>
                      <a:pt x="9906" y="761"/>
                    </a:lnTo>
                    <a:lnTo>
                      <a:pt x="16764" y="761"/>
                    </a:lnTo>
                    <a:lnTo>
                      <a:pt x="24384" y="0"/>
                    </a:lnTo>
                    <a:lnTo>
                      <a:pt x="46482" y="33527"/>
                    </a:lnTo>
                    <a:lnTo>
                      <a:pt x="45720" y="38861"/>
                    </a:lnTo>
                    <a:lnTo>
                      <a:pt x="45720" y="44957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158" name="Google Shape;4158;g2668d8541bd_0_647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8205965" y="5580875"/>
                <a:ext cx="82321" cy="1036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59" name="Google Shape;4159;g2668d8541bd_0_647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8316455" y="5610116"/>
                <a:ext cx="181381" cy="1742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60" name="Google Shape;4160;g2668d8541bd_0_647"/>
              <p:cNvSpPr/>
              <p:nvPr/>
            </p:nvSpPr>
            <p:spPr>
              <a:xfrm>
                <a:off x="7999095" y="5664707"/>
                <a:ext cx="163195" cy="184785"/>
              </a:xfrm>
              <a:custGeom>
                <a:rect b="b" l="l" r="r" t="t"/>
                <a:pathLst>
                  <a:path extrusionOk="0" h="184785" w="163195">
                    <a:moveTo>
                      <a:pt x="4191" y="0"/>
                    </a:moveTo>
                    <a:lnTo>
                      <a:pt x="666" y="18133"/>
                    </a:lnTo>
                    <a:lnTo>
                      <a:pt x="0" y="34766"/>
                    </a:lnTo>
                    <a:lnTo>
                      <a:pt x="1619" y="51542"/>
                    </a:lnTo>
                    <a:lnTo>
                      <a:pt x="10191" y="90582"/>
                    </a:lnTo>
                    <a:lnTo>
                      <a:pt x="26384" y="129254"/>
                    </a:lnTo>
                    <a:lnTo>
                      <a:pt x="51685" y="159519"/>
                    </a:lnTo>
                    <a:lnTo>
                      <a:pt x="101727" y="182879"/>
                    </a:lnTo>
                    <a:lnTo>
                      <a:pt x="117574" y="184415"/>
                    </a:lnTo>
                    <a:lnTo>
                      <a:pt x="132492" y="183737"/>
                    </a:lnTo>
                    <a:lnTo>
                      <a:pt x="147268" y="181486"/>
                    </a:lnTo>
                    <a:lnTo>
                      <a:pt x="162687" y="178307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1" name="Google Shape;4161;g2668d8541bd_0_647"/>
              <p:cNvSpPr/>
              <p:nvPr/>
            </p:nvSpPr>
            <p:spPr>
              <a:xfrm>
                <a:off x="8473440" y="5426963"/>
                <a:ext cx="204470" cy="546735"/>
              </a:xfrm>
              <a:custGeom>
                <a:rect b="b" l="l" r="r" t="t"/>
                <a:pathLst>
                  <a:path extrusionOk="0" h="546735" w="204470">
                    <a:moveTo>
                      <a:pt x="28955" y="26670"/>
                    </a:moveTo>
                    <a:lnTo>
                      <a:pt x="28503" y="15859"/>
                    </a:lnTo>
                    <a:lnTo>
                      <a:pt x="28765" y="7620"/>
                    </a:lnTo>
                    <a:lnTo>
                      <a:pt x="32170" y="2238"/>
                    </a:lnTo>
                    <a:lnTo>
                      <a:pt x="41147" y="0"/>
                    </a:lnTo>
                    <a:lnTo>
                      <a:pt x="51911" y="571"/>
                    </a:lnTo>
                    <a:lnTo>
                      <a:pt x="89523" y="28789"/>
                    </a:lnTo>
                    <a:lnTo>
                      <a:pt x="112775" y="73152"/>
                    </a:lnTo>
                    <a:lnTo>
                      <a:pt x="122777" y="112204"/>
                    </a:lnTo>
                    <a:lnTo>
                      <a:pt x="126491" y="152400"/>
                    </a:lnTo>
                    <a:lnTo>
                      <a:pt x="126801" y="171259"/>
                    </a:lnTo>
                    <a:lnTo>
                      <a:pt x="126682" y="190119"/>
                    </a:lnTo>
                    <a:lnTo>
                      <a:pt x="126277" y="208978"/>
                    </a:lnTo>
                    <a:lnTo>
                      <a:pt x="125729" y="227838"/>
                    </a:lnTo>
                    <a:lnTo>
                      <a:pt x="125396" y="239589"/>
                    </a:lnTo>
                    <a:lnTo>
                      <a:pt x="138898" y="280606"/>
                    </a:lnTo>
                    <a:lnTo>
                      <a:pt x="166115" y="285750"/>
                    </a:lnTo>
                    <a:lnTo>
                      <a:pt x="175117" y="285630"/>
                    </a:lnTo>
                    <a:lnTo>
                      <a:pt x="204215" y="275082"/>
                    </a:lnTo>
                    <a:lnTo>
                      <a:pt x="192785" y="282702"/>
                    </a:lnTo>
                    <a:lnTo>
                      <a:pt x="164782" y="312705"/>
                    </a:lnTo>
                    <a:lnTo>
                      <a:pt x="142160" y="358509"/>
                    </a:lnTo>
                    <a:lnTo>
                      <a:pt x="139779" y="392394"/>
                    </a:lnTo>
                    <a:lnTo>
                      <a:pt x="141731" y="409194"/>
                    </a:lnTo>
                    <a:lnTo>
                      <a:pt x="145172" y="424505"/>
                    </a:lnTo>
                    <a:lnTo>
                      <a:pt x="149256" y="439674"/>
                    </a:lnTo>
                    <a:lnTo>
                      <a:pt x="153197" y="454842"/>
                    </a:lnTo>
                    <a:lnTo>
                      <a:pt x="156209" y="470154"/>
                    </a:lnTo>
                    <a:lnTo>
                      <a:pt x="157686" y="481024"/>
                    </a:lnTo>
                    <a:lnTo>
                      <a:pt x="158305" y="492537"/>
                    </a:lnTo>
                    <a:lnTo>
                      <a:pt x="157495" y="503908"/>
                    </a:lnTo>
                    <a:lnTo>
                      <a:pt x="134647" y="535138"/>
                    </a:lnTo>
                    <a:lnTo>
                      <a:pt x="91237" y="546246"/>
                    </a:lnTo>
                    <a:lnTo>
                      <a:pt x="79247" y="546354"/>
                    </a:lnTo>
                    <a:lnTo>
                      <a:pt x="67937" y="546068"/>
                    </a:lnTo>
                    <a:lnTo>
                      <a:pt x="56768" y="545211"/>
                    </a:lnTo>
                    <a:lnTo>
                      <a:pt x="45600" y="543782"/>
                    </a:lnTo>
                    <a:lnTo>
                      <a:pt x="34289" y="541782"/>
                    </a:lnTo>
                    <a:lnTo>
                      <a:pt x="27420" y="540650"/>
                    </a:lnTo>
                    <a:lnTo>
                      <a:pt x="20478" y="539591"/>
                    </a:lnTo>
                    <a:lnTo>
                      <a:pt x="13394" y="538674"/>
                    </a:lnTo>
                    <a:lnTo>
                      <a:pt x="6095" y="537972"/>
                    </a:lnTo>
                    <a:lnTo>
                      <a:pt x="0" y="537972"/>
                    </a:lnTo>
                    <a:lnTo>
                      <a:pt x="761" y="534924"/>
                    </a:lnTo>
                    <a:lnTo>
                      <a:pt x="761" y="528828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65" name="Shape 4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6" name="Google Shape;4166;g2668d8541bd_0_7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807" y="5483233"/>
            <a:ext cx="6335005" cy="21951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67" name="Google Shape;4167;g2668d8541bd_0_773"/>
          <p:cNvGrpSpPr/>
          <p:nvPr/>
        </p:nvGrpSpPr>
        <p:grpSpPr>
          <a:xfrm>
            <a:off x="3901744" y="2247910"/>
            <a:ext cx="790855" cy="330472"/>
            <a:chOff x="5114531" y="2158661"/>
            <a:chExt cx="615835" cy="238970"/>
          </a:xfrm>
        </p:grpSpPr>
        <p:pic>
          <p:nvPicPr>
            <p:cNvPr id="4168" name="Google Shape;4168;g2668d8541bd_0_7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14531" y="2172449"/>
              <a:ext cx="198907" cy="1731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9" name="Google Shape;4169;g2668d8541bd_0_77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39321" y="2158661"/>
              <a:ext cx="358165" cy="2165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0" name="Google Shape;4170;g2668d8541bd_0_773"/>
            <p:cNvSpPr/>
            <p:nvPr/>
          </p:nvSpPr>
          <p:spPr>
            <a:xfrm>
              <a:off x="5224271" y="2304287"/>
              <a:ext cx="506095" cy="93344"/>
            </a:xfrm>
            <a:custGeom>
              <a:rect b="b" l="l" r="r" t="t"/>
              <a:pathLst>
                <a:path extrusionOk="0" h="93344" w="506095">
                  <a:moveTo>
                    <a:pt x="0" y="91439"/>
                  </a:moveTo>
                  <a:lnTo>
                    <a:pt x="28194" y="93023"/>
                  </a:lnTo>
                  <a:lnTo>
                    <a:pt x="55244" y="91535"/>
                  </a:lnTo>
                  <a:lnTo>
                    <a:pt x="82296" y="87903"/>
                  </a:lnTo>
                  <a:lnTo>
                    <a:pt x="110489" y="83057"/>
                  </a:lnTo>
                  <a:lnTo>
                    <a:pt x="148792" y="75783"/>
                  </a:lnTo>
                  <a:lnTo>
                    <a:pt x="187166" y="68865"/>
                  </a:lnTo>
                  <a:lnTo>
                    <a:pt x="225682" y="62376"/>
                  </a:lnTo>
                  <a:lnTo>
                    <a:pt x="264414" y="56387"/>
                  </a:lnTo>
                  <a:lnTo>
                    <a:pt x="302133" y="50923"/>
                  </a:lnTo>
                  <a:lnTo>
                    <a:pt x="377571" y="40850"/>
                  </a:lnTo>
                  <a:lnTo>
                    <a:pt x="415290" y="35813"/>
                  </a:lnTo>
                  <a:lnTo>
                    <a:pt x="436780" y="33361"/>
                  </a:lnTo>
                  <a:lnTo>
                    <a:pt x="458628" y="31051"/>
                  </a:lnTo>
                  <a:lnTo>
                    <a:pt x="480333" y="27884"/>
                  </a:lnTo>
                  <a:lnTo>
                    <a:pt x="501395" y="22859"/>
                  </a:lnTo>
                  <a:lnTo>
                    <a:pt x="504444" y="22097"/>
                  </a:lnTo>
                  <a:lnTo>
                    <a:pt x="505206" y="22097"/>
                  </a:lnTo>
                  <a:lnTo>
                    <a:pt x="505968" y="20573"/>
                  </a:lnTo>
                  <a:lnTo>
                    <a:pt x="504444" y="17525"/>
                  </a:lnTo>
                  <a:lnTo>
                    <a:pt x="499872" y="12953"/>
                  </a:lnTo>
                  <a:lnTo>
                    <a:pt x="499109" y="8381"/>
                  </a:lnTo>
                  <a:lnTo>
                    <a:pt x="499109" y="5333"/>
                  </a:lnTo>
                  <a:lnTo>
                    <a:pt x="499109" y="3047"/>
                  </a:lnTo>
                  <a:lnTo>
                    <a:pt x="499109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71" name="Google Shape;4171;g2668d8541bd_0_773"/>
          <p:cNvSpPr/>
          <p:nvPr/>
        </p:nvSpPr>
        <p:spPr>
          <a:xfrm>
            <a:off x="4785190" y="2429281"/>
            <a:ext cx="14686" cy="14046"/>
          </a:xfrm>
          <a:custGeom>
            <a:rect b="b" l="l" r="r" t="t"/>
            <a:pathLst>
              <a:path extrusionOk="0" h="10160" w="11429">
                <a:moveTo>
                  <a:pt x="11429" y="9905"/>
                </a:moveTo>
                <a:lnTo>
                  <a:pt x="7619" y="6857"/>
                </a:lnTo>
                <a:lnTo>
                  <a:pt x="3809" y="3047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72" name="Google Shape;4172;g2668d8541bd_0_773"/>
          <p:cNvGrpSpPr/>
          <p:nvPr/>
        </p:nvGrpSpPr>
        <p:grpSpPr>
          <a:xfrm>
            <a:off x="5786468" y="2545187"/>
            <a:ext cx="238029" cy="151040"/>
            <a:chOff x="6582156" y="2373629"/>
            <a:chExt cx="185352" cy="109220"/>
          </a:xfrm>
        </p:grpSpPr>
        <p:sp>
          <p:nvSpPr>
            <p:cNvPr id="4173" name="Google Shape;4173;g2668d8541bd_0_773"/>
            <p:cNvSpPr/>
            <p:nvPr/>
          </p:nvSpPr>
          <p:spPr>
            <a:xfrm>
              <a:off x="6609112" y="2434589"/>
              <a:ext cx="4445" cy="48260"/>
            </a:xfrm>
            <a:custGeom>
              <a:rect b="b" l="l" r="r" t="t"/>
              <a:pathLst>
                <a:path extrusionOk="0" h="48260" w="4445">
                  <a:moveTo>
                    <a:pt x="476" y="0"/>
                  </a:moveTo>
                  <a:lnTo>
                    <a:pt x="273" y="9382"/>
                  </a:lnTo>
                  <a:lnTo>
                    <a:pt x="0" y="19050"/>
                  </a:lnTo>
                  <a:lnTo>
                    <a:pt x="154" y="28717"/>
                  </a:lnTo>
                  <a:lnTo>
                    <a:pt x="1238" y="38100"/>
                  </a:lnTo>
                  <a:lnTo>
                    <a:pt x="1238" y="41910"/>
                  </a:lnTo>
                  <a:lnTo>
                    <a:pt x="3524" y="44958"/>
                  </a:lnTo>
                  <a:lnTo>
                    <a:pt x="4286" y="48006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4" name="Google Shape;4174;g2668d8541bd_0_773"/>
            <p:cNvSpPr/>
            <p:nvPr/>
          </p:nvSpPr>
          <p:spPr>
            <a:xfrm>
              <a:off x="6582156" y="2373629"/>
              <a:ext cx="15240" cy="15239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5" name="Google Shape;4175;g2668d8541bd_0_773"/>
            <p:cNvSpPr/>
            <p:nvPr/>
          </p:nvSpPr>
          <p:spPr>
            <a:xfrm>
              <a:off x="6660642" y="2416301"/>
              <a:ext cx="38100" cy="1905"/>
            </a:xfrm>
            <a:custGeom>
              <a:rect b="b" l="l" r="r" t="t"/>
              <a:pathLst>
                <a:path extrusionOk="0" h="1905" w="38100">
                  <a:moveTo>
                    <a:pt x="0" y="1524"/>
                  </a:moveTo>
                  <a:lnTo>
                    <a:pt x="8084" y="1714"/>
                  </a:lnTo>
                  <a:lnTo>
                    <a:pt x="15525" y="1333"/>
                  </a:lnTo>
                  <a:lnTo>
                    <a:pt x="22824" y="666"/>
                  </a:lnTo>
                  <a:lnTo>
                    <a:pt x="30480" y="0"/>
                  </a:lnTo>
                  <a:lnTo>
                    <a:pt x="32766" y="0"/>
                  </a:lnTo>
                  <a:lnTo>
                    <a:pt x="37338" y="762"/>
                  </a:lnTo>
                  <a:lnTo>
                    <a:pt x="38100" y="1524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6" name="Google Shape;4176;g2668d8541bd_0_773"/>
            <p:cNvSpPr/>
            <p:nvPr/>
          </p:nvSpPr>
          <p:spPr>
            <a:xfrm>
              <a:off x="6672072" y="2449067"/>
              <a:ext cx="45084" cy="14605"/>
            </a:xfrm>
            <a:custGeom>
              <a:rect b="b" l="l" r="r" t="t"/>
              <a:pathLst>
                <a:path extrusionOk="0" h="14605" w="45084">
                  <a:moveTo>
                    <a:pt x="0" y="14477"/>
                  </a:moveTo>
                  <a:lnTo>
                    <a:pt x="10239" y="12584"/>
                  </a:lnTo>
                  <a:lnTo>
                    <a:pt x="19621" y="10191"/>
                  </a:lnTo>
                  <a:lnTo>
                    <a:pt x="28717" y="7084"/>
                  </a:lnTo>
                  <a:lnTo>
                    <a:pt x="38100" y="3047"/>
                  </a:lnTo>
                  <a:lnTo>
                    <a:pt x="40386" y="2285"/>
                  </a:lnTo>
                  <a:lnTo>
                    <a:pt x="42672" y="761"/>
                  </a:lnTo>
                  <a:lnTo>
                    <a:pt x="44958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7" name="Google Shape;4177;g2668d8541bd_0_773"/>
            <p:cNvSpPr/>
            <p:nvPr/>
          </p:nvSpPr>
          <p:spPr>
            <a:xfrm>
              <a:off x="6766238" y="2414777"/>
              <a:ext cx="1270" cy="55880"/>
            </a:xfrm>
            <a:custGeom>
              <a:rect b="b" l="l" r="r" t="t"/>
              <a:pathLst>
                <a:path extrusionOk="0" h="55880" w="1270">
                  <a:moveTo>
                    <a:pt x="321" y="0"/>
                  </a:moveTo>
                  <a:lnTo>
                    <a:pt x="0" y="11072"/>
                  </a:lnTo>
                  <a:lnTo>
                    <a:pt x="35" y="21717"/>
                  </a:lnTo>
                  <a:lnTo>
                    <a:pt x="214" y="32361"/>
                  </a:lnTo>
                  <a:lnTo>
                    <a:pt x="321" y="43434"/>
                  </a:lnTo>
                  <a:lnTo>
                    <a:pt x="321" y="49530"/>
                  </a:lnTo>
                  <a:lnTo>
                    <a:pt x="321" y="51053"/>
                  </a:lnTo>
                  <a:lnTo>
                    <a:pt x="1083" y="55626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78" name="Google Shape;4178;g2668d8541bd_0_7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8533" y="2028417"/>
            <a:ext cx="91127" cy="1026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79" name="Google Shape;4179;g2668d8541bd_0_773"/>
          <p:cNvGrpSpPr/>
          <p:nvPr/>
        </p:nvGrpSpPr>
        <p:grpSpPr>
          <a:xfrm>
            <a:off x="5425388" y="2331271"/>
            <a:ext cx="131290" cy="204122"/>
            <a:chOff x="6300978" y="2218944"/>
            <a:chExt cx="102235" cy="147604"/>
          </a:xfrm>
        </p:grpSpPr>
        <p:sp>
          <p:nvSpPr>
            <p:cNvPr id="4180" name="Google Shape;4180;g2668d8541bd_0_773"/>
            <p:cNvSpPr/>
            <p:nvPr/>
          </p:nvSpPr>
          <p:spPr>
            <a:xfrm>
              <a:off x="6300978" y="2354484"/>
              <a:ext cx="102235" cy="12064"/>
            </a:xfrm>
            <a:custGeom>
              <a:rect b="b" l="l" r="r" t="t"/>
              <a:pathLst>
                <a:path extrusionOk="0" h="12064" w="102235">
                  <a:moveTo>
                    <a:pt x="0" y="11525"/>
                  </a:moveTo>
                  <a:lnTo>
                    <a:pt x="14620" y="11894"/>
                  </a:lnTo>
                  <a:lnTo>
                    <a:pt x="28955" y="11620"/>
                  </a:lnTo>
                  <a:lnTo>
                    <a:pt x="43291" y="10346"/>
                  </a:lnTo>
                  <a:lnTo>
                    <a:pt x="57912" y="7715"/>
                  </a:lnTo>
                  <a:lnTo>
                    <a:pt x="67556" y="5143"/>
                  </a:lnTo>
                  <a:lnTo>
                    <a:pt x="78486" y="2000"/>
                  </a:lnTo>
                  <a:lnTo>
                    <a:pt x="89415" y="0"/>
                  </a:lnTo>
                  <a:lnTo>
                    <a:pt x="99060" y="857"/>
                  </a:lnTo>
                  <a:lnTo>
                    <a:pt x="101346" y="857"/>
                  </a:lnTo>
                  <a:lnTo>
                    <a:pt x="102107" y="857"/>
                  </a:lnTo>
                  <a:lnTo>
                    <a:pt x="100584" y="3143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1" name="Google Shape;4181;g2668d8541bd_0_773"/>
            <p:cNvSpPr/>
            <p:nvPr/>
          </p:nvSpPr>
          <p:spPr>
            <a:xfrm>
              <a:off x="6354377" y="2218944"/>
              <a:ext cx="13970" cy="78105"/>
            </a:xfrm>
            <a:custGeom>
              <a:rect b="b" l="l" r="r" t="t"/>
              <a:pathLst>
                <a:path extrusionOk="0" h="78105" w="13970">
                  <a:moveTo>
                    <a:pt x="3750" y="0"/>
                  </a:moveTo>
                  <a:lnTo>
                    <a:pt x="1357" y="9941"/>
                  </a:lnTo>
                  <a:lnTo>
                    <a:pt x="35" y="19526"/>
                  </a:lnTo>
                  <a:lnTo>
                    <a:pt x="0" y="29253"/>
                  </a:lnTo>
                  <a:lnTo>
                    <a:pt x="1464" y="39624"/>
                  </a:lnTo>
                  <a:lnTo>
                    <a:pt x="3345" y="47494"/>
                  </a:lnTo>
                  <a:lnTo>
                    <a:pt x="6226" y="55149"/>
                  </a:lnTo>
                  <a:lnTo>
                    <a:pt x="9394" y="62662"/>
                  </a:lnTo>
                  <a:lnTo>
                    <a:pt x="12132" y="70104"/>
                  </a:lnTo>
                  <a:lnTo>
                    <a:pt x="13656" y="73914"/>
                  </a:lnTo>
                  <a:lnTo>
                    <a:pt x="13656" y="74676"/>
                  </a:lnTo>
                  <a:lnTo>
                    <a:pt x="13656" y="77724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82" name="Google Shape;4182;g2668d8541bd_0_7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37214" y="2656877"/>
            <a:ext cx="95592" cy="112788"/>
          </a:xfrm>
          <a:prstGeom prst="rect">
            <a:avLst/>
          </a:prstGeom>
          <a:noFill/>
          <a:ln>
            <a:noFill/>
          </a:ln>
        </p:spPr>
      </p:pic>
      <p:sp>
        <p:nvSpPr>
          <p:cNvPr id="4183" name="Google Shape;4183;g2668d8541bd_0_773"/>
          <p:cNvSpPr/>
          <p:nvPr/>
        </p:nvSpPr>
        <p:spPr>
          <a:xfrm>
            <a:off x="5760787" y="2189019"/>
            <a:ext cx="354133" cy="276535"/>
          </a:xfrm>
          <a:custGeom>
            <a:rect b="b" l="l" r="r" t="t"/>
            <a:pathLst>
              <a:path extrusionOk="0" h="200025" w="275590">
                <a:moveTo>
                  <a:pt x="203453" y="0"/>
                </a:moveTo>
                <a:lnTo>
                  <a:pt x="154685" y="7620"/>
                </a:lnTo>
                <a:lnTo>
                  <a:pt x="109787" y="23479"/>
                </a:lnTo>
                <a:lnTo>
                  <a:pt x="71139" y="45910"/>
                </a:lnTo>
                <a:lnTo>
                  <a:pt x="66293" y="53340"/>
                </a:lnTo>
                <a:lnTo>
                  <a:pt x="66698" y="60400"/>
                </a:lnTo>
                <a:lnTo>
                  <a:pt x="71818" y="64103"/>
                </a:lnTo>
                <a:lnTo>
                  <a:pt x="78938" y="65662"/>
                </a:lnTo>
                <a:lnTo>
                  <a:pt x="85343" y="66294"/>
                </a:lnTo>
                <a:lnTo>
                  <a:pt x="101476" y="67925"/>
                </a:lnTo>
                <a:lnTo>
                  <a:pt x="117824" y="68484"/>
                </a:lnTo>
                <a:lnTo>
                  <a:pt x="134314" y="68329"/>
                </a:lnTo>
                <a:lnTo>
                  <a:pt x="150875" y="67818"/>
                </a:lnTo>
                <a:lnTo>
                  <a:pt x="168473" y="67567"/>
                </a:lnTo>
                <a:lnTo>
                  <a:pt x="185927" y="66960"/>
                </a:lnTo>
                <a:lnTo>
                  <a:pt x="203382" y="66210"/>
                </a:lnTo>
                <a:lnTo>
                  <a:pt x="220979" y="65532"/>
                </a:lnTo>
                <a:lnTo>
                  <a:pt x="228147" y="65222"/>
                </a:lnTo>
                <a:lnTo>
                  <a:pt x="236600" y="65341"/>
                </a:lnTo>
                <a:lnTo>
                  <a:pt x="243911" y="67460"/>
                </a:lnTo>
                <a:lnTo>
                  <a:pt x="247649" y="73151"/>
                </a:lnTo>
                <a:lnTo>
                  <a:pt x="243911" y="82295"/>
                </a:lnTo>
                <a:lnTo>
                  <a:pt x="234314" y="90868"/>
                </a:lnTo>
                <a:lnTo>
                  <a:pt x="223004" y="98012"/>
                </a:lnTo>
                <a:lnTo>
                  <a:pt x="214121" y="102870"/>
                </a:lnTo>
                <a:lnTo>
                  <a:pt x="192595" y="115359"/>
                </a:lnTo>
                <a:lnTo>
                  <a:pt x="148113" y="137481"/>
                </a:lnTo>
                <a:lnTo>
                  <a:pt x="102286" y="158412"/>
                </a:lnTo>
                <a:lnTo>
                  <a:pt x="55114" y="178153"/>
                </a:lnTo>
                <a:lnTo>
                  <a:pt x="23252" y="190309"/>
                </a:lnTo>
                <a:lnTo>
                  <a:pt x="15335" y="193167"/>
                </a:lnTo>
                <a:lnTo>
                  <a:pt x="7560" y="196024"/>
                </a:lnTo>
                <a:lnTo>
                  <a:pt x="0" y="198882"/>
                </a:lnTo>
                <a:lnTo>
                  <a:pt x="4810" y="199310"/>
                </a:lnTo>
                <a:lnTo>
                  <a:pt x="12763" y="199453"/>
                </a:lnTo>
                <a:lnTo>
                  <a:pt x="21002" y="199310"/>
                </a:lnTo>
                <a:lnTo>
                  <a:pt x="62091" y="193976"/>
                </a:lnTo>
                <a:lnTo>
                  <a:pt x="132647" y="180451"/>
                </a:lnTo>
                <a:lnTo>
                  <a:pt x="167639" y="172974"/>
                </a:lnTo>
                <a:lnTo>
                  <a:pt x="189928" y="168878"/>
                </a:lnTo>
                <a:lnTo>
                  <a:pt x="234505" y="160972"/>
                </a:lnTo>
                <a:lnTo>
                  <a:pt x="268985" y="156971"/>
                </a:lnTo>
                <a:lnTo>
                  <a:pt x="275081" y="156210"/>
                </a:lnTo>
                <a:lnTo>
                  <a:pt x="266699" y="158495"/>
                </a:lnTo>
                <a:lnTo>
                  <a:pt x="259841" y="159258"/>
                </a:lnTo>
                <a:lnTo>
                  <a:pt x="251459" y="159258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84" name="Google Shape;4184;g2668d8541bd_0_773"/>
          <p:cNvGrpSpPr/>
          <p:nvPr/>
        </p:nvGrpSpPr>
        <p:grpSpPr>
          <a:xfrm>
            <a:off x="6131413" y="2080459"/>
            <a:ext cx="474740" cy="400975"/>
            <a:chOff x="6850760" y="2037575"/>
            <a:chExt cx="369678" cy="289952"/>
          </a:xfrm>
        </p:grpSpPr>
        <p:sp>
          <p:nvSpPr>
            <p:cNvPr id="4185" name="Google Shape;4185;g2668d8541bd_0_773"/>
            <p:cNvSpPr/>
            <p:nvPr/>
          </p:nvSpPr>
          <p:spPr>
            <a:xfrm>
              <a:off x="6906005" y="2174986"/>
              <a:ext cx="27940" cy="57785"/>
            </a:xfrm>
            <a:custGeom>
              <a:rect b="b" l="l" r="r" t="t"/>
              <a:pathLst>
                <a:path extrusionOk="0" h="57785" w="27940">
                  <a:moveTo>
                    <a:pt x="0" y="8143"/>
                  </a:moveTo>
                  <a:lnTo>
                    <a:pt x="6584" y="3714"/>
                  </a:lnTo>
                  <a:lnTo>
                    <a:pt x="12668" y="142"/>
                  </a:lnTo>
                  <a:lnTo>
                    <a:pt x="18323" y="0"/>
                  </a:lnTo>
                  <a:lnTo>
                    <a:pt x="23622" y="5857"/>
                  </a:lnTo>
                  <a:lnTo>
                    <a:pt x="26670" y="11953"/>
                  </a:lnTo>
                  <a:lnTo>
                    <a:pt x="27432" y="22621"/>
                  </a:lnTo>
                  <a:lnTo>
                    <a:pt x="26670" y="28717"/>
                  </a:lnTo>
                  <a:lnTo>
                    <a:pt x="6096" y="57673"/>
                  </a:lnTo>
                  <a:lnTo>
                    <a:pt x="7620" y="54625"/>
                  </a:lnTo>
                  <a:lnTo>
                    <a:pt x="6096" y="51577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6" name="Google Shape;4186;g2668d8541bd_0_773"/>
            <p:cNvSpPr/>
            <p:nvPr/>
          </p:nvSpPr>
          <p:spPr>
            <a:xfrm>
              <a:off x="6947915" y="2175509"/>
              <a:ext cx="29845" cy="69850"/>
            </a:xfrm>
            <a:custGeom>
              <a:rect b="b" l="l" r="r" t="t"/>
              <a:pathLst>
                <a:path extrusionOk="0" h="69850" w="29845">
                  <a:moveTo>
                    <a:pt x="3048" y="0"/>
                  </a:moveTo>
                  <a:lnTo>
                    <a:pt x="1607" y="11072"/>
                  </a:lnTo>
                  <a:lnTo>
                    <a:pt x="666" y="21717"/>
                  </a:lnTo>
                  <a:lnTo>
                    <a:pt x="154" y="32361"/>
                  </a:lnTo>
                  <a:lnTo>
                    <a:pt x="0" y="43434"/>
                  </a:lnTo>
                  <a:lnTo>
                    <a:pt x="0" y="51816"/>
                  </a:lnTo>
                  <a:lnTo>
                    <a:pt x="2286" y="60198"/>
                  </a:lnTo>
                  <a:lnTo>
                    <a:pt x="9906" y="64769"/>
                  </a:lnTo>
                  <a:lnTo>
                    <a:pt x="16002" y="69342"/>
                  </a:lnTo>
                  <a:lnTo>
                    <a:pt x="22860" y="67818"/>
                  </a:lnTo>
                  <a:lnTo>
                    <a:pt x="29718" y="6553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7" name="Google Shape;4187;g2668d8541bd_0_773"/>
            <p:cNvSpPr/>
            <p:nvPr/>
          </p:nvSpPr>
          <p:spPr>
            <a:xfrm>
              <a:off x="6998207" y="2223515"/>
              <a:ext cx="1904" cy="45085"/>
            </a:xfrm>
            <a:custGeom>
              <a:rect b="b" l="l" r="r" t="t"/>
              <a:pathLst>
                <a:path extrusionOk="0" h="45085" w="1904">
                  <a:moveTo>
                    <a:pt x="1524" y="0"/>
                  </a:moveTo>
                  <a:lnTo>
                    <a:pt x="964" y="8203"/>
                  </a:lnTo>
                  <a:lnTo>
                    <a:pt x="476" y="15906"/>
                  </a:lnTo>
                  <a:lnTo>
                    <a:pt x="130" y="23467"/>
                  </a:lnTo>
                  <a:lnTo>
                    <a:pt x="0" y="31242"/>
                  </a:lnTo>
                  <a:lnTo>
                    <a:pt x="0" y="35814"/>
                  </a:lnTo>
                  <a:lnTo>
                    <a:pt x="0" y="40386"/>
                  </a:lnTo>
                  <a:lnTo>
                    <a:pt x="0" y="4495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8" name="Google Shape;4188;g2668d8541bd_0_773"/>
            <p:cNvSpPr/>
            <p:nvPr/>
          </p:nvSpPr>
          <p:spPr>
            <a:xfrm>
              <a:off x="6991349" y="2134361"/>
              <a:ext cx="15240" cy="15239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9" name="Google Shape;4189;g2668d8541bd_0_773"/>
            <p:cNvSpPr/>
            <p:nvPr/>
          </p:nvSpPr>
          <p:spPr>
            <a:xfrm>
              <a:off x="6972299" y="2052065"/>
              <a:ext cx="44450" cy="63500"/>
            </a:xfrm>
            <a:custGeom>
              <a:rect b="b" l="l" r="r" t="t"/>
              <a:pathLst>
                <a:path extrusionOk="0" h="63500" w="44450">
                  <a:moveTo>
                    <a:pt x="0" y="16001"/>
                  </a:moveTo>
                  <a:lnTo>
                    <a:pt x="9358" y="13561"/>
                  </a:lnTo>
                  <a:lnTo>
                    <a:pt x="18288" y="10763"/>
                  </a:lnTo>
                  <a:lnTo>
                    <a:pt x="27217" y="7536"/>
                  </a:lnTo>
                  <a:lnTo>
                    <a:pt x="36576" y="3809"/>
                  </a:lnTo>
                  <a:lnTo>
                    <a:pt x="39624" y="3047"/>
                  </a:lnTo>
                  <a:lnTo>
                    <a:pt x="41910" y="1523"/>
                  </a:lnTo>
                  <a:lnTo>
                    <a:pt x="44195" y="0"/>
                  </a:lnTo>
                  <a:lnTo>
                    <a:pt x="39624" y="761"/>
                  </a:lnTo>
                  <a:lnTo>
                    <a:pt x="25146" y="31241"/>
                  </a:lnTo>
                  <a:lnTo>
                    <a:pt x="25146" y="39623"/>
                  </a:lnTo>
                  <a:lnTo>
                    <a:pt x="25908" y="44195"/>
                  </a:lnTo>
                  <a:lnTo>
                    <a:pt x="30480" y="51053"/>
                  </a:lnTo>
                  <a:lnTo>
                    <a:pt x="34290" y="56387"/>
                  </a:lnTo>
                  <a:lnTo>
                    <a:pt x="38100" y="60197"/>
                  </a:lnTo>
                  <a:lnTo>
                    <a:pt x="43434" y="63245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90" name="Google Shape;4190;g2668d8541bd_0_77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061441" y="2037575"/>
              <a:ext cx="158997" cy="1806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91" name="Google Shape;4191;g2668d8541bd_0_773"/>
            <p:cNvSpPr/>
            <p:nvPr/>
          </p:nvSpPr>
          <p:spPr>
            <a:xfrm>
              <a:off x="6850760" y="2100833"/>
              <a:ext cx="125095" cy="226694"/>
            </a:xfrm>
            <a:custGeom>
              <a:rect b="b" l="l" r="r" t="t"/>
              <a:pathLst>
                <a:path extrusionOk="0" h="226694" w="125095">
                  <a:moveTo>
                    <a:pt x="32384" y="0"/>
                  </a:moveTo>
                  <a:lnTo>
                    <a:pt x="10417" y="46291"/>
                  </a:lnTo>
                  <a:lnTo>
                    <a:pt x="1928" y="85344"/>
                  </a:lnTo>
                  <a:lnTo>
                    <a:pt x="0" y="108585"/>
                  </a:lnTo>
                  <a:lnTo>
                    <a:pt x="357" y="131826"/>
                  </a:lnTo>
                  <a:lnTo>
                    <a:pt x="8846" y="171271"/>
                  </a:lnTo>
                  <a:lnTo>
                    <a:pt x="41528" y="214884"/>
                  </a:lnTo>
                  <a:lnTo>
                    <a:pt x="90070" y="226135"/>
                  </a:lnTo>
                  <a:lnTo>
                    <a:pt x="106298" y="224790"/>
                  </a:lnTo>
                  <a:lnTo>
                    <a:pt x="112394" y="222504"/>
                  </a:lnTo>
                  <a:lnTo>
                    <a:pt x="118490" y="220218"/>
                  </a:lnTo>
                  <a:lnTo>
                    <a:pt x="124586" y="218694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2" name="Google Shape;4192;g2668d8541bd_0_773"/>
          <p:cNvGrpSpPr/>
          <p:nvPr/>
        </p:nvGrpSpPr>
        <p:grpSpPr>
          <a:xfrm>
            <a:off x="6988143" y="2233278"/>
            <a:ext cx="125256" cy="90273"/>
            <a:chOff x="7517892" y="2148078"/>
            <a:chExt cx="97536" cy="65278"/>
          </a:xfrm>
        </p:grpSpPr>
        <p:sp>
          <p:nvSpPr>
            <p:cNvPr id="4193" name="Google Shape;4193;g2668d8541bd_0_773"/>
            <p:cNvSpPr/>
            <p:nvPr/>
          </p:nvSpPr>
          <p:spPr>
            <a:xfrm>
              <a:off x="7517892" y="2148078"/>
              <a:ext cx="58420" cy="5080"/>
            </a:xfrm>
            <a:custGeom>
              <a:rect b="b" l="l" r="r" t="t"/>
              <a:pathLst>
                <a:path extrusionOk="0" h="5080" w="58420">
                  <a:moveTo>
                    <a:pt x="0" y="4572"/>
                  </a:moveTo>
                  <a:lnTo>
                    <a:pt x="11418" y="3750"/>
                  </a:lnTo>
                  <a:lnTo>
                    <a:pt x="22764" y="2571"/>
                  </a:lnTo>
                  <a:lnTo>
                    <a:pt x="33968" y="1250"/>
                  </a:lnTo>
                  <a:lnTo>
                    <a:pt x="44958" y="0"/>
                  </a:lnTo>
                  <a:lnTo>
                    <a:pt x="49530" y="0"/>
                  </a:lnTo>
                  <a:lnTo>
                    <a:pt x="53340" y="0"/>
                  </a:lnTo>
                  <a:lnTo>
                    <a:pt x="57912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4" name="Google Shape;4194;g2668d8541bd_0_773"/>
            <p:cNvSpPr/>
            <p:nvPr/>
          </p:nvSpPr>
          <p:spPr>
            <a:xfrm>
              <a:off x="7523988" y="2196846"/>
              <a:ext cx="91440" cy="16510"/>
            </a:xfrm>
            <a:custGeom>
              <a:rect b="b" l="l" r="r" t="t"/>
              <a:pathLst>
                <a:path extrusionOk="0" h="16510" w="91440">
                  <a:moveTo>
                    <a:pt x="0" y="15239"/>
                  </a:moveTo>
                  <a:lnTo>
                    <a:pt x="12882" y="16037"/>
                  </a:lnTo>
                  <a:lnTo>
                    <a:pt x="24765" y="15335"/>
                  </a:lnTo>
                  <a:lnTo>
                    <a:pt x="36647" y="13632"/>
                  </a:lnTo>
                  <a:lnTo>
                    <a:pt x="49530" y="11429"/>
                  </a:lnTo>
                  <a:lnTo>
                    <a:pt x="58912" y="10132"/>
                  </a:lnTo>
                  <a:lnTo>
                    <a:pt x="89916" y="1523"/>
                  </a:lnTo>
                  <a:lnTo>
                    <a:pt x="91440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5" name="Google Shape;4195;g2668d8541bd_0_773"/>
          <p:cNvGrpSpPr/>
          <p:nvPr/>
        </p:nvGrpSpPr>
        <p:grpSpPr>
          <a:xfrm>
            <a:off x="7570520" y="1925556"/>
            <a:ext cx="1812569" cy="1320839"/>
            <a:chOff x="7570520" y="1925556"/>
            <a:chExt cx="1812569" cy="1320839"/>
          </a:xfrm>
        </p:grpSpPr>
        <p:grpSp>
          <p:nvGrpSpPr>
            <p:cNvPr id="4196" name="Google Shape;4196;g2668d8541bd_0_773"/>
            <p:cNvGrpSpPr/>
            <p:nvPr/>
          </p:nvGrpSpPr>
          <p:grpSpPr>
            <a:xfrm>
              <a:off x="7570520" y="2172158"/>
              <a:ext cx="345619" cy="608552"/>
              <a:chOff x="7971389" y="2103882"/>
              <a:chExt cx="269132" cy="440055"/>
            </a:xfrm>
          </p:grpSpPr>
          <p:sp>
            <p:nvSpPr>
              <p:cNvPr id="4197" name="Google Shape;4197;g2668d8541bd_0_773"/>
              <p:cNvSpPr/>
              <p:nvPr/>
            </p:nvSpPr>
            <p:spPr>
              <a:xfrm>
                <a:off x="7971389" y="2103882"/>
                <a:ext cx="197484" cy="440055"/>
              </a:xfrm>
              <a:custGeom>
                <a:rect b="b" l="l" r="r" t="t"/>
                <a:pathLst>
                  <a:path extrusionOk="0" h="440055" w="197484">
                    <a:moveTo>
                      <a:pt x="53994" y="0"/>
                    </a:moveTo>
                    <a:lnTo>
                      <a:pt x="24276" y="32004"/>
                    </a:lnTo>
                    <a:lnTo>
                      <a:pt x="7608" y="92202"/>
                    </a:lnTo>
                    <a:lnTo>
                      <a:pt x="654" y="154686"/>
                    </a:lnTo>
                    <a:lnTo>
                      <a:pt x="0" y="195310"/>
                    </a:lnTo>
                    <a:lnTo>
                      <a:pt x="2274" y="235076"/>
                    </a:lnTo>
                    <a:lnTo>
                      <a:pt x="8691" y="274272"/>
                    </a:lnTo>
                    <a:lnTo>
                      <a:pt x="20466" y="313182"/>
                    </a:lnTo>
                    <a:lnTo>
                      <a:pt x="51518" y="369189"/>
                    </a:lnTo>
                    <a:lnTo>
                      <a:pt x="97428" y="413766"/>
                    </a:lnTo>
                    <a:lnTo>
                      <a:pt x="145339" y="434149"/>
                    </a:lnTo>
                    <a:lnTo>
                      <a:pt x="170616" y="437983"/>
                    </a:lnTo>
                    <a:lnTo>
                      <a:pt x="197250" y="43967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8" name="Google Shape;4198;g2668d8541bd_0_773"/>
              <p:cNvSpPr/>
              <p:nvPr/>
            </p:nvSpPr>
            <p:spPr>
              <a:xfrm>
                <a:off x="8157495" y="2174748"/>
                <a:ext cx="4445" cy="104775"/>
              </a:xfrm>
              <a:custGeom>
                <a:rect b="b" l="l" r="r" t="t"/>
                <a:pathLst>
                  <a:path extrusionOk="0" h="104775" w="4445">
                    <a:moveTo>
                      <a:pt x="1238" y="0"/>
                    </a:moveTo>
                    <a:lnTo>
                      <a:pt x="797" y="13025"/>
                    </a:lnTo>
                    <a:lnTo>
                      <a:pt x="571" y="25908"/>
                    </a:lnTo>
                    <a:lnTo>
                      <a:pt x="488" y="38790"/>
                    </a:lnTo>
                    <a:lnTo>
                      <a:pt x="476" y="51816"/>
                    </a:lnTo>
                    <a:lnTo>
                      <a:pt x="273" y="61650"/>
                    </a:lnTo>
                    <a:lnTo>
                      <a:pt x="0" y="71628"/>
                    </a:lnTo>
                    <a:lnTo>
                      <a:pt x="154" y="81605"/>
                    </a:lnTo>
                    <a:lnTo>
                      <a:pt x="1238" y="91440"/>
                    </a:lnTo>
                    <a:lnTo>
                      <a:pt x="2000" y="96012"/>
                    </a:lnTo>
                    <a:lnTo>
                      <a:pt x="3524" y="99822"/>
                    </a:lnTo>
                    <a:lnTo>
                      <a:pt x="4286" y="10439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9" name="Google Shape;4199;g2668d8541bd_0_773"/>
              <p:cNvSpPr/>
              <p:nvPr/>
            </p:nvSpPr>
            <p:spPr>
              <a:xfrm>
                <a:off x="8108442" y="2298192"/>
                <a:ext cx="132079" cy="12700"/>
              </a:xfrm>
              <a:custGeom>
                <a:rect b="b" l="l" r="r" t="t"/>
                <a:pathLst>
                  <a:path extrusionOk="0" h="12700" w="132079">
                    <a:moveTo>
                      <a:pt x="0" y="9144"/>
                    </a:moveTo>
                    <a:lnTo>
                      <a:pt x="13727" y="11096"/>
                    </a:lnTo>
                    <a:lnTo>
                      <a:pt x="27527" y="12192"/>
                    </a:lnTo>
                    <a:lnTo>
                      <a:pt x="41469" y="12144"/>
                    </a:lnTo>
                    <a:lnTo>
                      <a:pt x="55626" y="10668"/>
                    </a:lnTo>
                    <a:lnTo>
                      <a:pt x="70365" y="8703"/>
                    </a:lnTo>
                    <a:lnTo>
                      <a:pt x="84963" y="6381"/>
                    </a:lnTo>
                    <a:lnTo>
                      <a:pt x="99560" y="3917"/>
                    </a:lnTo>
                    <a:lnTo>
                      <a:pt x="114300" y="1524"/>
                    </a:lnTo>
                    <a:lnTo>
                      <a:pt x="120396" y="762"/>
                    </a:lnTo>
                    <a:lnTo>
                      <a:pt x="125730" y="762"/>
                    </a:lnTo>
                    <a:lnTo>
                      <a:pt x="131826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00" name="Google Shape;4200;g2668d8541bd_0_77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127610" y="2371819"/>
                <a:ext cx="92096" cy="1123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201" name="Google Shape;4201;g2668d8541bd_0_77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354864" y="2239602"/>
              <a:ext cx="177130" cy="18651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02" name="Google Shape;4202;g2668d8541bd_0_773"/>
            <p:cNvGrpSpPr/>
            <p:nvPr/>
          </p:nvGrpSpPr>
          <p:grpSpPr>
            <a:xfrm>
              <a:off x="8651707" y="1925556"/>
              <a:ext cx="197685" cy="634386"/>
              <a:chOff x="8813292" y="1925561"/>
              <a:chExt cx="153936" cy="458736"/>
            </a:xfrm>
          </p:grpSpPr>
          <p:sp>
            <p:nvSpPr>
              <p:cNvPr id="4203" name="Google Shape;4203;g2668d8541bd_0_773"/>
              <p:cNvSpPr/>
              <p:nvPr/>
            </p:nvSpPr>
            <p:spPr>
              <a:xfrm>
                <a:off x="8813292" y="1976628"/>
                <a:ext cx="92709" cy="407669"/>
              </a:xfrm>
              <a:custGeom>
                <a:rect b="b" l="l" r="r" t="t"/>
                <a:pathLst>
                  <a:path extrusionOk="0" h="407669" w="92709">
                    <a:moveTo>
                      <a:pt x="0" y="0"/>
                    </a:moveTo>
                    <a:lnTo>
                      <a:pt x="41148" y="37290"/>
                    </a:lnTo>
                    <a:lnTo>
                      <a:pt x="64591" y="73247"/>
                    </a:lnTo>
                    <a:lnTo>
                      <a:pt x="82045" y="117729"/>
                    </a:lnTo>
                    <a:lnTo>
                      <a:pt x="91380" y="168759"/>
                    </a:lnTo>
                    <a:lnTo>
                      <a:pt x="92487" y="196977"/>
                    </a:lnTo>
                    <a:lnTo>
                      <a:pt x="91166" y="225194"/>
                    </a:lnTo>
                    <a:lnTo>
                      <a:pt x="82069" y="277975"/>
                    </a:lnTo>
                    <a:lnTo>
                      <a:pt x="65234" y="326814"/>
                    </a:lnTo>
                    <a:lnTo>
                      <a:pt x="46208" y="364724"/>
                    </a:lnTo>
                    <a:lnTo>
                      <a:pt x="15240" y="402336"/>
                    </a:lnTo>
                    <a:lnTo>
                      <a:pt x="12192" y="403860"/>
                    </a:lnTo>
                    <a:lnTo>
                      <a:pt x="9144" y="406146"/>
                    </a:lnTo>
                    <a:lnTo>
                      <a:pt x="6858" y="40767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04" name="Google Shape;4204;g2668d8541bd_0_773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8893289" y="1925561"/>
                <a:ext cx="73939" cy="945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205" name="Google Shape;4205;g2668d8541bd_0_77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938681" y="2065712"/>
              <a:ext cx="212557" cy="1999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6" name="Google Shape;4206;g2668d8541bd_0_773"/>
            <p:cNvSpPr/>
            <p:nvPr/>
          </p:nvSpPr>
          <p:spPr>
            <a:xfrm>
              <a:off x="8051534" y="2200611"/>
              <a:ext cx="208074" cy="230005"/>
            </a:xfrm>
            <a:custGeom>
              <a:rect b="b" l="l" r="r" t="t"/>
              <a:pathLst>
                <a:path extrusionOk="0" h="166369" w="161925">
                  <a:moveTo>
                    <a:pt x="142494" y="0"/>
                  </a:moveTo>
                  <a:lnTo>
                    <a:pt x="128766" y="2857"/>
                  </a:lnTo>
                  <a:lnTo>
                    <a:pt x="114966" y="5715"/>
                  </a:lnTo>
                  <a:lnTo>
                    <a:pt x="101024" y="8572"/>
                  </a:lnTo>
                  <a:lnTo>
                    <a:pt x="86868" y="11430"/>
                  </a:lnTo>
                  <a:lnTo>
                    <a:pt x="74056" y="14335"/>
                  </a:lnTo>
                  <a:lnTo>
                    <a:pt x="35052" y="25908"/>
                  </a:lnTo>
                  <a:lnTo>
                    <a:pt x="19812" y="34290"/>
                  </a:lnTo>
                  <a:lnTo>
                    <a:pt x="24384" y="40386"/>
                  </a:lnTo>
                  <a:lnTo>
                    <a:pt x="75057" y="53459"/>
                  </a:lnTo>
                  <a:lnTo>
                    <a:pt x="104775" y="54173"/>
                  </a:lnTo>
                  <a:lnTo>
                    <a:pt x="119634" y="54102"/>
                  </a:lnTo>
                  <a:lnTo>
                    <a:pt x="129230" y="54387"/>
                  </a:lnTo>
                  <a:lnTo>
                    <a:pt x="160020" y="60198"/>
                  </a:lnTo>
                  <a:lnTo>
                    <a:pt x="161544" y="60960"/>
                  </a:lnTo>
                  <a:lnTo>
                    <a:pt x="157591" y="69377"/>
                  </a:lnTo>
                  <a:lnTo>
                    <a:pt x="151066" y="75723"/>
                  </a:lnTo>
                  <a:lnTo>
                    <a:pt x="143113" y="80783"/>
                  </a:lnTo>
                  <a:lnTo>
                    <a:pt x="134874" y="85344"/>
                  </a:lnTo>
                  <a:lnTo>
                    <a:pt x="114990" y="97202"/>
                  </a:lnTo>
                  <a:lnTo>
                    <a:pt x="95250" y="108775"/>
                  </a:lnTo>
                  <a:lnTo>
                    <a:pt x="75509" y="120062"/>
                  </a:lnTo>
                  <a:lnTo>
                    <a:pt x="55626" y="131064"/>
                  </a:lnTo>
                  <a:lnTo>
                    <a:pt x="42362" y="138410"/>
                  </a:lnTo>
                  <a:lnTo>
                    <a:pt x="28384" y="145827"/>
                  </a:lnTo>
                  <a:lnTo>
                    <a:pt x="14692" y="153673"/>
                  </a:lnTo>
                  <a:lnTo>
                    <a:pt x="2286" y="162306"/>
                  </a:lnTo>
                  <a:lnTo>
                    <a:pt x="762" y="164592"/>
                  </a:lnTo>
                  <a:lnTo>
                    <a:pt x="0" y="164592"/>
                  </a:lnTo>
                  <a:lnTo>
                    <a:pt x="0" y="166116"/>
                  </a:lnTo>
                  <a:lnTo>
                    <a:pt x="10727" y="165830"/>
                  </a:lnTo>
                  <a:lnTo>
                    <a:pt x="21240" y="164973"/>
                  </a:lnTo>
                  <a:lnTo>
                    <a:pt x="31611" y="163544"/>
                  </a:lnTo>
                  <a:lnTo>
                    <a:pt x="41910" y="161544"/>
                  </a:lnTo>
                  <a:lnTo>
                    <a:pt x="59745" y="158138"/>
                  </a:lnTo>
                  <a:lnTo>
                    <a:pt x="77724" y="154876"/>
                  </a:lnTo>
                  <a:lnTo>
                    <a:pt x="95702" y="151899"/>
                  </a:lnTo>
                  <a:lnTo>
                    <a:pt x="113538" y="149352"/>
                  </a:lnTo>
                  <a:lnTo>
                    <a:pt x="124277" y="147661"/>
                  </a:lnTo>
                  <a:lnTo>
                    <a:pt x="134874" y="146113"/>
                  </a:lnTo>
                  <a:lnTo>
                    <a:pt x="145470" y="144851"/>
                  </a:lnTo>
                  <a:lnTo>
                    <a:pt x="156210" y="144018"/>
                  </a:lnTo>
                  <a:lnTo>
                    <a:pt x="158496" y="144018"/>
                  </a:lnTo>
                  <a:lnTo>
                    <a:pt x="160020" y="144018"/>
                  </a:lnTo>
                  <a:lnTo>
                    <a:pt x="154686" y="144780"/>
                  </a:lnTo>
                  <a:lnTo>
                    <a:pt x="150114" y="146304"/>
                  </a:lnTo>
                  <a:lnTo>
                    <a:pt x="145542" y="14782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7" name="Google Shape;4207;g2668d8541bd_0_773"/>
            <p:cNvSpPr/>
            <p:nvPr/>
          </p:nvSpPr>
          <p:spPr>
            <a:xfrm>
              <a:off x="8053981" y="2562056"/>
              <a:ext cx="4080" cy="76375"/>
            </a:xfrm>
            <a:custGeom>
              <a:rect b="b" l="l" r="r" t="t"/>
              <a:pathLst>
                <a:path extrusionOk="0" h="55244" w="3175">
                  <a:moveTo>
                    <a:pt x="380" y="0"/>
                  </a:moveTo>
                  <a:lnTo>
                    <a:pt x="190" y="12561"/>
                  </a:lnTo>
                  <a:lnTo>
                    <a:pt x="0" y="25050"/>
                  </a:lnTo>
                  <a:lnTo>
                    <a:pt x="380" y="37397"/>
                  </a:lnTo>
                  <a:lnTo>
                    <a:pt x="1904" y="49530"/>
                  </a:lnTo>
                  <a:lnTo>
                    <a:pt x="1904" y="52577"/>
                  </a:lnTo>
                  <a:lnTo>
                    <a:pt x="2666" y="53340"/>
                  </a:lnTo>
                  <a:lnTo>
                    <a:pt x="2666" y="54864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08" name="Google Shape;4208;g2668d8541bd_0_773"/>
            <p:cNvGrpSpPr/>
            <p:nvPr/>
          </p:nvGrpSpPr>
          <p:grpSpPr>
            <a:xfrm>
              <a:off x="8128143" y="2494607"/>
              <a:ext cx="159275" cy="135953"/>
              <a:chOff x="8405609" y="2337054"/>
              <a:chExt cx="124027" cy="98310"/>
            </a:xfrm>
          </p:grpSpPr>
          <p:pic>
            <p:nvPicPr>
              <p:cNvPr id="4209" name="Google Shape;4209;g2668d8541bd_0_773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8405609" y="2363616"/>
                <a:ext cx="86131" cy="717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10" name="Google Shape;4210;g2668d8541bd_0_773"/>
              <p:cNvSpPr/>
              <p:nvPr/>
            </p:nvSpPr>
            <p:spPr>
              <a:xfrm>
                <a:off x="8525827" y="2337054"/>
                <a:ext cx="3809" cy="83819"/>
              </a:xfrm>
              <a:custGeom>
                <a:rect b="b" l="l" r="r" t="t"/>
                <a:pathLst>
                  <a:path extrusionOk="0" h="83819" w="3809">
                    <a:moveTo>
                      <a:pt x="3238" y="0"/>
                    </a:moveTo>
                    <a:lnTo>
                      <a:pt x="1797" y="14049"/>
                    </a:lnTo>
                    <a:lnTo>
                      <a:pt x="857" y="27813"/>
                    </a:lnTo>
                    <a:lnTo>
                      <a:pt x="345" y="41576"/>
                    </a:lnTo>
                    <a:lnTo>
                      <a:pt x="190" y="55626"/>
                    </a:lnTo>
                    <a:lnTo>
                      <a:pt x="23" y="62924"/>
                    </a:lnTo>
                    <a:lnTo>
                      <a:pt x="0" y="70008"/>
                    </a:lnTo>
                    <a:lnTo>
                      <a:pt x="833" y="76950"/>
                    </a:lnTo>
                    <a:lnTo>
                      <a:pt x="3238" y="8382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11" name="Google Shape;4211;g2668d8541bd_0_773"/>
            <p:cNvSpPr/>
            <p:nvPr/>
          </p:nvSpPr>
          <p:spPr>
            <a:xfrm>
              <a:off x="8111226" y="2072052"/>
              <a:ext cx="91389" cy="81644"/>
            </a:xfrm>
            <a:custGeom>
              <a:rect b="b" l="l" r="r" t="t"/>
              <a:pathLst>
                <a:path extrusionOk="0" h="59055" w="71120">
                  <a:moveTo>
                    <a:pt x="8381" y="8382"/>
                  </a:moveTo>
                  <a:lnTo>
                    <a:pt x="8381" y="16764"/>
                  </a:lnTo>
                  <a:lnTo>
                    <a:pt x="6857" y="23622"/>
                  </a:lnTo>
                  <a:lnTo>
                    <a:pt x="6857" y="31242"/>
                  </a:lnTo>
                  <a:lnTo>
                    <a:pt x="6857" y="32766"/>
                  </a:lnTo>
                  <a:lnTo>
                    <a:pt x="6857" y="35052"/>
                  </a:lnTo>
                  <a:lnTo>
                    <a:pt x="6857" y="36576"/>
                  </a:lnTo>
                  <a:lnTo>
                    <a:pt x="5333" y="32766"/>
                  </a:lnTo>
                  <a:lnTo>
                    <a:pt x="3809" y="28194"/>
                  </a:lnTo>
                  <a:lnTo>
                    <a:pt x="3047" y="24384"/>
                  </a:lnTo>
                  <a:lnTo>
                    <a:pt x="2285" y="20574"/>
                  </a:lnTo>
                  <a:lnTo>
                    <a:pt x="0" y="8382"/>
                  </a:lnTo>
                  <a:lnTo>
                    <a:pt x="2285" y="4572"/>
                  </a:lnTo>
                  <a:lnTo>
                    <a:pt x="4571" y="0"/>
                  </a:lnTo>
                  <a:lnTo>
                    <a:pt x="45993" y="17490"/>
                  </a:lnTo>
                  <a:lnTo>
                    <a:pt x="68579" y="48768"/>
                  </a:lnTo>
                  <a:lnTo>
                    <a:pt x="69341" y="52578"/>
                  </a:lnTo>
                  <a:lnTo>
                    <a:pt x="69341" y="55626"/>
                  </a:lnTo>
                  <a:lnTo>
                    <a:pt x="70103" y="58674"/>
                  </a:lnTo>
                  <a:lnTo>
                    <a:pt x="70865" y="58674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2" name="Google Shape;4212;g2668d8541bd_0_773"/>
            <p:cNvGrpSpPr/>
            <p:nvPr/>
          </p:nvGrpSpPr>
          <p:grpSpPr>
            <a:xfrm>
              <a:off x="7902109" y="2719066"/>
              <a:ext cx="769165" cy="527329"/>
              <a:chOff x="8229599" y="2499360"/>
              <a:chExt cx="598945" cy="381321"/>
            </a:xfrm>
          </p:grpSpPr>
          <p:sp>
            <p:nvSpPr>
              <p:cNvPr id="4213" name="Google Shape;4213;g2668d8541bd_0_773"/>
              <p:cNvSpPr/>
              <p:nvPr/>
            </p:nvSpPr>
            <p:spPr>
              <a:xfrm>
                <a:off x="8229599" y="2499360"/>
                <a:ext cx="521334" cy="132080"/>
              </a:xfrm>
              <a:custGeom>
                <a:rect b="b" l="l" r="r" t="t"/>
                <a:pathLst>
                  <a:path extrusionOk="0" h="132080" w="521334">
                    <a:moveTo>
                      <a:pt x="0" y="96012"/>
                    </a:moveTo>
                    <a:lnTo>
                      <a:pt x="27432" y="125730"/>
                    </a:lnTo>
                    <a:lnTo>
                      <a:pt x="60328" y="132052"/>
                    </a:lnTo>
                    <a:lnTo>
                      <a:pt x="70866" y="131064"/>
                    </a:lnTo>
                    <a:lnTo>
                      <a:pt x="84665" y="126944"/>
                    </a:lnTo>
                    <a:lnTo>
                      <a:pt x="98393" y="120967"/>
                    </a:lnTo>
                    <a:lnTo>
                      <a:pt x="111692" y="114133"/>
                    </a:lnTo>
                    <a:lnTo>
                      <a:pt x="124205" y="107442"/>
                    </a:lnTo>
                    <a:lnTo>
                      <a:pt x="138279" y="99952"/>
                    </a:lnTo>
                    <a:lnTo>
                      <a:pt x="181356" y="80772"/>
                    </a:lnTo>
                    <a:lnTo>
                      <a:pt x="222503" y="74985"/>
                    </a:lnTo>
                    <a:lnTo>
                      <a:pt x="236220" y="74675"/>
                    </a:lnTo>
                    <a:lnTo>
                      <a:pt x="247911" y="75973"/>
                    </a:lnTo>
                    <a:lnTo>
                      <a:pt x="286952" y="96523"/>
                    </a:lnTo>
                    <a:lnTo>
                      <a:pt x="307848" y="121919"/>
                    </a:lnTo>
                    <a:lnTo>
                      <a:pt x="309372" y="123443"/>
                    </a:lnTo>
                    <a:lnTo>
                      <a:pt x="310896" y="123443"/>
                    </a:lnTo>
                    <a:lnTo>
                      <a:pt x="311658" y="124205"/>
                    </a:lnTo>
                    <a:lnTo>
                      <a:pt x="316230" y="119633"/>
                    </a:lnTo>
                    <a:lnTo>
                      <a:pt x="348507" y="83010"/>
                    </a:lnTo>
                    <a:lnTo>
                      <a:pt x="394025" y="65055"/>
                    </a:lnTo>
                    <a:lnTo>
                      <a:pt x="406908" y="64769"/>
                    </a:lnTo>
                    <a:lnTo>
                      <a:pt x="417516" y="65043"/>
                    </a:lnTo>
                    <a:lnTo>
                      <a:pt x="427767" y="65817"/>
                    </a:lnTo>
                    <a:lnTo>
                      <a:pt x="437876" y="67020"/>
                    </a:lnTo>
                    <a:lnTo>
                      <a:pt x="448056" y="68579"/>
                    </a:lnTo>
                    <a:lnTo>
                      <a:pt x="456187" y="69675"/>
                    </a:lnTo>
                    <a:lnTo>
                      <a:pt x="464534" y="70484"/>
                    </a:lnTo>
                    <a:lnTo>
                      <a:pt x="473023" y="70723"/>
                    </a:lnTo>
                    <a:lnTo>
                      <a:pt x="481584" y="70103"/>
                    </a:lnTo>
                    <a:lnTo>
                      <a:pt x="489966" y="70103"/>
                    </a:lnTo>
                    <a:lnTo>
                      <a:pt x="513087" y="39171"/>
                    </a:lnTo>
                    <a:lnTo>
                      <a:pt x="521231" y="12715"/>
                    </a:lnTo>
                    <a:lnTo>
                      <a:pt x="519684" y="7619"/>
                    </a:lnTo>
                    <a:lnTo>
                      <a:pt x="515873" y="3809"/>
                    </a:lnTo>
                    <a:lnTo>
                      <a:pt x="504444" y="1523"/>
                    </a:lnTo>
                    <a:lnTo>
                      <a:pt x="499872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14" name="Google Shape;4214;g2668d8541bd_0_773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8494763" y="2661653"/>
                <a:ext cx="161569" cy="2190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15" name="Google Shape;4215;g2668d8541bd_0_773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8698979" y="2698229"/>
                <a:ext cx="129565" cy="13719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216" name="Google Shape;4216;g2668d8541bd_0_773"/>
            <p:cNvGrpSpPr/>
            <p:nvPr/>
          </p:nvGrpSpPr>
          <p:grpSpPr>
            <a:xfrm>
              <a:off x="8902222" y="3020450"/>
              <a:ext cx="144501" cy="85705"/>
              <a:chOff x="9008363" y="2717291"/>
              <a:chExt cx="112522" cy="61975"/>
            </a:xfrm>
          </p:grpSpPr>
          <p:sp>
            <p:nvSpPr>
              <p:cNvPr id="4217" name="Google Shape;4217;g2668d8541bd_0_773"/>
              <p:cNvSpPr/>
              <p:nvPr/>
            </p:nvSpPr>
            <p:spPr>
              <a:xfrm>
                <a:off x="9008363" y="2717291"/>
                <a:ext cx="67309" cy="5714"/>
              </a:xfrm>
              <a:custGeom>
                <a:rect b="b" l="l" r="r" t="t"/>
                <a:pathLst>
                  <a:path extrusionOk="0" h="5714" w="67309">
                    <a:moveTo>
                      <a:pt x="0" y="5334"/>
                    </a:moveTo>
                    <a:lnTo>
                      <a:pt x="38254" y="3083"/>
                    </a:lnTo>
                    <a:lnTo>
                      <a:pt x="56388" y="762"/>
                    </a:lnTo>
                    <a:lnTo>
                      <a:pt x="61722" y="762"/>
                    </a:lnTo>
                    <a:lnTo>
                      <a:pt x="67056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8" name="Google Shape;4218;g2668d8541bd_0_773"/>
              <p:cNvSpPr/>
              <p:nvPr/>
            </p:nvSpPr>
            <p:spPr>
              <a:xfrm>
                <a:off x="9031985" y="2765297"/>
                <a:ext cx="88900" cy="13969"/>
              </a:xfrm>
              <a:custGeom>
                <a:rect b="b" l="l" r="r" t="t"/>
                <a:pathLst>
                  <a:path extrusionOk="0" h="13969" w="88900">
                    <a:moveTo>
                      <a:pt x="0" y="12953"/>
                    </a:moveTo>
                    <a:lnTo>
                      <a:pt x="50292" y="9905"/>
                    </a:lnTo>
                    <a:lnTo>
                      <a:pt x="78902" y="3155"/>
                    </a:lnTo>
                    <a:lnTo>
                      <a:pt x="88392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219" name="Google Shape;4219;g2668d8541bd_0_77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203252" y="2932669"/>
              <a:ext cx="179837" cy="1711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20" name="Google Shape;4220;g2668d8541bd_0_773"/>
          <p:cNvGrpSpPr/>
          <p:nvPr/>
        </p:nvGrpSpPr>
        <p:grpSpPr>
          <a:xfrm>
            <a:off x="2286000" y="3511499"/>
            <a:ext cx="6876984" cy="1278574"/>
            <a:chOff x="2286000" y="3511499"/>
            <a:chExt cx="6876984" cy="1278574"/>
          </a:xfrm>
        </p:grpSpPr>
        <p:grpSp>
          <p:nvGrpSpPr>
            <p:cNvPr id="4221" name="Google Shape;4221;g2668d8541bd_0_773"/>
            <p:cNvGrpSpPr/>
            <p:nvPr/>
          </p:nvGrpSpPr>
          <p:grpSpPr>
            <a:xfrm>
              <a:off x="4454644" y="4245971"/>
              <a:ext cx="193266" cy="248338"/>
              <a:chOff x="5545074" y="3603498"/>
              <a:chExt cx="150495" cy="179578"/>
            </a:xfrm>
          </p:grpSpPr>
          <p:sp>
            <p:nvSpPr>
              <p:cNvPr id="4222" name="Google Shape;4222;g2668d8541bd_0_773"/>
              <p:cNvSpPr/>
              <p:nvPr/>
            </p:nvSpPr>
            <p:spPr>
              <a:xfrm>
                <a:off x="5545074" y="3747516"/>
                <a:ext cx="150495" cy="35560"/>
              </a:xfrm>
              <a:custGeom>
                <a:rect b="b" l="l" r="r" t="t"/>
                <a:pathLst>
                  <a:path extrusionOk="0" h="35560" w="150495">
                    <a:moveTo>
                      <a:pt x="0" y="33527"/>
                    </a:moveTo>
                    <a:lnTo>
                      <a:pt x="21038" y="35563"/>
                    </a:lnTo>
                    <a:lnTo>
                      <a:pt x="39147" y="33242"/>
                    </a:lnTo>
                    <a:lnTo>
                      <a:pt x="57114" y="27634"/>
                    </a:lnTo>
                    <a:lnTo>
                      <a:pt x="77724" y="19811"/>
                    </a:lnTo>
                    <a:lnTo>
                      <a:pt x="93309" y="13930"/>
                    </a:lnTo>
                    <a:lnTo>
                      <a:pt x="109251" y="8191"/>
                    </a:lnTo>
                    <a:lnTo>
                      <a:pt x="125622" y="3309"/>
                    </a:lnTo>
                    <a:lnTo>
                      <a:pt x="142494" y="0"/>
                    </a:lnTo>
                    <a:lnTo>
                      <a:pt x="147066" y="0"/>
                    </a:lnTo>
                    <a:lnTo>
                      <a:pt x="150114" y="761"/>
                    </a:lnTo>
                    <a:lnTo>
                      <a:pt x="148590" y="7619"/>
                    </a:lnTo>
                    <a:lnTo>
                      <a:pt x="147828" y="7619"/>
                    </a:lnTo>
                    <a:lnTo>
                      <a:pt x="141732" y="12191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3" name="Google Shape;4223;g2668d8541bd_0_773"/>
              <p:cNvSpPr/>
              <p:nvPr/>
            </p:nvSpPr>
            <p:spPr>
              <a:xfrm>
                <a:off x="5609689" y="3603498"/>
                <a:ext cx="17779" cy="98425"/>
              </a:xfrm>
              <a:custGeom>
                <a:rect b="b" l="l" r="r" t="t"/>
                <a:pathLst>
                  <a:path extrusionOk="0" h="98425" w="17779">
                    <a:moveTo>
                      <a:pt x="154" y="0"/>
                    </a:moveTo>
                    <a:lnTo>
                      <a:pt x="1976" y="39969"/>
                    </a:lnTo>
                    <a:lnTo>
                      <a:pt x="9108" y="82165"/>
                    </a:lnTo>
                    <a:lnTo>
                      <a:pt x="13870" y="96774"/>
                    </a:lnTo>
                    <a:lnTo>
                      <a:pt x="17680" y="9829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224" name="Google Shape;4224;g2668d8541bd_0_77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528599" y="4589494"/>
              <a:ext cx="152882" cy="1654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5" name="Google Shape;4225;g2668d8541bd_0_77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043414" y="3925618"/>
              <a:ext cx="99934" cy="113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6" name="Google Shape;4226;g2668d8541bd_0_773"/>
            <p:cNvSpPr/>
            <p:nvPr/>
          </p:nvSpPr>
          <p:spPr>
            <a:xfrm>
              <a:off x="4957411" y="4131121"/>
              <a:ext cx="334550" cy="299360"/>
            </a:xfrm>
            <a:custGeom>
              <a:rect b="b" l="l" r="r" t="t"/>
              <a:pathLst>
                <a:path extrusionOk="0" h="216535" w="260350">
                  <a:moveTo>
                    <a:pt x="214884" y="7620"/>
                  </a:moveTo>
                  <a:lnTo>
                    <a:pt x="222504" y="3048"/>
                  </a:lnTo>
                  <a:lnTo>
                    <a:pt x="226314" y="4572"/>
                  </a:lnTo>
                  <a:lnTo>
                    <a:pt x="226314" y="0"/>
                  </a:lnTo>
                  <a:lnTo>
                    <a:pt x="169890" y="7072"/>
                  </a:lnTo>
                  <a:lnTo>
                    <a:pt x="131337" y="20073"/>
                  </a:lnTo>
                  <a:lnTo>
                    <a:pt x="98143" y="33242"/>
                  </a:lnTo>
                  <a:lnTo>
                    <a:pt x="82010" y="39624"/>
                  </a:lnTo>
                  <a:lnTo>
                    <a:pt x="66591" y="47148"/>
                  </a:lnTo>
                  <a:lnTo>
                    <a:pt x="54102" y="56388"/>
                  </a:lnTo>
                  <a:lnTo>
                    <a:pt x="54102" y="57150"/>
                  </a:lnTo>
                  <a:lnTo>
                    <a:pt x="54102" y="57912"/>
                  </a:lnTo>
                  <a:lnTo>
                    <a:pt x="54102" y="58674"/>
                  </a:lnTo>
                  <a:lnTo>
                    <a:pt x="63376" y="59114"/>
                  </a:lnTo>
                  <a:lnTo>
                    <a:pt x="72866" y="59340"/>
                  </a:lnTo>
                  <a:lnTo>
                    <a:pt x="82498" y="59424"/>
                  </a:lnTo>
                  <a:lnTo>
                    <a:pt x="92202" y="59436"/>
                  </a:lnTo>
                  <a:lnTo>
                    <a:pt x="114942" y="59185"/>
                  </a:lnTo>
                  <a:lnTo>
                    <a:pt x="137541" y="58578"/>
                  </a:lnTo>
                  <a:lnTo>
                    <a:pt x="160139" y="57828"/>
                  </a:lnTo>
                  <a:lnTo>
                    <a:pt x="182880" y="57150"/>
                  </a:lnTo>
                  <a:lnTo>
                    <a:pt x="200013" y="55756"/>
                  </a:lnTo>
                  <a:lnTo>
                    <a:pt x="220503" y="54006"/>
                  </a:lnTo>
                  <a:lnTo>
                    <a:pt x="240851" y="53828"/>
                  </a:lnTo>
                  <a:lnTo>
                    <a:pt x="257556" y="57150"/>
                  </a:lnTo>
                  <a:lnTo>
                    <a:pt x="259925" y="63448"/>
                  </a:lnTo>
                  <a:lnTo>
                    <a:pt x="252507" y="72104"/>
                  </a:lnTo>
                  <a:lnTo>
                    <a:pt x="242661" y="79759"/>
                  </a:lnTo>
                  <a:lnTo>
                    <a:pt x="237744" y="83058"/>
                  </a:lnTo>
                  <a:lnTo>
                    <a:pt x="203108" y="106894"/>
                  </a:lnTo>
                  <a:lnTo>
                    <a:pt x="166973" y="128587"/>
                  </a:lnTo>
                  <a:lnTo>
                    <a:pt x="129837" y="148851"/>
                  </a:lnTo>
                  <a:lnTo>
                    <a:pt x="92202" y="168402"/>
                  </a:lnTo>
                  <a:lnTo>
                    <a:pt x="72759" y="178224"/>
                  </a:lnTo>
                  <a:lnTo>
                    <a:pt x="53244" y="188118"/>
                  </a:lnTo>
                  <a:lnTo>
                    <a:pt x="33587" y="197869"/>
                  </a:lnTo>
                  <a:lnTo>
                    <a:pt x="13716" y="207264"/>
                  </a:lnTo>
                  <a:lnTo>
                    <a:pt x="6096" y="211074"/>
                  </a:lnTo>
                  <a:lnTo>
                    <a:pt x="4572" y="211074"/>
                  </a:lnTo>
                  <a:lnTo>
                    <a:pt x="0" y="214122"/>
                  </a:lnTo>
                  <a:lnTo>
                    <a:pt x="5334" y="216408"/>
                  </a:lnTo>
                  <a:lnTo>
                    <a:pt x="16764" y="216408"/>
                  </a:lnTo>
                  <a:lnTo>
                    <a:pt x="24384" y="216408"/>
                  </a:lnTo>
                  <a:lnTo>
                    <a:pt x="47124" y="215622"/>
                  </a:lnTo>
                  <a:lnTo>
                    <a:pt x="69723" y="213550"/>
                  </a:lnTo>
                  <a:lnTo>
                    <a:pt x="92321" y="210621"/>
                  </a:lnTo>
                  <a:lnTo>
                    <a:pt x="115062" y="207264"/>
                  </a:lnTo>
                  <a:lnTo>
                    <a:pt x="142041" y="203692"/>
                  </a:lnTo>
                  <a:lnTo>
                    <a:pt x="169164" y="199834"/>
                  </a:lnTo>
                  <a:lnTo>
                    <a:pt x="196286" y="195691"/>
                  </a:lnTo>
                  <a:lnTo>
                    <a:pt x="223266" y="191262"/>
                  </a:lnTo>
                  <a:lnTo>
                    <a:pt x="230243" y="190559"/>
                  </a:lnTo>
                  <a:lnTo>
                    <a:pt x="237363" y="189642"/>
                  </a:lnTo>
                  <a:lnTo>
                    <a:pt x="244482" y="188583"/>
                  </a:lnTo>
                  <a:lnTo>
                    <a:pt x="251460" y="187452"/>
                  </a:lnTo>
                  <a:lnTo>
                    <a:pt x="251948" y="187130"/>
                  </a:lnTo>
                  <a:lnTo>
                    <a:pt x="247364" y="187166"/>
                  </a:lnTo>
                  <a:lnTo>
                    <a:pt x="240637" y="187344"/>
                  </a:lnTo>
                  <a:lnTo>
                    <a:pt x="234696" y="18745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7" name="Google Shape;4227;g2668d8541bd_0_773"/>
            <p:cNvSpPr/>
            <p:nvPr/>
          </p:nvSpPr>
          <p:spPr>
            <a:xfrm>
              <a:off x="5025910" y="4596888"/>
              <a:ext cx="13872" cy="83399"/>
            </a:xfrm>
            <a:custGeom>
              <a:rect b="b" l="l" r="r" t="t"/>
              <a:pathLst>
                <a:path extrusionOk="0" h="60325" w="10795">
                  <a:moveTo>
                    <a:pt x="0" y="0"/>
                  </a:moveTo>
                  <a:lnTo>
                    <a:pt x="7620" y="42672"/>
                  </a:lnTo>
                  <a:lnTo>
                    <a:pt x="9144" y="49530"/>
                  </a:lnTo>
                  <a:lnTo>
                    <a:pt x="9906" y="56388"/>
                  </a:lnTo>
                  <a:lnTo>
                    <a:pt x="10668" y="58674"/>
                  </a:lnTo>
                  <a:lnTo>
                    <a:pt x="10668" y="59436"/>
                  </a:lnTo>
                  <a:lnTo>
                    <a:pt x="10668" y="6019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28" name="Google Shape;4228;g2668d8541bd_0_773"/>
            <p:cNvGrpSpPr/>
            <p:nvPr/>
          </p:nvGrpSpPr>
          <p:grpSpPr>
            <a:xfrm>
              <a:off x="5110273" y="4518884"/>
              <a:ext cx="165601" cy="129964"/>
              <a:chOff x="6055613" y="3800855"/>
              <a:chExt cx="128953" cy="93979"/>
            </a:xfrm>
          </p:grpSpPr>
          <p:sp>
            <p:nvSpPr>
              <p:cNvPr id="4229" name="Google Shape;4229;g2668d8541bd_0_773"/>
              <p:cNvSpPr/>
              <p:nvPr/>
            </p:nvSpPr>
            <p:spPr>
              <a:xfrm>
                <a:off x="6067805" y="3877055"/>
                <a:ext cx="59689" cy="17779"/>
              </a:xfrm>
              <a:custGeom>
                <a:rect b="b" l="l" r="r" t="t"/>
                <a:pathLst>
                  <a:path extrusionOk="0" h="17779" w="59689">
                    <a:moveTo>
                      <a:pt x="0" y="17525"/>
                    </a:moveTo>
                    <a:lnTo>
                      <a:pt x="9358" y="15871"/>
                    </a:lnTo>
                    <a:lnTo>
                      <a:pt x="18288" y="13430"/>
                    </a:lnTo>
                    <a:lnTo>
                      <a:pt x="27217" y="10560"/>
                    </a:lnTo>
                    <a:lnTo>
                      <a:pt x="36576" y="7619"/>
                    </a:lnTo>
                    <a:lnTo>
                      <a:pt x="44196" y="5333"/>
                    </a:lnTo>
                    <a:lnTo>
                      <a:pt x="51816" y="3047"/>
                    </a:lnTo>
                    <a:lnTo>
                      <a:pt x="59436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0" name="Google Shape;4230;g2668d8541bd_0_773"/>
              <p:cNvSpPr/>
              <p:nvPr/>
            </p:nvSpPr>
            <p:spPr>
              <a:xfrm>
                <a:off x="6171866" y="3800855"/>
                <a:ext cx="12700" cy="86360"/>
              </a:xfrm>
              <a:custGeom>
                <a:rect b="b" l="l" r="r" t="t"/>
                <a:pathLst>
                  <a:path extrusionOk="0" h="86360" w="12700">
                    <a:moveTo>
                      <a:pt x="6429" y="0"/>
                    </a:moveTo>
                    <a:lnTo>
                      <a:pt x="2286" y="10477"/>
                    </a:lnTo>
                    <a:lnTo>
                      <a:pt x="142" y="19240"/>
                    </a:lnTo>
                    <a:lnTo>
                      <a:pt x="0" y="28289"/>
                    </a:lnTo>
                    <a:lnTo>
                      <a:pt x="1857" y="39624"/>
                    </a:lnTo>
                    <a:lnTo>
                      <a:pt x="4595" y="49791"/>
                    </a:lnTo>
                    <a:lnTo>
                      <a:pt x="7762" y="59817"/>
                    </a:lnTo>
                    <a:lnTo>
                      <a:pt x="10644" y="69842"/>
                    </a:lnTo>
                    <a:lnTo>
                      <a:pt x="12525" y="80010"/>
                    </a:lnTo>
                    <a:lnTo>
                      <a:pt x="12525" y="83820"/>
                    </a:lnTo>
                    <a:lnTo>
                      <a:pt x="12525" y="84582"/>
                    </a:lnTo>
                    <a:lnTo>
                      <a:pt x="12525" y="8610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1" name="Google Shape;4231;g2668d8541bd_0_773"/>
              <p:cNvSpPr/>
              <p:nvPr/>
            </p:nvSpPr>
            <p:spPr>
              <a:xfrm>
                <a:off x="6055613" y="3838955"/>
                <a:ext cx="33654" cy="5714"/>
              </a:xfrm>
              <a:custGeom>
                <a:rect b="b" l="l" r="r" t="t"/>
                <a:pathLst>
                  <a:path extrusionOk="0" h="5714" w="33654">
                    <a:moveTo>
                      <a:pt x="0" y="0"/>
                    </a:moveTo>
                    <a:lnTo>
                      <a:pt x="5345" y="142"/>
                    </a:lnTo>
                    <a:lnTo>
                      <a:pt x="16478" y="0"/>
                    </a:lnTo>
                    <a:lnTo>
                      <a:pt x="27753" y="428"/>
                    </a:lnTo>
                    <a:lnTo>
                      <a:pt x="33528" y="2285"/>
                    </a:lnTo>
                    <a:lnTo>
                      <a:pt x="33528" y="3047"/>
                    </a:lnTo>
                    <a:lnTo>
                      <a:pt x="33528" y="4571"/>
                    </a:lnTo>
                    <a:lnTo>
                      <a:pt x="33528" y="533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32" name="Google Shape;4232;g2668d8541bd_0_773"/>
            <p:cNvGrpSpPr/>
            <p:nvPr/>
          </p:nvGrpSpPr>
          <p:grpSpPr>
            <a:xfrm>
              <a:off x="6986162" y="4114271"/>
              <a:ext cx="107642" cy="98703"/>
              <a:chOff x="7516368" y="3508248"/>
              <a:chExt cx="83820" cy="71374"/>
            </a:xfrm>
          </p:grpSpPr>
          <p:sp>
            <p:nvSpPr>
              <p:cNvPr id="4233" name="Google Shape;4233;g2668d8541bd_0_773"/>
              <p:cNvSpPr/>
              <p:nvPr/>
            </p:nvSpPr>
            <p:spPr>
              <a:xfrm>
                <a:off x="7523988" y="3508248"/>
                <a:ext cx="55245" cy="7620"/>
              </a:xfrm>
              <a:custGeom>
                <a:rect b="b" l="l" r="r" t="t"/>
                <a:pathLst>
                  <a:path extrusionOk="0" h="7620" w="55245">
                    <a:moveTo>
                      <a:pt x="0" y="7620"/>
                    </a:moveTo>
                    <a:lnTo>
                      <a:pt x="42672" y="762"/>
                    </a:lnTo>
                    <a:lnTo>
                      <a:pt x="48006" y="0"/>
                    </a:lnTo>
                    <a:lnTo>
                      <a:pt x="54864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4" name="Google Shape;4234;g2668d8541bd_0_773"/>
              <p:cNvSpPr/>
              <p:nvPr/>
            </p:nvSpPr>
            <p:spPr>
              <a:xfrm>
                <a:off x="7516368" y="3563112"/>
                <a:ext cx="83820" cy="16510"/>
              </a:xfrm>
              <a:custGeom>
                <a:rect b="b" l="l" r="r" t="t"/>
                <a:pathLst>
                  <a:path extrusionOk="0" h="16510" w="83820">
                    <a:moveTo>
                      <a:pt x="0" y="16001"/>
                    </a:moveTo>
                    <a:lnTo>
                      <a:pt x="14454" y="15871"/>
                    </a:lnTo>
                    <a:lnTo>
                      <a:pt x="27622" y="14382"/>
                    </a:lnTo>
                    <a:lnTo>
                      <a:pt x="40505" y="11608"/>
                    </a:lnTo>
                    <a:lnTo>
                      <a:pt x="54102" y="7619"/>
                    </a:lnTo>
                    <a:lnTo>
                      <a:pt x="61531" y="5464"/>
                    </a:lnTo>
                    <a:lnTo>
                      <a:pt x="68961" y="3524"/>
                    </a:lnTo>
                    <a:lnTo>
                      <a:pt x="76390" y="1726"/>
                    </a:lnTo>
                    <a:lnTo>
                      <a:pt x="83820" y="0"/>
                    </a:lnTo>
                    <a:lnTo>
                      <a:pt x="83058" y="0"/>
                    </a:lnTo>
                    <a:lnTo>
                      <a:pt x="82296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35" name="Google Shape;4235;g2668d8541bd_0_773"/>
            <p:cNvGrpSpPr/>
            <p:nvPr/>
          </p:nvGrpSpPr>
          <p:grpSpPr>
            <a:xfrm>
              <a:off x="7576241" y="4097392"/>
              <a:ext cx="195712" cy="219008"/>
              <a:chOff x="7975854" y="3496055"/>
              <a:chExt cx="152400" cy="158369"/>
            </a:xfrm>
          </p:grpSpPr>
          <p:sp>
            <p:nvSpPr>
              <p:cNvPr id="4236" name="Google Shape;4236;g2668d8541bd_0_773"/>
              <p:cNvSpPr/>
              <p:nvPr/>
            </p:nvSpPr>
            <p:spPr>
              <a:xfrm>
                <a:off x="8042148" y="3496055"/>
                <a:ext cx="3809" cy="85089"/>
              </a:xfrm>
              <a:custGeom>
                <a:rect b="b" l="l" r="r" t="t"/>
                <a:pathLst>
                  <a:path extrusionOk="0" h="85089" w="3809">
                    <a:moveTo>
                      <a:pt x="0" y="0"/>
                    </a:moveTo>
                    <a:lnTo>
                      <a:pt x="881" y="10298"/>
                    </a:lnTo>
                    <a:lnTo>
                      <a:pt x="1333" y="20669"/>
                    </a:lnTo>
                    <a:lnTo>
                      <a:pt x="1500" y="31182"/>
                    </a:lnTo>
                    <a:lnTo>
                      <a:pt x="1524" y="41910"/>
                    </a:lnTo>
                    <a:lnTo>
                      <a:pt x="1547" y="50934"/>
                    </a:lnTo>
                    <a:lnTo>
                      <a:pt x="1714" y="59817"/>
                    </a:lnTo>
                    <a:lnTo>
                      <a:pt x="2166" y="68699"/>
                    </a:lnTo>
                    <a:lnTo>
                      <a:pt x="3048" y="77724"/>
                    </a:lnTo>
                    <a:lnTo>
                      <a:pt x="3048" y="81534"/>
                    </a:lnTo>
                    <a:lnTo>
                      <a:pt x="3810" y="82296"/>
                    </a:lnTo>
                    <a:lnTo>
                      <a:pt x="3048" y="8458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7" name="Google Shape;4237;g2668d8541bd_0_773"/>
              <p:cNvSpPr/>
              <p:nvPr/>
            </p:nvSpPr>
            <p:spPr>
              <a:xfrm>
                <a:off x="7975854" y="3634739"/>
                <a:ext cx="152400" cy="19685"/>
              </a:xfrm>
              <a:custGeom>
                <a:rect b="b" l="l" r="r" t="t"/>
                <a:pathLst>
                  <a:path extrusionOk="0" h="19685" w="152400">
                    <a:moveTo>
                      <a:pt x="0" y="17525"/>
                    </a:moveTo>
                    <a:lnTo>
                      <a:pt x="16883" y="19300"/>
                    </a:lnTo>
                    <a:lnTo>
                      <a:pt x="32766" y="19145"/>
                    </a:lnTo>
                    <a:lnTo>
                      <a:pt x="48648" y="17418"/>
                    </a:lnTo>
                    <a:lnTo>
                      <a:pt x="65532" y="14477"/>
                    </a:lnTo>
                    <a:lnTo>
                      <a:pt x="82557" y="11394"/>
                    </a:lnTo>
                    <a:lnTo>
                      <a:pt x="99440" y="8096"/>
                    </a:lnTo>
                    <a:lnTo>
                      <a:pt x="116324" y="4941"/>
                    </a:lnTo>
                    <a:lnTo>
                      <a:pt x="133350" y="2285"/>
                    </a:lnTo>
                    <a:lnTo>
                      <a:pt x="138684" y="1523"/>
                    </a:lnTo>
                    <a:lnTo>
                      <a:pt x="152400" y="0"/>
                    </a:lnTo>
                    <a:lnTo>
                      <a:pt x="147828" y="3809"/>
                    </a:lnTo>
                    <a:lnTo>
                      <a:pt x="146304" y="3809"/>
                    </a:lnTo>
                    <a:lnTo>
                      <a:pt x="144780" y="4571"/>
                    </a:lnTo>
                    <a:lnTo>
                      <a:pt x="143256" y="533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238" name="Google Shape;4238;g2668d8541bd_0_77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7606286" y="4444073"/>
              <a:ext cx="142898" cy="13807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39" name="Google Shape;4239;g2668d8541bd_0_773"/>
            <p:cNvGrpSpPr/>
            <p:nvPr/>
          </p:nvGrpSpPr>
          <p:grpSpPr>
            <a:xfrm>
              <a:off x="8060614" y="3816400"/>
              <a:ext cx="311214" cy="457405"/>
              <a:chOff x="8353031" y="3292862"/>
              <a:chExt cx="242341" cy="330758"/>
            </a:xfrm>
          </p:grpSpPr>
          <p:pic>
            <p:nvPicPr>
              <p:cNvPr id="4240" name="Google Shape;4240;g2668d8541bd_0_773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8381582" y="3292862"/>
                <a:ext cx="74344" cy="96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41" name="Google Shape;4241;g2668d8541bd_0_773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8353031" y="3432035"/>
                <a:ext cx="242341" cy="1915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242" name="Google Shape;4242;g2668d8541bd_0_773"/>
            <p:cNvGrpSpPr/>
            <p:nvPr/>
          </p:nvGrpSpPr>
          <p:grpSpPr>
            <a:xfrm>
              <a:off x="7423594" y="3511499"/>
              <a:ext cx="1739390" cy="1278574"/>
              <a:chOff x="7856982" y="3072384"/>
              <a:chExt cx="1354454" cy="924560"/>
            </a:xfrm>
          </p:grpSpPr>
          <p:sp>
            <p:nvSpPr>
              <p:cNvPr id="4243" name="Google Shape;4243;g2668d8541bd_0_773"/>
              <p:cNvSpPr/>
              <p:nvPr/>
            </p:nvSpPr>
            <p:spPr>
              <a:xfrm>
                <a:off x="8381238" y="3745230"/>
                <a:ext cx="6984" cy="55245"/>
              </a:xfrm>
              <a:custGeom>
                <a:rect b="b" l="l" r="r" t="t"/>
                <a:pathLst>
                  <a:path extrusionOk="0" h="55245" w="6984">
                    <a:moveTo>
                      <a:pt x="0" y="0"/>
                    </a:moveTo>
                    <a:lnTo>
                      <a:pt x="3810" y="40386"/>
                    </a:lnTo>
                    <a:lnTo>
                      <a:pt x="6858" y="47244"/>
                    </a:lnTo>
                    <a:lnTo>
                      <a:pt x="6858" y="5486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4" name="Google Shape;4244;g2668d8541bd_0_773"/>
              <p:cNvSpPr/>
              <p:nvPr/>
            </p:nvSpPr>
            <p:spPr>
              <a:xfrm>
                <a:off x="8349234" y="3694937"/>
                <a:ext cx="15240" cy="15239"/>
              </a:xfrm>
              <a:custGeom>
                <a:rect b="b" l="l" r="r" t="t"/>
                <a:pathLst>
                  <a:path extrusionOk="0" h="15239" w="15240">
                    <a:moveTo>
                      <a:pt x="0" y="3048"/>
                    </a:moveTo>
                    <a:lnTo>
                      <a:pt x="0" y="11430"/>
                    </a:lnTo>
                    <a:lnTo>
                      <a:pt x="3048" y="15240"/>
                    </a:lnTo>
                    <a:lnTo>
                      <a:pt x="11430" y="15240"/>
                    </a:lnTo>
                    <a:lnTo>
                      <a:pt x="15240" y="11430"/>
                    </a:lnTo>
                    <a:lnTo>
                      <a:pt x="15240" y="7620"/>
                    </a:lnTo>
                    <a:lnTo>
                      <a:pt x="15240" y="3048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5" name="Google Shape;4245;g2668d8541bd_0_773"/>
              <p:cNvSpPr/>
              <p:nvPr/>
            </p:nvSpPr>
            <p:spPr>
              <a:xfrm>
                <a:off x="8437626" y="3726180"/>
                <a:ext cx="45084" cy="5079"/>
              </a:xfrm>
              <a:custGeom>
                <a:rect b="b" l="l" r="r" t="t"/>
                <a:pathLst>
                  <a:path extrusionOk="0" h="5079" w="45084">
                    <a:moveTo>
                      <a:pt x="0" y="4572"/>
                    </a:moveTo>
                    <a:lnTo>
                      <a:pt x="8572" y="3321"/>
                    </a:lnTo>
                    <a:lnTo>
                      <a:pt x="17145" y="2000"/>
                    </a:lnTo>
                    <a:lnTo>
                      <a:pt x="25717" y="821"/>
                    </a:lnTo>
                    <a:lnTo>
                      <a:pt x="34290" y="0"/>
                    </a:lnTo>
                    <a:lnTo>
                      <a:pt x="41148" y="0"/>
                    </a:lnTo>
                    <a:lnTo>
                      <a:pt x="41910" y="0"/>
                    </a:lnTo>
                    <a:lnTo>
                      <a:pt x="44958" y="304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6" name="Google Shape;4246;g2668d8541bd_0_773"/>
              <p:cNvSpPr/>
              <p:nvPr/>
            </p:nvSpPr>
            <p:spPr>
              <a:xfrm>
                <a:off x="8453628" y="3757422"/>
                <a:ext cx="55879" cy="17145"/>
              </a:xfrm>
              <a:custGeom>
                <a:rect b="b" l="l" r="r" t="t"/>
                <a:pathLst>
                  <a:path extrusionOk="0" h="17145" w="55879">
                    <a:moveTo>
                      <a:pt x="0" y="16763"/>
                    </a:moveTo>
                    <a:lnTo>
                      <a:pt x="10167" y="14335"/>
                    </a:lnTo>
                    <a:lnTo>
                      <a:pt x="20193" y="11620"/>
                    </a:lnTo>
                    <a:lnTo>
                      <a:pt x="30218" y="8620"/>
                    </a:lnTo>
                    <a:lnTo>
                      <a:pt x="40386" y="5333"/>
                    </a:lnTo>
                    <a:lnTo>
                      <a:pt x="48006" y="3047"/>
                    </a:lnTo>
                    <a:lnTo>
                      <a:pt x="50292" y="2285"/>
                    </a:lnTo>
                    <a:lnTo>
                      <a:pt x="55626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7" name="Google Shape;4247;g2668d8541bd_0_773"/>
              <p:cNvSpPr/>
              <p:nvPr/>
            </p:nvSpPr>
            <p:spPr>
              <a:xfrm>
                <a:off x="8551926" y="3707891"/>
                <a:ext cx="1270" cy="77470"/>
              </a:xfrm>
              <a:custGeom>
                <a:rect b="b" l="l" r="r" t="t"/>
                <a:pathLst>
                  <a:path extrusionOk="0" h="77470" w="1270">
                    <a:moveTo>
                      <a:pt x="0" y="0"/>
                    </a:moveTo>
                    <a:lnTo>
                      <a:pt x="107" y="10870"/>
                    </a:lnTo>
                    <a:lnTo>
                      <a:pt x="285" y="21812"/>
                    </a:lnTo>
                    <a:lnTo>
                      <a:pt x="321" y="32896"/>
                    </a:lnTo>
                    <a:lnTo>
                      <a:pt x="0" y="44196"/>
                    </a:lnTo>
                    <a:lnTo>
                      <a:pt x="11" y="52316"/>
                    </a:lnTo>
                    <a:lnTo>
                      <a:pt x="95" y="60578"/>
                    </a:lnTo>
                    <a:lnTo>
                      <a:pt x="321" y="68841"/>
                    </a:lnTo>
                    <a:lnTo>
                      <a:pt x="762" y="7696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8" name="Google Shape;4248;g2668d8541bd_0_773"/>
              <p:cNvSpPr/>
              <p:nvPr/>
            </p:nvSpPr>
            <p:spPr>
              <a:xfrm>
                <a:off x="7856982" y="3072384"/>
                <a:ext cx="1354454" cy="924560"/>
              </a:xfrm>
              <a:custGeom>
                <a:rect b="b" l="l" r="r" t="t"/>
                <a:pathLst>
                  <a:path extrusionOk="0" h="924560" w="1354454">
                    <a:moveTo>
                      <a:pt x="55625" y="836676"/>
                    </a:moveTo>
                    <a:lnTo>
                      <a:pt x="50280" y="841045"/>
                    </a:lnTo>
                    <a:lnTo>
                      <a:pt x="44862" y="845343"/>
                    </a:lnTo>
                    <a:lnTo>
                      <a:pt x="39874" y="850070"/>
                    </a:lnTo>
                    <a:lnTo>
                      <a:pt x="35813" y="855726"/>
                    </a:lnTo>
                    <a:lnTo>
                      <a:pt x="35051" y="857250"/>
                    </a:lnTo>
                    <a:lnTo>
                      <a:pt x="35051" y="858773"/>
                    </a:lnTo>
                    <a:lnTo>
                      <a:pt x="35051" y="859535"/>
                    </a:lnTo>
                    <a:lnTo>
                      <a:pt x="35813" y="853439"/>
                    </a:lnTo>
                    <a:lnTo>
                      <a:pt x="35813" y="848106"/>
                    </a:lnTo>
                    <a:lnTo>
                      <a:pt x="34194" y="805529"/>
                    </a:lnTo>
                    <a:lnTo>
                      <a:pt x="29717" y="769619"/>
                    </a:lnTo>
                    <a:lnTo>
                      <a:pt x="25407" y="735770"/>
                    </a:lnTo>
                    <a:lnTo>
                      <a:pt x="17930" y="667500"/>
                    </a:lnTo>
                    <a:lnTo>
                      <a:pt x="9882" y="586239"/>
                    </a:lnTo>
                    <a:lnTo>
                      <a:pt x="6286" y="539115"/>
                    </a:lnTo>
                    <a:lnTo>
                      <a:pt x="3548" y="491990"/>
                    </a:lnTo>
                    <a:lnTo>
                      <a:pt x="1523" y="445007"/>
                    </a:lnTo>
                    <a:lnTo>
                      <a:pt x="476" y="391286"/>
                    </a:lnTo>
                    <a:lnTo>
                      <a:pt x="0" y="337566"/>
                    </a:lnTo>
                    <a:lnTo>
                      <a:pt x="369" y="318254"/>
                    </a:lnTo>
                    <a:lnTo>
                      <a:pt x="1238" y="299084"/>
                    </a:lnTo>
                    <a:lnTo>
                      <a:pt x="2250" y="279915"/>
                    </a:lnTo>
                    <a:lnTo>
                      <a:pt x="3047" y="260603"/>
                    </a:lnTo>
                    <a:lnTo>
                      <a:pt x="3631" y="247007"/>
                    </a:lnTo>
                    <a:lnTo>
                      <a:pt x="4286" y="233552"/>
                    </a:lnTo>
                    <a:lnTo>
                      <a:pt x="5083" y="220098"/>
                    </a:lnTo>
                    <a:lnTo>
                      <a:pt x="6095" y="206501"/>
                    </a:lnTo>
                    <a:lnTo>
                      <a:pt x="6095" y="201167"/>
                    </a:lnTo>
                    <a:lnTo>
                      <a:pt x="5333" y="190499"/>
                    </a:lnTo>
                    <a:lnTo>
                      <a:pt x="7619" y="185927"/>
                    </a:lnTo>
                    <a:lnTo>
                      <a:pt x="9143" y="183641"/>
                    </a:lnTo>
                    <a:lnTo>
                      <a:pt x="17525" y="184403"/>
                    </a:lnTo>
                    <a:lnTo>
                      <a:pt x="18287" y="184403"/>
                    </a:lnTo>
                    <a:lnTo>
                      <a:pt x="67055" y="176783"/>
                    </a:lnTo>
                    <a:lnTo>
                      <a:pt x="103072" y="169128"/>
                    </a:lnTo>
                    <a:lnTo>
                      <a:pt x="139160" y="162401"/>
                    </a:lnTo>
                    <a:lnTo>
                      <a:pt x="175390" y="156960"/>
                    </a:lnTo>
                    <a:lnTo>
                      <a:pt x="211835" y="153161"/>
                    </a:lnTo>
                    <a:lnTo>
                      <a:pt x="262008" y="148851"/>
                    </a:lnTo>
                    <a:lnTo>
                      <a:pt x="312038" y="144398"/>
                    </a:lnTo>
                    <a:lnTo>
                      <a:pt x="362069" y="138803"/>
                    </a:lnTo>
                    <a:lnTo>
                      <a:pt x="412241" y="131063"/>
                    </a:lnTo>
                    <a:lnTo>
                      <a:pt x="450853" y="123682"/>
                    </a:lnTo>
                    <a:lnTo>
                      <a:pt x="489108" y="115442"/>
                    </a:lnTo>
                    <a:lnTo>
                      <a:pt x="527220" y="106632"/>
                    </a:lnTo>
                    <a:lnTo>
                      <a:pt x="565403" y="97535"/>
                    </a:lnTo>
                    <a:lnTo>
                      <a:pt x="604146" y="88665"/>
                    </a:lnTo>
                    <a:lnTo>
                      <a:pt x="642746" y="80295"/>
                    </a:lnTo>
                    <a:lnTo>
                      <a:pt x="681347" y="72354"/>
                    </a:lnTo>
                    <a:lnTo>
                      <a:pt x="720089" y="64769"/>
                    </a:lnTo>
                    <a:lnTo>
                      <a:pt x="794956" y="52673"/>
                    </a:lnTo>
                    <a:lnTo>
                      <a:pt x="832818" y="47732"/>
                    </a:lnTo>
                    <a:lnTo>
                      <a:pt x="870965" y="43433"/>
                    </a:lnTo>
                    <a:lnTo>
                      <a:pt x="907661" y="39112"/>
                    </a:lnTo>
                    <a:lnTo>
                      <a:pt x="944498" y="35147"/>
                    </a:lnTo>
                    <a:lnTo>
                      <a:pt x="981336" y="31325"/>
                    </a:lnTo>
                    <a:lnTo>
                      <a:pt x="1018031" y="27431"/>
                    </a:lnTo>
                    <a:lnTo>
                      <a:pt x="1069919" y="21395"/>
                    </a:lnTo>
                    <a:lnTo>
                      <a:pt x="1121663" y="15144"/>
                    </a:lnTo>
                    <a:lnTo>
                      <a:pt x="1173408" y="9322"/>
                    </a:lnTo>
                    <a:lnTo>
                      <a:pt x="1225295" y="4571"/>
                    </a:lnTo>
                    <a:lnTo>
                      <a:pt x="1267586" y="2190"/>
                    </a:lnTo>
                    <a:lnTo>
                      <a:pt x="1309877" y="1523"/>
                    </a:lnTo>
                    <a:lnTo>
                      <a:pt x="1315973" y="1523"/>
                    </a:lnTo>
                    <a:lnTo>
                      <a:pt x="1326641" y="0"/>
                    </a:lnTo>
                    <a:lnTo>
                      <a:pt x="1332737" y="1523"/>
                    </a:lnTo>
                    <a:lnTo>
                      <a:pt x="1335023" y="2285"/>
                    </a:lnTo>
                    <a:lnTo>
                      <a:pt x="1335785" y="3809"/>
                    </a:lnTo>
                    <a:lnTo>
                      <a:pt x="1337309" y="4571"/>
                    </a:lnTo>
                    <a:lnTo>
                      <a:pt x="1341881" y="9143"/>
                    </a:lnTo>
                    <a:lnTo>
                      <a:pt x="1346453" y="16763"/>
                    </a:lnTo>
                    <a:lnTo>
                      <a:pt x="1347977" y="22859"/>
                    </a:lnTo>
                    <a:lnTo>
                      <a:pt x="1351395" y="36242"/>
                    </a:lnTo>
                    <a:lnTo>
                      <a:pt x="1353026" y="49910"/>
                    </a:lnTo>
                    <a:lnTo>
                      <a:pt x="1353657" y="63579"/>
                    </a:lnTo>
                    <a:lnTo>
                      <a:pt x="1354073" y="76961"/>
                    </a:lnTo>
                    <a:lnTo>
                      <a:pt x="1353585" y="114109"/>
                    </a:lnTo>
                    <a:lnTo>
                      <a:pt x="1352454" y="151256"/>
                    </a:lnTo>
                    <a:lnTo>
                      <a:pt x="1351180" y="188404"/>
                    </a:lnTo>
                    <a:lnTo>
                      <a:pt x="1350263" y="225551"/>
                    </a:lnTo>
                    <a:lnTo>
                      <a:pt x="1349954" y="260401"/>
                    </a:lnTo>
                    <a:lnTo>
                      <a:pt x="1350073" y="295179"/>
                    </a:lnTo>
                    <a:lnTo>
                      <a:pt x="1350478" y="329815"/>
                    </a:lnTo>
                    <a:lnTo>
                      <a:pt x="1351026" y="364235"/>
                    </a:lnTo>
                    <a:lnTo>
                      <a:pt x="1351371" y="393501"/>
                    </a:lnTo>
                    <a:lnTo>
                      <a:pt x="1352073" y="422909"/>
                    </a:lnTo>
                    <a:lnTo>
                      <a:pt x="1352633" y="452318"/>
                    </a:lnTo>
                    <a:lnTo>
                      <a:pt x="1352550" y="481583"/>
                    </a:lnTo>
                    <a:lnTo>
                      <a:pt x="1351061" y="506289"/>
                    </a:lnTo>
                    <a:lnTo>
                      <a:pt x="1349216" y="531209"/>
                    </a:lnTo>
                    <a:lnTo>
                      <a:pt x="1347513" y="556271"/>
                    </a:lnTo>
                    <a:lnTo>
                      <a:pt x="1346454" y="581405"/>
                    </a:lnTo>
                    <a:lnTo>
                      <a:pt x="1346025" y="602551"/>
                    </a:lnTo>
                    <a:lnTo>
                      <a:pt x="1345882" y="623696"/>
                    </a:lnTo>
                    <a:lnTo>
                      <a:pt x="1346025" y="644842"/>
                    </a:lnTo>
                    <a:lnTo>
                      <a:pt x="1346454" y="665987"/>
                    </a:lnTo>
                    <a:lnTo>
                      <a:pt x="1346334" y="679703"/>
                    </a:lnTo>
                    <a:lnTo>
                      <a:pt x="1346073" y="693419"/>
                    </a:lnTo>
                    <a:lnTo>
                      <a:pt x="1345811" y="707135"/>
                    </a:lnTo>
                    <a:lnTo>
                      <a:pt x="1345692" y="720851"/>
                    </a:lnTo>
                    <a:lnTo>
                      <a:pt x="1345453" y="729876"/>
                    </a:lnTo>
                    <a:lnTo>
                      <a:pt x="1344930" y="738758"/>
                    </a:lnTo>
                    <a:lnTo>
                      <a:pt x="1344406" y="747641"/>
                    </a:lnTo>
                    <a:lnTo>
                      <a:pt x="1344167" y="756665"/>
                    </a:lnTo>
                    <a:lnTo>
                      <a:pt x="1344167" y="762761"/>
                    </a:lnTo>
                    <a:lnTo>
                      <a:pt x="1344167" y="768095"/>
                    </a:lnTo>
                    <a:lnTo>
                      <a:pt x="1341882" y="772667"/>
                    </a:lnTo>
                    <a:lnTo>
                      <a:pt x="1338834" y="778001"/>
                    </a:lnTo>
                    <a:lnTo>
                      <a:pt x="1329689" y="780287"/>
                    </a:lnTo>
                    <a:lnTo>
                      <a:pt x="1324356" y="781811"/>
                    </a:lnTo>
                    <a:lnTo>
                      <a:pt x="1294471" y="787288"/>
                    </a:lnTo>
                    <a:lnTo>
                      <a:pt x="1263586" y="790765"/>
                    </a:lnTo>
                    <a:lnTo>
                      <a:pt x="1232415" y="793384"/>
                    </a:lnTo>
                    <a:lnTo>
                      <a:pt x="1201673" y="796289"/>
                    </a:lnTo>
                    <a:lnTo>
                      <a:pt x="1159394" y="801314"/>
                    </a:lnTo>
                    <a:lnTo>
                      <a:pt x="1117187" y="806195"/>
                    </a:lnTo>
                    <a:lnTo>
                      <a:pt x="1075122" y="811077"/>
                    </a:lnTo>
                    <a:lnTo>
                      <a:pt x="1033272" y="816101"/>
                    </a:lnTo>
                    <a:lnTo>
                      <a:pt x="996695" y="820793"/>
                    </a:lnTo>
                    <a:lnTo>
                      <a:pt x="960119" y="825626"/>
                    </a:lnTo>
                    <a:lnTo>
                      <a:pt x="923544" y="830460"/>
                    </a:lnTo>
                    <a:lnTo>
                      <a:pt x="886967" y="835151"/>
                    </a:lnTo>
                    <a:lnTo>
                      <a:pt x="849820" y="839604"/>
                    </a:lnTo>
                    <a:lnTo>
                      <a:pt x="812672" y="843914"/>
                    </a:lnTo>
                    <a:lnTo>
                      <a:pt x="775525" y="848225"/>
                    </a:lnTo>
                    <a:lnTo>
                      <a:pt x="738377" y="852677"/>
                    </a:lnTo>
                    <a:lnTo>
                      <a:pt x="681692" y="859024"/>
                    </a:lnTo>
                    <a:lnTo>
                      <a:pt x="624935" y="865727"/>
                    </a:lnTo>
                    <a:lnTo>
                      <a:pt x="568321" y="873144"/>
                    </a:lnTo>
                    <a:lnTo>
                      <a:pt x="512063" y="881633"/>
                    </a:lnTo>
                    <a:lnTo>
                      <a:pt x="441578" y="893730"/>
                    </a:lnTo>
                    <a:lnTo>
                      <a:pt x="406407" y="899743"/>
                    </a:lnTo>
                    <a:lnTo>
                      <a:pt x="347210" y="907946"/>
                    </a:lnTo>
                    <a:lnTo>
                      <a:pt x="299727" y="911899"/>
                    </a:lnTo>
                    <a:lnTo>
                      <a:pt x="275843" y="912876"/>
                    </a:lnTo>
                    <a:lnTo>
                      <a:pt x="256984" y="912768"/>
                    </a:lnTo>
                    <a:lnTo>
                      <a:pt x="238125" y="912590"/>
                    </a:lnTo>
                    <a:lnTo>
                      <a:pt x="219265" y="912554"/>
                    </a:lnTo>
                    <a:lnTo>
                      <a:pt x="164306" y="915447"/>
                    </a:lnTo>
                    <a:lnTo>
                      <a:pt x="120205" y="920865"/>
                    </a:lnTo>
                    <a:lnTo>
                      <a:pt x="111632" y="921924"/>
                    </a:lnTo>
                    <a:lnTo>
                      <a:pt x="103060" y="922841"/>
                    </a:lnTo>
                    <a:lnTo>
                      <a:pt x="94487" y="923544"/>
                    </a:lnTo>
                    <a:lnTo>
                      <a:pt x="86105" y="924306"/>
                    </a:lnTo>
                    <a:lnTo>
                      <a:pt x="77723" y="923544"/>
                    </a:lnTo>
                    <a:lnTo>
                      <a:pt x="69341" y="923544"/>
                    </a:lnTo>
                    <a:lnTo>
                      <a:pt x="72389" y="918210"/>
                    </a:lnTo>
                    <a:lnTo>
                      <a:pt x="75437" y="912113"/>
                    </a:lnTo>
                    <a:lnTo>
                      <a:pt x="76961" y="905256"/>
                    </a:lnTo>
                    <a:lnTo>
                      <a:pt x="78021" y="889956"/>
                    </a:lnTo>
                    <a:lnTo>
                      <a:pt x="76866" y="874871"/>
                    </a:lnTo>
                    <a:lnTo>
                      <a:pt x="73854" y="859928"/>
                    </a:lnTo>
                    <a:lnTo>
                      <a:pt x="69341" y="845057"/>
                    </a:lnTo>
                    <a:lnTo>
                      <a:pt x="61983" y="823995"/>
                    </a:lnTo>
                    <a:lnTo>
                      <a:pt x="54482" y="802862"/>
                    </a:lnTo>
                    <a:lnTo>
                      <a:pt x="48125" y="781300"/>
                    </a:lnTo>
                    <a:lnTo>
                      <a:pt x="44195" y="758952"/>
                    </a:lnTo>
                    <a:lnTo>
                      <a:pt x="44231" y="747807"/>
                    </a:lnTo>
                    <a:lnTo>
                      <a:pt x="44481" y="739521"/>
                    </a:lnTo>
                    <a:lnTo>
                      <a:pt x="45160" y="732377"/>
                    </a:lnTo>
                    <a:lnTo>
                      <a:pt x="46481" y="724661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49" name="Google Shape;4249;g2668d8541bd_0_773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8676310" y="3269931"/>
                <a:ext cx="504278" cy="38072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250" name="Google Shape;4250;g2668d8541bd_0_773"/>
            <p:cNvSpPr/>
            <p:nvPr/>
          </p:nvSpPr>
          <p:spPr>
            <a:xfrm>
              <a:off x="2572726" y="4288133"/>
              <a:ext cx="709081" cy="145729"/>
            </a:xfrm>
            <a:custGeom>
              <a:rect b="b" l="l" r="r" t="t"/>
              <a:pathLst>
                <a:path extrusionOk="0" h="105410" w="551814">
                  <a:moveTo>
                    <a:pt x="0" y="98298"/>
                  </a:moveTo>
                  <a:lnTo>
                    <a:pt x="20228" y="104108"/>
                  </a:lnTo>
                  <a:lnTo>
                    <a:pt x="39528" y="105346"/>
                  </a:lnTo>
                  <a:lnTo>
                    <a:pt x="59257" y="103441"/>
                  </a:lnTo>
                  <a:lnTo>
                    <a:pt x="80772" y="99822"/>
                  </a:lnTo>
                  <a:lnTo>
                    <a:pt x="118931" y="91570"/>
                  </a:lnTo>
                  <a:lnTo>
                    <a:pt x="156876" y="82962"/>
                  </a:lnTo>
                  <a:lnTo>
                    <a:pt x="194679" y="74211"/>
                  </a:lnTo>
                  <a:lnTo>
                    <a:pt x="232410" y="65532"/>
                  </a:lnTo>
                  <a:lnTo>
                    <a:pt x="274141" y="57233"/>
                  </a:lnTo>
                  <a:lnTo>
                    <a:pt x="315944" y="49434"/>
                  </a:lnTo>
                  <a:lnTo>
                    <a:pt x="357889" y="42064"/>
                  </a:lnTo>
                  <a:lnTo>
                    <a:pt x="400050" y="35052"/>
                  </a:lnTo>
                  <a:lnTo>
                    <a:pt x="455295" y="26098"/>
                  </a:lnTo>
                  <a:lnTo>
                    <a:pt x="510540" y="18288"/>
                  </a:lnTo>
                  <a:lnTo>
                    <a:pt x="520696" y="16668"/>
                  </a:lnTo>
                  <a:lnTo>
                    <a:pt x="530637" y="15049"/>
                  </a:lnTo>
                  <a:lnTo>
                    <a:pt x="540436" y="13144"/>
                  </a:lnTo>
                  <a:lnTo>
                    <a:pt x="550164" y="10668"/>
                  </a:lnTo>
                  <a:lnTo>
                    <a:pt x="550926" y="10668"/>
                  </a:lnTo>
                  <a:lnTo>
                    <a:pt x="551688" y="10668"/>
                  </a:lnTo>
                  <a:lnTo>
                    <a:pt x="549402" y="9906"/>
                  </a:lnTo>
                  <a:lnTo>
                    <a:pt x="542544" y="9906"/>
                  </a:lnTo>
                  <a:lnTo>
                    <a:pt x="538734" y="9906"/>
                  </a:lnTo>
                  <a:lnTo>
                    <a:pt x="530352" y="9144"/>
                  </a:lnTo>
                  <a:lnTo>
                    <a:pt x="527304" y="6096"/>
                  </a:lnTo>
                  <a:lnTo>
                    <a:pt x="520445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51" name="Google Shape;4251;g2668d8541bd_0_773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286000" y="4082630"/>
              <a:ext cx="144855" cy="2392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52" name="Google Shape;4252;g2668d8541bd_0_773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2496874" y="4145856"/>
              <a:ext cx="269618" cy="1555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53" name="Google Shape;4253;g2668d8541bd_0_773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2811472" y="4103705"/>
              <a:ext cx="417866" cy="18866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54" name="Google Shape;4254;g2668d8541bd_0_773"/>
            <p:cNvGrpSpPr/>
            <p:nvPr/>
          </p:nvGrpSpPr>
          <p:grpSpPr>
            <a:xfrm>
              <a:off x="5411255" y="4052063"/>
              <a:ext cx="451178" cy="425740"/>
              <a:chOff x="6289988" y="3463277"/>
              <a:chExt cx="351330" cy="307860"/>
            </a:xfrm>
          </p:grpSpPr>
          <p:sp>
            <p:nvSpPr>
              <p:cNvPr id="4255" name="Google Shape;4255;g2668d8541bd_0_773"/>
              <p:cNvSpPr/>
              <p:nvPr/>
            </p:nvSpPr>
            <p:spPr>
              <a:xfrm>
                <a:off x="6289988" y="3512058"/>
                <a:ext cx="111760" cy="259079"/>
              </a:xfrm>
              <a:custGeom>
                <a:rect b="b" l="l" r="r" t="t"/>
                <a:pathLst>
                  <a:path extrusionOk="0" h="259079" w="111760">
                    <a:moveTo>
                      <a:pt x="32325" y="0"/>
                    </a:moveTo>
                    <a:lnTo>
                      <a:pt x="7179" y="29718"/>
                    </a:lnTo>
                    <a:lnTo>
                      <a:pt x="416" y="75152"/>
                    </a:lnTo>
                    <a:lnTo>
                      <a:pt x="0" y="98405"/>
                    </a:lnTo>
                    <a:lnTo>
                      <a:pt x="1083" y="121157"/>
                    </a:lnTo>
                    <a:lnTo>
                      <a:pt x="9846" y="171354"/>
                    </a:lnTo>
                    <a:lnTo>
                      <a:pt x="30039" y="218694"/>
                    </a:lnTo>
                    <a:lnTo>
                      <a:pt x="55756" y="246887"/>
                    </a:lnTo>
                    <a:lnTo>
                      <a:pt x="91761" y="259079"/>
                    </a:lnTo>
                    <a:lnTo>
                      <a:pt x="98619" y="259079"/>
                    </a:lnTo>
                    <a:lnTo>
                      <a:pt x="105477" y="259079"/>
                    </a:lnTo>
                    <a:lnTo>
                      <a:pt x="111573" y="25907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56" name="Google Shape;4256;g2668d8541bd_0_773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356555" y="3463277"/>
                <a:ext cx="160081" cy="2171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57" name="Google Shape;4257;g2668d8541bd_0_773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6550901" y="3514331"/>
                <a:ext cx="90417" cy="10289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258" name="Google Shape;4258;g2668d8541bd_0_773"/>
            <p:cNvSpPr/>
            <p:nvPr/>
          </p:nvSpPr>
          <p:spPr>
            <a:xfrm>
              <a:off x="6112082" y="4137442"/>
              <a:ext cx="102812" cy="29847"/>
            </a:xfrm>
            <a:custGeom>
              <a:rect b="b" l="l" r="r" t="t"/>
              <a:pathLst>
                <a:path extrusionOk="0" h="21589" w="80009">
                  <a:moveTo>
                    <a:pt x="0" y="21336"/>
                  </a:moveTo>
                  <a:lnTo>
                    <a:pt x="14168" y="18799"/>
                  </a:lnTo>
                  <a:lnTo>
                    <a:pt x="28194" y="15906"/>
                  </a:lnTo>
                  <a:lnTo>
                    <a:pt x="42219" y="12870"/>
                  </a:lnTo>
                  <a:lnTo>
                    <a:pt x="56388" y="9906"/>
                  </a:lnTo>
                  <a:lnTo>
                    <a:pt x="63507" y="9739"/>
                  </a:lnTo>
                  <a:lnTo>
                    <a:pt x="71056" y="10287"/>
                  </a:lnTo>
                  <a:lnTo>
                    <a:pt x="77176" y="9691"/>
                  </a:lnTo>
                  <a:lnTo>
                    <a:pt x="80010" y="6096"/>
                  </a:lnTo>
                  <a:lnTo>
                    <a:pt x="80010" y="5334"/>
                  </a:lnTo>
                  <a:lnTo>
                    <a:pt x="77724" y="3048"/>
                  </a:lnTo>
                  <a:lnTo>
                    <a:pt x="7467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59" name="Google Shape;4259;g2668d8541bd_0_77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6306792" y="4084737"/>
              <a:ext cx="110270" cy="13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60" name="Google Shape;4260;g2668d8541bd_0_773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467273" y="3827617"/>
              <a:ext cx="142898" cy="47001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64" name="Shape 4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5" name="Google Shape;4265;g2668d8541bd_0_871"/>
          <p:cNvGrpSpPr/>
          <p:nvPr/>
        </p:nvGrpSpPr>
        <p:grpSpPr>
          <a:xfrm>
            <a:off x="6185039" y="3402329"/>
            <a:ext cx="3368165" cy="800153"/>
            <a:chOff x="6767322" y="3467064"/>
            <a:chExt cx="2698634" cy="628952"/>
          </a:xfrm>
        </p:grpSpPr>
        <p:grpSp>
          <p:nvGrpSpPr>
            <p:cNvPr id="4266" name="Google Shape;4266;g2668d8541bd_0_871"/>
            <p:cNvGrpSpPr/>
            <p:nvPr/>
          </p:nvGrpSpPr>
          <p:grpSpPr>
            <a:xfrm>
              <a:off x="6767322" y="3536442"/>
              <a:ext cx="1097304" cy="277393"/>
              <a:chOff x="6926567" y="2438387"/>
              <a:chExt cx="1097304" cy="277393"/>
            </a:xfrm>
          </p:grpSpPr>
          <p:pic>
            <p:nvPicPr>
              <p:cNvPr id="4267" name="Google Shape;4267;g2668d8541bd_0_87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926567" y="2513718"/>
                <a:ext cx="108360" cy="2020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68" name="Google Shape;4268;g2668d8541bd_0_87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059286" y="2529350"/>
                <a:ext cx="196526" cy="1460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69" name="Google Shape;4269;g2668d8541bd_0_87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285469" y="2495537"/>
                <a:ext cx="77749" cy="1501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70" name="Google Shape;4270;g2668d8541bd_0_87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383005" y="2503919"/>
                <a:ext cx="86131" cy="12956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71" name="Google Shape;4271;g2668d8541bd_0_87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496352" y="2492489"/>
                <a:ext cx="141185" cy="1232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72" name="Google Shape;4272;g2668d8541bd_0_87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677422" y="2438387"/>
                <a:ext cx="346449" cy="1669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273" name="Google Shape;4273;g2668d8541bd_0_871"/>
            <p:cNvGrpSpPr/>
            <p:nvPr/>
          </p:nvGrpSpPr>
          <p:grpSpPr>
            <a:xfrm>
              <a:off x="8141970" y="3511296"/>
              <a:ext cx="489991" cy="144971"/>
              <a:chOff x="8301215" y="2413241"/>
              <a:chExt cx="489991" cy="144971"/>
            </a:xfrm>
          </p:grpSpPr>
          <p:pic>
            <p:nvPicPr>
              <p:cNvPr id="4274" name="Google Shape;4274;g2668d8541bd_0_87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301215" y="2438934"/>
                <a:ext cx="255593" cy="1192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75" name="Google Shape;4275;g2668d8541bd_0_871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8585440" y="2431529"/>
                <a:ext cx="93394" cy="967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76" name="Google Shape;4276;g2668d8541bd_0_87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8702027" y="2413241"/>
                <a:ext cx="89179" cy="11965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277" name="Google Shape;4277;g2668d8541bd_0_871"/>
            <p:cNvGrpSpPr/>
            <p:nvPr/>
          </p:nvGrpSpPr>
          <p:grpSpPr>
            <a:xfrm>
              <a:off x="8791313" y="3467064"/>
              <a:ext cx="191192" cy="122743"/>
              <a:chOff x="8950558" y="2369009"/>
              <a:chExt cx="191192" cy="122743"/>
            </a:xfrm>
          </p:grpSpPr>
          <p:pic>
            <p:nvPicPr>
              <p:cNvPr id="4278" name="Google Shape;4278;g2668d8541bd_0_87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950558" y="2388095"/>
                <a:ext cx="79166" cy="1036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79" name="Google Shape;4279;g2668d8541bd_0_87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9054833" y="2369009"/>
                <a:ext cx="86917" cy="12121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280" name="Google Shape;4280;g2668d8541bd_0_871"/>
            <p:cNvSpPr/>
            <p:nvPr/>
          </p:nvSpPr>
          <p:spPr>
            <a:xfrm>
              <a:off x="7451611" y="3994416"/>
              <a:ext cx="5715" cy="101600"/>
            </a:xfrm>
            <a:custGeom>
              <a:rect b="b" l="l" r="r" t="t"/>
              <a:pathLst>
                <a:path extrusionOk="0" h="101600" w="5715">
                  <a:moveTo>
                    <a:pt x="0" y="0"/>
                  </a:moveTo>
                  <a:lnTo>
                    <a:pt x="5036" y="43291"/>
                  </a:lnTo>
                  <a:lnTo>
                    <a:pt x="5417" y="68187"/>
                  </a:lnTo>
                  <a:lnTo>
                    <a:pt x="4857" y="78390"/>
                  </a:lnTo>
                  <a:lnTo>
                    <a:pt x="4155" y="88451"/>
                  </a:lnTo>
                  <a:lnTo>
                    <a:pt x="3810" y="98298"/>
                  </a:lnTo>
                  <a:lnTo>
                    <a:pt x="3810" y="99060"/>
                  </a:lnTo>
                  <a:lnTo>
                    <a:pt x="3810" y="99822"/>
                  </a:lnTo>
                  <a:lnTo>
                    <a:pt x="3810" y="10134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81" name="Google Shape;4281;g2668d8541bd_0_87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515605" y="3970782"/>
              <a:ext cx="89941" cy="1036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82" name="Google Shape;4282;g2668d8541bd_0_871"/>
            <p:cNvGrpSpPr/>
            <p:nvPr/>
          </p:nvGrpSpPr>
          <p:grpSpPr>
            <a:xfrm>
              <a:off x="7933397" y="3869449"/>
              <a:ext cx="545135" cy="177152"/>
              <a:chOff x="8092642" y="2771394"/>
              <a:chExt cx="545135" cy="177152"/>
            </a:xfrm>
          </p:grpSpPr>
          <p:sp>
            <p:nvSpPr>
              <p:cNvPr id="4283" name="Google Shape;4283;g2668d8541bd_0_871"/>
              <p:cNvSpPr/>
              <p:nvPr/>
            </p:nvSpPr>
            <p:spPr>
              <a:xfrm>
                <a:off x="8092642" y="2809482"/>
                <a:ext cx="128270" cy="139064"/>
              </a:xfrm>
              <a:custGeom>
                <a:rect b="b" l="l" r="r" t="t"/>
                <a:pathLst>
                  <a:path extrusionOk="0" h="139064" w="128270">
                    <a:moveTo>
                      <a:pt x="65329" y="12965"/>
                    </a:moveTo>
                    <a:lnTo>
                      <a:pt x="54721" y="7786"/>
                    </a:lnTo>
                    <a:lnTo>
                      <a:pt x="42183" y="2393"/>
                    </a:lnTo>
                    <a:lnTo>
                      <a:pt x="29217" y="0"/>
                    </a:lnTo>
                    <a:lnTo>
                      <a:pt x="17323" y="3821"/>
                    </a:lnTo>
                    <a:lnTo>
                      <a:pt x="1571" y="41648"/>
                    </a:lnTo>
                    <a:lnTo>
                      <a:pt x="0" y="71639"/>
                    </a:lnTo>
                    <a:lnTo>
                      <a:pt x="1226" y="88403"/>
                    </a:lnTo>
                    <a:lnTo>
                      <a:pt x="20097" y="127980"/>
                    </a:lnTo>
                    <a:lnTo>
                      <a:pt x="50851" y="138695"/>
                    </a:lnTo>
                    <a:lnTo>
                      <a:pt x="58947" y="135933"/>
                    </a:lnTo>
                    <a:lnTo>
                      <a:pt x="64186" y="129742"/>
                    </a:lnTo>
                    <a:lnTo>
                      <a:pt x="67139" y="121550"/>
                    </a:lnTo>
                    <a:lnTo>
                      <a:pt x="68377" y="112787"/>
                    </a:lnTo>
                    <a:lnTo>
                      <a:pt x="68294" y="104822"/>
                    </a:lnTo>
                    <a:lnTo>
                      <a:pt x="67139" y="97643"/>
                    </a:lnTo>
                    <a:lnTo>
                      <a:pt x="65270" y="90606"/>
                    </a:lnTo>
                    <a:lnTo>
                      <a:pt x="63043" y="83069"/>
                    </a:lnTo>
                    <a:lnTo>
                      <a:pt x="61519" y="76211"/>
                    </a:lnTo>
                    <a:lnTo>
                      <a:pt x="61519" y="74687"/>
                    </a:lnTo>
                    <a:lnTo>
                      <a:pt x="68377" y="72401"/>
                    </a:lnTo>
                    <a:lnTo>
                      <a:pt x="78581" y="69258"/>
                    </a:lnTo>
                    <a:lnTo>
                      <a:pt x="89427" y="66686"/>
                    </a:lnTo>
                    <a:lnTo>
                      <a:pt x="100417" y="64686"/>
                    </a:lnTo>
                    <a:lnTo>
                      <a:pt x="111049" y="63257"/>
                    </a:lnTo>
                    <a:lnTo>
                      <a:pt x="114097" y="63257"/>
                    </a:lnTo>
                    <a:lnTo>
                      <a:pt x="115621" y="63257"/>
                    </a:lnTo>
                    <a:lnTo>
                      <a:pt x="114097" y="68591"/>
                    </a:lnTo>
                    <a:lnTo>
                      <a:pt x="112573" y="74687"/>
                    </a:lnTo>
                    <a:lnTo>
                      <a:pt x="111049" y="80783"/>
                    </a:lnTo>
                    <a:lnTo>
                      <a:pt x="109966" y="88594"/>
                    </a:lnTo>
                    <a:lnTo>
                      <a:pt x="109239" y="97547"/>
                    </a:lnTo>
                    <a:lnTo>
                      <a:pt x="109227" y="106501"/>
                    </a:lnTo>
                    <a:lnTo>
                      <a:pt x="110287" y="114311"/>
                    </a:lnTo>
                    <a:lnTo>
                      <a:pt x="112573" y="124979"/>
                    </a:lnTo>
                    <a:lnTo>
                      <a:pt x="118669" y="129551"/>
                    </a:lnTo>
                    <a:lnTo>
                      <a:pt x="127813" y="13259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4" name="Google Shape;4284;g2668d8541bd_0_871"/>
              <p:cNvSpPr/>
              <p:nvPr/>
            </p:nvSpPr>
            <p:spPr>
              <a:xfrm>
                <a:off x="8260079" y="2852166"/>
                <a:ext cx="5079" cy="83819"/>
              </a:xfrm>
              <a:custGeom>
                <a:rect b="b" l="l" r="r" t="t"/>
                <a:pathLst>
                  <a:path extrusionOk="0" h="83819" w="5079">
                    <a:moveTo>
                      <a:pt x="4572" y="0"/>
                    </a:moveTo>
                    <a:lnTo>
                      <a:pt x="2250" y="12870"/>
                    </a:lnTo>
                    <a:lnTo>
                      <a:pt x="857" y="24669"/>
                    </a:lnTo>
                    <a:lnTo>
                      <a:pt x="178" y="36325"/>
                    </a:lnTo>
                    <a:lnTo>
                      <a:pt x="0" y="48768"/>
                    </a:lnTo>
                    <a:lnTo>
                      <a:pt x="47" y="57781"/>
                    </a:lnTo>
                    <a:lnTo>
                      <a:pt x="381" y="66579"/>
                    </a:lnTo>
                    <a:lnTo>
                      <a:pt x="1285" y="75235"/>
                    </a:lnTo>
                    <a:lnTo>
                      <a:pt x="3048" y="8382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5" name="Google Shape;4285;g2668d8541bd_0_871"/>
              <p:cNvSpPr/>
              <p:nvPr/>
            </p:nvSpPr>
            <p:spPr>
              <a:xfrm>
                <a:off x="8249197" y="2831746"/>
                <a:ext cx="81915" cy="93344"/>
              </a:xfrm>
              <a:custGeom>
                <a:rect b="b" l="l" r="r" t="t"/>
                <a:pathLst>
                  <a:path extrusionOk="0" h="93344" w="81915">
                    <a:moveTo>
                      <a:pt x="976" y="37183"/>
                    </a:moveTo>
                    <a:lnTo>
                      <a:pt x="0" y="25181"/>
                    </a:lnTo>
                    <a:lnTo>
                      <a:pt x="23" y="15466"/>
                    </a:lnTo>
                    <a:lnTo>
                      <a:pt x="3762" y="8036"/>
                    </a:lnTo>
                    <a:lnTo>
                      <a:pt x="13930" y="2893"/>
                    </a:lnTo>
                    <a:lnTo>
                      <a:pt x="23002" y="1262"/>
                    </a:lnTo>
                    <a:lnTo>
                      <a:pt x="33361" y="130"/>
                    </a:lnTo>
                    <a:lnTo>
                      <a:pt x="43719" y="0"/>
                    </a:lnTo>
                    <a:lnTo>
                      <a:pt x="52792" y="1369"/>
                    </a:lnTo>
                    <a:lnTo>
                      <a:pt x="59543" y="5191"/>
                    </a:lnTo>
                    <a:lnTo>
                      <a:pt x="64508" y="11370"/>
                    </a:lnTo>
                    <a:lnTo>
                      <a:pt x="67044" y="18835"/>
                    </a:lnTo>
                    <a:lnTo>
                      <a:pt x="66508" y="26515"/>
                    </a:lnTo>
                    <a:lnTo>
                      <a:pt x="59971" y="39362"/>
                    </a:lnTo>
                    <a:lnTo>
                      <a:pt x="50792" y="50994"/>
                    </a:lnTo>
                    <a:lnTo>
                      <a:pt x="40897" y="62198"/>
                    </a:lnTo>
                    <a:lnTo>
                      <a:pt x="32218" y="73759"/>
                    </a:lnTo>
                    <a:lnTo>
                      <a:pt x="28408" y="81379"/>
                    </a:lnTo>
                    <a:lnTo>
                      <a:pt x="26884" y="88999"/>
                    </a:lnTo>
                    <a:lnTo>
                      <a:pt x="36028" y="91285"/>
                    </a:lnTo>
                    <a:lnTo>
                      <a:pt x="44946" y="92737"/>
                    </a:lnTo>
                    <a:lnTo>
                      <a:pt x="54221" y="92618"/>
                    </a:lnTo>
                    <a:lnTo>
                      <a:pt x="63353" y="91070"/>
                    </a:lnTo>
                    <a:lnTo>
                      <a:pt x="71842" y="88237"/>
                    </a:lnTo>
                    <a:lnTo>
                      <a:pt x="74890" y="86713"/>
                    </a:lnTo>
                    <a:lnTo>
                      <a:pt x="77938" y="85189"/>
                    </a:lnTo>
                    <a:lnTo>
                      <a:pt x="81748" y="8290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6" name="Google Shape;4286;g2668d8541bd_0_871"/>
              <p:cNvSpPr/>
              <p:nvPr/>
            </p:nvSpPr>
            <p:spPr>
              <a:xfrm>
                <a:off x="8363330" y="2843784"/>
                <a:ext cx="62229" cy="89535"/>
              </a:xfrm>
              <a:custGeom>
                <a:rect b="b" l="l" r="r" t="t"/>
                <a:pathLst>
                  <a:path extrusionOk="0" h="89535" w="62229">
                    <a:moveTo>
                      <a:pt x="1143" y="0"/>
                    </a:moveTo>
                    <a:lnTo>
                      <a:pt x="500" y="8215"/>
                    </a:lnTo>
                    <a:lnTo>
                      <a:pt x="0" y="16002"/>
                    </a:lnTo>
                    <a:lnTo>
                      <a:pt x="71" y="23788"/>
                    </a:lnTo>
                    <a:lnTo>
                      <a:pt x="1143" y="32004"/>
                    </a:lnTo>
                    <a:lnTo>
                      <a:pt x="2845" y="40124"/>
                    </a:lnTo>
                    <a:lnTo>
                      <a:pt x="4476" y="48387"/>
                    </a:lnTo>
                    <a:lnTo>
                      <a:pt x="5965" y="56649"/>
                    </a:lnTo>
                    <a:lnTo>
                      <a:pt x="7239" y="64769"/>
                    </a:lnTo>
                    <a:lnTo>
                      <a:pt x="8763" y="71628"/>
                    </a:lnTo>
                    <a:lnTo>
                      <a:pt x="9525" y="81534"/>
                    </a:lnTo>
                    <a:lnTo>
                      <a:pt x="16383" y="85344"/>
                    </a:lnTo>
                    <a:lnTo>
                      <a:pt x="24003" y="89154"/>
                    </a:lnTo>
                    <a:lnTo>
                      <a:pt x="32385" y="84581"/>
                    </a:lnTo>
                    <a:lnTo>
                      <a:pt x="38481" y="80772"/>
                    </a:lnTo>
                    <a:lnTo>
                      <a:pt x="45815" y="75438"/>
                    </a:lnTo>
                    <a:lnTo>
                      <a:pt x="52006" y="69532"/>
                    </a:lnTo>
                    <a:lnTo>
                      <a:pt x="57340" y="62769"/>
                    </a:lnTo>
                    <a:lnTo>
                      <a:pt x="62103" y="5486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7" name="Google Shape;4287;g2668d8541bd_0_871"/>
              <p:cNvSpPr/>
              <p:nvPr/>
            </p:nvSpPr>
            <p:spPr>
              <a:xfrm>
                <a:off x="8359901" y="2830068"/>
                <a:ext cx="153670" cy="83819"/>
              </a:xfrm>
              <a:custGeom>
                <a:rect b="b" l="l" r="r" t="t"/>
                <a:pathLst>
                  <a:path extrusionOk="0" h="83819" w="153670">
                    <a:moveTo>
                      <a:pt x="9905" y="46482"/>
                    </a:moveTo>
                    <a:lnTo>
                      <a:pt x="47243" y="33528"/>
                    </a:lnTo>
                    <a:lnTo>
                      <a:pt x="50291" y="30480"/>
                    </a:lnTo>
                    <a:lnTo>
                      <a:pt x="50291" y="28194"/>
                    </a:lnTo>
                    <a:lnTo>
                      <a:pt x="43303" y="25586"/>
                    </a:lnTo>
                    <a:lnTo>
                      <a:pt x="36099" y="23336"/>
                    </a:lnTo>
                    <a:lnTo>
                      <a:pt x="28753" y="21228"/>
                    </a:lnTo>
                    <a:lnTo>
                      <a:pt x="21335" y="19050"/>
                    </a:lnTo>
                    <a:lnTo>
                      <a:pt x="15239" y="17526"/>
                    </a:lnTo>
                    <a:lnTo>
                      <a:pt x="3809" y="16002"/>
                    </a:lnTo>
                    <a:lnTo>
                      <a:pt x="0" y="9906"/>
                    </a:lnTo>
                    <a:lnTo>
                      <a:pt x="0" y="9144"/>
                    </a:lnTo>
                    <a:lnTo>
                      <a:pt x="0" y="8382"/>
                    </a:lnTo>
                    <a:lnTo>
                      <a:pt x="6988" y="6477"/>
                    </a:lnTo>
                    <a:lnTo>
                      <a:pt x="53625" y="1619"/>
                    </a:lnTo>
                    <a:lnTo>
                      <a:pt x="65710" y="1226"/>
                    </a:lnTo>
                    <a:lnTo>
                      <a:pt x="77723" y="762"/>
                    </a:lnTo>
                    <a:lnTo>
                      <a:pt x="86105" y="762"/>
                    </a:lnTo>
                    <a:lnTo>
                      <a:pt x="94487" y="0"/>
                    </a:lnTo>
                    <a:lnTo>
                      <a:pt x="102869" y="0"/>
                    </a:lnTo>
                    <a:lnTo>
                      <a:pt x="102869" y="9144"/>
                    </a:lnTo>
                    <a:lnTo>
                      <a:pt x="101345" y="16764"/>
                    </a:lnTo>
                    <a:lnTo>
                      <a:pt x="99821" y="25146"/>
                    </a:lnTo>
                    <a:lnTo>
                      <a:pt x="98940" y="33706"/>
                    </a:lnTo>
                    <a:lnTo>
                      <a:pt x="98488" y="42195"/>
                    </a:lnTo>
                    <a:lnTo>
                      <a:pt x="98321" y="50542"/>
                    </a:lnTo>
                    <a:lnTo>
                      <a:pt x="98297" y="58674"/>
                    </a:lnTo>
                    <a:lnTo>
                      <a:pt x="98297" y="65532"/>
                    </a:lnTo>
                    <a:lnTo>
                      <a:pt x="97535" y="74676"/>
                    </a:lnTo>
                    <a:lnTo>
                      <a:pt x="103631" y="80010"/>
                    </a:lnTo>
                    <a:lnTo>
                      <a:pt x="108203" y="83820"/>
                    </a:lnTo>
                    <a:lnTo>
                      <a:pt x="118871" y="83058"/>
                    </a:lnTo>
                    <a:lnTo>
                      <a:pt x="151637" y="67818"/>
                    </a:lnTo>
                    <a:lnTo>
                      <a:pt x="153161" y="67056"/>
                    </a:lnTo>
                    <a:lnTo>
                      <a:pt x="153161" y="6400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8" name="Google Shape;4288;g2668d8541bd_0_871"/>
              <p:cNvSpPr/>
              <p:nvPr/>
            </p:nvSpPr>
            <p:spPr>
              <a:xfrm>
                <a:off x="8459723" y="2854452"/>
                <a:ext cx="33654" cy="17780"/>
              </a:xfrm>
              <a:custGeom>
                <a:rect b="b" l="l" r="r" t="t"/>
                <a:pathLst>
                  <a:path extrusionOk="0" h="17780" w="33654">
                    <a:moveTo>
                      <a:pt x="0" y="17525"/>
                    </a:moveTo>
                    <a:lnTo>
                      <a:pt x="8239" y="13073"/>
                    </a:lnTo>
                    <a:lnTo>
                      <a:pt x="16764" y="8762"/>
                    </a:lnTo>
                    <a:lnTo>
                      <a:pt x="25288" y="4452"/>
                    </a:lnTo>
                    <a:lnTo>
                      <a:pt x="33527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9" name="Google Shape;4289;g2668d8541bd_0_871"/>
              <p:cNvSpPr/>
              <p:nvPr/>
            </p:nvSpPr>
            <p:spPr>
              <a:xfrm>
                <a:off x="8465819" y="2823972"/>
                <a:ext cx="41275" cy="17144"/>
              </a:xfrm>
              <a:custGeom>
                <a:rect b="b" l="l" r="r" t="t"/>
                <a:pathLst>
                  <a:path extrusionOk="0" h="17144" w="41275">
                    <a:moveTo>
                      <a:pt x="0" y="16763"/>
                    </a:moveTo>
                    <a:lnTo>
                      <a:pt x="10501" y="10822"/>
                    </a:lnTo>
                    <a:lnTo>
                      <a:pt x="20002" y="6381"/>
                    </a:lnTo>
                    <a:lnTo>
                      <a:pt x="29789" y="2940"/>
                    </a:lnTo>
                    <a:lnTo>
                      <a:pt x="41148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0" name="Google Shape;4290;g2668d8541bd_0_871"/>
              <p:cNvSpPr/>
              <p:nvPr/>
            </p:nvSpPr>
            <p:spPr>
              <a:xfrm>
                <a:off x="8541257" y="2771394"/>
                <a:ext cx="96520" cy="134619"/>
              </a:xfrm>
              <a:custGeom>
                <a:rect b="b" l="l" r="r" t="t"/>
                <a:pathLst>
                  <a:path extrusionOk="0" h="134619" w="96520">
                    <a:moveTo>
                      <a:pt x="11429" y="85344"/>
                    </a:moveTo>
                    <a:lnTo>
                      <a:pt x="4571" y="134112"/>
                    </a:lnTo>
                    <a:lnTo>
                      <a:pt x="4571" y="128016"/>
                    </a:lnTo>
                    <a:lnTo>
                      <a:pt x="4190" y="119681"/>
                    </a:lnTo>
                    <a:lnTo>
                      <a:pt x="3238" y="111633"/>
                    </a:lnTo>
                    <a:lnTo>
                      <a:pt x="2000" y="103584"/>
                    </a:lnTo>
                    <a:lnTo>
                      <a:pt x="761" y="95250"/>
                    </a:lnTo>
                    <a:lnTo>
                      <a:pt x="0" y="90678"/>
                    </a:lnTo>
                    <a:lnTo>
                      <a:pt x="0" y="86868"/>
                    </a:lnTo>
                    <a:lnTo>
                      <a:pt x="0" y="82296"/>
                    </a:lnTo>
                    <a:lnTo>
                      <a:pt x="7619" y="81534"/>
                    </a:lnTo>
                    <a:lnTo>
                      <a:pt x="12953" y="83058"/>
                    </a:lnTo>
                    <a:lnTo>
                      <a:pt x="20573" y="86106"/>
                    </a:lnTo>
                    <a:lnTo>
                      <a:pt x="29717" y="90225"/>
                    </a:lnTo>
                    <a:lnTo>
                      <a:pt x="38861" y="94488"/>
                    </a:lnTo>
                    <a:lnTo>
                      <a:pt x="48005" y="98750"/>
                    </a:lnTo>
                    <a:lnTo>
                      <a:pt x="88391" y="112776"/>
                    </a:lnTo>
                    <a:lnTo>
                      <a:pt x="92201" y="112776"/>
                    </a:lnTo>
                    <a:lnTo>
                      <a:pt x="92963" y="112776"/>
                    </a:lnTo>
                    <a:lnTo>
                      <a:pt x="95249" y="112776"/>
                    </a:lnTo>
                    <a:lnTo>
                      <a:pt x="95690" y="105346"/>
                    </a:lnTo>
                    <a:lnTo>
                      <a:pt x="95916" y="97917"/>
                    </a:lnTo>
                    <a:lnTo>
                      <a:pt x="96000" y="90487"/>
                    </a:lnTo>
                    <a:lnTo>
                      <a:pt x="96011" y="83058"/>
                    </a:lnTo>
                    <a:lnTo>
                      <a:pt x="95166" y="68782"/>
                    </a:lnTo>
                    <a:lnTo>
                      <a:pt x="89915" y="26670"/>
                    </a:lnTo>
                    <a:lnTo>
                      <a:pt x="83915" y="6524"/>
                    </a:lnTo>
                    <a:lnTo>
                      <a:pt x="80771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91" name="Google Shape;4291;g2668d8541bd_0_871"/>
            <p:cNvGrpSpPr/>
            <p:nvPr/>
          </p:nvGrpSpPr>
          <p:grpSpPr>
            <a:xfrm>
              <a:off x="8634222" y="3758946"/>
              <a:ext cx="831734" cy="203479"/>
              <a:chOff x="8793467" y="2660891"/>
              <a:chExt cx="831734" cy="203479"/>
            </a:xfrm>
          </p:grpSpPr>
          <p:pic>
            <p:nvPicPr>
              <p:cNvPr id="4292" name="Google Shape;4292;g2668d8541bd_0_87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8793467" y="2731281"/>
                <a:ext cx="94513" cy="1330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93" name="Google Shape;4293;g2668d8541bd_0_87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8913101" y="2687561"/>
                <a:ext cx="375691" cy="1569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94" name="Google Shape;4294;g2668d8541bd_0_871"/>
              <p:cNvSpPr/>
              <p:nvPr/>
            </p:nvSpPr>
            <p:spPr>
              <a:xfrm>
                <a:off x="9320402" y="2702051"/>
                <a:ext cx="3175" cy="82550"/>
              </a:xfrm>
              <a:custGeom>
                <a:rect b="b" l="l" r="r" t="t"/>
                <a:pathLst>
                  <a:path extrusionOk="0" h="82550" w="3175">
                    <a:moveTo>
                      <a:pt x="1143" y="0"/>
                    </a:moveTo>
                    <a:lnTo>
                      <a:pt x="285" y="11525"/>
                    </a:lnTo>
                    <a:lnTo>
                      <a:pt x="0" y="22479"/>
                    </a:lnTo>
                    <a:lnTo>
                      <a:pt x="285" y="33432"/>
                    </a:lnTo>
                    <a:lnTo>
                      <a:pt x="1143" y="44958"/>
                    </a:lnTo>
                    <a:lnTo>
                      <a:pt x="1916" y="53078"/>
                    </a:lnTo>
                    <a:lnTo>
                      <a:pt x="2190" y="61341"/>
                    </a:lnTo>
                    <a:lnTo>
                      <a:pt x="2321" y="69603"/>
                    </a:lnTo>
                    <a:lnTo>
                      <a:pt x="2667" y="77724"/>
                    </a:lnTo>
                    <a:lnTo>
                      <a:pt x="2667" y="79248"/>
                    </a:lnTo>
                    <a:lnTo>
                      <a:pt x="2667" y="80772"/>
                    </a:lnTo>
                    <a:lnTo>
                      <a:pt x="2667" y="8229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95" name="Google Shape;4295;g2668d8541bd_0_87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9359764" y="2687561"/>
                <a:ext cx="69331" cy="9046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96" name="Google Shape;4296;g2668d8541bd_0_871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9456407" y="2660891"/>
                <a:ext cx="115277" cy="11051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97" name="Google Shape;4297;g2668d8541bd_0_871"/>
              <p:cNvSpPr/>
              <p:nvPr/>
            </p:nvSpPr>
            <p:spPr>
              <a:xfrm>
                <a:off x="9623297" y="2705099"/>
                <a:ext cx="1904" cy="13335"/>
              </a:xfrm>
              <a:custGeom>
                <a:rect b="b" l="l" r="r" t="t"/>
                <a:pathLst>
                  <a:path extrusionOk="0" h="13335" w="1904">
                    <a:moveTo>
                      <a:pt x="0" y="12953"/>
                    </a:moveTo>
                    <a:lnTo>
                      <a:pt x="761" y="8381"/>
                    </a:lnTo>
                    <a:lnTo>
                      <a:pt x="761" y="4571"/>
                    </a:lnTo>
                    <a:lnTo>
                      <a:pt x="1523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4298" name="Google Shape;4298;g2668d8541bd_0_871"/>
          <p:cNvCxnSpPr/>
          <p:nvPr/>
        </p:nvCxnSpPr>
        <p:spPr>
          <a:xfrm>
            <a:off x="2819400" y="1066800"/>
            <a:ext cx="0" cy="48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9" name="Google Shape;4299;g2668d8541bd_0_871"/>
          <p:cNvCxnSpPr/>
          <p:nvPr/>
        </p:nvCxnSpPr>
        <p:spPr>
          <a:xfrm>
            <a:off x="304800" y="3962400"/>
            <a:ext cx="6950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0" name="Google Shape;4300;g2668d8541bd_0_871"/>
          <p:cNvSpPr/>
          <p:nvPr/>
        </p:nvSpPr>
        <p:spPr>
          <a:xfrm>
            <a:off x="1858693" y="3962400"/>
            <a:ext cx="228600" cy="2286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1" name="Google Shape;4301;g2668d8541bd_0_871"/>
          <p:cNvSpPr/>
          <p:nvPr/>
        </p:nvSpPr>
        <p:spPr>
          <a:xfrm>
            <a:off x="3665808" y="3475307"/>
            <a:ext cx="228600" cy="2286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2" name="Google Shape;4302;g2668d8541bd_0_871"/>
          <p:cNvSpPr/>
          <p:nvPr/>
        </p:nvSpPr>
        <p:spPr>
          <a:xfrm>
            <a:off x="1447800" y="4724400"/>
            <a:ext cx="228600" cy="2286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3" name="Google Shape;4303;g2668d8541bd_0_871"/>
          <p:cNvSpPr/>
          <p:nvPr/>
        </p:nvSpPr>
        <p:spPr>
          <a:xfrm>
            <a:off x="3352801" y="2608470"/>
            <a:ext cx="228600" cy="2286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4" name="Google Shape;4304;g2668d8541bd_0_871"/>
          <p:cNvSpPr/>
          <p:nvPr/>
        </p:nvSpPr>
        <p:spPr>
          <a:xfrm>
            <a:off x="3169921" y="4669576"/>
            <a:ext cx="228600" cy="2286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5" name="Google Shape;4305;g2668d8541bd_0_871"/>
          <p:cNvSpPr/>
          <p:nvPr/>
        </p:nvSpPr>
        <p:spPr>
          <a:xfrm>
            <a:off x="2066829" y="5073778"/>
            <a:ext cx="228600" cy="2286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6" name="Google Shape;4306;g2668d8541bd_0_871"/>
          <p:cNvGrpSpPr/>
          <p:nvPr/>
        </p:nvGrpSpPr>
        <p:grpSpPr>
          <a:xfrm>
            <a:off x="838200" y="1803175"/>
            <a:ext cx="4191000" cy="4122900"/>
            <a:chOff x="838200" y="1803175"/>
            <a:chExt cx="4191000" cy="4122900"/>
          </a:xfrm>
        </p:grpSpPr>
        <p:cxnSp>
          <p:nvCxnSpPr>
            <p:cNvPr id="4307" name="Google Shape;4307;g2668d8541bd_0_871"/>
            <p:cNvCxnSpPr/>
            <p:nvPr/>
          </p:nvCxnSpPr>
          <p:spPr>
            <a:xfrm flipH="1" rot="10800000">
              <a:off x="838200" y="1803175"/>
              <a:ext cx="4191000" cy="41229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08" name="Google Shape;4308;g2668d8541bd_0_871"/>
            <p:cNvSpPr/>
            <p:nvPr/>
          </p:nvSpPr>
          <p:spPr>
            <a:xfrm>
              <a:off x="1634783" y="4952999"/>
              <a:ext cx="228600" cy="2286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09" name="Google Shape;4309;g2668d8541bd_0_871"/>
            <p:cNvCxnSpPr>
              <a:stCxn id="4303" idx="5"/>
            </p:cNvCxnSpPr>
            <p:nvPr/>
          </p:nvCxnSpPr>
          <p:spPr>
            <a:xfrm>
              <a:off x="3547923" y="2803592"/>
              <a:ext cx="231900" cy="2445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10" name="Google Shape;4310;g2668d8541bd_0_871"/>
            <p:cNvCxnSpPr/>
            <p:nvPr/>
          </p:nvCxnSpPr>
          <p:spPr>
            <a:xfrm>
              <a:off x="2054109" y="4191000"/>
              <a:ext cx="254100" cy="2472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11" name="Google Shape;4311;g2668d8541bd_0_871"/>
            <p:cNvCxnSpPr/>
            <p:nvPr/>
          </p:nvCxnSpPr>
          <p:spPr>
            <a:xfrm>
              <a:off x="3467101" y="3298570"/>
              <a:ext cx="231900" cy="2445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12" name="Google Shape;4312;g2668d8541bd_0_871"/>
            <p:cNvCxnSpPr>
              <a:endCxn id="4304" idx="1"/>
            </p:cNvCxnSpPr>
            <p:nvPr/>
          </p:nvCxnSpPr>
          <p:spPr>
            <a:xfrm>
              <a:off x="2651099" y="4154654"/>
              <a:ext cx="552300" cy="5484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13" name="Google Shape;4313;g2668d8541bd_0_871"/>
            <p:cNvCxnSpPr>
              <a:endCxn id="4308" idx="1"/>
            </p:cNvCxnSpPr>
            <p:nvPr/>
          </p:nvCxnSpPr>
          <p:spPr>
            <a:xfrm>
              <a:off x="1634661" y="4936377"/>
              <a:ext cx="33600" cy="501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14" name="Google Shape;4314;g2668d8541bd_0_871"/>
            <p:cNvCxnSpPr/>
            <p:nvPr/>
          </p:nvCxnSpPr>
          <p:spPr>
            <a:xfrm>
              <a:off x="1901483" y="4875231"/>
              <a:ext cx="231900" cy="2445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15" name="Google Shape;4315;g2668d8541bd_0_871"/>
            <p:cNvSpPr/>
            <p:nvPr/>
          </p:nvSpPr>
          <p:spPr>
            <a:xfrm>
              <a:off x="1804646" y="4763922"/>
              <a:ext cx="228600" cy="2286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6" name="Google Shape;4316;g2668d8541bd_0_871"/>
            <p:cNvSpPr/>
            <p:nvPr/>
          </p:nvSpPr>
          <p:spPr>
            <a:xfrm>
              <a:off x="2224175" y="4362027"/>
              <a:ext cx="228600" cy="2286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7" name="Google Shape;4317;g2668d8541bd_0_871"/>
            <p:cNvSpPr/>
            <p:nvPr/>
          </p:nvSpPr>
          <p:spPr>
            <a:xfrm>
              <a:off x="2520059" y="4047914"/>
              <a:ext cx="228600" cy="2286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8" name="Google Shape;4318;g2668d8541bd_0_871"/>
            <p:cNvSpPr/>
            <p:nvPr/>
          </p:nvSpPr>
          <p:spPr>
            <a:xfrm>
              <a:off x="3376955" y="3200401"/>
              <a:ext cx="228600" cy="2286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9" name="Google Shape;4319;g2668d8541bd_0_871"/>
            <p:cNvSpPr/>
            <p:nvPr/>
          </p:nvSpPr>
          <p:spPr>
            <a:xfrm>
              <a:off x="3663868" y="2917571"/>
              <a:ext cx="228600" cy="2286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0" name="Google Shape;4320;g2668d8541bd_0_871"/>
          <p:cNvGrpSpPr/>
          <p:nvPr/>
        </p:nvGrpSpPr>
        <p:grpSpPr>
          <a:xfrm>
            <a:off x="647700" y="1875662"/>
            <a:ext cx="4343400" cy="4173600"/>
            <a:chOff x="647700" y="1875662"/>
            <a:chExt cx="4343400" cy="4173600"/>
          </a:xfrm>
        </p:grpSpPr>
        <p:cxnSp>
          <p:nvCxnSpPr>
            <p:cNvPr id="4321" name="Google Shape;4321;g2668d8541bd_0_871"/>
            <p:cNvCxnSpPr/>
            <p:nvPr/>
          </p:nvCxnSpPr>
          <p:spPr>
            <a:xfrm>
              <a:off x="647700" y="1875662"/>
              <a:ext cx="4343400" cy="4173600"/>
            </a:xfrm>
            <a:prstGeom prst="straightConnector1">
              <a:avLst/>
            </a:prstGeom>
            <a:noFill/>
            <a:ln cap="flat" cmpd="sng" w="381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2" name="Google Shape;4322;g2668d8541bd_0_871"/>
            <p:cNvCxnSpPr>
              <a:stCxn id="4300" idx="7"/>
            </p:cNvCxnSpPr>
            <p:nvPr/>
          </p:nvCxnSpPr>
          <p:spPr>
            <a:xfrm flipH="1" rot="10800000">
              <a:off x="2053815" y="3655978"/>
              <a:ext cx="372000" cy="3399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3" name="Google Shape;4323;g2668d8541bd_0_871"/>
            <p:cNvCxnSpPr>
              <a:endCxn id="4303" idx="3"/>
            </p:cNvCxnSpPr>
            <p:nvPr/>
          </p:nvCxnSpPr>
          <p:spPr>
            <a:xfrm flipH="1" rot="10800000">
              <a:off x="2480879" y="2803592"/>
              <a:ext cx="905400" cy="8352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4" name="Google Shape;4324;g2668d8541bd_0_871"/>
            <p:cNvCxnSpPr/>
            <p:nvPr/>
          </p:nvCxnSpPr>
          <p:spPr>
            <a:xfrm flipH="1" rot="10800000">
              <a:off x="3098930" y="3636270"/>
              <a:ext cx="609600" cy="5826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5" name="Google Shape;4325;g2668d8541bd_0_871"/>
            <p:cNvCxnSpPr/>
            <p:nvPr/>
          </p:nvCxnSpPr>
          <p:spPr>
            <a:xfrm flipH="1" rot="10800000">
              <a:off x="3374169" y="4590657"/>
              <a:ext cx="115200" cy="1302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6" name="Google Shape;4326;g2668d8541bd_0_871"/>
            <p:cNvCxnSpPr/>
            <p:nvPr/>
          </p:nvCxnSpPr>
          <p:spPr>
            <a:xfrm flipH="1" rot="10800000">
              <a:off x="2271496" y="4276467"/>
              <a:ext cx="867900" cy="8502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7" name="Google Shape;4327;g2668d8541bd_0_871"/>
            <p:cNvCxnSpPr/>
            <p:nvPr/>
          </p:nvCxnSpPr>
          <p:spPr>
            <a:xfrm flipH="1" rot="10800000">
              <a:off x="1619965" y="3812362"/>
              <a:ext cx="1019100" cy="965100"/>
            </a:xfrm>
            <a:prstGeom prst="straightConnector1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28" name="Google Shape;4328;g2668d8541bd_0_871"/>
            <p:cNvSpPr/>
            <p:nvPr/>
          </p:nvSpPr>
          <p:spPr>
            <a:xfrm>
              <a:off x="2293978" y="3455823"/>
              <a:ext cx="228600" cy="228600"/>
            </a:xfrm>
            <a:prstGeom prst="ellipse">
              <a:avLst/>
            </a:prstGeom>
            <a:solidFill>
              <a:srgbClr val="00B050"/>
            </a:solidFill>
            <a:ln cap="flat" cmpd="sng" w="25400">
              <a:solidFill>
                <a:srgbClr val="DDD9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9" name="Google Shape;4329;g2668d8541bd_0_871"/>
            <p:cNvSpPr/>
            <p:nvPr/>
          </p:nvSpPr>
          <p:spPr>
            <a:xfrm>
              <a:off x="2361630" y="3524209"/>
              <a:ext cx="228600" cy="228600"/>
            </a:xfrm>
            <a:prstGeom prst="ellipse">
              <a:avLst/>
            </a:prstGeom>
            <a:solidFill>
              <a:srgbClr val="00B050"/>
            </a:solidFill>
            <a:ln cap="flat" cmpd="sng" w="25400">
              <a:solidFill>
                <a:srgbClr val="DDD9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0" name="Google Shape;4330;g2668d8541bd_0_871"/>
            <p:cNvSpPr/>
            <p:nvPr/>
          </p:nvSpPr>
          <p:spPr>
            <a:xfrm>
              <a:off x="3408885" y="4476794"/>
              <a:ext cx="228600" cy="228600"/>
            </a:xfrm>
            <a:prstGeom prst="ellipse">
              <a:avLst/>
            </a:prstGeom>
            <a:solidFill>
              <a:srgbClr val="00B050"/>
            </a:solidFill>
            <a:ln cap="flat" cmpd="sng" w="25400">
              <a:solidFill>
                <a:srgbClr val="DDD9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1" name="Google Shape;4331;g2668d8541bd_0_871"/>
            <p:cNvSpPr/>
            <p:nvPr/>
          </p:nvSpPr>
          <p:spPr>
            <a:xfrm>
              <a:off x="2974799" y="4072347"/>
              <a:ext cx="228600" cy="228600"/>
            </a:xfrm>
            <a:prstGeom prst="ellipse">
              <a:avLst/>
            </a:prstGeom>
            <a:solidFill>
              <a:srgbClr val="00B050"/>
            </a:solidFill>
            <a:ln cap="flat" cmpd="sng" w="25400">
              <a:solidFill>
                <a:srgbClr val="DDD9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2" name="Google Shape;4332;g2668d8541bd_0_871"/>
            <p:cNvSpPr/>
            <p:nvPr/>
          </p:nvSpPr>
          <p:spPr>
            <a:xfrm>
              <a:off x="3043496" y="4157861"/>
              <a:ext cx="228600" cy="228600"/>
            </a:xfrm>
            <a:prstGeom prst="ellipse">
              <a:avLst/>
            </a:prstGeom>
            <a:solidFill>
              <a:srgbClr val="00B050"/>
            </a:solidFill>
            <a:ln cap="flat" cmpd="sng" w="25400">
              <a:solidFill>
                <a:srgbClr val="DDD9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3" name="Google Shape;4333;g2668d8541bd_0_871"/>
            <p:cNvSpPr/>
            <p:nvPr/>
          </p:nvSpPr>
          <p:spPr>
            <a:xfrm>
              <a:off x="2542059" y="3696153"/>
              <a:ext cx="228600" cy="228600"/>
            </a:xfrm>
            <a:prstGeom prst="ellipse">
              <a:avLst/>
            </a:prstGeom>
            <a:solidFill>
              <a:srgbClr val="00B050"/>
            </a:solidFill>
            <a:ln cap="flat" cmpd="sng" w="25400">
              <a:solidFill>
                <a:srgbClr val="DDD9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37" name="Shape 4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8" name="Google Shape;4338;g2668d8541bd_0_943"/>
          <p:cNvGrpSpPr/>
          <p:nvPr/>
        </p:nvGrpSpPr>
        <p:grpSpPr>
          <a:xfrm>
            <a:off x="4572000" y="1143000"/>
            <a:ext cx="354355" cy="194085"/>
            <a:chOff x="4755629" y="2145779"/>
            <a:chExt cx="354355" cy="194085"/>
          </a:xfrm>
        </p:grpSpPr>
        <p:pic>
          <p:nvPicPr>
            <p:cNvPr id="4339" name="Google Shape;4339;g2668d8541bd_0_9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55629" y="2162543"/>
              <a:ext cx="110622" cy="177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0" name="Google Shape;4340;g2668d8541bd_0_9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94313" y="2163305"/>
              <a:ext cx="98323" cy="1440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1" name="Google Shape;4341;g2668d8541bd_0_9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12137" y="2145779"/>
              <a:ext cx="97847" cy="151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42" name="Google Shape;4342;g2668d8541bd_0_943"/>
          <p:cNvGrpSpPr/>
          <p:nvPr/>
        </p:nvGrpSpPr>
        <p:grpSpPr>
          <a:xfrm>
            <a:off x="5177028" y="1119378"/>
            <a:ext cx="437413" cy="166903"/>
            <a:chOff x="5360657" y="2122157"/>
            <a:chExt cx="437413" cy="166903"/>
          </a:xfrm>
        </p:grpSpPr>
        <p:pic>
          <p:nvPicPr>
            <p:cNvPr id="4343" name="Google Shape;4343;g2668d8541bd_0_94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360657" y="2145779"/>
              <a:ext cx="128803" cy="1432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4" name="Google Shape;4344;g2668d8541bd_0_94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517403" y="2122157"/>
              <a:ext cx="280667" cy="1440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45" name="Google Shape;4345;g2668d8541bd_0_943"/>
          <p:cNvGrpSpPr/>
          <p:nvPr/>
        </p:nvGrpSpPr>
        <p:grpSpPr>
          <a:xfrm>
            <a:off x="5831586" y="1032510"/>
            <a:ext cx="714781" cy="195704"/>
            <a:chOff x="6015215" y="2035289"/>
            <a:chExt cx="714781" cy="195704"/>
          </a:xfrm>
        </p:grpSpPr>
        <p:pic>
          <p:nvPicPr>
            <p:cNvPr id="4346" name="Google Shape;4346;g2668d8541bd_0_94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015215" y="2068055"/>
              <a:ext cx="189001" cy="162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7" name="Google Shape;4347;g2668d8541bd_0_94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230099" y="2065007"/>
              <a:ext cx="295895" cy="144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8" name="Google Shape;4348;g2668d8541bd_0_94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568427" y="2035289"/>
              <a:ext cx="161569" cy="1587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49" name="Google Shape;4349;g2668d8541bd_0_943"/>
          <p:cNvSpPr/>
          <p:nvPr/>
        </p:nvSpPr>
        <p:spPr>
          <a:xfrm>
            <a:off x="4568965" y="1386091"/>
            <a:ext cx="1968500" cy="124460"/>
          </a:xfrm>
          <a:custGeom>
            <a:rect b="b" l="l" r="r" t="t"/>
            <a:pathLst>
              <a:path extrusionOk="0" h="124460" w="1968500">
                <a:moveTo>
                  <a:pt x="0" y="124206"/>
                </a:moveTo>
                <a:lnTo>
                  <a:pt x="15204" y="120360"/>
                </a:lnTo>
                <a:lnTo>
                  <a:pt x="29622" y="118586"/>
                </a:lnTo>
                <a:lnTo>
                  <a:pt x="44469" y="118098"/>
                </a:lnTo>
                <a:lnTo>
                  <a:pt x="60960" y="118110"/>
                </a:lnTo>
                <a:lnTo>
                  <a:pt x="96964" y="118324"/>
                </a:lnTo>
                <a:lnTo>
                  <a:pt x="132969" y="118681"/>
                </a:lnTo>
                <a:lnTo>
                  <a:pt x="168973" y="118752"/>
                </a:lnTo>
                <a:lnTo>
                  <a:pt x="204978" y="118110"/>
                </a:lnTo>
                <a:lnTo>
                  <a:pt x="247840" y="117038"/>
                </a:lnTo>
                <a:lnTo>
                  <a:pt x="290703" y="115252"/>
                </a:lnTo>
                <a:lnTo>
                  <a:pt x="333565" y="113180"/>
                </a:lnTo>
                <a:lnTo>
                  <a:pt x="376428" y="111252"/>
                </a:lnTo>
                <a:lnTo>
                  <a:pt x="429914" y="109039"/>
                </a:lnTo>
                <a:lnTo>
                  <a:pt x="483364" y="106899"/>
                </a:lnTo>
                <a:lnTo>
                  <a:pt x="536740" y="104723"/>
                </a:lnTo>
                <a:lnTo>
                  <a:pt x="590007" y="102400"/>
                </a:lnTo>
                <a:lnTo>
                  <a:pt x="643128" y="99822"/>
                </a:lnTo>
                <a:lnTo>
                  <a:pt x="691969" y="97529"/>
                </a:lnTo>
                <a:lnTo>
                  <a:pt x="740700" y="95201"/>
                </a:lnTo>
                <a:lnTo>
                  <a:pt x="789395" y="92799"/>
                </a:lnTo>
                <a:lnTo>
                  <a:pt x="838126" y="90287"/>
                </a:lnTo>
                <a:lnTo>
                  <a:pt x="886968" y="87630"/>
                </a:lnTo>
                <a:lnTo>
                  <a:pt x="937260" y="84801"/>
                </a:lnTo>
                <a:lnTo>
                  <a:pt x="987551" y="81826"/>
                </a:lnTo>
                <a:lnTo>
                  <a:pt x="1037844" y="78742"/>
                </a:lnTo>
                <a:lnTo>
                  <a:pt x="1088136" y="75584"/>
                </a:lnTo>
                <a:lnTo>
                  <a:pt x="1138428" y="72390"/>
                </a:lnTo>
                <a:lnTo>
                  <a:pt x="1188799" y="69189"/>
                </a:lnTo>
                <a:lnTo>
                  <a:pt x="1239280" y="65989"/>
                </a:lnTo>
                <a:lnTo>
                  <a:pt x="1289797" y="62788"/>
                </a:lnTo>
                <a:lnTo>
                  <a:pt x="1340278" y="59588"/>
                </a:lnTo>
                <a:lnTo>
                  <a:pt x="1390650" y="56388"/>
                </a:lnTo>
                <a:lnTo>
                  <a:pt x="1438656" y="53096"/>
                </a:lnTo>
                <a:lnTo>
                  <a:pt x="1486662" y="49621"/>
                </a:lnTo>
                <a:lnTo>
                  <a:pt x="1534668" y="45963"/>
                </a:lnTo>
                <a:lnTo>
                  <a:pt x="1582674" y="42123"/>
                </a:lnTo>
                <a:lnTo>
                  <a:pt x="1630680" y="38100"/>
                </a:lnTo>
                <a:lnTo>
                  <a:pt x="1678566" y="33528"/>
                </a:lnTo>
                <a:lnTo>
                  <a:pt x="1726311" y="28956"/>
                </a:lnTo>
                <a:lnTo>
                  <a:pt x="1774055" y="24384"/>
                </a:lnTo>
                <a:lnTo>
                  <a:pt x="1821942" y="19812"/>
                </a:lnTo>
                <a:lnTo>
                  <a:pt x="1848350" y="16835"/>
                </a:lnTo>
                <a:lnTo>
                  <a:pt x="1874901" y="13716"/>
                </a:lnTo>
                <a:lnTo>
                  <a:pt x="1901451" y="10596"/>
                </a:lnTo>
                <a:lnTo>
                  <a:pt x="1927860" y="7620"/>
                </a:lnTo>
                <a:lnTo>
                  <a:pt x="1938027" y="6369"/>
                </a:lnTo>
                <a:lnTo>
                  <a:pt x="1948053" y="5048"/>
                </a:lnTo>
                <a:lnTo>
                  <a:pt x="1958078" y="3869"/>
                </a:lnTo>
                <a:lnTo>
                  <a:pt x="1968245" y="3048"/>
                </a:lnTo>
                <a:lnTo>
                  <a:pt x="1956482" y="3000"/>
                </a:lnTo>
                <a:lnTo>
                  <a:pt x="1945005" y="2667"/>
                </a:lnTo>
                <a:lnTo>
                  <a:pt x="1933527" y="1762"/>
                </a:lnTo>
                <a:lnTo>
                  <a:pt x="1921764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50" name="Google Shape;4350;g2668d8541bd_0_943"/>
          <p:cNvGrpSpPr/>
          <p:nvPr/>
        </p:nvGrpSpPr>
        <p:grpSpPr>
          <a:xfrm>
            <a:off x="229002" y="1714893"/>
            <a:ext cx="4389264" cy="4289040"/>
            <a:chOff x="905243" y="2483357"/>
            <a:chExt cx="3520706" cy="3650868"/>
          </a:xfrm>
        </p:grpSpPr>
        <p:grpSp>
          <p:nvGrpSpPr>
            <p:cNvPr id="4351" name="Google Shape;4351;g2668d8541bd_0_943"/>
            <p:cNvGrpSpPr/>
            <p:nvPr/>
          </p:nvGrpSpPr>
          <p:grpSpPr>
            <a:xfrm>
              <a:off x="3754933" y="4933949"/>
              <a:ext cx="671016" cy="218567"/>
              <a:chOff x="3754933" y="4933949"/>
              <a:chExt cx="671016" cy="218567"/>
            </a:xfrm>
          </p:grpSpPr>
          <p:sp>
            <p:nvSpPr>
              <p:cNvPr id="4352" name="Google Shape;4352;g2668d8541bd_0_943"/>
              <p:cNvSpPr/>
              <p:nvPr/>
            </p:nvSpPr>
            <p:spPr>
              <a:xfrm>
                <a:off x="3754933" y="5031866"/>
                <a:ext cx="88264" cy="120650"/>
              </a:xfrm>
              <a:custGeom>
                <a:rect b="b" l="l" r="r" t="t"/>
                <a:pathLst>
                  <a:path extrusionOk="0" h="120650" w="88264">
                    <a:moveTo>
                      <a:pt x="54304" y="5715"/>
                    </a:moveTo>
                    <a:lnTo>
                      <a:pt x="43719" y="2214"/>
                    </a:lnTo>
                    <a:lnTo>
                      <a:pt x="33635" y="0"/>
                    </a:lnTo>
                    <a:lnTo>
                      <a:pt x="23979" y="1214"/>
                    </a:lnTo>
                    <a:lnTo>
                      <a:pt x="14680" y="8001"/>
                    </a:lnTo>
                    <a:lnTo>
                      <a:pt x="6643" y="21836"/>
                    </a:lnTo>
                    <a:lnTo>
                      <a:pt x="1821" y="38100"/>
                    </a:lnTo>
                    <a:lnTo>
                      <a:pt x="0" y="54935"/>
                    </a:lnTo>
                    <a:lnTo>
                      <a:pt x="964" y="70485"/>
                    </a:lnTo>
                    <a:lnTo>
                      <a:pt x="20681" y="105632"/>
                    </a:lnTo>
                    <a:lnTo>
                      <a:pt x="67782" y="120550"/>
                    </a:lnTo>
                    <a:lnTo>
                      <a:pt x="79450" y="118491"/>
                    </a:lnTo>
                    <a:lnTo>
                      <a:pt x="82498" y="116205"/>
                    </a:lnTo>
                    <a:lnTo>
                      <a:pt x="85546" y="114681"/>
                    </a:lnTo>
                    <a:lnTo>
                      <a:pt x="87832" y="11315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3" name="Google Shape;4353;g2668d8541bd_0_943"/>
              <p:cNvSpPr/>
              <p:nvPr/>
            </p:nvSpPr>
            <p:spPr>
              <a:xfrm>
                <a:off x="3876139" y="5005577"/>
                <a:ext cx="32385" cy="102235"/>
              </a:xfrm>
              <a:custGeom>
                <a:rect b="b" l="l" r="r" t="t"/>
                <a:pathLst>
                  <a:path extrusionOk="0" h="102235" w="32385">
                    <a:moveTo>
                      <a:pt x="18442" y="0"/>
                    </a:moveTo>
                    <a:lnTo>
                      <a:pt x="154" y="48006"/>
                    </a:lnTo>
                    <a:lnTo>
                      <a:pt x="0" y="58602"/>
                    </a:lnTo>
                    <a:lnTo>
                      <a:pt x="59" y="68770"/>
                    </a:lnTo>
                    <a:lnTo>
                      <a:pt x="21490" y="102107"/>
                    </a:lnTo>
                    <a:lnTo>
                      <a:pt x="26824" y="102107"/>
                    </a:lnTo>
                    <a:lnTo>
                      <a:pt x="29872" y="102107"/>
                    </a:lnTo>
                    <a:lnTo>
                      <a:pt x="32158" y="9829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4" name="Google Shape;4354;g2668d8541bd_0_943"/>
              <p:cNvSpPr/>
              <p:nvPr/>
            </p:nvSpPr>
            <p:spPr>
              <a:xfrm>
                <a:off x="3931753" y="5026913"/>
                <a:ext cx="39370" cy="89535"/>
              </a:xfrm>
              <a:custGeom>
                <a:rect b="b" l="l" r="r" t="t"/>
                <a:pathLst>
                  <a:path extrusionOk="0" h="89535" w="39370">
                    <a:moveTo>
                      <a:pt x="10834" y="0"/>
                    </a:moveTo>
                    <a:lnTo>
                      <a:pt x="547" y="37933"/>
                    </a:lnTo>
                    <a:lnTo>
                      <a:pt x="0" y="61341"/>
                    </a:lnTo>
                    <a:lnTo>
                      <a:pt x="1119" y="70104"/>
                    </a:lnTo>
                    <a:lnTo>
                      <a:pt x="4238" y="78295"/>
                    </a:lnTo>
                    <a:lnTo>
                      <a:pt x="10072" y="85344"/>
                    </a:lnTo>
                    <a:lnTo>
                      <a:pt x="15585" y="88237"/>
                    </a:lnTo>
                    <a:lnTo>
                      <a:pt x="22169" y="89058"/>
                    </a:lnTo>
                    <a:lnTo>
                      <a:pt x="28610" y="88022"/>
                    </a:lnTo>
                    <a:lnTo>
                      <a:pt x="33694" y="85344"/>
                    </a:lnTo>
                    <a:lnTo>
                      <a:pt x="35980" y="83058"/>
                    </a:lnTo>
                    <a:lnTo>
                      <a:pt x="37504" y="80772"/>
                    </a:lnTo>
                    <a:lnTo>
                      <a:pt x="39028" y="7848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5" name="Google Shape;4355;g2668d8541bd_0_943"/>
              <p:cNvSpPr/>
              <p:nvPr/>
            </p:nvSpPr>
            <p:spPr>
              <a:xfrm>
                <a:off x="3930395" y="5033771"/>
                <a:ext cx="40639" cy="36829"/>
              </a:xfrm>
              <a:custGeom>
                <a:rect b="b" l="l" r="r" t="t"/>
                <a:pathLst>
                  <a:path extrusionOk="0" h="36829" w="40639">
                    <a:moveTo>
                      <a:pt x="12191" y="27432"/>
                    </a:moveTo>
                    <a:lnTo>
                      <a:pt x="3809" y="32766"/>
                    </a:lnTo>
                    <a:lnTo>
                      <a:pt x="0" y="31242"/>
                    </a:lnTo>
                    <a:lnTo>
                      <a:pt x="761" y="36576"/>
                    </a:lnTo>
                    <a:lnTo>
                      <a:pt x="9905" y="36576"/>
                    </a:lnTo>
                    <a:lnTo>
                      <a:pt x="15239" y="36576"/>
                    </a:lnTo>
                    <a:lnTo>
                      <a:pt x="23621" y="31242"/>
                    </a:lnTo>
                    <a:lnTo>
                      <a:pt x="40385" y="3048"/>
                    </a:lnTo>
                    <a:lnTo>
                      <a:pt x="28955" y="3048"/>
                    </a:lnTo>
                    <a:lnTo>
                      <a:pt x="22859" y="3048"/>
                    </a:lnTo>
                    <a:lnTo>
                      <a:pt x="16001" y="2286"/>
                    </a:lnTo>
                    <a:lnTo>
                      <a:pt x="9905" y="0"/>
                    </a:lnTo>
                    <a:lnTo>
                      <a:pt x="8381" y="6858"/>
                    </a:lnTo>
                    <a:lnTo>
                      <a:pt x="9905" y="10668"/>
                    </a:lnTo>
                    <a:lnTo>
                      <a:pt x="10667" y="11430"/>
                    </a:lnTo>
                    <a:lnTo>
                      <a:pt x="15239" y="1066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6" name="Google Shape;4356;g2668d8541bd_0_943"/>
              <p:cNvSpPr/>
              <p:nvPr/>
            </p:nvSpPr>
            <p:spPr>
              <a:xfrm>
                <a:off x="4005071" y="5042915"/>
                <a:ext cx="46989" cy="62229"/>
              </a:xfrm>
              <a:custGeom>
                <a:rect b="b" l="l" r="r" t="t"/>
                <a:pathLst>
                  <a:path extrusionOk="0" h="62229" w="46989">
                    <a:moveTo>
                      <a:pt x="2286" y="0"/>
                    </a:moveTo>
                    <a:lnTo>
                      <a:pt x="1285" y="9013"/>
                    </a:lnTo>
                    <a:lnTo>
                      <a:pt x="571" y="17811"/>
                    </a:lnTo>
                    <a:lnTo>
                      <a:pt x="142" y="26467"/>
                    </a:lnTo>
                    <a:lnTo>
                      <a:pt x="0" y="35052"/>
                    </a:lnTo>
                    <a:lnTo>
                      <a:pt x="762" y="43434"/>
                    </a:lnTo>
                    <a:lnTo>
                      <a:pt x="3048" y="51053"/>
                    </a:lnTo>
                    <a:lnTo>
                      <a:pt x="3810" y="58674"/>
                    </a:lnTo>
                    <a:lnTo>
                      <a:pt x="3810" y="60960"/>
                    </a:lnTo>
                    <a:lnTo>
                      <a:pt x="3810" y="61722"/>
                    </a:lnTo>
                    <a:lnTo>
                      <a:pt x="3512" y="50625"/>
                    </a:lnTo>
                    <a:lnTo>
                      <a:pt x="3143" y="39243"/>
                    </a:lnTo>
                    <a:lnTo>
                      <a:pt x="3488" y="27860"/>
                    </a:lnTo>
                    <a:lnTo>
                      <a:pt x="5334" y="16764"/>
                    </a:lnTo>
                    <a:lnTo>
                      <a:pt x="7620" y="7619"/>
                    </a:lnTo>
                    <a:lnTo>
                      <a:pt x="13716" y="761"/>
                    </a:lnTo>
                    <a:lnTo>
                      <a:pt x="22860" y="0"/>
                    </a:lnTo>
                    <a:lnTo>
                      <a:pt x="29027" y="904"/>
                    </a:lnTo>
                    <a:lnTo>
                      <a:pt x="45850" y="40016"/>
                    </a:lnTo>
                    <a:lnTo>
                      <a:pt x="46482" y="48006"/>
                    </a:lnTo>
                    <a:lnTo>
                      <a:pt x="46482" y="52577"/>
                    </a:lnTo>
                    <a:lnTo>
                      <a:pt x="46482" y="53339"/>
                    </a:lnTo>
                    <a:lnTo>
                      <a:pt x="46482" y="5638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7" name="Google Shape;4357;g2668d8541bd_0_943"/>
              <p:cNvSpPr/>
              <p:nvPr/>
            </p:nvSpPr>
            <p:spPr>
              <a:xfrm>
                <a:off x="4072508" y="4988051"/>
                <a:ext cx="7620" cy="107950"/>
              </a:xfrm>
              <a:custGeom>
                <a:rect b="b" l="l" r="r" t="t"/>
                <a:pathLst>
                  <a:path extrusionOk="0" h="107950" w="7620">
                    <a:moveTo>
                      <a:pt x="380" y="0"/>
                    </a:moveTo>
                    <a:lnTo>
                      <a:pt x="190" y="15430"/>
                    </a:lnTo>
                    <a:lnTo>
                      <a:pt x="0" y="30861"/>
                    </a:lnTo>
                    <a:lnTo>
                      <a:pt x="380" y="46291"/>
                    </a:lnTo>
                    <a:lnTo>
                      <a:pt x="1904" y="61722"/>
                    </a:lnTo>
                    <a:lnTo>
                      <a:pt x="3381" y="73152"/>
                    </a:lnTo>
                    <a:lnTo>
                      <a:pt x="5143" y="84582"/>
                    </a:lnTo>
                    <a:lnTo>
                      <a:pt x="6619" y="96012"/>
                    </a:lnTo>
                    <a:lnTo>
                      <a:pt x="7238" y="10744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8" name="Google Shape;4358;g2668d8541bd_0_943"/>
              <p:cNvSpPr/>
              <p:nvPr/>
            </p:nvSpPr>
            <p:spPr>
              <a:xfrm>
                <a:off x="4078985" y="5029961"/>
                <a:ext cx="63500" cy="71754"/>
              </a:xfrm>
              <a:custGeom>
                <a:rect b="b" l="l" r="r" t="t"/>
                <a:pathLst>
                  <a:path extrusionOk="0" h="71754" w="63500">
                    <a:moveTo>
                      <a:pt x="0" y="21335"/>
                    </a:moveTo>
                    <a:lnTo>
                      <a:pt x="31241" y="0"/>
                    </a:lnTo>
                    <a:lnTo>
                      <a:pt x="33527" y="761"/>
                    </a:lnTo>
                    <a:lnTo>
                      <a:pt x="36575" y="761"/>
                    </a:lnTo>
                    <a:lnTo>
                      <a:pt x="32004" y="40385"/>
                    </a:lnTo>
                    <a:lnTo>
                      <a:pt x="30384" y="46624"/>
                    </a:lnTo>
                    <a:lnTo>
                      <a:pt x="28765" y="54863"/>
                    </a:lnTo>
                    <a:lnTo>
                      <a:pt x="28575" y="63103"/>
                    </a:lnTo>
                    <a:lnTo>
                      <a:pt x="31242" y="69341"/>
                    </a:lnTo>
                    <a:lnTo>
                      <a:pt x="36623" y="71651"/>
                    </a:lnTo>
                    <a:lnTo>
                      <a:pt x="42862" y="71246"/>
                    </a:lnTo>
                    <a:lnTo>
                      <a:pt x="48815" y="69127"/>
                    </a:lnTo>
                    <a:lnTo>
                      <a:pt x="53340" y="66293"/>
                    </a:lnTo>
                    <a:lnTo>
                      <a:pt x="58674" y="60959"/>
                    </a:lnTo>
                    <a:lnTo>
                      <a:pt x="60960" y="54863"/>
                    </a:lnTo>
                    <a:lnTo>
                      <a:pt x="63246" y="48005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9" name="Google Shape;4359;g2668d8541bd_0_943"/>
              <p:cNvSpPr/>
              <p:nvPr/>
            </p:nvSpPr>
            <p:spPr>
              <a:xfrm>
                <a:off x="4110227" y="5027675"/>
                <a:ext cx="32385" cy="39370"/>
              </a:xfrm>
              <a:custGeom>
                <a:rect b="b" l="l" r="r" t="t"/>
                <a:pathLst>
                  <a:path extrusionOk="0" h="39370" w="32385">
                    <a:moveTo>
                      <a:pt x="0" y="37337"/>
                    </a:moveTo>
                    <a:lnTo>
                      <a:pt x="10096" y="38742"/>
                    </a:lnTo>
                    <a:lnTo>
                      <a:pt x="17907" y="38290"/>
                    </a:lnTo>
                    <a:lnTo>
                      <a:pt x="24003" y="34123"/>
                    </a:lnTo>
                    <a:lnTo>
                      <a:pt x="28956" y="24383"/>
                    </a:lnTo>
                    <a:lnTo>
                      <a:pt x="32003" y="16001"/>
                    </a:lnTo>
                    <a:lnTo>
                      <a:pt x="30479" y="9143"/>
                    </a:lnTo>
                    <a:lnTo>
                      <a:pt x="22859" y="4571"/>
                    </a:lnTo>
                    <a:lnTo>
                      <a:pt x="16763" y="0"/>
                    </a:lnTo>
                    <a:lnTo>
                      <a:pt x="9143" y="0"/>
                    </a:lnTo>
                    <a:lnTo>
                      <a:pt x="2285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0" name="Google Shape;4360;g2668d8541bd_0_943"/>
              <p:cNvSpPr/>
              <p:nvPr/>
            </p:nvSpPr>
            <p:spPr>
              <a:xfrm>
                <a:off x="4170425" y="5018531"/>
                <a:ext cx="91439" cy="83820"/>
              </a:xfrm>
              <a:custGeom>
                <a:rect b="b" l="l" r="r" t="t"/>
                <a:pathLst>
                  <a:path extrusionOk="0" h="83820" w="91439">
                    <a:moveTo>
                      <a:pt x="0" y="27431"/>
                    </a:moveTo>
                    <a:lnTo>
                      <a:pt x="29527" y="60293"/>
                    </a:lnTo>
                    <a:lnTo>
                      <a:pt x="29860" y="70306"/>
                    </a:lnTo>
                    <a:lnTo>
                      <a:pt x="28194" y="79247"/>
                    </a:lnTo>
                    <a:lnTo>
                      <a:pt x="27432" y="83819"/>
                    </a:lnTo>
                    <a:lnTo>
                      <a:pt x="25908" y="82295"/>
                    </a:lnTo>
                    <a:lnTo>
                      <a:pt x="22860" y="83057"/>
                    </a:lnTo>
                    <a:lnTo>
                      <a:pt x="22038" y="74735"/>
                    </a:lnTo>
                    <a:lnTo>
                      <a:pt x="33718" y="30003"/>
                    </a:lnTo>
                    <a:lnTo>
                      <a:pt x="58674" y="0"/>
                    </a:lnTo>
                    <a:lnTo>
                      <a:pt x="59436" y="7619"/>
                    </a:lnTo>
                    <a:lnTo>
                      <a:pt x="60198" y="16001"/>
                    </a:lnTo>
                    <a:lnTo>
                      <a:pt x="60198" y="24383"/>
                    </a:lnTo>
                    <a:lnTo>
                      <a:pt x="59495" y="34980"/>
                    </a:lnTo>
                    <a:lnTo>
                      <a:pt x="58578" y="49148"/>
                    </a:lnTo>
                    <a:lnTo>
                      <a:pt x="59233" y="62745"/>
                    </a:lnTo>
                    <a:lnTo>
                      <a:pt x="63246" y="71627"/>
                    </a:lnTo>
                    <a:lnTo>
                      <a:pt x="69389" y="73997"/>
                    </a:lnTo>
                    <a:lnTo>
                      <a:pt x="75819" y="72866"/>
                    </a:lnTo>
                    <a:lnTo>
                      <a:pt x="81676" y="69592"/>
                    </a:lnTo>
                    <a:lnTo>
                      <a:pt x="86106" y="65531"/>
                    </a:lnTo>
                    <a:lnTo>
                      <a:pt x="87630" y="62483"/>
                    </a:lnTo>
                    <a:lnTo>
                      <a:pt x="89916" y="60197"/>
                    </a:lnTo>
                    <a:lnTo>
                      <a:pt x="91440" y="5714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1" name="Google Shape;4361;g2668d8541bd_0_943"/>
              <p:cNvSpPr/>
              <p:nvPr/>
            </p:nvSpPr>
            <p:spPr>
              <a:xfrm>
                <a:off x="4229099" y="5018531"/>
                <a:ext cx="34289" cy="31750"/>
              </a:xfrm>
              <a:custGeom>
                <a:rect b="b" l="l" r="r" t="t"/>
                <a:pathLst>
                  <a:path extrusionOk="0" h="31750" w="34289">
                    <a:moveTo>
                      <a:pt x="0" y="28955"/>
                    </a:moveTo>
                    <a:lnTo>
                      <a:pt x="9477" y="31253"/>
                    </a:lnTo>
                    <a:lnTo>
                      <a:pt x="17526" y="31337"/>
                    </a:lnTo>
                    <a:lnTo>
                      <a:pt x="24431" y="27562"/>
                    </a:lnTo>
                    <a:lnTo>
                      <a:pt x="30480" y="18287"/>
                    </a:lnTo>
                    <a:lnTo>
                      <a:pt x="34290" y="11429"/>
                    </a:lnTo>
                    <a:lnTo>
                      <a:pt x="32003" y="4571"/>
                    </a:lnTo>
                    <a:lnTo>
                      <a:pt x="24383" y="2285"/>
                    </a:lnTo>
                    <a:lnTo>
                      <a:pt x="16763" y="0"/>
                    </a:lnTo>
                    <a:lnTo>
                      <a:pt x="7619" y="761"/>
                    </a:lnTo>
                    <a:lnTo>
                      <a:pt x="0" y="1523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2" name="Google Shape;4362;g2668d8541bd_0_943"/>
              <p:cNvSpPr/>
              <p:nvPr/>
            </p:nvSpPr>
            <p:spPr>
              <a:xfrm>
                <a:off x="4285487" y="4966715"/>
                <a:ext cx="57150" cy="109220"/>
              </a:xfrm>
              <a:custGeom>
                <a:rect b="b" l="l" r="r" t="t"/>
                <a:pathLst>
                  <a:path extrusionOk="0" h="109220" w="57150">
                    <a:moveTo>
                      <a:pt x="46482" y="0"/>
                    </a:moveTo>
                    <a:lnTo>
                      <a:pt x="44719" y="10501"/>
                    </a:lnTo>
                    <a:lnTo>
                      <a:pt x="43815" y="20574"/>
                    </a:lnTo>
                    <a:lnTo>
                      <a:pt x="43481" y="30646"/>
                    </a:lnTo>
                    <a:lnTo>
                      <a:pt x="43434" y="41148"/>
                    </a:lnTo>
                    <a:lnTo>
                      <a:pt x="43684" y="52458"/>
                    </a:lnTo>
                    <a:lnTo>
                      <a:pt x="44291" y="63627"/>
                    </a:lnTo>
                    <a:lnTo>
                      <a:pt x="45041" y="74795"/>
                    </a:lnTo>
                    <a:lnTo>
                      <a:pt x="45720" y="86106"/>
                    </a:lnTo>
                    <a:lnTo>
                      <a:pt x="45720" y="91440"/>
                    </a:lnTo>
                    <a:lnTo>
                      <a:pt x="45720" y="99822"/>
                    </a:lnTo>
                    <a:lnTo>
                      <a:pt x="44958" y="102107"/>
                    </a:lnTo>
                    <a:lnTo>
                      <a:pt x="39481" y="98321"/>
                    </a:lnTo>
                    <a:lnTo>
                      <a:pt x="34290" y="94106"/>
                    </a:lnTo>
                    <a:lnTo>
                      <a:pt x="29098" y="89892"/>
                    </a:lnTo>
                    <a:lnTo>
                      <a:pt x="23622" y="86106"/>
                    </a:lnTo>
                    <a:lnTo>
                      <a:pt x="16002" y="81534"/>
                    </a:lnTo>
                    <a:lnTo>
                      <a:pt x="9906" y="80010"/>
                    </a:lnTo>
                    <a:lnTo>
                      <a:pt x="762" y="80010"/>
                    </a:lnTo>
                    <a:lnTo>
                      <a:pt x="0" y="88392"/>
                    </a:lnTo>
                    <a:lnTo>
                      <a:pt x="0" y="94488"/>
                    </a:lnTo>
                    <a:lnTo>
                      <a:pt x="6858" y="100584"/>
                    </a:lnTo>
                    <a:lnTo>
                      <a:pt x="13477" y="104989"/>
                    </a:lnTo>
                    <a:lnTo>
                      <a:pt x="22098" y="107823"/>
                    </a:lnTo>
                    <a:lnTo>
                      <a:pt x="31289" y="108942"/>
                    </a:lnTo>
                    <a:lnTo>
                      <a:pt x="39624" y="108204"/>
                    </a:lnTo>
                    <a:lnTo>
                      <a:pt x="48768" y="103632"/>
                    </a:lnTo>
                    <a:lnTo>
                      <a:pt x="52578" y="101346"/>
                    </a:lnTo>
                    <a:lnTo>
                      <a:pt x="57150" y="9601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3" name="Google Shape;4363;g2668d8541bd_0_943"/>
              <p:cNvSpPr/>
              <p:nvPr/>
            </p:nvSpPr>
            <p:spPr>
              <a:xfrm>
                <a:off x="4377689" y="4933949"/>
                <a:ext cx="48260" cy="184785"/>
              </a:xfrm>
              <a:custGeom>
                <a:rect b="b" l="l" r="r" t="t"/>
                <a:pathLst>
                  <a:path extrusionOk="0" h="184785" w="48260">
                    <a:moveTo>
                      <a:pt x="2286" y="0"/>
                    </a:moveTo>
                    <a:lnTo>
                      <a:pt x="33575" y="37397"/>
                    </a:lnTo>
                    <a:lnTo>
                      <a:pt x="48196" y="83629"/>
                    </a:lnTo>
                    <a:lnTo>
                      <a:pt x="47791" y="100250"/>
                    </a:lnTo>
                    <a:lnTo>
                      <a:pt x="31623" y="149352"/>
                    </a:lnTo>
                    <a:lnTo>
                      <a:pt x="6096" y="179832"/>
                    </a:lnTo>
                    <a:lnTo>
                      <a:pt x="3048" y="182118"/>
                    </a:lnTo>
                    <a:lnTo>
                      <a:pt x="0" y="18440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64" name="Google Shape;4364;g2668d8541bd_0_943"/>
            <p:cNvGrpSpPr/>
            <p:nvPr/>
          </p:nvGrpSpPr>
          <p:grpSpPr>
            <a:xfrm>
              <a:off x="3474719" y="5579649"/>
              <a:ext cx="690372" cy="554576"/>
              <a:chOff x="3474719" y="5579649"/>
              <a:chExt cx="690372" cy="554576"/>
            </a:xfrm>
          </p:grpSpPr>
          <p:sp>
            <p:nvSpPr>
              <p:cNvPr id="4365" name="Google Shape;4365;g2668d8541bd_0_943"/>
              <p:cNvSpPr/>
              <p:nvPr/>
            </p:nvSpPr>
            <p:spPr>
              <a:xfrm>
                <a:off x="3474719" y="5639561"/>
                <a:ext cx="142875" cy="494664"/>
              </a:xfrm>
              <a:custGeom>
                <a:rect b="b" l="l" r="r" t="t"/>
                <a:pathLst>
                  <a:path extrusionOk="0" h="494664" w="142875">
                    <a:moveTo>
                      <a:pt x="64770" y="13715"/>
                    </a:moveTo>
                    <a:lnTo>
                      <a:pt x="57900" y="5905"/>
                    </a:lnTo>
                    <a:lnTo>
                      <a:pt x="52673" y="2095"/>
                    </a:lnTo>
                    <a:lnTo>
                      <a:pt x="46446" y="857"/>
                    </a:lnTo>
                    <a:lnTo>
                      <a:pt x="36576" y="761"/>
                    </a:lnTo>
                    <a:lnTo>
                      <a:pt x="29575" y="452"/>
                    </a:lnTo>
                    <a:lnTo>
                      <a:pt x="21717" y="0"/>
                    </a:lnTo>
                    <a:lnTo>
                      <a:pt x="13858" y="119"/>
                    </a:lnTo>
                    <a:lnTo>
                      <a:pt x="6858" y="1523"/>
                    </a:lnTo>
                    <a:lnTo>
                      <a:pt x="0" y="3809"/>
                    </a:lnTo>
                    <a:lnTo>
                      <a:pt x="762" y="14477"/>
                    </a:lnTo>
                    <a:lnTo>
                      <a:pt x="0" y="19811"/>
                    </a:lnTo>
                    <a:lnTo>
                      <a:pt x="2250" y="63103"/>
                    </a:lnTo>
                    <a:lnTo>
                      <a:pt x="8679" y="103572"/>
                    </a:lnTo>
                    <a:lnTo>
                      <a:pt x="12858" y="129635"/>
                    </a:lnTo>
                    <a:lnTo>
                      <a:pt x="16894" y="155840"/>
                    </a:lnTo>
                    <a:lnTo>
                      <a:pt x="24288" y="213109"/>
                    </a:lnTo>
                    <a:lnTo>
                      <a:pt x="30003" y="275665"/>
                    </a:lnTo>
                    <a:lnTo>
                      <a:pt x="32004" y="307085"/>
                    </a:lnTo>
                    <a:lnTo>
                      <a:pt x="33611" y="332101"/>
                    </a:lnTo>
                    <a:lnTo>
                      <a:pt x="35147" y="356901"/>
                    </a:lnTo>
                    <a:lnTo>
                      <a:pt x="36826" y="381559"/>
                    </a:lnTo>
                    <a:lnTo>
                      <a:pt x="38862" y="406145"/>
                    </a:lnTo>
                    <a:lnTo>
                      <a:pt x="40374" y="423850"/>
                    </a:lnTo>
                    <a:lnTo>
                      <a:pt x="41814" y="441483"/>
                    </a:lnTo>
                    <a:lnTo>
                      <a:pt x="47244" y="480821"/>
                    </a:lnTo>
                    <a:lnTo>
                      <a:pt x="57912" y="488441"/>
                    </a:lnTo>
                    <a:lnTo>
                      <a:pt x="67818" y="486917"/>
                    </a:lnTo>
                    <a:lnTo>
                      <a:pt x="73914" y="487679"/>
                    </a:lnTo>
                    <a:lnTo>
                      <a:pt x="83748" y="488632"/>
                    </a:lnTo>
                    <a:lnTo>
                      <a:pt x="93726" y="490156"/>
                    </a:lnTo>
                    <a:lnTo>
                      <a:pt x="103703" y="491966"/>
                    </a:lnTo>
                    <a:lnTo>
                      <a:pt x="113538" y="493775"/>
                    </a:lnTo>
                    <a:lnTo>
                      <a:pt x="121491" y="494502"/>
                    </a:lnTo>
                    <a:lnTo>
                      <a:pt x="128587" y="494442"/>
                    </a:lnTo>
                    <a:lnTo>
                      <a:pt x="135397" y="493668"/>
                    </a:lnTo>
                    <a:lnTo>
                      <a:pt x="142494" y="492251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366" name="Google Shape;4366;g2668d8541bd_0_943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3597020" y="5600687"/>
                <a:ext cx="416446" cy="1920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67" name="Google Shape;4367;g2668d8541bd_0_943"/>
              <p:cNvSpPr/>
              <p:nvPr/>
            </p:nvSpPr>
            <p:spPr>
              <a:xfrm>
                <a:off x="3611117" y="6002273"/>
                <a:ext cx="93345" cy="82550"/>
              </a:xfrm>
              <a:custGeom>
                <a:rect b="b" l="l" r="r" t="t"/>
                <a:pathLst>
                  <a:path extrusionOk="0" h="82550" w="93345">
                    <a:moveTo>
                      <a:pt x="0" y="17526"/>
                    </a:moveTo>
                    <a:lnTo>
                      <a:pt x="2809" y="32254"/>
                    </a:lnTo>
                    <a:lnTo>
                      <a:pt x="6477" y="46767"/>
                    </a:lnTo>
                    <a:lnTo>
                      <a:pt x="10715" y="61138"/>
                    </a:lnTo>
                    <a:lnTo>
                      <a:pt x="15240" y="75438"/>
                    </a:lnTo>
                    <a:lnTo>
                      <a:pt x="15240" y="76200"/>
                    </a:lnTo>
                    <a:lnTo>
                      <a:pt x="17526" y="81534"/>
                    </a:lnTo>
                    <a:lnTo>
                      <a:pt x="17526" y="82296"/>
                    </a:lnTo>
                    <a:lnTo>
                      <a:pt x="19050" y="75438"/>
                    </a:lnTo>
                    <a:lnTo>
                      <a:pt x="43434" y="41910"/>
                    </a:lnTo>
                    <a:lnTo>
                      <a:pt x="52054" y="42695"/>
                    </a:lnTo>
                    <a:lnTo>
                      <a:pt x="59817" y="46482"/>
                    </a:lnTo>
                    <a:lnTo>
                      <a:pt x="67008" y="51982"/>
                    </a:lnTo>
                    <a:lnTo>
                      <a:pt x="73914" y="57912"/>
                    </a:lnTo>
                    <a:lnTo>
                      <a:pt x="79248" y="62484"/>
                    </a:lnTo>
                    <a:lnTo>
                      <a:pt x="84582" y="69342"/>
                    </a:lnTo>
                    <a:lnTo>
                      <a:pt x="90678" y="72390"/>
                    </a:lnTo>
                    <a:lnTo>
                      <a:pt x="91440" y="72390"/>
                    </a:lnTo>
                    <a:lnTo>
                      <a:pt x="92202" y="72390"/>
                    </a:lnTo>
                    <a:lnTo>
                      <a:pt x="92202" y="65532"/>
                    </a:lnTo>
                    <a:lnTo>
                      <a:pt x="92964" y="57912"/>
                    </a:lnTo>
                    <a:lnTo>
                      <a:pt x="92202" y="51054"/>
                    </a:lnTo>
                    <a:lnTo>
                      <a:pt x="91011" y="40897"/>
                    </a:lnTo>
                    <a:lnTo>
                      <a:pt x="88963" y="30956"/>
                    </a:lnTo>
                    <a:lnTo>
                      <a:pt x="86629" y="21157"/>
                    </a:lnTo>
                    <a:lnTo>
                      <a:pt x="84582" y="11430"/>
                    </a:lnTo>
                    <a:lnTo>
                      <a:pt x="83058" y="5334"/>
                    </a:lnTo>
                    <a:lnTo>
                      <a:pt x="82296" y="3810"/>
                    </a:lnTo>
                    <a:lnTo>
                      <a:pt x="82296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8" name="Google Shape;4368;g2668d8541bd_0_943"/>
              <p:cNvSpPr/>
              <p:nvPr/>
            </p:nvSpPr>
            <p:spPr>
              <a:xfrm>
                <a:off x="3732275" y="6001511"/>
                <a:ext cx="43179" cy="57150"/>
              </a:xfrm>
              <a:custGeom>
                <a:rect b="b" l="l" r="r" t="t"/>
                <a:pathLst>
                  <a:path extrusionOk="0" h="57150" w="43179">
                    <a:moveTo>
                      <a:pt x="0" y="0"/>
                    </a:moveTo>
                    <a:lnTo>
                      <a:pt x="6096" y="38861"/>
                    </a:lnTo>
                    <a:lnTo>
                      <a:pt x="27432" y="57149"/>
                    </a:lnTo>
                    <a:lnTo>
                      <a:pt x="35052" y="54101"/>
                    </a:lnTo>
                    <a:lnTo>
                      <a:pt x="39624" y="48005"/>
                    </a:lnTo>
                    <a:lnTo>
                      <a:pt x="40386" y="45719"/>
                    </a:lnTo>
                    <a:lnTo>
                      <a:pt x="41910" y="43433"/>
                    </a:lnTo>
                    <a:lnTo>
                      <a:pt x="42672" y="4114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9" name="Google Shape;4369;g2668d8541bd_0_943"/>
              <p:cNvSpPr/>
              <p:nvPr/>
            </p:nvSpPr>
            <p:spPr>
              <a:xfrm>
                <a:off x="3732275" y="5979413"/>
                <a:ext cx="52070" cy="48260"/>
              </a:xfrm>
              <a:custGeom>
                <a:rect b="b" l="l" r="r" t="t"/>
                <a:pathLst>
                  <a:path extrusionOk="0" h="48260" w="52070">
                    <a:moveTo>
                      <a:pt x="3810" y="33527"/>
                    </a:moveTo>
                    <a:lnTo>
                      <a:pt x="2286" y="37337"/>
                    </a:lnTo>
                    <a:lnTo>
                      <a:pt x="762" y="41909"/>
                    </a:lnTo>
                    <a:lnTo>
                      <a:pt x="0" y="45719"/>
                    </a:lnTo>
                    <a:lnTo>
                      <a:pt x="7620" y="48005"/>
                    </a:lnTo>
                    <a:lnTo>
                      <a:pt x="45065" y="28241"/>
                    </a:lnTo>
                    <a:lnTo>
                      <a:pt x="51816" y="12953"/>
                    </a:lnTo>
                    <a:lnTo>
                      <a:pt x="48768" y="6095"/>
                    </a:lnTo>
                    <a:lnTo>
                      <a:pt x="41148" y="3047"/>
                    </a:lnTo>
                    <a:lnTo>
                      <a:pt x="35052" y="0"/>
                    </a:lnTo>
                    <a:lnTo>
                      <a:pt x="27432" y="761"/>
                    </a:lnTo>
                    <a:lnTo>
                      <a:pt x="24384" y="7619"/>
                    </a:lnTo>
                    <a:lnTo>
                      <a:pt x="22860" y="12191"/>
                    </a:lnTo>
                    <a:lnTo>
                      <a:pt x="24384" y="15239"/>
                    </a:lnTo>
                    <a:lnTo>
                      <a:pt x="26670" y="1904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0" name="Google Shape;4370;g2668d8541bd_0_943"/>
              <p:cNvSpPr/>
              <p:nvPr/>
            </p:nvSpPr>
            <p:spPr>
              <a:xfrm>
                <a:off x="3821429" y="5992367"/>
                <a:ext cx="3175" cy="64135"/>
              </a:xfrm>
              <a:custGeom>
                <a:rect b="b" l="l" r="r" t="t"/>
                <a:pathLst>
                  <a:path extrusionOk="0" h="64135" w="3175">
                    <a:moveTo>
                      <a:pt x="1524" y="0"/>
                    </a:moveTo>
                    <a:lnTo>
                      <a:pt x="964" y="10739"/>
                    </a:lnTo>
                    <a:lnTo>
                      <a:pt x="476" y="21336"/>
                    </a:lnTo>
                    <a:lnTo>
                      <a:pt x="130" y="31932"/>
                    </a:lnTo>
                    <a:lnTo>
                      <a:pt x="0" y="42672"/>
                    </a:lnTo>
                    <a:lnTo>
                      <a:pt x="0" y="50292"/>
                    </a:lnTo>
                    <a:lnTo>
                      <a:pt x="762" y="56388"/>
                    </a:lnTo>
                    <a:lnTo>
                      <a:pt x="3048" y="6400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1" name="Google Shape;4371;g2668d8541bd_0_943"/>
              <p:cNvSpPr/>
              <p:nvPr/>
            </p:nvSpPr>
            <p:spPr>
              <a:xfrm>
                <a:off x="3800855" y="5935217"/>
                <a:ext cx="5079" cy="21589"/>
              </a:xfrm>
              <a:custGeom>
                <a:rect b="b" l="l" r="r" t="t"/>
                <a:pathLst>
                  <a:path extrusionOk="0" h="21589" w="5079">
                    <a:moveTo>
                      <a:pt x="4572" y="0"/>
                    </a:moveTo>
                    <a:lnTo>
                      <a:pt x="1571" y="7620"/>
                    </a:lnTo>
                    <a:lnTo>
                      <a:pt x="0" y="12954"/>
                    </a:lnTo>
                    <a:lnTo>
                      <a:pt x="714" y="17145"/>
                    </a:lnTo>
                    <a:lnTo>
                      <a:pt x="4572" y="2133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2" name="Google Shape;4372;g2668d8541bd_0_943"/>
              <p:cNvSpPr/>
              <p:nvPr/>
            </p:nvSpPr>
            <p:spPr>
              <a:xfrm>
                <a:off x="3854957" y="5957494"/>
                <a:ext cx="36829" cy="160654"/>
              </a:xfrm>
              <a:custGeom>
                <a:rect b="b" l="l" r="r" t="t"/>
                <a:pathLst>
                  <a:path extrusionOk="0" h="160654" w="36829">
                    <a:moveTo>
                      <a:pt x="34289" y="55447"/>
                    </a:moveTo>
                    <a:lnTo>
                      <a:pt x="35444" y="43172"/>
                    </a:lnTo>
                    <a:lnTo>
                      <a:pt x="36671" y="28682"/>
                    </a:lnTo>
                    <a:lnTo>
                      <a:pt x="36325" y="14620"/>
                    </a:lnTo>
                    <a:lnTo>
                      <a:pt x="32765" y="3631"/>
                    </a:lnTo>
                    <a:lnTo>
                      <a:pt x="27527" y="0"/>
                    </a:lnTo>
                    <a:lnTo>
                      <a:pt x="21716" y="2012"/>
                    </a:lnTo>
                    <a:lnTo>
                      <a:pt x="1916" y="38790"/>
                    </a:lnTo>
                    <a:lnTo>
                      <a:pt x="0" y="59257"/>
                    </a:lnTo>
                    <a:lnTo>
                      <a:pt x="5333" y="62305"/>
                    </a:lnTo>
                    <a:lnTo>
                      <a:pt x="15239" y="63067"/>
                    </a:lnTo>
                    <a:lnTo>
                      <a:pt x="22859" y="63829"/>
                    </a:lnTo>
                    <a:lnTo>
                      <a:pt x="26669" y="60019"/>
                    </a:lnTo>
                    <a:lnTo>
                      <a:pt x="33527" y="58495"/>
                    </a:lnTo>
                    <a:lnTo>
                      <a:pt x="34289" y="58495"/>
                    </a:lnTo>
                    <a:lnTo>
                      <a:pt x="35051" y="58495"/>
                    </a:lnTo>
                    <a:lnTo>
                      <a:pt x="35813" y="66877"/>
                    </a:lnTo>
                    <a:lnTo>
                      <a:pt x="35813" y="75259"/>
                    </a:lnTo>
                    <a:lnTo>
                      <a:pt x="35813" y="83641"/>
                    </a:lnTo>
                    <a:lnTo>
                      <a:pt x="35337" y="98047"/>
                    </a:lnTo>
                    <a:lnTo>
                      <a:pt x="34861" y="112597"/>
                    </a:lnTo>
                    <a:lnTo>
                      <a:pt x="34099" y="127146"/>
                    </a:lnTo>
                    <a:lnTo>
                      <a:pt x="32765" y="141553"/>
                    </a:lnTo>
                    <a:lnTo>
                      <a:pt x="32003" y="146887"/>
                    </a:lnTo>
                    <a:lnTo>
                      <a:pt x="32003" y="158317"/>
                    </a:lnTo>
                    <a:lnTo>
                      <a:pt x="25145" y="160603"/>
                    </a:lnTo>
                    <a:lnTo>
                      <a:pt x="18788" y="159234"/>
                    </a:lnTo>
                    <a:lnTo>
                      <a:pt x="14287" y="154221"/>
                    </a:lnTo>
                    <a:lnTo>
                      <a:pt x="11215" y="147637"/>
                    </a:lnTo>
                    <a:lnTo>
                      <a:pt x="9143" y="141553"/>
                    </a:lnTo>
                    <a:lnTo>
                      <a:pt x="7679" y="131754"/>
                    </a:lnTo>
                    <a:lnTo>
                      <a:pt x="6572" y="124313"/>
                    </a:lnTo>
                    <a:lnTo>
                      <a:pt x="5607" y="117871"/>
                    </a:lnTo>
                    <a:lnTo>
                      <a:pt x="4571" y="11107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3" name="Google Shape;4373;g2668d8541bd_0_943"/>
              <p:cNvSpPr/>
              <p:nvPr/>
            </p:nvSpPr>
            <p:spPr>
              <a:xfrm>
                <a:off x="3902201" y="5987033"/>
                <a:ext cx="60960" cy="85089"/>
              </a:xfrm>
              <a:custGeom>
                <a:rect b="b" l="l" r="r" t="t"/>
                <a:pathLst>
                  <a:path extrusionOk="0" h="85089" w="60960">
                    <a:moveTo>
                      <a:pt x="0" y="0"/>
                    </a:moveTo>
                    <a:lnTo>
                      <a:pt x="9906" y="38861"/>
                    </a:lnTo>
                    <a:lnTo>
                      <a:pt x="11430" y="74675"/>
                    </a:lnTo>
                    <a:lnTo>
                      <a:pt x="11430" y="78485"/>
                    </a:lnTo>
                    <a:lnTo>
                      <a:pt x="11430" y="80771"/>
                    </a:lnTo>
                    <a:lnTo>
                      <a:pt x="11430" y="84581"/>
                    </a:lnTo>
                    <a:lnTo>
                      <a:pt x="11739" y="74533"/>
                    </a:lnTo>
                    <a:lnTo>
                      <a:pt x="12763" y="64769"/>
                    </a:lnTo>
                    <a:lnTo>
                      <a:pt x="30920" y="22776"/>
                    </a:lnTo>
                    <a:lnTo>
                      <a:pt x="45720" y="16763"/>
                    </a:lnTo>
                    <a:lnTo>
                      <a:pt x="51816" y="20573"/>
                    </a:lnTo>
                    <a:lnTo>
                      <a:pt x="55626" y="27431"/>
                    </a:lnTo>
                    <a:lnTo>
                      <a:pt x="58590" y="34087"/>
                    </a:lnTo>
                    <a:lnTo>
                      <a:pt x="59912" y="41243"/>
                    </a:lnTo>
                    <a:lnTo>
                      <a:pt x="60233" y="48541"/>
                    </a:lnTo>
                    <a:lnTo>
                      <a:pt x="60198" y="55625"/>
                    </a:lnTo>
                    <a:lnTo>
                      <a:pt x="60960" y="60959"/>
                    </a:lnTo>
                    <a:lnTo>
                      <a:pt x="60960" y="66293"/>
                    </a:lnTo>
                    <a:lnTo>
                      <a:pt x="60960" y="7162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4" name="Google Shape;4374;g2668d8541bd_0_943"/>
              <p:cNvSpPr/>
              <p:nvPr/>
            </p:nvSpPr>
            <p:spPr>
              <a:xfrm>
                <a:off x="3979235" y="5964173"/>
                <a:ext cx="29210" cy="92710"/>
              </a:xfrm>
              <a:custGeom>
                <a:rect b="b" l="l" r="r" t="t"/>
                <a:pathLst>
                  <a:path extrusionOk="0" h="92710" w="29210">
                    <a:moveTo>
                      <a:pt x="690" y="0"/>
                    </a:moveTo>
                    <a:lnTo>
                      <a:pt x="0" y="11013"/>
                    </a:lnTo>
                    <a:lnTo>
                      <a:pt x="309" y="20097"/>
                    </a:lnTo>
                    <a:lnTo>
                      <a:pt x="1762" y="29039"/>
                    </a:lnTo>
                    <a:lnTo>
                      <a:pt x="4500" y="39624"/>
                    </a:lnTo>
                    <a:lnTo>
                      <a:pt x="6786" y="48887"/>
                    </a:lnTo>
                    <a:lnTo>
                      <a:pt x="9072" y="58293"/>
                    </a:lnTo>
                    <a:lnTo>
                      <a:pt x="11358" y="67698"/>
                    </a:lnTo>
                    <a:lnTo>
                      <a:pt x="13644" y="76962"/>
                    </a:lnTo>
                    <a:lnTo>
                      <a:pt x="15930" y="83820"/>
                    </a:lnTo>
                    <a:lnTo>
                      <a:pt x="17454" y="90678"/>
                    </a:lnTo>
                    <a:lnTo>
                      <a:pt x="24312" y="92202"/>
                    </a:lnTo>
                    <a:lnTo>
                      <a:pt x="27360" y="87630"/>
                    </a:lnTo>
                    <a:lnTo>
                      <a:pt x="28884" y="85344"/>
                    </a:lnTo>
                    <a:lnTo>
                      <a:pt x="28122" y="8001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5" name="Google Shape;4375;g2668d8541bd_0_943"/>
              <p:cNvSpPr/>
              <p:nvPr/>
            </p:nvSpPr>
            <p:spPr>
              <a:xfrm>
                <a:off x="3971543" y="5977889"/>
                <a:ext cx="59054" cy="30479"/>
              </a:xfrm>
              <a:custGeom>
                <a:rect b="b" l="l" r="r" t="t"/>
                <a:pathLst>
                  <a:path extrusionOk="0" h="30479" w="59054">
                    <a:moveTo>
                      <a:pt x="4572" y="19050"/>
                    </a:moveTo>
                    <a:lnTo>
                      <a:pt x="3048" y="22860"/>
                    </a:lnTo>
                    <a:lnTo>
                      <a:pt x="1524" y="26670"/>
                    </a:lnTo>
                    <a:lnTo>
                      <a:pt x="0" y="30480"/>
                    </a:lnTo>
                    <a:lnTo>
                      <a:pt x="39064" y="18752"/>
                    </a:lnTo>
                    <a:lnTo>
                      <a:pt x="52137" y="7012"/>
                    </a:lnTo>
                    <a:lnTo>
                      <a:pt x="58674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6" name="Google Shape;4376;g2668d8541bd_0_943"/>
              <p:cNvSpPr/>
              <p:nvPr/>
            </p:nvSpPr>
            <p:spPr>
              <a:xfrm>
                <a:off x="3993641" y="5579649"/>
                <a:ext cx="171450" cy="549910"/>
              </a:xfrm>
              <a:custGeom>
                <a:rect b="b" l="l" r="r" t="t"/>
                <a:pathLst>
                  <a:path extrusionOk="0" h="549910" w="171450">
                    <a:moveTo>
                      <a:pt x="0" y="43148"/>
                    </a:moveTo>
                    <a:lnTo>
                      <a:pt x="44577" y="31146"/>
                    </a:lnTo>
                    <a:lnTo>
                      <a:pt x="88868" y="14001"/>
                    </a:lnTo>
                    <a:lnTo>
                      <a:pt x="103691" y="8477"/>
                    </a:lnTo>
                    <a:lnTo>
                      <a:pt x="118872" y="3524"/>
                    </a:lnTo>
                    <a:lnTo>
                      <a:pt x="126372" y="1226"/>
                    </a:lnTo>
                    <a:lnTo>
                      <a:pt x="134302" y="0"/>
                    </a:lnTo>
                    <a:lnTo>
                      <a:pt x="141374" y="1488"/>
                    </a:lnTo>
                    <a:lnTo>
                      <a:pt x="146304" y="7334"/>
                    </a:lnTo>
                    <a:lnTo>
                      <a:pt x="149887" y="23645"/>
                    </a:lnTo>
                    <a:lnTo>
                      <a:pt x="150399" y="41814"/>
                    </a:lnTo>
                    <a:lnTo>
                      <a:pt x="149625" y="60269"/>
                    </a:lnTo>
                    <a:lnTo>
                      <a:pt x="149352" y="77438"/>
                    </a:lnTo>
                    <a:lnTo>
                      <a:pt x="149137" y="108299"/>
                    </a:lnTo>
                    <a:lnTo>
                      <a:pt x="148780" y="139160"/>
                    </a:lnTo>
                    <a:lnTo>
                      <a:pt x="148709" y="170021"/>
                    </a:lnTo>
                    <a:lnTo>
                      <a:pt x="151459" y="230719"/>
                    </a:lnTo>
                    <a:lnTo>
                      <a:pt x="157388" y="290679"/>
                    </a:lnTo>
                    <a:lnTo>
                      <a:pt x="160782" y="320516"/>
                    </a:lnTo>
                    <a:lnTo>
                      <a:pt x="163603" y="345793"/>
                    </a:lnTo>
                    <a:lnTo>
                      <a:pt x="168390" y="396918"/>
                    </a:lnTo>
                    <a:lnTo>
                      <a:pt x="170485" y="442626"/>
                    </a:lnTo>
                    <a:lnTo>
                      <a:pt x="171319" y="482631"/>
                    </a:lnTo>
                    <a:lnTo>
                      <a:pt x="171450" y="502634"/>
                    </a:lnTo>
                    <a:lnTo>
                      <a:pt x="171450" y="514195"/>
                    </a:lnTo>
                    <a:lnTo>
                      <a:pt x="171450" y="525970"/>
                    </a:lnTo>
                    <a:lnTo>
                      <a:pt x="171450" y="537888"/>
                    </a:lnTo>
                    <a:lnTo>
                      <a:pt x="171450" y="549878"/>
                    </a:lnTo>
                    <a:lnTo>
                      <a:pt x="166878" y="549116"/>
                    </a:lnTo>
                    <a:lnTo>
                      <a:pt x="120396" y="538448"/>
                    </a:lnTo>
                    <a:lnTo>
                      <a:pt x="93726" y="536162"/>
                    </a:lnTo>
                    <a:lnTo>
                      <a:pt x="80319" y="535019"/>
                    </a:lnTo>
                    <a:lnTo>
                      <a:pt x="67056" y="533876"/>
                    </a:lnTo>
                    <a:lnTo>
                      <a:pt x="58721" y="533030"/>
                    </a:lnTo>
                    <a:lnTo>
                      <a:pt x="50673" y="531685"/>
                    </a:lnTo>
                    <a:lnTo>
                      <a:pt x="42624" y="529911"/>
                    </a:lnTo>
                    <a:lnTo>
                      <a:pt x="34290" y="52778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7" name="Google Shape;4377;g2668d8541bd_0_943"/>
            <p:cNvGrpSpPr/>
            <p:nvPr/>
          </p:nvGrpSpPr>
          <p:grpSpPr>
            <a:xfrm>
              <a:off x="3866661" y="4661916"/>
              <a:ext cx="414382" cy="195580"/>
              <a:chOff x="3866661" y="4661916"/>
              <a:chExt cx="414382" cy="195580"/>
            </a:xfrm>
          </p:grpSpPr>
          <p:sp>
            <p:nvSpPr>
              <p:cNvPr id="4378" name="Google Shape;4378;g2668d8541bd_0_943"/>
              <p:cNvSpPr/>
              <p:nvPr/>
            </p:nvSpPr>
            <p:spPr>
              <a:xfrm>
                <a:off x="3866661" y="4681728"/>
                <a:ext cx="16510" cy="134620"/>
              </a:xfrm>
              <a:custGeom>
                <a:rect b="b" l="l" r="r" t="t"/>
                <a:pathLst>
                  <a:path extrusionOk="0" h="134620" w="16510">
                    <a:moveTo>
                      <a:pt x="488" y="0"/>
                    </a:moveTo>
                    <a:lnTo>
                      <a:pt x="0" y="15871"/>
                    </a:lnTo>
                    <a:lnTo>
                      <a:pt x="583" y="30956"/>
                    </a:lnTo>
                    <a:lnTo>
                      <a:pt x="1881" y="46184"/>
                    </a:lnTo>
                    <a:lnTo>
                      <a:pt x="3536" y="62484"/>
                    </a:lnTo>
                    <a:lnTo>
                      <a:pt x="4464" y="75747"/>
                    </a:lnTo>
                    <a:lnTo>
                      <a:pt x="5250" y="89154"/>
                    </a:lnTo>
                    <a:lnTo>
                      <a:pt x="6322" y="102560"/>
                    </a:lnTo>
                    <a:lnTo>
                      <a:pt x="8108" y="115823"/>
                    </a:lnTo>
                    <a:lnTo>
                      <a:pt x="8870" y="120396"/>
                    </a:lnTo>
                    <a:lnTo>
                      <a:pt x="9632" y="132588"/>
                    </a:lnTo>
                    <a:lnTo>
                      <a:pt x="14966" y="134112"/>
                    </a:lnTo>
                    <a:lnTo>
                      <a:pt x="15728" y="134112"/>
                    </a:lnTo>
                    <a:lnTo>
                      <a:pt x="15728" y="133350"/>
                    </a:lnTo>
                    <a:lnTo>
                      <a:pt x="16490" y="13258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9" name="Google Shape;4379;g2668d8541bd_0_943"/>
              <p:cNvSpPr/>
              <p:nvPr/>
            </p:nvSpPr>
            <p:spPr>
              <a:xfrm>
                <a:off x="3870198" y="4744212"/>
                <a:ext cx="67945" cy="81914"/>
              </a:xfrm>
              <a:custGeom>
                <a:rect b="b" l="l" r="r" t="t"/>
                <a:pathLst>
                  <a:path extrusionOk="0" h="81914" w="67945">
                    <a:moveTo>
                      <a:pt x="0" y="11429"/>
                    </a:moveTo>
                    <a:lnTo>
                      <a:pt x="9584" y="5893"/>
                    </a:lnTo>
                    <a:lnTo>
                      <a:pt x="17811" y="2571"/>
                    </a:lnTo>
                    <a:lnTo>
                      <a:pt x="26467" y="821"/>
                    </a:lnTo>
                    <a:lnTo>
                      <a:pt x="37338" y="0"/>
                    </a:lnTo>
                    <a:lnTo>
                      <a:pt x="45267" y="166"/>
                    </a:lnTo>
                    <a:lnTo>
                      <a:pt x="67532" y="28955"/>
                    </a:lnTo>
                    <a:lnTo>
                      <a:pt x="66163" y="38528"/>
                    </a:lnTo>
                    <a:lnTo>
                      <a:pt x="46482" y="79247"/>
                    </a:lnTo>
                    <a:lnTo>
                      <a:pt x="42672" y="81533"/>
                    </a:lnTo>
                    <a:lnTo>
                      <a:pt x="44196" y="79247"/>
                    </a:lnTo>
                    <a:lnTo>
                      <a:pt x="43434" y="76961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0" name="Google Shape;4380;g2668d8541bd_0_943"/>
              <p:cNvSpPr/>
              <p:nvPr/>
            </p:nvSpPr>
            <p:spPr>
              <a:xfrm>
                <a:off x="3955732" y="4725162"/>
                <a:ext cx="31114" cy="83185"/>
              </a:xfrm>
              <a:custGeom>
                <a:rect b="b" l="l" r="r" t="t"/>
                <a:pathLst>
                  <a:path extrusionOk="0" h="83185" w="31114">
                    <a:moveTo>
                      <a:pt x="2095" y="0"/>
                    </a:moveTo>
                    <a:lnTo>
                      <a:pt x="404" y="9536"/>
                    </a:lnTo>
                    <a:lnTo>
                      <a:pt x="0" y="17430"/>
                    </a:lnTo>
                    <a:lnTo>
                      <a:pt x="1023" y="25181"/>
                    </a:lnTo>
                    <a:lnTo>
                      <a:pt x="3619" y="34289"/>
                    </a:lnTo>
                    <a:lnTo>
                      <a:pt x="5929" y="43303"/>
                    </a:lnTo>
                    <a:lnTo>
                      <a:pt x="19621" y="82295"/>
                    </a:lnTo>
                    <a:lnTo>
                      <a:pt x="28003" y="83057"/>
                    </a:lnTo>
                    <a:lnTo>
                      <a:pt x="29527" y="83057"/>
                    </a:lnTo>
                    <a:lnTo>
                      <a:pt x="30289" y="83057"/>
                    </a:lnTo>
                    <a:lnTo>
                      <a:pt x="31051" y="8305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1" name="Google Shape;4381;g2668d8541bd_0_943"/>
              <p:cNvSpPr/>
              <p:nvPr/>
            </p:nvSpPr>
            <p:spPr>
              <a:xfrm>
                <a:off x="3954875" y="4722114"/>
                <a:ext cx="48260" cy="48895"/>
              </a:xfrm>
              <a:custGeom>
                <a:rect b="b" l="l" r="r" t="t"/>
                <a:pathLst>
                  <a:path extrusionOk="0" h="48895" w="48260">
                    <a:moveTo>
                      <a:pt x="2952" y="27431"/>
                    </a:moveTo>
                    <a:lnTo>
                      <a:pt x="440" y="37409"/>
                    </a:lnTo>
                    <a:lnTo>
                      <a:pt x="0" y="43814"/>
                    </a:lnTo>
                    <a:lnTo>
                      <a:pt x="3702" y="47363"/>
                    </a:lnTo>
                    <a:lnTo>
                      <a:pt x="13620" y="48767"/>
                    </a:lnTo>
                    <a:lnTo>
                      <a:pt x="22002" y="48458"/>
                    </a:lnTo>
                    <a:lnTo>
                      <a:pt x="47827" y="18561"/>
                    </a:lnTo>
                    <a:lnTo>
                      <a:pt x="45624" y="12953"/>
                    </a:lnTo>
                    <a:lnTo>
                      <a:pt x="15144" y="761"/>
                    </a:lnTo>
                    <a:lnTo>
                      <a:pt x="9810" y="0"/>
                    </a:lnTo>
                    <a:lnTo>
                      <a:pt x="9048" y="9143"/>
                    </a:lnTo>
                    <a:lnTo>
                      <a:pt x="8286" y="16001"/>
                    </a:lnTo>
                    <a:lnTo>
                      <a:pt x="9810" y="16763"/>
                    </a:lnTo>
                    <a:lnTo>
                      <a:pt x="13620" y="2209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2" name="Google Shape;4382;g2668d8541bd_0_943"/>
              <p:cNvSpPr/>
              <p:nvPr/>
            </p:nvSpPr>
            <p:spPr>
              <a:xfrm>
                <a:off x="4041267" y="4741164"/>
                <a:ext cx="6985" cy="64770"/>
              </a:xfrm>
              <a:custGeom>
                <a:rect b="b" l="l" r="r" t="t"/>
                <a:pathLst>
                  <a:path extrusionOk="0" h="64770" w="6985">
                    <a:moveTo>
                      <a:pt x="1904" y="0"/>
                    </a:moveTo>
                    <a:lnTo>
                      <a:pt x="309" y="9417"/>
                    </a:lnTo>
                    <a:lnTo>
                      <a:pt x="0" y="17049"/>
                    </a:lnTo>
                    <a:lnTo>
                      <a:pt x="833" y="24538"/>
                    </a:lnTo>
                    <a:lnTo>
                      <a:pt x="2666" y="33527"/>
                    </a:lnTo>
                    <a:lnTo>
                      <a:pt x="3905" y="40278"/>
                    </a:lnTo>
                    <a:lnTo>
                      <a:pt x="5143" y="46958"/>
                    </a:lnTo>
                    <a:lnTo>
                      <a:pt x="6095" y="53780"/>
                    </a:lnTo>
                    <a:lnTo>
                      <a:pt x="6476" y="60959"/>
                    </a:lnTo>
                    <a:lnTo>
                      <a:pt x="6476" y="63245"/>
                    </a:lnTo>
                    <a:lnTo>
                      <a:pt x="6476" y="6476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3" name="Google Shape;4383;g2668d8541bd_0_943"/>
              <p:cNvSpPr/>
              <p:nvPr/>
            </p:nvSpPr>
            <p:spPr>
              <a:xfrm>
                <a:off x="4021074" y="4671822"/>
                <a:ext cx="15239" cy="15239"/>
              </a:xfrm>
              <a:custGeom>
                <a:rect b="b" l="l" r="r" t="t"/>
                <a:pathLst>
                  <a:path extrusionOk="0" h="15239" w="15239">
                    <a:moveTo>
                      <a:pt x="0" y="3809"/>
                    </a:moveTo>
                    <a:lnTo>
                      <a:pt x="0" y="12191"/>
                    </a:lnTo>
                    <a:lnTo>
                      <a:pt x="3809" y="15239"/>
                    </a:lnTo>
                    <a:lnTo>
                      <a:pt x="12191" y="15239"/>
                    </a:lnTo>
                    <a:lnTo>
                      <a:pt x="15239" y="12191"/>
                    </a:lnTo>
                    <a:lnTo>
                      <a:pt x="15239" y="7619"/>
                    </a:lnTo>
                    <a:lnTo>
                      <a:pt x="15239" y="3809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09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4" name="Google Shape;4384;g2668d8541bd_0_943"/>
              <p:cNvSpPr/>
              <p:nvPr/>
            </p:nvSpPr>
            <p:spPr>
              <a:xfrm>
                <a:off x="4079331" y="4703826"/>
                <a:ext cx="46989" cy="153670"/>
              </a:xfrm>
              <a:custGeom>
                <a:rect b="b" l="l" r="r" t="t"/>
                <a:pathLst>
                  <a:path extrusionOk="0" h="153670" w="46989">
                    <a:moveTo>
                      <a:pt x="41564" y="54101"/>
                    </a:moveTo>
                    <a:lnTo>
                      <a:pt x="39135" y="44529"/>
                    </a:lnTo>
                    <a:lnTo>
                      <a:pt x="37564" y="35813"/>
                    </a:lnTo>
                    <a:lnTo>
                      <a:pt x="36849" y="27098"/>
                    </a:lnTo>
                    <a:lnTo>
                      <a:pt x="36992" y="17525"/>
                    </a:lnTo>
                    <a:lnTo>
                      <a:pt x="36992" y="9905"/>
                    </a:lnTo>
                    <a:lnTo>
                      <a:pt x="39278" y="4571"/>
                    </a:lnTo>
                    <a:lnTo>
                      <a:pt x="33944" y="0"/>
                    </a:lnTo>
                    <a:lnTo>
                      <a:pt x="27431" y="2774"/>
                    </a:lnTo>
                    <a:lnTo>
                      <a:pt x="3178" y="47339"/>
                    </a:lnTo>
                    <a:lnTo>
                      <a:pt x="0" y="63638"/>
                    </a:lnTo>
                    <a:lnTo>
                      <a:pt x="3464" y="75437"/>
                    </a:lnTo>
                    <a:lnTo>
                      <a:pt x="9644" y="78021"/>
                    </a:lnTo>
                    <a:lnTo>
                      <a:pt x="16894" y="76676"/>
                    </a:lnTo>
                    <a:lnTo>
                      <a:pt x="46136" y="41909"/>
                    </a:lnTo>
                    <a:lnTo>
                      <a:pt x="46898" y="38099"/>
                    </a:lnTo>
                    <a:lnTo>
                      <a:pt x="46898" y="37337"/>
                    </a:lnTo>
                    <a:lnTo>
                      <a:pt x="46898" y="34289"/>
                    </a:lnTo>
                    <a:lnTo>
                      <a:pt x="46327" y="41147"/>
                    </a:lnTo>
                    <a:lnTo>
                      <a:pt x="45755" y="48005"/>
                    </a:lnTo>
                    <a:lnTo>
                      <a:pt x="45184" y="54863"/>
                    </a:lnTo>
                    <a:lnTo>
                      <a:pt x="43862" y="103620"/>
                    </a:lnTo>
                    <a:lnTo>
                      <a:pt x="43850" y="117347"/>
                    </a:lnTo>
                    <a:lnTo>
                      <a:pt x="44517" y="124717"/>
                    </a:lnTo>
                    <a:lnTo>
                      <a:pt x="45755" y="134016"/>
                    </a:lnTo>
                    <a:lnTo>
                      <a:pt x="46422" y="143172"/>
                    </a:lnTo>
                    <a:lnTo>
                      <a:pt x="45374" y="150113"/>
                    </a:lnTo>
                    <a:lnTo>
                      <a:pt x="45374" y="152399"/>
                    </a:lnTo>
                    <a:lnTo>
                      <a:pt x="45374" y="153161"/>
                    </a:lnTo>
                    <a:lnTo>
                      <a:pt x="12132" y="124301"/>
                    </a:lnTo>
                    <a:lnTo>
                      <a:pt x="3940" y="102298"/>
                    </a:lnTo>
                    <a:lnTo>
                      <a:pt x="2702" y="89153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5" name="Google Shape;4385;g2668d8541bd_0_943"/>
              <p:cNvSpPr/>
              <p:nvPr/>
            </p:nvSpPr>
            <p:spPr>
              <a:xfrm>
                <a:off x="4160139" y="4673346"/>
                <a:ext cx="48260" cy="115570"/>
              </a:xfrm>
              <a:custGeom>
                <a:rect b="b" l="l" r="r" t="t"/>
                <a:pathLst>
                  <a:path extrusionOk="0" h="115570" w="48260">
                    <a:moveTo>
                      <a:pt x="380" y="0"/>
                    </a:moveTo>
                    <a:lnTo>
                      <a:pt x="190" y="21967"/>
                    </a:lnTo>
                    <a:lnTo>
                      <a:pt x="0" y="44291"/>
                    </a:lnTo>
                    <a:lnTo>
                      <a:pt x="380" y="66758"/>
                    </a:lnTo>
                    <a:lnTo>
                      <a:pt x="1904" y="89154"/>
                    </a:lnTo>
                    <a:lnTo>
                      <a:pt x="1904" y="95250"/>
                    </a:lnTo>
                    <a:lnTo>
                      <a:pt x="3428" y="100584"/>
                    </a:lnTo>
                    <a:lnTo>
                      <a:pt x="5714" y="105918"/>
                    </a:lnTo>
                    <a:lnTo>
                      <a:pt x="5405" y="94702"/>
                    </a:lnTo>
                    <a:lnTo>
                      <a:pt x="4952" y="83058"/>
                    </a:lnTo>
                    <a:lnTo>
                      <a:pt x="5072" y="71413"/>
                    </a:lnTo>
                    <a:lnTo>
                      <a:pt x="27812" y="44196"/>
                    </a:lnTo>
                    <a:lnTo>
                      <a:pt x="33146" y="47244"/>
                    </a:lnTo>
                    <a:lnTo>
                      <a:pt x="38480" y="52578"/>
                    </a:lnTo>
                    <a:lnTo>
                      <a:pt x="45338" y="59436"/>
                    </a:lnTo>
                    <a:lnTo>
                      <a:pt x="47624" y="66294"/>
                    </a:lnTo>
                    <a:lnTo>
                      <a:pt x="47624" y="75438"/>
                    </a:lnTo>
                    <a:lnTo>
                      <a:pt x="47755" y="84093"/>
                    </a:lnTo>
                    <a:lnTo>
                      <a:pt x="46958" y="92106"/>
                    </a:lnTo>
                    <a:lnTo>
                      <a:pt x="45160" y="99976"/>
                    </a:lnTo>
                    <a:lnTo>
                      <a:pt x="42290" y="108204"/>
                    </a:lnTo>
                    <a:lnTo>
                      <a:pt x="40766" y="112014"/>
                    </a:lnTo>
                    <a:lnTo>
                      <a:pt x="40766" y="113538"/>
                    </a:lnTo>
                    <a:lnTo>
                      <a:pt x="38480" y="11506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6" name="Google Shape;4386;g2668d8541bd_0_943"/>
              <p:cNvSpPr/>
              <p:nvPr/>
            </p:nvSpPr>
            <p:spPr>
              <a:xfrm>
                <a:off x="4235958" y="4661916"/>
                <a:ext cx="45085" cy="121920"/>
              </a:xfrm>
              <a:custGeom>
                <a:rect b="b" l="l" r="r" t="t"/>
                <a:pathLst>
                  <a:path extrusionOk="0" h="121920" w="45085">
                    <a:moveTo>
                      <a:pt x="0" y="0"/>
                    </a:moveTo>
                    <a:lnTo>
                      <a:pt x="500" y="11632"/>
                    </a:lnTo>
                    <a:lnTo>
                      <a:pt x="1714" y="22764"/>
                    </a:lnTo>
                    <a:lnTo>
                      <a:pt x="3214" y="33754"/>
                    </a:lnTo>
                    <a:lnTo>
                      <a:pt x="4572" y="44958"/>
                    </a:lnTo>
                    <a:lnTo>
                      <a:pt x="5572" y="57983"/>
                    </a:lnTo>
                    <a:lnTo>
                      <a:pt x="6286" y="70866"/>
                    </a:lnTo>
                    <a:lnTo>
                      <a:pt x="6715" y="83748"/>
                    </a:lnTo>
                    <a:lnTo>
                      <a:pt x="6858" y="96774"/>
                    </a:lnTo>
                    <a:lnTo>
                      <a:pt x="6500" y="102524"/>
                    </a:lnTo>
                    <a:lnTo>
                      <a:pt x="6286" y="110204"/>
                    </a:lnTo>
                    <a:lnTo>
                      <a:pt x="7500" y="117455"/>
                    </a:lnTo>
                    <a:lnTo>
                      <a:pt x="11430" y="121920"/>
                    </a:lnTo>
                    <a:lnTo>
                      <a:pt x="18538" y="121920"/>
                    </a:lnTo>
                    <a:lnTo>
                      <a:pt x="41910" y="96012"/>
                    </a:lnTo>
                    <a:lnTo>
                      <a:pt x="44958" y="89915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7" name="Google Shape;4387;g2668d8541bd_0_943"/>
              <p:cNvSpPr/>
              <p:nvPr/>
            </p:nvSpPr>
            <p:spPr>
              <a:xfrm>
                <a:off x="4224528" y="4712970"/>
                <a:ext cx="55879" cy="8889"/>
              </a:xfrm>
              <a:custGeom>
                <a:rect b="b" l="l" r="r" t="t"/>
                <a:pathLst>
                  <a:path extrusionOk="0" h="8889" w="55879">
                    <a:moveTo>
                      <a:pt x="0" y="1524"/>
                    </a:moveTo>
                    <a:lnTo>
                      <a:pt x="13287" y="6500"/>
                    </a:lnTo>
                    <a:lnTo>
                      <a:pt x="24003" y="8763"/>
                    </a:lnTo>
                    <a:lnTo>
                      <a:pt x="34718" y="8167"/>
                    </a:lnTo>
                    <a:lnTo>
                      <a:pt x="48006" y="4572"/>
                    </a:lnTo>
                    <a:lnTo>
                      <a:pt x="52577" y="2286"/>
                    </a:lnTo>
                    <a:lnTo>
                      <a:pt x="53340" y="1524"/>
                    </a:lnTo>
                    <a:lnTo>
                      <a:pt x="55626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8" name="Google Shape;4388;g2668d8541bd_0_943"/>
            <p:cNvSpPr/>
            <p:nvPr/>
          </p:nvSpPr>
          <p:spPr>
            <a:xfrm>
              <a:off x="3989070" y="3192017"/>
              <a:ext cx="38100" cy="25400"/>
            </a:xfrm>
            <a:custGeom>
              <a:rect b="b" l="l" r="r" t="t"/>
              <a:pathLst>
                <a:path extrusionOk="0" h="25400" w="38100">
                  <a:moveTo>
                    <a:pt x="0" y="18287"/>
                  </a:moveTo>
                  <a:lnTo>
                    <a:pt x="32003" y="0"/>
                  </a:lnTo>
                  <a:lnTo>
                    <a:pt x="35051" y="761"/>
                  </a:lnTo>
                  <a:lnTo>
                    <a:pt x="38099" y="1523"/>
                  </a:lnTo>
                  <a:lnTo>
                    <a:pt x="38100" y="8381"/>
                  </a:lnTo>
                  <a:lnTo>
                    <a:pt x="38100" y="11429"/>
                  </a:lnTo>
                  <a:lnTo>
                    <a:pt x="32766" y="16763"/>
                  </a:lnTo>
                  <a:lnTo>
                    <a:pt x="28194" y="21335"/>
                  </a:lnTo>
                  <a:lnTo>
                    <a:pt x="22098" y="25145"/>
                  </a:lnTo>
                  <a:lnTo>
                    <a:pt x="17526" y="19049"/>
                  </a:lnTo>
                  <a:lnTo>
                    <a:pt x="13716" y="12191"/>
                  </a:lnTo>
                  <a:lnTo>
                    <a:pt x="12191" y="9143"/>
                  </a:lnTo>
                  <a:lnTo>
                    <a:pt x="9905" y="3047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9" name="Google Shape;4389;g2668d8541bd_0_943"/>
            <p:cNvSpPr/>
            <p:nvPr/>
          </p:nvSpPr>
          <p:spPr>
            <a:xfrm>
              <a:off x="3992117" y="2629661"/>
              <a:ext cx="31750" cy="41910"/>
            </a:xfrm>
            <a:custGeom>
              <a:rect b="b" l="l" r="r" t="t"/>
              <a:pathLst>
                <a:path extrusionOk="0" h="41910" w="31750">
                  <a:moveTo>
                    <a:pt x="3810" y="41910"/>
                  </a:moveTo>
                  <a:lnTo>
                    <a:pt x="1690" y="34075"/>
                  </a:lnTo>
                  <a:lnTo>
                    <a:pt x="0" y="26670"/>
                  </a:lnTo>
                  <a:lnTo>
                    <a:pt x="595" y="19835"/>
                  </a:lnTo>
                  <a:lnTo>
                    <a:pt x="5334" y="13716"/>
                  </a:lnTo>
                  <a:lnTo>
                    <a:pt x="11430" y="9144"/>
                  </a:lnTo>
                  <a:lnTo>
                    <a:pt x="18288" y="6858"/>
                  </a:lnTo>
                  <a:lnTo>
                    <a:pt x="25146" y="8382"/>
                  </a:lnTo>
                  <a:lnTo>
                    <a:pt x="29718" y="9144"/>
                  </a:lnTo>
                  <a:lnTo>
                    <a:pt x="29718" y="18288"/>
                  </a:lnTo>
                  <a:lnTo>
                    <a:pt x="28194" y="21336"/>
                  </a:lnTo>
                  <a:lnTo>
                    <a:pt x="26670" y="25908"/>
                  </a:lnTo>
                  <a:lnTo>
                    <a:pt x="18288" y="28194"/>
                  </a:lnTo>
                  <a:lnTo>
                    <a:pt x="13716" y="26670"/>
                  </a:lnTo>
                  <a:lnTo>
                    <a:pt x="8382" y="25146"/>
                  </a:lnTo>
                  <a:lnTo>
                    <a:pt x="6096" y="13716"/>
                  </a:lnTo>
                  <a:lnTo>
                    <a:pt x="9144" y="9144"/>
                  </a:lnTo>
                  <a:lnTo>
                    <a:pt x="13716" y="2286"/>
                  </a:lnTo>
                  <a:lnTo>
                    <a:pt x="24384" y="1524"/>
                  </a:lnTo>
                  <a:lnTo>
                    <a:pt x="31242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0" name="Google Shape;4390;g2668d8541bd_0_943"/>
            <p:cNvSpPr/>
            <p:nvPr/>
          </p:nvSpPr>
          <p:spPr>
            <a:xfrm>
              <a:off x="4290821" y="2788920"/>
              <a:ext cx="18414" cy="20319"/>
            </a:xfrm>
            <a:custGeom>
              <a:rect b="b" l="l" r="r" t="t"/>
              <a:pathLst>
                <a:path extrusionOk="0" h="20319" w="18414">
                  <a:moveTo>
                    <a:pt x="0" y="19812"/>
                  </a:moveTo>
                  <a:lnTo>
                    <a:pt x="595" y="12322"/>
                  </a:lnTo>
                  <a:lnTo>
                    <a:pt x="1333" y="6762"/>
                  </a:lnTo>
                  <a:lnTo>
                    <a:pt x="4071" y="2774"/>
                  </a:lnTo>
                  <a:lnTo>
                    <a:pt x="10667" y="0"/>
                  </a:lnTo>
                  <a:lnTo>
                    <a:pt x="12953" y="0"/>
                  </a:lnTo>
                  <a:lnTo>
                    <a:pt x="13715" y="0"/>
                  </a:lnTo>
                  <a:lnTo>
                    <a:pt x="15239" y="0"/>
                  </a:lnTo>
                  <a:lnTo>
                    <a:pt x="16001" y="3048"/>
                  </a:lnTo>
                  <a:lnTo>
                    <a:pt x="18287" y="8382"/>
                  </a:lnTo>
                  <a:lnTo>
                    <a:pt x="15240" y="12192"/>
                  </a:lnTo>
                  <a:lnTo>
                    <a:pt x="10668" y="16764"/>
                  </a:lnTo>
                  <a:lnTo>
                    <a:pt x="6095" y="12954"/>
                  </a:lnTo>
                  <a:lnTo>
                    <a:pt x="1523" y="1143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1" name="Google Shape;4391;g2668d8541bd_0_943"/>
            <p:cNvSpPr/>
            <p:nvPr/>
          </p:nvSpPr>
          <p:spPr>
            <a:xfrm>
              <a:off x="4261865" y="2483357"/>
              <a:ext cx="26035" cy="26035"/>
            </a:xfrm>
            <a:custGeom>
              <a:rect b="b" l="l" r="r" t="t"/>
              <a:pathLst>
                <a:path extrusionOk="0" h="26035" w="26035">
                  <a:moveTo>
                    <a:pt x="0" y="25908"/>
                  </a:moveTo>
                  <a:lnTo>
                    <a:pt x="19049" y="0"/>
                  </a:lnTo>
                  <a:lnTo>
                    <a:pt x="21335" y="762"/>
                  </a:lnTo>
                  <a:lnTo>
                    <a:pt x="25907" y="0"/>
                  </a:lnTo>
                  <a:lnTo>
                    <a:pt x="25907" y="3810"/>
                  </a:lnTo>
                  <a:lnTo>
                    <a:pt x="25907" y="6096"/>
                  </a:lnTo>
                  <a:lnTo>
                    <a:pt x="24383" y="9906"/>
                  </a:lnTo>
                  <a:lnTo>
                    <a:pt x="22859" y="13716"/>
                  </a:lnTo>
                  <a:lnTo>
                    <a:pt x="20574" y="16764"/>
                  </a:lnTo>
                  <a:lnTo>
                    <a:pt x="16764" y="19812"/>
                  </a:lnTo>
                  <a:lnTo>
                    <a:pt x="16002" y="19812"/>
                  </a:lnTo>
                  <a:lnTo>
                    <a:pt x="15240" y="2057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92" name="Google Shape;4392;g2668d8541bd_0_94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05243" y="2913113"/>
              <a:ext cx="3466363" cy="2428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93" name="Google Shape;4393;g2668d8541bd_0_943"/>
            <p:cNvSpPr/>
            <p:nvPr/>
          </p:nvSpPr>
          <p:spPr>
            <a:xfrm>
              <a:off x="1546860" y="5580233"/>
              <a:ext cx="24130" cy="33020"/>
            </a:xfrm>
            <a:custGeom>
              <a:rect b="b" l="l" r="r" t="t"/>
              <a:pathLst>
                <a:path extrusionOk="0" h="33020" w="24130">
                  <a:moveTo>
                    <a:pt x="0" y="13608"/>
                  </a:moveTo>
                  <a:lnTo>
                    <a:pt x="3071" y="8691"/>
                  </a:lnTo>
                  <a:lnTo>
                    <a:pt x="6857" y="3417"/>
                  </a:lnTo>
                  <a:lnTo>
                    <a:pt x="11787" y="0"/>
                  </a:lnTo>
                  <a:lnTo>
                    <a:pt x="18287" y="654"/>
                  </a:lnTo>
                  <a:lnTo>
                    <a:pt x="23621" y="2940"/>
                  </a:lnTo>
                  <a:lnTo>
                    <a:pt x="22860" y="12084"/>
                  </a:lnTo>
                  <a:lnTo>
                    <a:pt x="22860" y="15894"/>
                  </a:lnTo>
                  <a:lnTo>
                    <a:pt x="22860" y="21990"/>
                  </a:lnTo>
                  <a:lnTo>
                    <a:pt x="23622" y="27324"/>
                  </a:lnTo>
                  <a:lnTo>
                    <a:pt x="18288" y="30372"/>
                  </a:lnTo>
                  <a:lnTo>
                    <a:pt x="15240" y="32658"/>
                  </a:lnTo>
                  <a:lnTo>
                    <a:pt x="13716" y="27324"/>
                  </a:lnTo>
                  <a:lnTo>
                    <a:pt x="12954" y="2580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4" name="Google Shape;4394;g2668d8541bd_0_943"/>
            <p:cNvSpPr/>
            <p:nvPr/>
          </p:nvSpPr>
          <p:spPr>
            <a:xfrm>
              <a:off x="1222795" y="5679185"/>
              <a:ext cx="28575" cy="57150"/>
            </a:xfrm>
            <a:custGeom>
              <a:rect b="b" l="l" r="r" t="t"/>
              <a:pathLst>
                <a:path extrusionOk="0" h="57150" w="28575">
                  <a:moveTo>
                    <a:pt x="7072" y="57149"/>
                  </a:moveTo>
                  <a:lnTo>
                    <a:pt x="3476" y="45600"/>
                  </a:lnTo>
                  <a:lnTo>
                    <a:pt x="595" y="33908"/>
                  </a:lnTo>
                  <a:lnTo>
                    <a:pt x="0" y="22217"/>
                  </a:lnTo>
                  <a:lnTo>
                    <a:pt x="3262" y="10667"/>
                  </a:lnTo>
                  <a:lnTo>
                    <a:pt x="5548" y="6095"/>
                  </a:lnTo>
                  <a:lnTo>
                    <a:pt x="13168" y="0"/>
                  </a:lnTo>
                  <a:lnTo>
                    <a:pt x="19264" y="3047"/>
                  </a:lnTo>
                  <a:lnTo>
                    <a:pt x="23836" y="5333"/>
                  </a:lnTo>
                  <a:lnTo>
                    <a:pt x="26122" y="11429"/>
                  </a:lnTo>
                  <a:lnTo>
                    <a:pt x="28408" y="15239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95" name="Google Shape;4395;g2668d8541bd_0_943"/>
          <p:cNvGrpSpPr/>
          <p:nvPr/>
        </p:nvGrpSpPr>
        <p:grpSpPr>
          <a:xfrm>
            <a:off x="5339219" y="1965413"/>
            <a:ext cx="4351586" cy="3261733"/>
            <a:chOff x="6076937" y="2673083"/>
            <a:chExt cx="3792232" cy="2798330"/>
          </a:xfrm>
        </p:grpSpPr>
        <p:pic>
          <p:nvPicPr>
            <p:cNvPr id="4396" name="Google Shape;4396;g2668d8541bd_0_94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590013" y="4831067"/>
              <a:ext cx="373405" cy="1874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7" name="Google Shape;4397;g2668d8541bd_0_94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009339" y="4866881"/>
              <a:ext cx="75237" cy="982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8" name="Google Shape;4398;g2668d8541bd_0_94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172181" y="4894313"/>
              <a:ext cx="84607" cy="914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9" name="Google Shape;4399;g2668d8541bd_0_94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314294" y="4789919"/>
              <a:ext cx="433984" cy="15547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00" name="Google Shape;4400;g2668d8541bd_0_943"/>
            <p:cNvGrpSpPr/>
            <p:nvPr/>
          </p:nvGrpSpPr>
          <p:grpSpPr>
            <a:xfrm>
              <a:off x="8727947" y="5052822"/>
              <a:ext cx="333375" cy="179844"/>
              <a:chOff x="8727947" y="5052822"/>
              <a:chExt cx="333375" cy="179844"/>
            </a:xfrm>
          </p:grpSpPr>
          <p:sp>
            <p:nvSpPr>
              <p:cNvPr id="4401" name="Google Shape;4401;g2668d8541bd_0_943"/>
              <p:cNvSpPr/>
              <p:nvPr/>
            </p:nvSpPr>
            <p:spPr>
              <a:xfrm>
                <a:off x="8727947" y="5052822"/>
                <a:ext cx="333375" cy="37464"/>
              </a:xfrm>
              <a:custGeom>
                <a:rect b="b" l="l" r="r" t="t"/>
                <a:pathLst>
                  <a:path extrusionOk="0" h="37464" w="333375">
                    <a:moveTo>
                      <a:pt x="0" y="37337"/>
                    </a:moveTo>
                    <a:lnTo>
                      <a:pt x="25610" y="36742"/>
                    </a:lnTo>
                    <a:lnTo>
                      <a:pt x="51149" y="34289"/>
                    </a:lnTo>
                    <a:lnTo>
                      <a:pt x="76831" y="30694"/>
                    </a:lnTo>
                    <a:lnTo>
                      <a:pt x="102870" y="26669"/>
                    </a:lnTo>
                    <a:lnTo>
                      <a:pt x="138886" y="21216"/>
                    </a:lnTo>
                    <a:lnTo>
                      <a:pt x="211204" y="11453"/>
                    </a:lnTo>
                    <a:lnTo>
                      <a:pt x="267652" y="4607"/>
                    </a:lnTo>
                    <a:lnTo>
                      <a:pt x="307657" y="964"/>
                    </a:lnTo>
                    <a:lnTo>
                      <a:pt x="327660" y="0"/>
                    </a:lnTo>
                    <a:lnTo>
                      <a:pt x="329184" y="0"/>
                    </a:lnTo>
                    <a:lnTo>
                      <a:pt x="331470" y="0"/>
                    </a:lnTo>
                    <a:lnTo>
                      <a:pt x="332994" y="0"/>
                    </a:lnTo>
                    <a:lnTo>
                      <a:pt x="324028" y="4512"/>
                    </a:lnTo>
                    <a:lnTo>
                      <a:pt x="314420" y="8096"/>
                    </a:lnTo>
                    <a:lnTo>
                      <a:pt x="304383" y="11251"/>
                    </a:lnTo>
                    <a:lnTo>
                      <a:pt x="294132" y="1447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402" name="Google Shape;4402;g2668d8541bd_0_943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868905" y="5100053"/>
                <a:ext cx="162331" cy="1326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03" name="Google Shape;4403;g2668d8541bd_0_943"/>
            <p:cNvGrpSpPr/>
            <p:nvPr/>
          </p:nvGrpSpPr>
          <p:grpSpPr>
            <a:xfrm>
              <a:off x="9292589" y="4978907"/>
              <a:ext cx="373379" cy="209563"/>
              <a:chOff x="9292589" y="4978907"/>
              <a:chExt cx="373379" cy="209563"/>
            </a:xfrm>
          </p:grpSpPr>
          <p:sp>
            <p:nvSpPr>
              <p:cNvPr id="4404" name="Google Shape;4404;g2668d8541bd_0_943"/>
              <p:cNvSpPr/>
              <p:nvPr/>
            </p:nvSpPr>
            <p:spPr>
              <a:xfrm>
                <a:off x="9292589" y="4978907"/>
                <a:ext cx="373379" cy="52070"/>
              </a:xfrm>
              <a:custGeom>
                <a:rect b="b" l="l" r="r" t="t"/>
                <a:pathLst>
                  <a:path extrusionOk="0" h="52070" w="373379">
                    <a:moveTo>
                      <a:pt x="0" y="51816"/>
                    </a:moveTo>
                    <a:lnTo>
                      <a:pt x="26372" y="50661"/>
                    </a:lnTo>
                    <a:lnTo>
                      <a:pt x="52101" y="47720"/>
                    </a:lnTo>
                    <a:lnTo>
                      <a:pt x="77688" y="43779"/>
                    </a:lnTo>
                    <a:lnTo>
                      <a:pt x="103632" y="39624"/>
                    </a:lnTo>
                    <a:lnTo>
                      <a:pt x="139636" y="34635"/>
                    </a:lnTo>
                    <a:lnTo>
                      <a:pt x="211645" y="25800"/>
                    </a:lnTo>
                    <a:lnTo>
                      <a:pt x="273796" y="19454"/>
                    </a:lnTo>
                    <a:lnTo>
                      <a:pt x="299656" y="16954"/>
                    </a:lnTo>
                    <a:lnTo>
                      <a:pt x="325231" y="14168"/>
                    </a:lnTo>
                    <a:lnTo>
                      <a:pt x="350520" y="10668"/>
                    </a:lnTo>
                    <a:lnTo>
                      <a:pt x="360426" y="9144"/>
                    </a:lnTo>
                    <a:lnTo>
                      <a:pt x="365760" y="8382"/>
                    </a:lnTo>
                    <a:lnTo>
                      <a:pt x="373380" y="3810"/>
                    </a:lnTo>
                    <a:lnTo>
                      <a:pt x="366331" y="1928"/>
                    </a:lnTo>
                    <a:lnTo>
                      <a:pt x="358140" y="762"/>
                    </a:lnTo>
                    <a:lnTo>
                      <a:pt x="349377" y="166"/>
                    </a:lnTo>
                    <a:lnTo>
                      <a:pt x="340614" y="0"/>
                    </a:lnTo>
                    <a:lnTo>
                      <a:pt x="333756" y="0"/>
                    </a:lnTo>
                    <a:lnTo>
                      <a:pt x="326898" y="0"/>
                    </a:lnTo>
                    <a:lnTo>
                      <a:pt x="320040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405" name="Google Shape;4405;g2668d8541bd_0_943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9408401" y="5035378"/>
                <a:ext cx="181381" cy="1530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06" name="Google Shape;4406;g2668d8541bd_0_943"/>
            <p:cNvGrpSpPr/>
            <p:nvPr/>
          </p:nvGrpSpPr>
          <p:grpSpPr>
            <a:xfrm>
              <a:off x="6076937" y="2673083"/>
              <a:ext cx="823747" cy="654583"/>
              <a:chOff x="6076937" y="2673083"/>
              <a:chExt cx="823747" cy="654583"/>
            </a:xfrm>
          </p:grpSpPr>
          <p:pic>
            <p:nvPicPr>
              <p:cNvPr id="4407" name="Google Shape;4407;g2668d8541bd_0_943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6076937" y="3061703"/>
                <a:ext cx="381025" cy="2659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08" name="Google Shape;4408;g2668d8541bd_0_943"/>
              <p:cNvSpPr/>
              <p:nvPr/>
            </p:nvSpPr>
            <p:spPr>
              <a:xfrm>
                <a:off x="6505955" y="3002280"/>
                <a:ext cx="35559" cy="30480"/>
              </a:xfrm>
              <a:custGeom>
                <a:rect b="b" l="l" r="r" t="t"/>
                <a:pathLst>
                  <a:path extrusionOk="0" h="30480" w="35559">
                    <a:moveTo>
                      <a:pt x="0" y="30479"/>
                    </a:moveTo>
                    <a:lnTo>
                      <a:pt x="7548" y="23538"/>
                    </a:lnTo>
                    <a:lnTo>
                      <a:pt x="15239" y="17240"/>
                    </a:lnTo>
                    <a:lnTo>
                      <a:pt x="22931" y="11084"/>
                    </a:lnTo>
                    <a:lnTo>
                      <a:pt x="30479" y="4571"/>
                    </a:lnTo>
                    <a:lnTo>
                      <a:pt x="32003" y="3047"/>
                    </a:lnTo>
                    <a:lnTo>
                      <a:pt x="33527" y="1523"/>
                    </a:lnTo>
                    <a:lnTo>
                      <a:pt x="35051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409" name="Google Shape;4409;g2668d8541bd_0_943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6578333" y="2673083"/>
                <a:ext cx="322351" cy="3154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410" name="Google Shape;4410;g2668d8541bd_0_94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544805" y="3204959"/>
              <a:ext cx="205765" cy="1691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1" name="Google Shape;4411;g2668d8541bd_0_943"/>
            <p:cNvSpPr/>
            <p:nvPr/>
          </p:nvSpPr>
          <p:spPr>
            <a:xfrm>
              <a:off x="9387078" y="4304919"/>
              <a:ext cx="33654" cy="20320"/>
            </a:xfrm>
            <a:custGeom>
              <a:rect b="b" l="l" r="r" t="t"/>
              <a:pathLst>
                <a:path extrusionOk="0" h="20320" w="33654">
                  <a:moveTo>
                    <a:pt x="1524" y="3428"/>
                  </a:moveTo>
                  <a:lnTo>
                    <a:pt x="10203" y="928"/>
                  </a:lnTo>
                  <a:lnTo>
                    <a:pt x="16668" y="0"/>
                  </a:lnTo>
                  <a:lnTo>
                    <a:pt x="22419" y="1928"/>
                  </a:lnTo>
                  <a:lnTo>
                    <a:pt x="28956" y="8000"/>
                  </a:lnTo>
                  <a:lnTo>
                    <a:pt x="33528" y="12572"/>
                  </a:lnTo>
                  <a:lnTo>
                    <a:pt x="30480" y="15620"/>
                  </a:lnTo>
                  <a:lnTo>
                    <a:pt x="25908" y="16382"/>
                  </a:lnTo>
                  <a:lnTo>
                    <a:pt x="19812" y="17906"/>
                  </a:lnTo>
                  <a:lnTo>
                    <a:pt x="9906" y="17906"/>
                  </a:lnTo>
                  <a:lnTo>
                    <a:pt x="4572" y="15620"/>
                  </a:lnTo>
                  <a:lnTo>
                    <a:pt x="0" y="14096"/>
                  </a:lnTo>
                  <a:lnTo>
                    <a:pt x="1524" y="11810"/>
                  </a:lnTo>
                  <a:lnTo>
                    <a:pt x="1524" y="11048"/>
                  </a:lnTo>
                  <a:lnTo>
                    <a:pt x="9144" y="12572"/>
                  </a:lnTo>
                  <a:lnTo>
                    <a:pt x="12192" y="15620"/>
                  </a:lnTo>
                  <a:lnTo>
                    <a:pt x="19050" y="2019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2" name="Google Shape;4412;g2668d8541bd_0_943"/>
            <p:cNvSpPr/>
            <p:nvPr/>
          </p:nvSpPr>
          <p:spPr>
            <a:xfrm>
              <a:off x="6260591" y="2916173"/>
              <a:ext cx="611504" cy="514350"/>
            </a:xfrm>
            <a:custGeom>
              <a:rect b="b" l="l" r="r" t="t"/>
              <a:pathLst>
                <a:path extrusionOk="0" h="514350" w="611504">
                  <a:moveTo>
                    <a:pt x="0" y="514350"/>
                  </a:moveTo>
                  <a:lnTo>
                    <a:pt x="24383" y="469392"/>
                  </a:lnTo>
                  <a:lnTo>
                    <a:pt x="70389" y="432339"/>
                  </a:lnTo>
                  <a:lnTo>
                    <a:pt x="94357" y="414635"/>
                  </a:lnTo>
                  <a:lnTo>
                    <a:pt x="118109" y="397002"/>
                  </a:lnTo>
                  <a:lnTo>
                    <a:pt x="159777" y="366170"/>
                  </a:lnTo>
                  <a:lnTo>
                    <a:pt x="201205" y="335100"/>
                  </a:lnTo>
                  <a:lnTo>
                    <a:pt x="242433" y="303829"/>
                  </a:lnTo>
                  <a:lnTo>
                    <a:pt x="283501" y="272398"/>
                  </a:lnTo>
                  <a:lnTo>
                    <a:pt x="324449" y="240847"/>
                  </a:lnTo>
                  <a:lnTo>
                    <a:pt x="365317" y="209216"/>
                  </a:lnTo>
                  <a:lnTo>
                    <a:pt x="406145" y="177545"/>
                  </a:lnTo>
                  <a:lnTo>
                    <a:pt x="445424" y="146970"/>
                  </a:lnTo>
                  <a:lnTo>
                    <a:pt x="484346" y="115823"/>
                  </a:lnTo>
                  <a:lnTo>
                    <a:pt x="522839" y="84105"/>
                  </a:lnTo>
                  <a:lnTo>
                    <a:pt x="560831" y="51815"/>
                  </a:lnTo>
                  <a:lnTo>
                    <a:pt x="596622" y="18276"/>
                  </a:lnTo>
                  <a:lnTo>
                    <a:pt x="610361" y="2285"/>
                  </a:lnTo>
                  <a:lnTo>
                    <a:pt x="611123" y="2285"/>
                  </a:lnTo>
                  <a:lnTo>
                    <a:pt x="611123" y="0"/>
                  </a:lnTo>
                  <a:lnTo>
                    <a:pt x="599646" y="4571"/>
                  </a:lnTo>
                  <a:lnTo>
                    <a:pt x="589026" y="10858"/>
                  </a:lnTo>
                  <a:lnTo>
                    <a:pt x="578977" y="18002"/>
                  </a:lnTo>
                  <a:lnTo>
                    <a:pt x="569213" y="25145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13" name="Google Shape;4413;g2668d8541bd_0_943"/>
            <p:cNvGrpSpPr/>
            <p:nvPr/>
          </p:nvGrpSpPr>
          <p:grpSpPr>
            <a:xfrm>
              <a:off x="6433566" y="2687573"/>
              <a:ext cx="3163570" cy="2783840"/>
              <a:chOff x="6433566" y="2687573"/>
              <a:chExt cx="3163570" cy="2783840"/>
            </a:xfrm>
          </p:grpSpPr>
          <p:sp>
            <p:nvSpPr>
              <p:cNvPr id="4414" name="Google Shape;4414;g2668d8541bd_0_943"/>
              <p:cNvSpPr/>
              <p:nvPr/>
            </p:nvSpPr>
            <p:spPr>
              <a:xfrm>
                <a:off x="6433566" y="4501895"/>
                <a:ext cx="3163570" cy="44450"/>
              </a:xfrm>
              <a:custGeom>
                <a:rect b="b" l="l" r="r" t="t"/>
                <a:pathLst>
                  <a:path extrusionOk="0" h="44450" w="3163570">
                    <a:moveTo>
                      <a:pt x="0" y="24384"/>
                    </a:moveTo>
                    <a:lnTo>
                      <a:pt x="43434" y="36576"/>
                    </a:lnTo>
                    <a:lnTo>
                      <a:pt x="100012" y="43326"/>
                    </a:lnTo>
                    <a:lnTo>
                      <a:pt x="161163" y="44350"/>
                    </a:lnTo>
                    <a:lnTo>
                      <a:pt x="203454" y="43719"/>
                    </a:lnTo>
                    <a:lnTo>
                      <a:pt x="245744" y="42374"/>
                    </a:lnTo>
                    <a:lnTo>
                      <a:pt x="288036" y="40386"/>
                    </a:lnTo>
                    <a:lnTo>
                      <a:pt x="331017" y="38373"/>
                    </a:lnTo>
                    <a:lnTo>
                      <a:pt x="374141" y="36861"/>
                    </a:lnTo>
                    <a:lnTo>
                      <a:pt x="417266" y="35778"/>
                    </a:lnTo>
                    <a:lnTo>
                      <a:pt x="460248" y="35052"/>
                    </a:lnTo>
                    <a:lnTo>
                      <a:pt x="506420" y="34492"/>
                    </a:lnTo>
                    <a:lnTo>
                      <a:pt x="552450" y="34004"/>
                    </a:lnTo>
                    <a:lnTo>
                      <a:pt x="598479" y="33658"/>
                    </a:lnTo>
                    <a:lnTo>
                      <a:pt x="644652" y="33528"/>
                    </a:lnTo>
                    <a:lnTo>
                      <a:pt x="692788" y="33516"/>
                    </a:lnTo>
                    <a:lnTo>
                      <a:pt x="741140" y="33432"/>
                    </a:lnTo>
                    <a:lnTo>
                      <a:pt x="789634" y="33206"/>
                    </a:lnTo>
                    <a:lnTo>
                      <a:pt x="838200" y="32766"/>
                    </a:lnTo>
                    <a:lnTo>
                      <a:pt x="891801" y="32063"/>
                    </a:lnTo>
                    <a:lnTo>
                      <a:pt x="945260" y="31146"/>
                    </a:lnTo>
                    <a:lnTo>
                      <a:pt x="998720" y="30087"/>
                    </a:lnTo>
                    <a:lnTo>
                      <a:pt x="1052322" y="28956"/>
                    </a:lnTo>
                    <a:lnTo>
                      <a:pt x="1098956" y="27590"/>
                    </a:lnTo>
                    <a:lnTo>
                      <a:pt x="1145590" y="26261"/>
                    </a:lnTo>
                    <a:lnTo>
                      <a:pt x="1192225" y="25005"/>
                    </a:lnTo>
                    <a:lnTo>
                      <a:pt x="1238859" y="23859"/>
                    </a:lnTo>
                    <a:lnTo>
                      <a:pt x="1285494" y="22860"/>
                    </a:lnTo>
                    <a:lnTo>
                      <a:pt x="1332957" y="22488"/>
                    </a:lnTo>
                    <a:lnTo>
                      <a:pt x="1380274" y="22262"/>
                    </a:lnTo>
                    <a:lnTo>
                      <a:pt x="1427482" y="22146"/>
                    </a:lnTo>
                    <a:lnTo>
                      <a:pt x="1474616" y="22104"/>
                    </a:lnTo>
                    <a:lnTo>
                      <a:pt x="1521714" y="22098"/>
                    </a:lnTo>
                    <a:lnTo>
                      <a:pt x="1575663" y="22189"/>
                    </a:lnTo>
                    <a:lnTo>
                      <a:pt x="1629613" y="22463"/>
                    </a:lnTo>
                    <a:lnTo>
                      <a:pt x="1683562" y="22920"/>
                    </a:lnTo>
                    <a:lnTo>
                      <a:pt x="1737512" y="23561"/>
                    </a:lnTo>
                    <a:lnTo>
                      <a:pt x="1791462" y="24384"/>
                    </a:lnTo>
                    <a:lnTo>
                      <a:pt x="1841884" y="25407"/>
                    </a:lnTo>
                    <a:lnTo>
                      <a:pt x="1892522" y="26289"/>
                    </a:lnTo>
                    <a:lnTo>
                      <a:pt x="1943302" y="27170"/>
                    </a:lnTo>
                    <a:lnTo>
                      <a:pt x="1994154" y="28194"/>
                    </a:lnTo>
                    <a:lnTo>
                      <a:pt x="2044898" y="29015"/>
                    </a:lnTo>
                    <a:lnTo>
                      <a:pt x="2095500" y="30194"/>
                    </a:lnTo>
                    <a:lnTo>
                      <a:pt x="2146101" y="31515"/>
                    </a:lnTo>
                    <a:lnTo>
                      <a:pt x="2196846" y="32766"/>
                    </a:lnTo>
                    <a:lnTo>
                      <a:pt x="2247828" y="33885"/>
                    </a:lnTo>
                    <a:lnTo>
                      <a:pt x="2298954" y="34861"/>
                    </a:lnTo>
                    <a:lnTo>
                      <a:pt x="2350079" y="35552"/>
                    </a:lnTo>
                    <a:lnTo>
                      <a:pt x="2401062" y="35814"/>
                    </a:lnTo>
                    <a:lnTo>
                      <a:pt x="2447925" y="35933"/>
                    </a:lnTo>
                    <a:lnTo>
                      <a:pt x="2494788" y="36195"/>
                    </a:lnTo>
                    <a:lnTo>
                      <a:pt x="2541651" y="36456"/>
                    </a:lnTo>
                    <a:lnTo>
                      <a:pt x="2588514" y="36576"/>
                    </a:lnTo>
                    <a:lnTo>
                      <a:pt x="2630233" y="35885"/>
                    </a:lnTo>
                    <a:lnTo>
                      <a:pt x="2671953" y="35052"/>
                    </a:lnTo>
                    <a:lnTo>
                      <a:pt x="2713672" y="34218"/>
                    </a:lnTo>
                    <a:lnTo>
                      <a:pt x="2755392" y="33528"/>
                    </a:lnTo>
                    <a:lnTo>
                      <a:pt x="2794706" y="32837"/>
                    </a:lnTo>
                    <a:lnTo>
                      <a:pt x="2833878" y="32004"/>
                    </a:lnTo>
                    <a:lnTo>
                      <a:pt x="2873049" y="31170"/>
                    </a:lnTo>
                    <a:lnTo>
                      <a:pt x="2912364" y="30480"/>
                    </a:lnTo>
                    <a:lnTo>
                      <a:pt x="2944368" y="30456"/>
                    </a:lnTo>
                    <a:lnTo>
                      <a:pt x="2976372" y="30289"/>
                    </a:lnTo>
                    <a:lnTo>
                      <a:pt x="3008376" y="29837"/>
                    </a:lnTo>
                    <a:lnTo>
                      <a:pt x="3040380" y="28956"/>
                    </a:lnTo>
                    <a:lnTo>
                      <a:pt x="3068502" y="28324"/>
                    </a:lnTo>
                    <a:lnTo>
                      <a:pt x="3096768" y="27336"/>
                    </a:lnTo>
                    <a:lnTo>
                      <a:pt x="3125033" y="25634"/>
                    </a:lnTo>
                    <a:lnTo>
                      <a:pt x="3153156" y="22860"/>
                    </a:lnTo>
                    <a:lnTo>
                      <a:pt x="3158490" y="22860"/>
                    </a:lnTo>
                    <a:lnTo>
                      <a:pt x="3160776" y="21336"/>
                    </a:lnTo>
                    <a:lnTo>
                      <a:pt x="3163062" y="20574"/>
                    </a:lnTo>
                    <a:lnTo>
                      <a:pt x="3146155" y="16287"/>
                    </a:lnTo>
                    <a:lnTo>
                      <a:pt x="3129534" y="11430"/>
                    </a:lnTo>
                    <a:lnTo>
                      <a:pt x="3112912" y="6000"/>
                    </a:lnTo>
                    <a:lnTo>
                      <a:pt x="3096006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5" name="Google Shape;4415;g2668d8541bd_0_943"/>
              <p:cNvSpPr/>
              <p:nvPr/>
            </p:nvSpPr>
            <p:spPr>
              <a:xfrm>
                <a:off x="7200138" y="2687573"/>
                <a:ext cx="168909" cy="2783840"/>
              </a:xfrm>
              <a:custGeom>
                <a:rect b="b" l="l" r="r" t="t"/>
                <a:pathLst>
                  <a:path extrusionOk="0" h="2783840" w="168909">
                    <a:moveTo>
                      <a:pt x="0" y="0"/>
                    </a:moveTo>
                    <a:lnTo>
                      <a:pt x="3655" y="11441"/>
                    </a:lnTo>
                    <a:lnTo>
                      <a:pt x="7524" y="22955"/>
                    </a:lnTo>
                    <a:lnTo>
                      <a:pt x="11251" y="34611"/>
                    </a:lnTo>
                    <a:lnTo>
                      <a:pt x="24288" y="89249"/>
                    </a:lnTo>
                    <a:lnTo>
                      <a:pt x="31242" y="132588"/>
                    </a:lnTo>
                    <a:lnTo>
                      <a:pt x="36099" y="194405"/>
                    </a:lnTo>
                    <a:lnTo>
                      <a:pt x="38100" y="256794"/>
                    </a:lnTo>
                    <a:lnTo>
                      <a:pt x="39338" y="327659"/>
                    </a:lnTo>
                    <a:lnTo>
                      <a:pt x="39921" y="363092"/>
                    </a:lnTo>
                    <a:lnTo>
                      <a:pt x="43945" y="435994"/>
                    </a:lnTo>
                    <a:lnTo>
                      <a:pt x="51542" y="510075"/>
                    </a:lnTo>
                    <a:lnTo>
                      <a:pt x="55626" y="547116"/>
                    </a:lnTo>
                    <a:lnTo>
                      <a:pt x="61793" y="603134"/>
                    </a:lnTo>
                    <a:lnTo>
                      <a:pt x="66675" y="659225"/>
                    </a:lnTo>
                    <a:lnTo>
                      <a:pt x="70413" y="715458"/>
                    </a:lnTo>
                    <a:lnTo>
                      <a:pt x="73152" y="771906"/>
                    </a:lnTo>
                    <a:lnTo>
                      <a:pt x="74984" y="820607"/>
                    </a:lnTo>
                    <a:lnTo>
                      <a:pt x="76617" y="869375"/>
                    </a:lnTo>
                    <a:lnTo>
                      <a:pt x="78130" y="918183"/>
                    </a:lnTo>
                    <a:lnTo>
                      <a:pt x="79603" y="967004"/>
                    </a:lnTo>
                    <a:lnTo>
                      <a:pt x="81116" y="1015812"/>
                    </a:lnTo>
                    <a:lnTo>
                      <a:pt x="82749" y="1064580"/>
                    </a:lnTo>
                    <a:lnTo>
                      <a:pt x="84582" y="1113282"/>
                    </a:lnTo>
                    <a:lnTo>
                      <a:pt x="86439" y="1157870"/>
                    </a:lnTo>
                    <a:lnTo>
                      <a:pt x="88582" y="1202531"/>
                    </a:lnTo>
                    <a:lnTo>
                      <a:pt x="91011" y="1247334"/>
                    </a:lnTo>
                    <a:lnTo>
                      <a:pt x="93726" y="1292352"/>
                    </a:lnTo>
                    <a:lnTo>
                      <a:pt x="96262" y="1336476"/>
                    </a:lnTo>
                    <a:lnTo>
                      <a:pt x="99155" y="1380744"/>
                    </a:lnTo>
                    <a:lnTo>
                      <a:pt x="102191" y="1425011"/>
                    </a:lnTo>
                    <a:lnTo>
                      <a:pt x="105156" y="1469136"/>
                    </a:lnTo>
                    <a:lnTo>
                      <a:pt x="108299" y="1513141"/>
                    </a:lnTo>
                    <a:lnTo>
                      <a:pt x="110871" y="1557147"/>
                    </a:lnTo>
                    <a:lnTo>
                      <a:pt x="112871" y="1601152"/>
                    </a:lnTo>
                    <a:lnTo>
                      <a:pt x="114300" y="1645158"/>
                    </a:lnTo>
                    <a:lnTo>
                      <a:pt x="115776" y="1687568"/>
                    </a:lnTo>
                    <a:lnTo>
                      <a:pt x="116967" y="1730120"/>
                    </a:lnTo>
                    <a:lnTo>
                      <a:pt x="118157" y="1772673"/>
                    </a:lnTo>
                    <a:lnTo>
                      <a:pt x="119634" y="1815083"/>
                    </a:lnTo>
                    <a:lnTo>
                      <a:pt x="123444" y="1889474"/>
                    </a:lnTo>
                    <a:lnTo>
                      <a:pt x="129540" y="1964436"/>
                    </a:lnTo>
                    <a:lnTo>
                      <a:pt x="137064" y="2030349"/>
                    </a:lnTo>
                    <a:lnTo>
                      <a:pt x="140791" y="2063234"/>
                    </a:lnTo>
                    <a:lnTo>
                      <a:pt x="146780" y="2135112"/>
                    </a:lnTo>
                    <a:lnTo>
                      <a:pt x="148399" y="2173890"/>
                    </a:lnTo>
                    <a:lnTo>
                      <a:pt x="149161" y="2212526"/>
                    </a:lnTo>
                    <a:lnTo>
                      <a:pt x="149352" y="2250948"/>
                    </a:lnTo>
                    <a:lnTo>
                      <a:pt x="149352" y="2279511"/>
                    </a:lnTo>
                    <a:lnTo>
                      <a:pt x="149352" y="2308002"/>
                    </a:lnTo>
                    <a:lnTo>
                      <a:pt x="149352" y="2336351"/>
                    </a:lnTo>
                    <a:lnTo>
                      <a:pt x="149352" y="2364486"/>
                    </a:lnTo>
                    <a:lnTo>
                      <a:pt x="148816" y="2388608"/>
                    </a:lnTo>
                    <a:lnTo>
                      <a:pt x="148494" y="2412873"/>
                    </a:lnTo>
                    <a:lnTo>
                      <a:pt x="148601" y="2437137"/>
                    </a:lnTo>
                    <a:lnTo>
                      <a:pt x="149352" y="2461260"/>
                    </a:lnTo>
                    <a:lnTo>
                      <a:pt x="150495" y="2482405"/>
                    </a:lnTo>
                    <a:lnTo>
                      <a:pt x="151638" y="2503551"/>
                    </a:lnTo>
                    <a:lnTo>
                      <a:pt x="153924" y="2545842"/>
                    </a:lnTo>
                    <a:lnTo>
                      <a:pt x="155733" y="2586609"/>
                    </a:lnTo>
                    <a:lnTo>
                      <a:pt x="156972" y="2627376"/>
                    </a:lnTo>
                    <a:lnTo>
                      <a:pt x="157114" y="2646687"/>
                    </a:lnTo>
                    <a:lnTo>
                      <a:pt x="157543" y="2665857"/>
                    </a:lnTo>
                    <a:lnTo>
                      <a:pt x="159258" y="2704338"/>
                    </a:lnTo>
                    <a:lnTo>
                      <a:pt x="162901" y="2743128"/>
                    </a:lnTo>
                    <a:lnTo>
                      <a:pt x="166116" y="2763774"/>
                    </a:lnTo>
                    <a:lnTo>
                      <a:pt x="167640" y="2772156"/>
                    </a:lnTo>
                    <a:lnTo>
                      <a:pt x="168402" y="2779776"/>
                    </a:lnTo>
                    <a:lnTo>
                      <a:pt x="168402" y="2781300"/>
                    </a:lnTo>
                    <a:lnTo>
                      <a:pt x="168402" y="2782062"/>
                    </a:lnTo>
                    <a:lnTo>
                      <a:pt x="168402" y="2783586"/>
                    </a:lnTo>
                    <a:lnTo>
                      <a:pt x="162210" y="2776656"/>
                    </a:lnTo>
                    <a:lnTo>
                      <a:pt x="156019" y="2770441"/>
                    </a:lnTo>
                    <a:lnTo>
                      <a:pt x="149542" y="2764512"/>
                    </a:lnTo>
                    <a:lnTo>
                      <a:pt x="142494" y="275844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6" name="Google Shape;4416;g2668d8541bd_0_943"/>
              <p:cNvSpPr/>
              <p:nvPr/>
            </p:nvSpPr>
            <p:spPr>
              <a:xfrm>
                <a:off x="6838950" y="4362450"/>
                <a:ext cx="48895" cy="24764"/>
              </a:xfrm>
              <a:custGeom>
                <a:rect b="b" l="l" r="r" t="t"/>
                <a:pathLst>
                  <a:path extrusionOk="0" h="24764" w="48895">
                    <a:moveTo>
                      <a:pt x="6096" y="23622"/>
                    </a:moveTo>
                    <a:lnTo>
                      <a:pt x="3810" y="14478"/>
                    </a:lnTo>
                    <a:lnTo>
                      <a:pt x="0" y="12192"/>
                    </a:lnTo>
                    <a:lnTo>
                      <a:pt x="6096" y="9906"/>
                    </a:lnTo>
                    <a:lnTo>
                      <a:pt x="9906" y="9144"/>
                    </a:lnTo>
                    <a:lnTo>
                      <a:pt x="16764" y="7620"/>
                    </a:lnTo>
                    <a:lnTo>
                      <a:pt x="19812" y="10668"/>
                    </a:lnTo>
                    <a:lnTo>
                      <a:pt x="21336" y="12192"/>
                    </a:lnTo>
                    <a:lnTo>
                      <a:pt x="22860" y="19050"/>
                    </a:lnTo>
                    <a:lnTo>
                      <a:pt x="21336" y="21336"/>
                    </a:lnTo>
                    <a:lnTo>
                      <a:pt x="19050" y="24384"/>
                    </a:lnTo>
                    <a:lnTo>
                      <a:pt x="13716" y="24384"/>
                    </a:lnTo>
                    <a:lnTo>
                      <a:pt x="9906" y="24384"/>
                    </a:lnTo>
                    <a:lnTo>
                      <a:pt x="9144" y="24384"/>
                    </a:lnTo>
                    <a:lnTo>
                      <a:pt x="8382" y="24384"/>
                    </a:lnTo>
                    <a:lnTo>
                      <a:pt x="7620" y="24384"/>
                    </a:lnTo>
                    <a:lnTo>
                      <a:pt x="6858" y="19050"/>
                    </a:lnTo>
                    <a:lnTo>
                      <a:pt x="5334" y="14478"/>
                    </a:lnTo>
                    <a:lnTo>
                      <a:pt x="9906" y="10668"/>
                    </a:lnTo>
                    <a:lnTo>
                      <a:pt x="16764" y="5334"/>
                    </a:lnTo>
                    <a:lnTo>
                      <a:pt x="25146" y="5334"/>
                    </a:lnTo>
                    <a:lnTo>
                      <a:pt x="33528" y="5334"/>
                    </a:lnTo>
                    <a:lnTo>
                      <a:pt x="38100" y="5334"/>
                    </a:lnTo>
                    <a:lnTo>
                      <a:pt x="46482" y="3810"/>
                    </a:lnTo>
                    <a:lnTo>
                      <a:pt x="48006" y="9906"/>
                    </a:lnTo>
                    <a:lnTo>
                      <a:pt x="48768" y="14478"/>
                    </a:lnTo>
                    <a:lnTo>
                      <a:pt x="46482" y="16764"/>
                    </a:lnTo>
                    <a:lnTo>
                      <a:pt x="42672" y="19050"/>
                    </a:lnTo>
                    <a:lnTo>
                      <a:pt x="39624" y="20574"/>
                    </a:lnTo>
                    <a:lnTo>
                      <a:pt x="36576" y="20574"/>
                    </a:lnTo>
                    <a:lnTo>
                      <a:pt x="33528" y="20574"/>
                    </a:lnTo>
                    <a:lnTo>
                      <a:pt x="33528" y="12192"/>
                    </a:lnTo>
                    <a:lnTo>
                      <a:pt x="35814" y="7620"/>
                    </a:lnTo>
                    <a:lnTo>
                      <a:pt x="39624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7" name="Google Shape;4417;g2668d8541bd_0_943"/>
              <p:cNvSpPr/>
              <p:nvPr/>
            </p:nvSpPr>
            <p:spPr>
              <a:xfrm>
                <a:off x="7605522" y="4271962"/>
                <a:ext cx="53340" cy="40639"/>
              </a:xfrm>
              <a:custGeom>
                <a:rect b="b" l="l" r="r" t="t"/>
                <a:pathLst>
                  <a:path extrusionOk="0" h="40639" w="53340">
                    <a:moveTo>
                      <a:pt x="0" y="24193"/>
                    </a:moveTo>
                    <a:lnTo>
                      <a:pt x="21336" y="2857"/>
                    </a:lnTo>
                    <a:lnTo>
                      <a:pt x="28193" y="1333"/>
                    </a:lnTo>
                    <a:lnTo>
                      <a:pt x="29718" y="8953"/>
                    </a:lnTo>
                    <a:lnTo>
                      <a:pt x="31242" y="15811"/>
                    </a:lnTo>
                    <a:lnTo>
                      <a:pt x="28956" y="21145"/>
                    </a:lnTo>
                    <a:lnTo>
                      <a:pt x="24384" y="25717"/>
                    </a:lnTo>
                    <a:lnTo>
                      <a:pt x="19050" y="30289"/>
                    </a:lnTo>
                    <a:lnTo>
                      <a:pt x="17526" y="30289"/>
                    </a:lnTo>
                    <a:lnTo>
                      <a:pt x="11430" y="31051"/>
                    </a:lnTo>
                    <a:lnTo>
                      <a:pt x="10668" y="23431"/>
                    </a:lnTo>
                    <a:lnTo>
                      <a:pt x="9905" y="18097"/>
                    </a:lnTo>
                    <a:lnTo>
                      <a:pt x="15239" y="12001"/>
                    </a:lnTo>
                    <a:lnTo>
                      <a:pt x="21050" y="6572"/>
                    </a:lnTo>
                    <a:lnTo>
                      <a:pt x="28575" y="2285"/>
                    </a:lnTo>
                    <a:lnTo>
                      <a:pt x="36671" y="0"/>
                    </a:lnTo>
                    <a:lnTo>
                      <a:pt x="44195" y="571"/>
                    </a:lnTo>
                    <a:lnTo>
                      <a:pt x="51053" y="2857"/>
                    </a:lnTo>
                    <a:lnTo>
                      <a:pt x="53340" y="12763"/>
                    </a:lnTo>
                    <a:lnTo>
                      <a:pt x="51816" y="18859"/>
                    </a:lnTo>
                    <a:lnTo>
                      <a:pt x="48827" y="24836"/>
                    </a:lnTo>
                    <a:lnTo>
                      <a:pt x="43910" y="30098"/>
                    </a:lnTo>
                    <a:lnTo>
                      <a:pt x="37992" y="34504"/>
                    </a:lnTo>
                    <a:lnTo>
                      <a:pt x="32004" y="37909"/>
                    </a:lnTo>
                    <a:lnTo>
                      <a:pt x="28194" y="40195"/>
                    </a:lnTo>
                    <a:lnTo>
                      <a:pt x="24384" y="40195"/>
                    </a:lnTo>
                    <a:lnTo>
                      <a:pt x="19812" y="40195"/>
                    </a:lnTo>
                    <a:lnTo>
                      <a:pt x="19812" y="37147"/>
                    </a:lnTo>
                    <a:lnTo>
                      <a:pt x="18288" y="34861"/>
                    </a:lnTo>
                    <a:lnTo>
                      <a:pt x="21336" y="31813"/>
                    </a:lnTo>
                    <a:lnTo>
                      <a:pt x="23622" y="29527"/>
                    </a:lnTo>
                    <a:lnTo>
                      <a:pt x="27432" y="27241"/>
                    </a:lnTo>
                    <a:lnTo>
                      <a:pt x="30480" y="24955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8" name="Google Shape;4418;g2668d8541bd_0_943"/>
              <p:cNvSpPr/>
              <p:nvPr/>
            </p:nvSpPr>
            <p:spPr>
              <a:xfrm>
                <a:off x="8342376" y="4350793"/>
                <a:ext cx="28575" cy="34925"/>
              </a:xfrm>
              <a:custGeom>
                <a:rect b="b" l="l" r="r" t="t"/>
                <a:pathLst>
                  <a:path extrusionOk="0" h="34925" w="28575">
                    <a:moveTo>
                      <a:pt x="0" y="13180"/>
                    </a:moveTo>
                    <a:lnTo>
                      <a:pt x="4333" y="8405"/>
                    </a:lnTo>
                    <a:lnTo>
                      <a:pt x="10096" y="2988"/>
                    </a:lnTo>
                    <a:lnTo>
                      <a:pt x="16716" y="0"/>
                    </a:lnTo>
                    <a:lnTo>
                      <a:pt x="23621" y="2512"/>
                    </a:lnTo>
                    <a:lnTo>
                      <a:pt x="28194" y="6322"/>
                    </a:lnTo>
                    <a:lnTo>
                      <a:pt x="25908" y="16990"/>
                    </a:lnTo>
                    <a:lnTo>
                      <a:pt x="23622" y="21562"/>
                    </a:lnTo>
                    <a:lnTo>
                      <a:pt x="20574" y="26896"/>
                    </a:lnTo>
                    <a:lnTo>
                      <a:pt x="13716" y="32992"/>
                    </a:lnTo>
                    <a:lnTo>
                      <a:pt x="7620" y="34516"/>
                    </a:lnTo>
                    <a:lnTo>
                      <a:pt x="4572" y="34516"/>
                    </a:lnTo>
                    <a:lnTo>
                      <a:pt x="3810" y="34516"/>
                    </a:lnTo>
                    <a:lnTo>
                      <a:pt x="2286" y="34516"/>
                    </a:lnTo>
                    <a:lnTo>
                      <a:pt x="1524" y="29182"/>
                    </a:lnTo>
                    <a:lnTo>
                      <a:pt x="762" y="24610"/>
                    </a:lnTo>
                    <a:lnTo>
                      <a:pt x="5334" y="20800"/>
                    </a:lnTo>
                    <a:lnTo>
                      <a:pt x="9906" y="16990"/>
                    </a:lnTo>
                    <a:lnTo>
                      <a:pt x="14478" y="16990"/>
                    </a:lnTo>
                    <a:lnTo>
                      <a:pt x="20574" y="16990"/>
                    </a:lnTo>
                    <a:lnTo>
                      <a:pt x="21336" y="21562"/>
                    </a:lnTo>
                    <a:lnTo>
                      <a:pt x="21336" y="25372"/>
                    </a:lnTo>
                    <a:lnTo>
                      <a:pt x="20574" y="3070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9" name="Google Shape;4419;g2668d8541bd_0_943"/>
              <p:cNvSpPr/>
              <p:nvPr/>
            </p:nvSpPr>
            <p:spPr>
              <a:xfrm>
                <a:off x="8749283" y="4320539"/>
                <a:ext cx="67945" cy="28575"/>
              </a:xfrm>
              <a:custGeom>
                <a:rect b="b" l="l" r="r" t="t"/>
                <a:pathLst>
                  <a:path extrusionOk="0" h="28575" w="67945">
                    <a:moveTo>
                      <a:pt x="0" y="21336"/>
                    </a:moveTo>
                    <a:lnTo>
                      <a:pt x="38992" y="166"/>
                    </a:lnTo>
                    <a:lnTo>
                      <a:pt x="46767" y="0"/>
                    </a:lnTo>
                    <a:lnTo>
                      <a:pt x="54399" y="976"/>
                    </a:lnTo>
                    <a:lnTo>
                      <a:pt x="60960" y="3810"/>
                    </a:lnTo>
                    <a:lnTo>
                      <a:pt x="67818" y="8382"/>
                    </a:lnTo>
                    <a:lnTo>
                      <a:pt x="63246" y="16002"/>
                    </a:lnTo>
                    <a:lnTo>
                      <a:pt x="58674" y="19050"/>
                    </a:lnTo>
                    <a:lnTo>
                      <a:pt x="51816" y="24384"/>
                    </a:lnTo>
                    <a:lnTo>
                      <a:pt x="43434" y="27432"/>
                    </a:lnTo>
                    <a:lnTo>
                      <a:pt x="35052" y="28194"/>
                    </a:lnTo>
                    <a:lnTo>
                      <a:pt x="32004" y="28194"/>
                    </a:lnTo>
                    <a:lnTo>
                      <a:pt x="31242" y="28194"/>
                    </a:lnTo>
                    <a:lnTo>
                      <a:pt x="28956" y="28194"/>
                    </a:lnTo>
                    <a:lnTo>
                      <a:pt x="32766" y="27432"/>
                    </a:lnTo>
                    <a:lnTo>
                      <a:pt x="36576" y="25908"/>
                    </a:lnTo>
                    <a:lnTo>
                      <a:pt x="39624" y="24384"/>
                    </a:lnTo>
                    <a:lnTo>
                      <a:pt x="43434" y="23622"/>
                    </a:lnTo>
                    <a:lnTo>
                      <a:pt x="44196" y="22860"/>
                    </a:lnTo>
                    <a:lnTo>
                      <a:pt x="45720" y="2133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0" name="Google Shape;4420;g2668d8541bd_0_943"/>
              <p:cNvSpPr/>
              <p:nvPr/>
            </p:nvSpPr>
            <p:spPr>
              <a:xfrm>
                <a:off x="8271510" y="4659629"/>
                <a:ext cx="22859" cy="19050"/>
              </a:xfrm>
              <a:custGeom>
                <a:rect b="b" l="l" r="r" t="t"/>
                <a:pathLst>
                  <a:path extrusionOk="0" h="19050" w="22859">
                    <a:moveTo>
                      <a:pt x="12953" y="762"/>
                    </a:moveTo>
                    <a:lnTo>
                      <a:pt x="16001" y="3048"/>
                    </a:lnTo>
                    <a:lnTo>
                      <a:pt x="19049" y="5334"/>
                    </a:lnTo>
                    <a:lnTo>
                      <a:pt x="21335" y="7620"/>
                    </a:lnTo>
                    <a:lnTo>
                      <a:pt x="16001" y="13716"/>
                    </a:lnTo>
                    <a:lnTo>
                      <a:pt x="10667" y="18288"/>
                    </a:lnTo>
                    <a:lnTo>
                      <a:pt x="2285" y="19050"/>
                    </a:lnTo>
                    <a:lnTo>
                      <a:pt x="1523" y="19050"/>
                    </a:lnTo>
                    <a:lnTo>
                      <a:pt x="761" y="19050"/>
                    </a:lnTo>
                    <a:lnTo>
                      <a:pt x="761" y="13716"/>
                    </a:lnTo>
                    <a:lnTo>
                      <a:pt x="0" y="12192"/>
                    </a:lnTo>
                    <a:lnTo>
                      <a:pt x="4571" y="7620"/>
                    </a:lnTo>
                    <a:lnTo>
                      <a:pt x="6857" y="6096"/>
                    </a:lnTo>
                    <a:lnTo>
                      <a:pt x="16001" y="0"/>
                    </a:lnTo>
                    <a:lnTo>
                      <a:pt x="19811" y="3048"/>
                    </a:lnTo>
                    <a:lnTo>
                      <a:pt x="22859" y="6096"/>
                    </a:lnTo>
                    <a:lnTo>
                      <a:pt x="19049" y="10668"/>
                    </a:lnTo>
                    <a:lnTo>
                      <a:pt x="19049" y="1219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1" name="Google Shape;4421;g2668d8541bd_0_943"/>
              <p:cNvSpPr/>
              <p:nvPr/>
            </p:nvSpPr>
            <p:spPr>
              <a:xfrm>
                <a:off x="9371838" y="4616195"/>
                <a:ext cx="24765" cy="40639"/>
              </a:xfrm>
              <a:custGeom>
                <a:rect b="b" l="l" r="r" t="t"/>
                <a:pathLst>
                  <a:path extrusionOk="0" h="40639" w="24765">
                    <a:moveTo>
                      <a:pt x="4572" y="28193"/>
                    </a:moveTo>
                    <a:lnTo>
                      <a:pt x="9144" y="19049"/>
                    </a:lnTo>
                    <a:lnTo>
                      <a:pt x="8382" y="15239"/>
                    </a:lnTo>
                    <a:lnTo>
                      <a:pt x="17526" y="12953"/>
                    </a:lnTo>
                    <a:lnTo>
                      <a:pt x="20574" y="12953"/>
                    </a:lnTo>
                    <a:lnTo>
                      <a:pt x="22860" y="12953"/>
                    </a:lnTo>
                    <a:lnTo>
                      <a:pt x="24384" y="19811"/>
                    </a:lnTo>
                    <a:lnTo>
                      <a:pt x="24384" y="24383"/>
                    </a:lnTo>
                    <a:lnTo>
                      <a:pt x="19812" y="29717"/>
                    </a:lnTo>
                    <a:lnTo>
                      <a:pt x="15240" y="35813"/>
                    </a:lnTo>
                    <a:lnTo>
                      <a:pt x="9144" y="39623"/>
                    </a:lnTo>
                    <a:lnTo>
                      <a:pt x="1524" y="40385"/>
                    </a:lnTo>
                    <a:lnTo>
                      <a:pt x="762" y="40385"/>
                    </a:lnTo>
                    <a:lnTo>
                      <a:pt x="0" y="40385"/>
                    </a:lnTo>
                    <a:lnTo>
                      <a:pt x="2583" y="28610"/>
                    </a:lnTo>
                    <a:lnTo>
                      <a:pt x="7524" y="18764"/>
                    </a:lnTo>
                    <a:lnTo>
                      <a:pt x="14037" y="9632"/>
                    </a:lnTo>
                    <a:lnTo>
                      <a:pt x="21336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22" name="Google Shape;4422;g2668d8541bd_0_943"/>
            <p:cNvSpPr/>
            <p:nvPr/>
          </p:nvSpPr>
          <p:spPr>
            <a:xfrm>
              <a:off x="9797795" y="4379952"/>
              <a:ext cx="26034" cy="34289"/>
            </a:xfrm>
            <a:custGeom>
              <a:rect b="b" l="l" r="r" t="t"/>
              <a:pathLst>
                <a:path extrusionOk="0" h="34289" w="26034">
                  <a:moveTo>
                    <a:pt x="0" y="12215"/>
                  </a:moveTo>
                  <a:lnTo>
                    <a:pt x="3417" y="7762"/>
                  </a:lnTo>
                  <a:lnTo>
                    <a:pt x="7905" y="2881"/>
                  </a:lnTo>
                  <a:lnTo>
                    <a:pt x="13394" y="0"/>
                  </a:lnTo>
                  <a:lnTo>
                    <a:pt x="19811" y="1547"/>
                  </a:lnTo>
                  <a:lnTo>
                    <a:pt x="25908" y="5357"/>
                  </a:lnTo>
                  <a:lnTo>
                    <a:pt x="23622" y="14501"/>
                  </a:lnTo>
                  <a:lnTo>
                    <a:pt x="20574" y="19073"/>
                  </a:lnTo>
                  <a:lnTo>
                    <a:pt x="17371" y="24324"/>
                  </a:lnTo>
                  <a:lnTo>
                    <a:pt x="13239" y="30218"/>
                  </a:lnTo>
                  <a:lnTo>
                    <a:pt x="9536" y="33968"/>
                  </a:lnTo>
                  <a:lnTo>
                    <a:pt x="7620" y="32789"/>
                  </a:lnTo>
                  <a:lnTo>
                    <a:pt x="8382" y="29741"/>
                  </a:lnTo>
                  <a:lnTo>
                    <a:pt x="9144" y="28217"/>
                  </a:lnTo>
                  <a:lnTo>
                    <a:pt x="10668" y="26693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3" name="Google Shape;4423;g2668d8541bd_0_943"/>
            <p:cNvSpPr/>
            <p:nvPr/>
          </p:nvSpPr>
          <p:spPr>
            <a:xfrm>
              <a:off x="9856469" y="4565903"/>
              <a:ext cx="12700" cy="9525"/>
            </a:xfrm>
            <a:custGeom>
              <a:rect b="b" l="l" r="r" t="t"/>
              <a:pathLst>
                <a:path extrusionOk="0" h="9525" w="12700">
                  <a:moveTo>
                    <a:pt x="0" y="9143"/>
                  </a:moveTo>
                  <a:lnTo>
                    <a:pt x="7691" y="3321"/>
                  </a:lnTo>
                  <a:lnTo>
                    <a:pt x="10096" y="1428"/>
                  </a:lnTo>
                  <a:lnTo>
                    <a:pt x="10501" y="1107"/>
                  </a:lnTo>
                  <a:lnTo>
                    <a:pt x="12191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4" name="Google Shape;4424;g2668d8541bd_0_943"/>
            <p:cNvSpPr/>
            <p:nvPr/>
          </p:nvSpPr>
          <p:spPr>
            <a:xfrm>
              <a:off x="7513319" y="4663440"/>
              <a:ext cx="34290" cy="20954"/>
            </a:xfrm>
            <a:custGeom>
              <a:rect b="b" l="l" r="r" t="t"/>
              <a:pathLst>
                <a:path extrusionOk="0" h="20954" w="34290">
                  <a:moveTo>
                    <a:pt x="0" y="9143"/>
                  </a:moveTo>
                  <a:lnTo>
                    <a:pt x="7810" y="4179"/>
                  </a:lnTo>
                  <a:lnTo>
                    <a:pt x="11620" y="1428"/>
                  </a:lnTo>
                  <a:lnTo>
                    <a:pt x="14573" y="250"/>
                  </a:lnTo>
                  <a:lnTo>
                    <a:pt x="19811" y="0"/>
                  </a:lnTo>
                  <a:lnTo>
                    <a:pt x="20574" y="6095"/>
                  </a:lnTo>
                  <a:lnTo>
                    <a:pt x="22098" y="8381"/>
                  </a:lnTo>
                  <a:lnTo>
                    <a:pt x="16764" y="12953"/>
                  </a:lnTo>
                  <a:lnTo>
                    <a:pt x="12954" y="17525"/>
                  </a:lnTo>
                  <a:lnTo>
                    <a:pt x="8382" y="19811"/>
                  </a:lnTo>
                  <a:lnTo>
                    <a:pt x="3048" y="20573"/>
                  </a:lnTo>
                  <a:lnTo>
                    <a:pt x="3048" y="16001"/>
                  </a:lnTo>
                  <a:lnTo>
                    <a:pt x="3048" y="14477"/>
                  </a:lnTo>
                  <a:lnTo>
                    <a:pt x="6858" y="11429"/>
                  </a:lnTo>
                  <a:lnTo>
                    <a:pt x="12954" y="6095"/>
                  </a:lnTo>
                  <a:lnTo>
                    <a:pt x="21336" y="6095"/>
                  </a:lnTo>
                  <a:lnTo>
                    <a:pt x="28956" y="5333"/>
                  </a:lnTo>
                  <a:lnTo>
                    <a:pt x="33528" y="5333"/>
                  </a:lnTo>
                  <a:lnTo>
                    <a:pt x="31242" y="6095"/>
                  </a:lnTo>
                  <a:lnTo>
                    <a:pt x="34290" y="6857"/>
                  </a:lnTo>
                  <a:lnTo>
                    <a:pt x="33528" y="12191"/>
                  </a:lnTo>
                  <a:lnTo>
                    <a:pt x="34290" y="11429"/>
                  </a:lnTo>
                  <a:lnTo>
                    <a:pt x="28956" y="13715"/>
                  </a:lnTo>
                  <a:lnTo>
                    <a:pt x="25908" y="15239"/>
                  </a:lnTo>
                  <a:lnTo>
                    <a:pt x="22860" y="16763"/>
                  </a:lnTo>
                  <a:lnTo>
                    <a:pt x="19050" y="16001"/>
                  </a:lnTo>
                  <a:lnTo>
                    <a:pt x="15240" y="16001"/>
                  </a:lnTo>
                  <a:lnTo>
                    <a:pt x="12954" y="14477"/>
                  </a:lnTo>
                  <a:lnTo>
                    <a:pt x="9144" y="12953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5" name="Google Shape;4425;g2668d8541bd_0_943"/>
            <p:cNvSpPr/>
            <p:nvPr/>
          </p:nvSpPr>
          <p:spPr>
            <a:xfrm>
              <a:off x="6553200" y="4402835"/>
              <a:ext cx="32384" cy="25400"/>
            </a:xfrm>
            <a:custGeom>
              <a:rect b="b" l="l" r="r" t="t"/>
              <a:pathLst>
                <a:path extrusionOk="0" h="25400" w="32384">
                  <a:moveTo>
                    <a:pt x="32003" y="14477"/>
                  </a:moveTo>
                  <a:lnTo>
                    <a:pt x="24300" y="5250"/>
                  </a:lnTo>
                  <a:lnTo>
                    <a:pt x="21812" y="2381"/>
                  </a:lnTo>
                  <a:lnTo>
                    <a:pt x="21181" y="1940"/>
                  </a:lnTo>
                  <a:lnTo>
                    <a:pt x="19049" y="0"/>
                  </a:lnTo>
                  <a:lnTo>
                    <a:pt x="18287" y="3809"/>
                  </a:lnTo>
                  <a:lnTo>
                    <a:pt x="18287" y="7619"/>
                  </a:lnTo>
                  <a:lnTo>
                    <a:pt x="17525" y="11429"/>
                  </a:lnTo>
                  <a:lnTo>
                    <a:pt x="16001" y="16763"/>
                  </a:lnTo>
                  <a:lnTo>
                    <a:pt x="12953" y="22097"/>
                  </a:lnTo>
                  <a:lnTo>
                    <a:pt x="8381" y="23621"/>
                  </a:lnTo>
                  <a:lnTo>
                    <a:pt x="4571" y="25145"/>
                  </a:lnTo>
                  <a:lnTo>
                    <a:pt x="1523" y="24383"/>
                  </a:lnTo>
                  <a:lnTo>
                    <a:pt x="0" y="22097"/>
                  </a:lnTo>
                  <a:lnTo>
                    <a:pt x="0" y="21335"/>
                  </a:lnTo>
                  <a:lnTo>
                    <a:pt x="0" y="20573"/>
                  </a:lnTo>
                  <a:lnTo>
                    <a:pt x="0" y="19811"/>
                  </a:lnTo>
                  <a:lnTo>
                    <a:pt x="3809" y="16763"/>
                  </a:lnTo>
                  <a:lnTo>
                    <a:pt x="8381" y="14477"/>
                  </a:lnTo>
                  <a:lnTo>
                    <a:pt x="14477" y="12953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6" name="Google Shape;4426;g2668d8541bd_0_943"/>
            <p:cNvSpPr/>
            <p:nvPr/>
          </p:nvSpPr>
          <p:spPr>
            <a:xfrm>
              <a:off x="6428994" y="4716017"/>
              <a:ext cx="19050" cy="22860"/>
            </a:xfrm>
            <a:custGeom>
              <a:rect b="b" l="l" r="r" t="t"/>
              <a:pathLst>
                <a:path extrusionOk="0" h="22860" w="19050">
                  <a:moveTo>
                    <a:pt x="0" y="12192"/>
                  </a:moveTo>
                  <a:lnTo>
                    <a:pt x="5500" y="19609"/>
                  </a:lnTo>
                  <a:lnTo>
                    <a:pt x="6286" y="20097"/>
                  </a:lnTo>
                  <a:lnTo>
                    <a:pt x="4500" y="18728"/>
                  </a:lnTo>
                  <a:lnTo>
                    <a:pt x="2286" y="20574"/>
                  </a:lnTo>
                  <a:lnTo>
                    <a:pt x="2286" y="19812"/>
                  </a:lnTo>
                  <a:lnTo>
                    <a:pt x="762" y="22860"/>
                  </a:lnTo>
                  <a:lnTo>
                    <a:pt x="1524" y="17526"/>
                  </a:lnTo>
                  <a:lnTo>
                    <a:pt x="1524" y="12192"/>
                  </a:lnTo>
                  <a:lnTo>
                    <a:pt x="6095" y="9144"/>
                  </a:lnTo>
                  <a:lnTo>
                    <a:pt x="9905" y="6858"/>
                  </a:lnTo>
                  <a:lnTo>
                    <a:pt x="12954" y="4572"/>
                  </a:lnTo>
                  <a:lnTo>
                    <a:pt x="16001" y="3048"/>
                  </a:lnTo>
                  <a:lnTo>
                    <a:pt x="19049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7" name="Google Shape;4427;g2668d8541bd_0_943"/>
            <p:cNvSpPr/>
            <p:nvPr/>
          </p:nvSpPr>
          <p:spPr>
            <a:xfrm>
              <a:off x="6259067" y="4385309"/>
              <a:ext cx="56514" cy="22225"/>
            </a:xfrm>
            <a:custGeom>
              <a:rect b="b" l="l" r="r" t="t"/>
              <a:pathLst>
                <a:path extrusionOk="0" h="22225" w="56514">
                  <a:moveTo>
                    <a:pt x="7620" y="22098"/>
                  </a:moveTo>
                  <a:lnTo>
                    <a:pt x="5334" y="17526"/>
                  </a:lnTo>
                  <a:lnTo>
                    <a:pt x="3048" y="12954"/>
                  </a:lnTo>
                  <a:lnTo>
                    <a:pt x="0" y="9144"/>
                  </a:lnTo>
                  <a:lnTo>
                    <a:pt x="42672" y="0"/>
                  </a:lnTo>
                  <a:lnTo>
                    <a:pt x="49530" y="0"/>
                  </a:lnTo>
                  <a:lnTo>
                    <a:pt x="56388" y="0"/>
                  </a:lnTo>
                  <a:lnTo>
                    <a:pt x="54864" y="6096"/>
                  </a:lnTo>
                  <a:lnTo>
                    <a:pt x="53340" y="6858"/>
                  </a:lnTo>
                  <a:lnTo>
                    <a:pt x="48006" y="10668"/>
                  </a:lnTo>
                  <a:lnTo>
                    <a:pt x="45720" y="11430"/>
                  </a:lnTo>
                  <a:lnTo>
                    <a:pt x="39624" y="14478"/>
                  </a:lnTo>
                  <a:lnTo>
                    <a:pt x="44958" y="15240"/>
                  </a:lnTo>
                  <a:lnTo>
                    <a:pt x="46482" y="15240"/>
                  </a:lnTo>
                  <a:lnTo>
                    <a:pt x="48768" y="15240"/>
                  </a:lnTo>
                  <a:lnTo>
                    <a:pt x="51054" y="1524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8" name="Google Shape;4428;g2668d8541bd_0_943"/>
            <p:cNvSpPr/>
            <p:nvPr/>
          </p:nvSpPr>
          <p:spPr>
            <a:xfrm>
              <a:off x="6213347" y="4706873"/>
              <a:ext cx="17145" cy="17779"/>
            </a:xfrm>
            <a:custGeom>
              <a:rect b="b" l="l" r="r" t="t"/>
              <a:pathLst>
                <a:path extrusionOk="0" h="17779" w="17145">
                  <a:moveTo>
                    <a:pt x="7620" y="17525"/>
                  </a:moveTo>
                  <a:lnTo>
                    <a:pt x="9144" y="6095"/>
                  </a:lnTo>
                  <a:lnTo>
                    <a:pt x="6096" y="5333"/>
                  </a:lnTo>
                  <a:lnTo>
                    <a:pt x="15240" y="1523"/>
                  </a:lnTo>
                  <a:lnTo>
                    <a:pt x="16002" y="1523"/>
                  </a:lnTo>
                  <a:lnTo>
                    <a:pt x="16764" y="1523"/>
                  </a:lnTo>
                  <a:lnTo>
                    <a:pt x="14478" y="5333"/>
                  </a:lnTo>
                  <a:lnTo>
                    <a:pt x="12954" y="9905"/>
                  </a:lnTo>
                  <a:lnTo>
                    <a:pt x="7620" y="12191"/>
                  </a:lnTo>
                  <a:lnTo>
                    <a:pt x="762" y="14477"/>
                  </a:lnTo>
                  <a:lnTo>
                    <a:pt x="762" y="3047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29" name="Google Shape;4429;g2668d8541bd_0_943"/>
          <p:cNvGrpSpPr/>
          <p:nvPr/>
        </p:nvGrpSpPr>
        <p:grpSpPr>
          <a:xfrm>
            <a:off x="5405923" y="5587986"/>
            <a:ext cx="4200635" cy="787933"/>
            <a:chOff x="5534167" y="5567159"/>
            <a:chExt cx="4200635" cy="787933"/>
          </a:xfrm>
        </p:grpSpPr>
        <p:grpSp>
          <p:nvGrpSpPr>
            <p:cNvPr id="4430" name="Google Shape;4430;g2668d8541bd_0_943"/>
            <p:cNvGrpSpPr/>
            <p:nvPr/>
          </p:nvGrpSpPr>
          <p:grpSpPr>
            <a:xfrm>
              <a:off x="5534167" y="5815892"/>
              <a:ext cx="361439" cy="216111"/>
              <a:chOff x="5534167" y="5815892"/>
              <a:chExt cx="361439" cy="216111"/>
            </a:xfrm>
          </p:grpSpPr>
          <p:pic>
            <p:nvPicPr>
              <p:cNvPr id="4431" name="Google Shape;4431;g2668d8541bd_0_943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5534167" y="5815892"/>
                <a:ext cx="97882" cy="2161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32" name="Google Shape;4432;g2668d8541bd_0_943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5665981" y="5859767"/>
                <a:ext cx="229625" cy="15150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33" name="Google Shape;4433;g2668d8541bd_0_943"/>
            <p:cNvGrpSpPr/>
            <p:nvPr/>
          </p:nvGrpSpPr>
          <p:grpSpPr>
            <a:xfrm>
              <a:off x="6201905" y="5814809"/>
              <a:ext cx="474751" cy="202717"/>
              <a:chOff x="6201905" y="5814809"/>
              <a:chExt cx="474751" cy="202717"/>
            </a:xfrm>
          </p:grpSpPr>
          <p:pic>
            <p:nvPicPr>
              <p:cNvPr id="4434" name="Google Shape;4434;g2668d8541bd_0_943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6201905" y="5821667"/>
                <a:ext cx="126517" cy="1958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35" name="Google Shape;4435;g2668d8541bd_0_943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6368021" y="5814809"/>
                <a:ext cx="308635" cy="18442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36" name="Google Shape;4436;g2668d8541bd_0_943"/>
            <p:cNvGrpSpPr/>
            <p:nvPr/>
          </p:nvGrpSpPr>
          <p:grpSpPr>
            <a:xfrm>
              <a:off x="7066298" y="5731417"/>
              <a:ext cx="475228" cy="199241"/>
              <a:chOff x="7066298" y="5731417"/>
              <a:chExt cx="475228" cy="199241"/>
            </a:xfrm>
          </p:grpSpPr>
          <p:pic>
            <p:nvPicPr>
              <p:cNvPr id="4437" name="Google Shape;4437;g2668d8541bd_0_943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7066298" y="5773280"/>
                <a:ext cx="145281" cy="157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38" name="Google Shape;4438;g2668d8541bd_0_943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7252703" y="5731417"/>
                <a:ext cx="288823" cy="184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39" name="Google Shape;4439;g2668d8541bd_0_943"/>
            <p:cNvGrpSpPr/>
            <p:nvPr/>
          </p:nvGrpSpPr>
          <p:grpSpPr>
            <a:xfrm>
              <a:off x="7596104" y="5732621"/>
              <a:ext cx="591586" cy="149764"/>
              <a:chOff x="7596104" y="5732621"/>
              <a:chExt cx="591586" cy="149764"/>
            </a:xfrm>
          </p:grpSpPr>
          <p:sp>
            <p:nvSpPr>
              <p:cNvPr id="4440" name="Google Shape;4440;g2668d8541bd_0_943"/>
              <p:cNvSpPr/>
              <p:nvPr/>
            </p:nvSpPr>
            <p:spPr>
              <a:xfrm>
                <a:off x="7596104" y="5805416"/>
                <a:ext cx="67945" cy="75564"/>
              </a:xfrm>
              <a:custGeom>
                <a:rect b="b" l="l" r="r" t="t"/>
                <a:pathLst>
                  <a:path extrusionOk="0" h="75564" w="67945">
                    <a:moveTo>
                      <a:pt x="3321" y="39123"/>
                    </a:moveTo>
                    <a:lnTo>
                      <a:pt x="3893" y="45541"/>
                    </a:lnTo>
                    <a:lnTo>
                      <a:pt x="4464" y="52173"/>
                    </a:lnTo>
                    <a:lnTo>
                      <a:pt x="5036" y="58947"/>
                    </a:lnTo>
                    <a:lnTo>
                      <a:pt x="5607" y="65793"/>
                    </a:lnTo>
                    <a:lnTo>
                      <a:pt x="5607" y="68841"/>
                    </a:lnTo>
                    <a:lnTo>
                      <a:pt x="5607" y="71889"/>
                    </a:lnTo>
                    <a:lnTo>
                      <a:pt x="5607" y="74937"/>
                    </a:lnTo>
                    <a:lnTo>
                      <a:pt x="1797" y="68841"/>
                    </a:lnTo>
                    <a:lnTo>
                      <a:pt x="273" y="62745"/>
                    </a:lnTo>
                    <a:lnTo>
                      <a:pt x="273" y="53601"/>
                    </a:lnTo>
                    <a:lnTo>
                      <a:pt x="0" y="42112"/>
                    </a:lnTo>
                    <a:lnTo>
                      <a:pt x="16454" y="5095"/>
                    </a:lnTo>
                    <a:lnTo>
                      <a:pt x="33004" y="0"/>
                    </a:lnTo>
                    <a:lnTo>
                      <a:pt x="41421" y="1023"/>
                    </a:lnTo>
                    <a:lnTo>
                      <a:pt x="67329" y="37599"/>
                    </a:lnTo>
                    <a:lnTo>
                      <a:pt x="67651" y="45720"/>
                    </a:lnTo>
                    <a:lnTo>
                      <a:pt x="67615" y="53982"/>
                    </a:lnTo>
                    <a:lnTo>
                      <a:pt x="67436" y="62245"/>
                    </a:lnTo>
                    <a:lnTo>
                      <a:pt x="67329" y="70365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1" name="Google Shape;4441;g2668d8541bd_0_943"/>
              <p:cNvSpPr/>
              <p:nvPr/>
            </p:nvSpPr>
            <p:spPr>
              <a:xfrm>
                <a:off x="7685532" y="5785865"/>
                <a:ext cx="117475" cy="96520"/>
              </a:xfrm>
              <a:custGeom>
                <a:rect b="b" l="l" r="r" t="t"/>
                <a:pathLst>
                  <a:path extrusionOk="0" h="96520" w="117475">
                    <a:moveTo>
                      <a:pt x="77724" y="24383"/>
                    </a:moveTo>
                    <a:lnTo>
                      <a:pt x="72497" y="16525"/>
                    </a:lnTo>
                    <a:lnTo>
                      <a:pt x="67341" y="9524"/>
                    </a:lnTo>
                    <a:lnTo>
                      <a:pt x="60900" y="4238"/>
                    </a:lnTo>
                    <a:lnTo>
                      <a:pt x="51816" y="1523"/>
                    </a:lnTo>
                    <a:lnTo>
                      <a:pt x="41195" y="1690"/>
                    </a:lnTo>
                    <a:lnTo>
                      <a:pt x="9108" y="29884"/>
                    </a:lnTo>
                    <a:lnTo>
                      <a:pt x="0" y="67817"/>
                    </a:lnTo>
                    <a:lnTo>
                      <a:pt x="3048" y="78295"/>
                    </a:lnTo>
                    <a:lnTo>
                      <a:pt x="10096" y="84200"/>
                    </a:lnTo>
                    <a:lnTo>
                      <a:pt x="19716" y="86677"/>
                    </a:lnTo>
                    <a:lnTo>
                      <a:pt x="30480" y="86867"/>
                    </a:lnTo>
                    <a:lnTo>
                      <a:pt x="43874" y="84260"/>
                    </a:lnTo>
                    <a:lnTo>
                      <a:pt x="71628" y="57149"/>
                    </a:lnTo>
                    <a:lnTo>
                      <a:pt x="78486" y="11429"/>
                    </a:lnTo>
                    <a:lnTo>
                      <a:pt x="78486" y="7619"/>
                    </a:lnTo>
                    <a:lnTo>
                      <a:pt x="78486" y="4571"/>
                    </a:lnTo>
                    <a:lnTo>
                      <a:pt x="78486" y="0"/>
                    </a:lnTo>
                    <a:lnTo>
                      <a:pt x="78509" y="9715"/>
                    </a:lnTo>
                    <a:lnTo>
                      <a:pt x="78676" y="19430"/>
                    </a:lnTo>
                    <a:lnTo>
                      <a:pt x="85439" y="64007"/>
                    </a:lnTo>
                    <a:lnTo>
                      <a:pt x="102870" y="95249"/>
                    </a:lnTo>
                    <a:lnTo>
                      <a:pt x="108966" y="95249"/>
                    </a:lnTo>
                    <a:lnTo>
                      <a:pt x="117348" y="96011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2" name="Google Shape;4442;g2668d8541bd_0_943"/>
              <p:cNvSpPr/>
              <p:nvPr/>
            </p:nvSpPr>
            <p:spPr>
              <a:xfrm>
                <a:off x="7822918" y="5734049"/>
                <a:ext cx="21590" cy="121285"/>
              </a:xfrm>
              <a:custGeom>
                <a:rect b="b" l="l" r="r" t="t"/>
                <a:pathLst>
                  <a:path extrusionOk="0" h="121285" w="21590">
                    <a:moveTo>
                      <a:pt x="21109" y="0"/>
                    </a:moveTo>
                    <a:lnTo>
                      <a:pt x="2143" y="34825"/>
                    </a:lnTo>
                    <a:lnTo>
                      <a:pt x="0" y="62400"/>
                    </a:lnTo>
                    <a:lnTo>
                      <a:pt x="821" y="74771"/>
                    </a:lnTo>
                    <a:lnTo>
                      <a:pt x="16930" y="115871"/>
                    </a:lnTo>
                    <a:lnTo>
                      <a:pt x="20347" y="121158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3" name="Google Shape;4443;g2668d8541bd_0_943"/>
              <p:cNvSpPr/>
              <p:nvPr/>
            </p:nvSpPr>
            <p:spPr>
              <a:xfrm>
                <a:off x="7806690" y="5777483"/>
                <a:ext cx="92709" cy="79375"/>
              </a:xfrm>
              <a:custGeom>
                <a:rect b="b" l="l" r="r" t="t"/>
                <a:pathLst>
                  <a:path extrusionOk="0" h="79375" w="92709">
                    <a:moveTo>
                      <a:pt x="0" y="22860"/>
                    </a:moveTo>
                    <a:lnTo>
                      <a:pt x="43291" y="6036"/>
                    </a:lnTo>
                    <a:lnTo>
                      <a:pt x="66936" y="2250"/>
                    </a:lnTo>
                    <a:lnTo>
                      <a:pt x="73533" y="1238"/>
                    </a:lnTo>
                    <a:lnTo>
                      <a:pt x="80129" y="369"/>
                    </a:lnTo>
                    <a:lnTo>
                      <a:pt x="86868" y="0"/>
                    </a:lnTo>
                    <a:lnTo>
                      <a:pt x="86487" y="7072"/>
                    </a:lnTo>
                    <a:lnTo>
                      <a:pt x="85534" y="13716"/>
                    </a:lnTo>
                    <a:lnTo>
                      <a:pt x="84296" y="20359"/>
                    </a:lnTo>
                    <a:lnTo>
                      <a:pt x="83058" y="27432"/>
                    </a:lnTo>
                    <a:lnTo>
                      <a:pt x="81510" y="37719"/>
                    </a:lnTo>
                    <a:lnTo>
                      <a:pt x="80391" y="48006"/>
                    </a:lnTo>
                    <a:lnTo>
                      <a:pt x="79843" y="58293"/>
                    </a:lnTo>
                    <a:lnTo>
                      <a:pt x="80010" y="68580"/>
                    </a:lnTo>
                    <a:lnTo>
                      <a:pt x="80772" y="78486"/>
                    </a:lnTo>
                    <a:lnTo>
                      <a:pt x="83820" y="79248"/>
                    </a:lnTo>
                    <a:lnTo>
                      <a:pt x="92202" y="7772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4" name="Google Shape;4444;g2668d8541bd_0_943"/>
              <p:cNvSpPr/>
              <p:nvPr/>
            </p:nvSpPr>
            <p:spPr>
              <a:xfrm>
                <a:off x="7877853" y="5732621"/>
                <a:ext cx="12065" cy="7620"/>
              </a:xfrm>
              <a:custGeom>
                <a:rect b="b" l="l" r="r" t="t"/>
                <a:pathLst>
                  <a:path extrusionOk="0" h="7620" w="12065">
                    <a:moveTo>
                      <a:pt x="11894" y="6762"/>
                    </a:moveTo>
                    <a:lnTo>
                      <a:pt x="4119" y="2059"/>
                    </a:lnTo>
                    <a:lnTo>
                      <a:pt x="559" y="0"/>
                    </a:lnTo>
                    <a:lnTo>
                      <a:pt x="0" y="1512"/>
                    </a:lnTo>
                    <a:lnTo>
                      <a:pt x="1226" y="752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5" name="Google Shape;4445;g2668d8541bd_0_943"/>
              <p:cNvSpPr/>
              <p:nvPr/>
            </p:nvSpPr>
            <p:spPr>
              <a:xfrm>
                <a:off x="7929646" y="5777483"/>
                <a:ext cx="52704" cy="78104"/>
              </a:xfrm>
              <a:custGeom>
                <a:rect b="b" l="l" r="r" t="t"/>
                <a:pathLst>
                  <a:path extrusionOk="0" h="78104" w="52704">
                    <a:moveTo>
                      <a:pt x="488" y="28193"/>
                    </a:moveTo>
                    <a:lnTo>
                      <a:pt x="0" y="37838"/>
                    </a:lnTo>
                    <a:lnTo>
                      <a:pt x="11" y="45910"/>
                    </a:lnTo>
                    <a:lnTo>
                      <a:pt x="1023" y="53697"/>
                    </a:lnTo>
                    <a:lnTo>
                      <a:pt x="3536" y="62483"/>
                    </a:lnTo>
                    <a:lnTo>
                      <a:pt x="5822" y="68579"/>
                    </a:lnTo>
                    <a:lnTo>
                      <a:pt x="7346" y="76199"/>
                    </a:lnTo>
                    <a:lnTo>
                      <a:pt x="14966" y="77723"/>
                    </a:lnTo>
                    <a:lnTo>
                      <a:pt x="22157" y="76342"/>
                    </a:lnTo>
                    <a:lnTo>
                      <a:pt x="27920" y="71246"/>
                    </a:lnTo>
                    <a:lnTo>
                      <a:pt x="32539" y="64436"/>
                    </a:lnTo>
                    <a:lnTo>
                      <a:pt x="36302" y="57911"/>
                    </a:lnTo>
                    <a:lnTo>
                      <a:pt x="42541" y="47398"/>
                    </a:lnTo>
                    <a:lnTo>
                      <a:pt x="48494" y="34956"/>
                    </a:lnTo>
                    <a:lnTo>
                      <a:pt x="52161" y="21800"/>
                    </a:lnTo>
                    <a:lnTo>
                      <a:pt x="51542" y="9143"/>
                    </a:lnTo>
                    <a:lnTo>
                      <a:pt x="47386" y="3536"/>
                    </a:lnTo>
                    <a:lnTo>
                      <a:pt x="40588" y="857"/>
                    </a:lnTo>
                    <a:lnTo>
                      <a:pt x="32789" y="35"/>
                    </a:lnTo>
                    <a:lnTo>
                      <a:pt x="25634" y="0"/>
                    </a:lnTo>
                    <a:lnTo>
                      <a:pt x="18776" y="761"/>
                    </a:lnTo>
                    <a:lnTo>
                      <a:pt x="17252" y="1523"/>
                    </a:lnTo>
                    <a:lnTo>
                      <a:pt x="13442" y="6095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6" name="Google Shape;4446;g2668d8541bd_0_943"/>
              <p:cNvSpPr/>
              <p:nvPr/>
            </p:nvSpPr>
            <p:spPr>
              <a:xfrm>
                <a:off x="7997190" y="5762875"/>
                <a:ext cx="73025" cy="83185"/>
              </a:xfrm>
              <a:custGeom>
                <a:rect b="b" l="l" r="r" t="t"/>
                <a:pathLst>
                  <a:path extrusionOk="0" h="83185" w="73025">
                    <a:moveTo>
                      <a:pt x="0" y="29848"/>
                    </a:moveTo>
                    <a:lnTo>
                      <a:pt x="2131" y="37861"/>
                    </a:lnTo>
                    <a:lnTo>
                      <a:pt x="3905" y="45946"/>
                    </a:lnTo>
                    <a:lnTo>
                      <a:pt x="5250" y="54173"/>
                    </a:lnTo>
                    <a:lnTo>
                      <a:pt x="6096" y="62614"/>
                    </a:lnTo>
                    <a:lnTo>
                      <a:pt x="6858" y="69472"/>
                    </a:lnTo>
                    <a:lnTo>
                      <a:pt x="6858" y="76330"/>
                    </a:lnTo>
                    <a:lnTo>
                      <a:pt x="6858" y="83188"/>
                    </a:lnTo>
                    <a:lnTo>
                      <a:pt x="6298" y="76652"/>
                    </a:lnTo>
                    <a:lnTo>
                      <a:pt x="5810" y="69758"/>
                    </a:lnTo>
                    <a:lnTo>
                      <a:pt x="5464" y="62722"/>
                    </a:lnTo>
                    <a:lnTo>
                      <a:pt x="5334" y="55756"/>
                    </a:lnTo>
                    <a:lnTo>
                      <a:pt x="7012" y="43612"/>
                    </a:lnTo>
                    <a:lnTo>
                      <a:pt x="29896" y="6786"/>
                    </a:lnTo>
                    <a:lnTo>
                      <a:pt x="46446" y="0"/>
                    </a:lnTo>
                    <a:lnTo>
                      <a:pt x="54864" y="892"/>
                    </a:lnTo>
                    <a:lnTo>
                      <a:pt x="72616" y="40409"/>
                    </a:lnTo>
                    <a:lnTo>
                      <a:pt x="71342" y="49565"/>
                    </a:lnTo>
                    <a:lnTo>
                      <a:pt x="69068" y="58578"/>
                    </a:lnTo>
                    <a:lnTo>
                      <a:pt x="66294" y="67948"/>
                    </a:lnTo>
                    <a:lnTo>
                      <a:pt x="64008" y="73282"/>
                    </a:lnTo>
                    <a:lnTo>
                      <a:pt x="64770" y="76330"/>
                    </a:lnTo>
                    <a:lnTo>
                      <a:pt x="64008" y="8166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7" name="Google Shape;4447;g2668d8541bd_0_943"/>
              <p:cNvSpPr/>
              <p:nvPr/>
            </p:nvSpPr>
            <p:spPr>
              <a:xfrm>
                <a:off x="8058150" y="5736431"/>
                <a:ext cx="129540" cy="112395"/>
              </a:xfrm>
              <a:custGeom>
                <a:rect b="b" l="l" r="r" t="t"/>
                <a:pathLst>
                  <a:path extrusionOk="0" h="112395" w="129540">
                    <a:moveTo>
                      <a:pt x="107442" y="8286"/>
                    </a:moveTo>
                    <a:lnTo>
                      <a:pt x="96083" y="2607"/>
                    </a:lnTo>
                    <a:lnTo>
                      <a:pt x="86868" y="0"/>
                    </a:lnTo>
                    <a:lnTo>
                      <a:pt x="77652" y="1535"/>
                    </a:lnTo>
                    <a:lnTo>
                      <a:pt x="47648" y="33468"/>
                    </a:lnTo>
                    <a:lnTo>
                      <a:pt x="46482" y="44862"/>
                    </a:lnTo>
                    <a:lnTo>
                      <a:pt x="48958" y="55852"/>
                    </a:lnTo>
                    <a:lnTo>
                      <a:pt x="87463" y="81022"/>
                    </a:lnTo>
                    <a:lnTo>
                      <a:pt x="100393" y="85153"/>
                    </a:lnTo>
                    <a:lnTo>
                      <a:pt x="113037" y="89713"/>
                    </a:lnTo>
                    <a:lnTo>
                      <a:pt x="124968" y="95916"/>
                    </a:lnTo>
                    <a:lnTo>
                      <a:pt x="128778" y="98202"/>
                    </a:lnTo>
                    <a:lnTo>
                      <a:pt x="129540" y="98964"/>
                    </a:lnTo>
                    <a:lnTo>
                      <a:pt x="128778" y="102012"/>
                    </a:lnTo>
                    <a:lnTo>
                      <a:pt x="72199" y="110513"/>
                    </a:lnTo>
                    <a:lnTo>
                      <a:pt x="32194" y="111132"/>
                    </a:lnTo>
                    <a:lnTo>
                      <a:pt x="12192" y="111156"/>
                    </a:lnTo>
                    <a:lnTo>
                      <a:pt x="4572" y="111156"/>
                    </a:lnTo>
                    <a:lnTo>
                      <a:pt x="3048" y="111918"/>
                    </a:lnTo>
                    <a:lnTo>
                      <a:pt x="0" y="108108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448" name="Google Shape;4448;g2668d8541bd_0_94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8497834" y="5664885"/>
              <a:ext cx="140209" cy="1659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49" name="Google Shape;4449;g2668d8541bd_0_943"/>
            <p:cNvGrpSpPr/>
            <p:nvPr/>
          </p:nvGrpSpPr>
          <p:grpSpPr>
            <a:xfrm>
              <a:off x="8928341" y="5567159"/>
              <a:ext cx="806461" cy="211099"/>
              <a:chOff x="8928341" y="5567159"/>
              <a:chExt cx="806461" cy="211099"/>
            </a:xfrm>
          </p:grpSpPr>
          <p:pic>
            <p:nvPicPr>
              <p:cNvPr id="4450" name="Google Shape;4450;g2668d8541bd_0_943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8928341" y="5567159"/>
                <a:ext cx="175285" cy="2110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51" name="Google Shape;4451;g2668d8541bd_0_943"/>
              <p:cNvSpPr/>
              <p:nvPr/>
            </p:nvSpPr>
            <p:spPr>
              <a:xfrm>
                <a:off x="9138439" y="5647944"/>
                <a:ext cx="95884" cy="116839"/>
              </a:xfrm>
              <a:custGeom>
                <a:rect b="b" l="l" r="r" t="t"/>
                <a:pathLst>
                  <a:path extrusionOk="0" h="116839" w="95884">
                    <a:moveTo>
                      <a:pt x="44422" y="50291"/>
                    </a:moveTo>
                    <a:lnTo>
                      <a:pt x="41374" y="9143"/>
                    </a:lnTo>
                    <a:lnTo>
                      <a:pt x="38326" y="0"/>
                    </a:lnTo>
                    <a:lnTo>
                      <a:pt x="29182" y="3809"/>
                    </a:lnTo>
                    <a:lnTo>
                      <a:pt x="4893" y="41719"/>
                    </a:lnTo>
                    <a:lnTo>
                      <a:pt x="0" y="64960"/>
                    </a:lnTo>
                    <a:lnTo>
                      <a:pt x="321" y="75247"/>
                    </a:lnTo>
                    <a:lnTo>
                      <a:pt x="4214" y="84105"/>
                    </a:lnTo>
                    <a:lnTo>
                      <a:pt x="13180" y="90677"/>
                    </a:lnTo>
                    <a:lnTo>
                      <a:pt x="22371" y="92773"/>
                    </a:lnTo>
                    <a:lnTo>
                      <a:pt x="31277" y="91439"/>
                    </a:lnTo>
                    <a:lnTo>
                      <a:pt x="55161" y="50875"/>
                    </a:lnTo>
                    <a:lnTo>
                      <a:pt x="55852" y="40385"/>
                    </a:lnTo>
                    <a:lnTo>
                      <a:pt x="55852" y="35051"/>
                    </a:lnTo>
                    <a:lnTo>
                      <a:pt x="55852" y="32003"/>
                    </a:lnTo>
                    <a:lnTo>
                      <a:pt x="56614" y="25907"/>
                    </a:lnTo>
                    <a:lnTo>
                      <a:pt x="56888" y="35040"/>
                    </a:lnTo>
                    <a:lnTo>
                      <a:pt x="57661" y="44100"/>
                    </a:lnTo>
                    <a:lnTo>
                      <a:pt x="58864" y="53018"/>
                    </a:lnTo>
                    <a:lnTo>
                      <a:pt x="60424" y="61721"/>
                    </a:lnTo>
                    <a:lnTo>
                      <a:pt x="62484" y="73687"/>
                    </a:lnTo>
                    <a:lnTo>
                      <a:pt x="65472" y="85439"/>
                    </a:lnTo>
                    <a:lnTo>
                      <a:pt x="69746" y="96762"/>
                    </a:lnTo>
                    <a:lnTo>
                      <a:pt x="75664" y="107441"/>
                    </a:lnTo>
                    <a:lnTo>
                      <a:pt x="81760" y="115823"/>
                    </a:lnTo>
                    <a:lnTo>
                      <a:pt x="86332" y="115823"/>
                    </a:lnTo>
                    <a:lnTo>
                      <a:pt x="95476" y="116585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2" name="Google Shape;4452;g2668d8541bd_0_943"/>
              <p:cNvSpPr/>
              <p:nvPr/>
            </p:nvSpPr>
            <p:spPr>
              <a:xfrm>
                <a:off x="9267955" y="5597652"/>
                <a:ext cx="16509" cy="133350"/>
              </a:xfrm>
              <a:custGeom>
                <a:rect b="b" l="l" r="r" t="t"/>
                <a:pathLst>
                  <a:path extrusionOk="0" h="133350" w="16509">
                    <a:moveTo>
                      <a:pt x="11680" y="0"/>
                    </a:moveTo>
                    <a:lnTo>
                      <a:pt x="4643" y="13049"/>
                    </a:lnTo>
                    <a:lnTo>
                      <a:pt x="1107" y="24955"/>
                    </a:lnTo>
                    <a:lnTo>
                      <a:pt x="0" y="37719"/>
                    </a:lnTo>
                    <a:lnTo>
                      <a:pt x="250" y="53340"/>
                    </a:lnTo>
                    <a:lnTo>
                      <a:pt x="8072" y="95238"/>
                    </a:lnTo>
                    <a:lnTo>
                      <a:pt x="14728" y="117348"/>
                    </a:lnTo>
                    <a:lnTo>
                      <a:pt x="16252" y="124968"/>
                    </a:lnTo>
                    <a:lnTo>
                      <a:pt x="16252" y="13335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3" name="Google Shape;4453;g2668d8541bd_0_943"/>
              <p:cNvSpPr/>
              <p:nvPr/>
            </p:nvSpPr>
            <p:spPr>
              <a:xfrm>
                <a:off x="9257537" y="5656326"/>
                <a:ext cx="170179" cy="84454"/>
              </a:xfrm>
              <a:custGeom>
                <a:rect b="b" l="l" r="r" t="t"/>
                <a:pathLst>
                  <a:path extrusionOk="0" h="84454" w="170179">
                    <a:moveTo>
                      <a:pt x="0" y="47243"/>
                    </a:moveTo>
                    <a:lnTo>
                      <a:pt x="2464" y="36754"/>
                    </a:lnTo>
                    <a:lnTo>
                      <a:pt x="7143" y="31908"/>
                    </a:lnTo>
                    <a:lnTo>
                      <a:pt x="15109" y="29777"/>
                    </a:lnTo>
                    <a:lnTo>
                      <a:pt x="27431" y="27431"/>
                    </a:lnTo>
                    <a:lnTo>
                      <a:pt x="39874" y="24669"/>
                    </a:lnTo>
                    <a:lnTo>
                      <a:pt x="83057" y="12953"/>
                    </a:lnTo>
                    <a:lnTo>
                      <a:pt x="95249" y="6095"/>
                    </a:lnTo>
                    <a:lnTo>
                      <a:pt x="93059" y="13406"/>
                    </a:lnTo>
                    <a:lnTo>
                      <a:pt x="90297" y="20573"/>
                    </a:lnTo>
                    <a:lnTo>
                      <a:pt x="87534" y="27741"/>
                    </a:lnTo>
                    <a:lnTo>
                      <a:pt x="85344" y="35051"/>
                    </a:lnTo>
                    <a:lnTo>
                      <a:pt x="82510" y="44457"/>
                    </a:lnTo>
                    <a:lnTo>
                      <a:pt x="80391" y="54863"/>
                    </a:lnTo>
                    <a:lnTo>
                      <a:pt x="79986" y="65270"/>
                    </a:lnTo>
                    <a:lnTo>
                      <a:pt x="82296" y="74675"/>
                    </a:lnTo>
                    <a:lnTo>
                      <a:pt x="87129" y="80593"/>
                    </a:lnTo>
                    <a:lnTo>
                      <a:pt x="94678" y="83724"/>
                    </a:lnTo>
                    <a:lnTo>
                      <a:pt x="103084" y="84427"/>
                    </a:lnTo>
                    <a:lnTo>
                      <a:pt x="110489" y="83057"/>
                    </a:lnTo>
                    <a:lnTo>
                      <a:pt x="140970" y="45719"/>
                    </a:lnTo>
                    <a:lnTo>
                      <a:pt x="150114" y="5333"/>
                    </a:lnTo>
                    <a:lnTo>
                      <a:pt x="150876" y="2285"/>
                    </a:lnTo>
                    <a:lnTo>
                      <a:pt x="150876" y="1523"/>
                    </a:lnTo>
                    <a:lnTo>
                      <a:pt x="150876" y="0"/>
                    </a:lnTo>
                    <a:lnTo>
                      <a:pt x="147863" y="7441"/>
                    </a:lnTo>
                    <a:lnTo>
                      <a:pt x="145637" y="14954"/>
                    </a:lnTo>
                    <a:lnTo>
                      <a:pt x="144125" y="22609"/>
                    </a:lnTo>
                    <a:lnTo>
                      <a:pt x="143256" y="30479"/>
                    </a:lnTo>
                    <a:lnTo>
                      <a:pt x="142827" y="40147"/>
                    </a:lnTo>
                    <a:lnTo>
                      <a:pt x="143256" y="49529"/>
                    </a:lnTo>
                    <a:lnTo>
                      <a:pt x="145399" y="58340"/>
                    </a:lnTo>
                    <a:lnTo>
                      <a:pt x="150114" y="66293"/>
                    </a:lnTo>
                    <a:lnTo>
                      <a:pt x="156210" y="73151"/>
                    </a:lnTo>
                    <a:lnTo>
                      <a:pt x="162306" y="72389"/>
                    </a:lnTo>
                    <a:lnTo>
                      <a:pt x="169926" y="72389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4" name="Google Shape;4454;g2668d8541bd_0_943"/>
              <p:cNvSpPr/>
              <p:nvPr/>
            </p:nvSpPr>
            <p:spPr>
              <a:xfrm>
                <a:off x="9457181" y="5627679"/>
                <a:ext cx="106045" cy="90804"/>
              </a:xfrm>
              <a:custGeom>
                <a:rect b="b" l="l" r="r" t="t"/>
                <a:pathLst>
                  <a:path extrusionOk="0" h="90804" w="106045">
                    <a:moveTo>
                      <a:pt x="0" y="17978"/>
                    </a:moveTo>
                    <a:lnTo>
                      <a:pt x="23622" y="56078"/>
                    </a:lnTo>
                    <a:lnTo>
                      <a:pt x="10668" y="88844"/>
                    </a:lnTo>
                    <a:lnTo>
                      <a:pt x="6858" y="82748"/>
                    </a:lnTo>
                    <a:lnTo>
                      <a:pt x="9144" y="43124"/>
                    </a:lnTo>
                    <a:lnTo>
                      <a:pt x="38100" y="5786"/>
                    </a:lnTo>
                    <a:lnTo>
                      <a:pt x="59424" y="0"/>
                    </a:lnTo>
                    <a:lnTo>
                      <a:pt x="66294" y="452"/>
                    </a:lnTo>
                    <a:lnTo>
                      <a:pt x="73152" y="1976"/>
                    </a:lnTo>
                    <a:lnTo>
                      <a:pt x="79248" y="7310"/>
                    </a:lnTo>
                    <a:lnTo>
                      <a:pt x="80010" y="14168"/>
                    </a:lnTo>
                    <a:lnTo>
                      <a:pt x="80974" y="20133"/>
                    </a:lnTo>
                    <a:lnTo>
                      <a:pt x="81438" y="27027"/>
                    </a:lnTo>
                    <a:lnTo>
                      <a:pt x="81188" y="33778"/>
                    </a:lnTo>
                    <a:lnTo>
                      <a:pt x="80010" y="39314"/>
                    </a:lnTo>
                    <a:lnTo>
                      <a:pt x="76188" y="49803"/>
                    </a:lnTo>
                    <a:lnTo>
                      <a:pt x="71151" y="59793"/>
                    </a:lnTo>
                    <a:lnTo>
                      <a:pt x="65972" y="69639"/>
                    </a:lnTo>
                    <a:lnTo>
                      <a:pt x="61722" y="79700"/>
                    </a:lnTo>
                    <a:lnTo>
                      <a:pt x="60960" y="84272"/>
                    </a:lnTo>
                    <a:lnTo>
                      <a:pt x="60198" y="85796"/>
                    </a:lnTo>
                    <a:lnTo>
                      <a:pt x="60198" y="88844"/>
                    </a:lnTo>
                    <a:lnTo>
                      <a:pt x="69532" y="90273"/>
                    </a:lnTo>
                    <a:lnTo>
                      <a:pt x="78295" y="89987"/>
                    </a:lnTo>
                    <a:lnTo>
                      <a:pt x="86772" y="87987"/>
                    </a:lnTo>
                    <a:lnTo>
                      <a:pt x="95250" y="84272"/>
                    </a:lnTo>
                    <a:lnTo>
                      <a:pt x="99060" y="81986"/>
                    </a:lnTo>
                    <a:lnTo>
                      <a:pt x="102108" y="79700"/>
                    </a:lnTo>
                    <a:lnTo>
                      <a:pt x="105918" y="7741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5" name="Google Shape;4455;g2668d8541bd_0_943"/>
              <p:cNvSpPr/>
              <p:nvPr/>
            </p:nvSpPr>
            <p:spPr>
              <a:xfrm>
                <a:off x="9531857" y="5602795"/>
                <a:ext cx="71754" cy="47625"/>
              </a:xfrm>
              <a:custGeom>
                <a:rect b="b" l="l" r="r" t="t"/>
                <a:pathLst>
                  <a:path extrusionOk="0" h="47625" w="71754">
                    <a:moveTo>
                      <a:pt x="0" y="34480"/>
                    </a:moveTo>
                    <a:lnTo>
                      <a:pt x="10691" y="42160"/>
                    </a:lnTo>
                    <a:lnTo>
                      <a:pt x="20955" y="46196"/>
                    </a:lnTo>
                    <a:lnTo>
                      <a:pt x="32361" y="47232"/>
                    </a:lnTo>
                    <a:lnTo>
                      <a:pt x="46482" y="45910"/>
                    </a:lnTo>
                    <a:lnTo>
                      <a:pt x="55233" y="43445"/>
                    </a:lnTo>
                    <a:lnTo>
                      <a:pt x="62769" y="39338"/>
                    </a:lnTo>
                    <a:lnTo>
                      <a:pt x="68449" y="33373"/>
                    </a:lnTo>
                    <a:lnTo>
                      <a:pt x="71628" y="25336"/>
                    </a:lnTo>
                    <a:lnTo>
                      <a:pt x="70330" y="16728"/>
                    </a:lnTo>
                    <a:lnTo>
                      <a:pt x="32670" y="0"/>
                    </a:lnTo>
                    <a:lnTo>
                      <a:pt x="23395" y="1190"/>
                    </a:lnTo>
                    <a:lnTo>
                      <a:pt x="16763" y="5524"/>
                    </a:lnTo>
                    <a:lnTo>
                      <a:pt x="12191" y="11620"/>
                    </a:lnTo>
                    <a:lnTo>
                      <a:pt x="16763" y="17716"/>
                    </a:lnTo>
                    <a:lnTo>
                      <a:pt x="19049" y="2305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6" name="Google Shape;4456;g2668d8541bd_0_943"/>
              <p:cNvSpPr/>
              <p:nvPr/>
            </p:nvSpPr>
            <p:spPr>
              <a:xfrm>
                <a:off x="9572243" y="5579364"/>
                <a:ext cx="162559" cy="118110"/>
              </a:xfrm>
              <a:custGeom>
                <a:rect b="b" l="l" r="r" t="t"/>
                <a:pathLst>
                  <a:path extrusionOk="0" h="118110" w="162559">
                    <a:moveTo>
                      <a:pt x="99822" y="15239"/>
                    </a:moveTo>
                    <a:lnTo>
                      <a:pt x="99822" y="6857"/>
                    </a:lnTo>
                    <a:lnTo>
                      <a:pt x="100584" y="5333"/>
                    </a:lnTo>
                    <a:lnTo>
                      <a:pt x="98298" y="761"/>
                    </a:lnTo>
                    <a:lnTo>
                      <a:pt x="64103" y="21907"/>
                    </a:lnTo>
                    <a:lnTo>
                      <a:pt x="60198" y="40385"/>
                    </a:lnTo>
                    <a:lnTo>
                      <a:pt x="62103" y="50744"/>
                    </a:lnTo>
                    <a:lnTo>
                      <a:pt x="103489" y="79462"/>
                    </a:lnTo>
                    <a:lnTo>
                      <a:pt x="121729" y="84962"/>
                    </a:lnTo>
                    <a:lnTo>
                      <a:pt x="139684" y="91035"/>
                    </a:lnTo>
                    <a:lnTo>
                      <a:pt x="156210" y="99821"/>
                    </a:lnTo>
                    <a:lnTo>
                      <a:pt x="160020" y="102107"/>
                    </a:lnTo>
                    <a:lnTo>
                      <a:pt x="162306" y="107441"/>
                    </a:lnTo>
                    <a:lnTo>
                      <a:pt x="157734" y="109727"/>
                    </a:lnTo>
                    <a:lnTo>
                      <a:pt x="144970" y="114454"/>
                    </a:lnTo>
                    <a:lnTo>
                      <a:pt x="130492" y="116681"/>
                    </a:lnTo>
                    <a:lnTo>
                      <a:pt x="115728" y="117336"/>
                    </a:lnTo>
                    <a:lnTo>
                      <a:pt x="102108" y="117347"/>
                    </a:lnTo>
                    <a:lnTo>
                      <a:pt x="83581" y="117550"/>
                    </a:lnTo>
                    <a:lnTo>
                      <a:pt x="64770" y="117824"/>
                    </a:lnTo>
                    <a:lnTo>
                      <a:pt x="45958" y="117669"/>
                    </a:lnTo>
                    <a:lnTo>
                      <a:pt x="27432" y="116585"/>
                    </a:lnTo>
                    <a:lnTo>
                      <a:pt x="18216" y="115097"/>
                    </a:lnTo>
                    <a:lnTo>
                      <a:pt x="11430" y="113823"/>
                    </a:lnTo>
                    <a:lnTo>
                      <a:pt x="5786" y="112406"/>
                    </a:lnTo>
                    <a:lnTo>
                      <a:pt x="0" y="110489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457" name="Google Shape;4457;g2668d8541bd_0_943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6109703" y="6152375"/>
              <a:ext cx="413029" cy="2027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8" name="Google Shape;4458;g2668d8541bd_0_943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6882549" y="6183617"/>
              <a:ext cx="264463" cy="11612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59" name="Google Shape;4459;g2668d8541bd_0_943"/>
            <p:cNvGrpSpPr/>
            <p:nvPr/>
          </p:nvGrpSpPr>
          <p:grpSpPr>
            <a:xfrm>
              <a:off x="7447775" y="6086843"/>
              <a:ext cx="302539" cy="191882"/>
              <a:chOff x="7447775" y="6086843"/>
              <a:chExt cx="302539" cy="191882"/>
            </a:xfrm>
          </p:grpSpPr>
          <p:pic>
            <p:nvPicPr>
              <p:cNvPr id="4460" name="Google Shape;4460;g2668d8541bd_0_943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7447775" y="6086843"/>
                <a:ext cx="195859" cy="1918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61" name="Google Shape;4461;g2668d8541bd_0_943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7666469" y="6153863"/>
                <a:ext cx="83845" cy="1136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62" name="Google Shape;4462;g2668d8541bd_0_943"/>
            <p:cNvGrpSpPr/>
            <p:nvPr/>
          </p:nvGrpSpPr>
          <p:grpSpPr>
            <a:xfrm>
              <a:off x="7807522" y="6044171"/>
              <a:ext cx="897578" cy="223970"/>
              <a:chOff x="7807522" y="6044171"/>
              <a:chExt cx="897578" cy="223970"/>
            </a:xfrm>
          </p:grpSpPr>
          <p:pic>
            <p:nvPicPr>
              <p:cNvPr id="4463" name="Google Shape;4463;g2668d8541bd_0_943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7807522" y="6161519"/>
                <a:ext cx="163010" cy="1066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64" name="Google Shape;4464;g2668d8541bd_0_943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7997177" y="6147041"/>
                <a:ext cx="223291" cy="112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65" name="Google Shape;4465;g2668d8541bd_0_943"/>
              <p:cNvSpPr/>
              <p:nvPr/>
            </p:nvSpPr>
            <p:spPr>
              <a:xfrm>
                <a:off x="8261604" y="6106668"/>
                <a:ext cx="20320" cy="135889"/>
              </a:xfrm>
              <a:custGeom>
                <a:rect b="b" l="l" r="r" t="t"/>
                <a:pathLst>
                  <a:path extrusionOk="0" h="135889" w="20320">
                    <a:moveTo>
                      <a:pt x="0" y="0"/>
                    </a:moveTo>
                    <a:lnTo>
                      <a:pt x="13930" y="38254"/>
                    </a:lnTo>
                    <a:lnTo>
                      <a:pt x="18002" y="80295"/>
                    </a:lnTo>
                    <a:lnTo>
                      <a:pt x="18288" y="107442"/>
                    </a:lnTo>
                    <a:lnTo>
                      <a:pt x="18526" y="114847"/>
                    </a:lnTo>
                    <a:lnTo>
                      <a:pt x="18478" y="122110"/>
                    </a:lnTo>
                    <a:lnTo>
                      <a:pt x="18716" y="129087"/>
                    </a:lnTo>
                    <a:lnTo>
                      <a:pt x="19812" y="135636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466" name="Google Shape;4466;g2668d8541bd_0_943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8330647" y="6066269"/>
                <a:ext cx="250247" cy="1867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67" name="Google Shape;4467;g2668d8541bd_0_943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8606110" y="6044171"/>
                <a:ext cx="98990" cy="1572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68" name="Google Shape;4468;g2668d8541bd_0_943"/>
            <p:cNvGrpSpPr/>
            <p:nvPr/>
          </p:nvGrpSpPr>
          <p:grpSpPr>
            <a:xfrm>
              <a:off x="8792718" y="5995416"/>
              <a:ext cx="44577" cy="40131"/>
              <a:chOff x="8792718" y="5995416"/>
              <a:chExt cx="44577" cy="40131"/>
            </a:xfrm>
          </p:grpSpPr>
          <p:sp>
            <p:nvSpPr>
              <p:cNvPr id="4469" name="Google Shape;4469;g2668d8541bd_0_943"/>
              <p:cNvSpPr/>
              <p:nvPr/>
            </p:nvSpPr>
            <p:spPr>
              <a:xfrm>
                <a:off x="8792718" y="5995416"/>
                <a:ext cx="8890" cy="33654"/>
              </a:xfrm>
              <a:custGeom>
                <a:rect b="b" l="l" r="r" t="t"/>
                <a:pathLst>
                  <a:path extrusionOk="0" h="33654" w="8890">
                    <a:moveTo>
                      <a:pt x="8381" y="0"/>
                    </a:moveTo>
                    <a:lnTo>
                      <a:pt x="5262" y="6727"/>
                    </a:lnTo>
                    <a:lnTo>
                      <a:pt x="2857" y="12668"/>
                    </a:lnTo>
                    <a:lnTo>
                      <a:pt x="1309" y="18752"/>
                    </a:lnTo>
                    <a:lnTo>
                      <a:pt x="761" y="25908"/>
                    </a:lnTo>
                    <a:lnTo>
                      <a:pt x="0" y="32004"/>
                    </a:lnTo>
                    <a:lnTo>
                      <a:pt x="761" y="31242"/>
                    </a:lnTo>
                    <a:lnTo>
                      <a:pt x="5333" y="33528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0" name="Google Shape;4470;g2668d8541bd_0_943"/>
              <p:cNvSpPr/>
              <p:nvPr/>
            </p:nvSpPr>
            <p:spPr>
              <a:xfrm>
                <a:off x="8812530" y="6007608"/>
                <a:ext cx="24765" cy="27939"/>
              </a:xfrm>
              <a:custGeom>
                <a:rect b="b" l="l" r="r" t="t"/>
                <a:pathLst>
                  <a:path extrusionOk="0" h="27939" w="24765">
                    <a:moveTo>
                      <a:pt x="24383" y="0"/>
                    </a:moveTo>
                    <a:lnTo>
                      <a:pt x="1523" y="24383"/>
                    </a:lnTo>
                    <a:lnTo>
                      <a:pt x="761" y="25145"/>
                    </a:lnTo>
                    <a:lnTo>
                      <a:pt x="0" y="27431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2023-01-18T06:43:27Z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2023-01-18T00:00:00Z</vt:filetime>
  </property>
  <property fmtid="{D5CDD505-2E9C-101B-9397-08002B2CF9AE}" pid="3" name="Producer">
    <vt:lpwstr>iLovePDF</vt:lpwstr>
  </property>
</Properties>
</file>