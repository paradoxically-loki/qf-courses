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7772400" cx="10058400"/>
  <p:notesSz cx="10058400" cy="7772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i3FkE0mGLIFPEz0acUchqo0uKn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5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6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7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0" name="Google Shape;390;p7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8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4" name="Google Shape;504;p8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9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6" name="Google Shape;666;p9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0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2" name="Google Shape;792;p10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1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8" name="Google Shape;918;p11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2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2" name="Google Shape;952;p12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13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1" name="Google Shape;1161;p13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14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9" name="Google Shape;1399;p14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219c5819a12_0_0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4" name="Google Shape;1584;g219c5819a12_0_0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15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8" name="Google Shape;1588;p15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16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4" name="Google Shape;1724;p16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17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8" name="Google Shape;1858;p17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p18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3" name="Google Shape;2003;p18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p19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6" name="Google Shape;2126;p19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5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p20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7" name="Google Shape;2147;p20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4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p21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6" name="Google Shape;2256;p21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8" name="Shape 2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9" name="Google Shape;2379;p22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0" name="Google Shape;2380;p22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1" name="Shape 2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" name="Google Shape;2442;p23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3" name="Google Shape;2443;p23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7" name="Shape 2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8" name="Google Shape;2448;p24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9" name="Google Shape;2449;p24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9" name="Shape 2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" name="Google Shape;2600;p25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1" name="Google Shape;2601;p25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8" name="Shape 2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9" name="Google Shape;2809;p26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0" name="Google Shape;2810;p26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6" name="Shape 2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7" name="Google Shape;2957;p27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8" name="Google Shape;2958;p27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7" name="Shape 3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8" name="Google Shape;3068;p28:notes"/>
          <p:cNvSpPr txBox="1"/>
          <p:nvPr>
            <p:ph idx="1" type="body"/>
          </p:nvPr>
        </p:nvSpPr>
        <p:spPr>
          <a:xfrm>
            <a:off x="1005825" y="3691875"/>
            <a:ext cx="80466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9" name="Google Shape;3069;p28:notes"/>
          <p:cNvSpPr/>
          <p:nvPr>
            <p:ph idx="2" type="sldImg"/>
          </p:nvPr>
        </p:nvSpPr>
        <p:spPr>
          <a:xfrm>
            <a:off x="1676725" y="582925"/>
            <a:ext cx="6705900" cy="29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0" name="Shape 3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1" name="Google Shape;3251;p29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2" name="Google Shape;3252;p29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8" name="Shape 3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9" name="Google Shape;3419;p30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20" name="Google Shape;3420;p30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8" name="Shape 3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9" name="Google Shape;3509;p31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0" name="Google Shape;3510;p31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3" name="Shape 3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4" name="Google Shape;3534;p32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5" name="Google Shape;3535;p32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3" name="Shape 3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4" name="Google Shape;3704;p33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05" name="Google Shape;3705;p33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9" name="Shape 3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0" name="Google Shape;3710;p34:notes"/>
          <p:cNvSpPr txBox="1"/>
          <p:nvPr>
            <p:ph idx="1" type="body"/>
          </p:nvPr>
        </p:nvSpPr>
        <p:spPr>
          <a:xfrm>
            <a:off x="1005825" y="3691875"/>
            <a:ext cx="8046700" cy="3497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1" name="Google Shape;3711;p34:notes"/>
          <p:cNvSpPr/>
          <p:nvPr>
            <p:ph idx="2" type="sldImg"/>
          </p:nvPr>
        </p:nvSpPr>
        <p:spPr>
          <a:xfrm>
            <a:off x="1676725" y="582925"/>
            <a:ext cx="6705925" cy="29146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 txBox="1"/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6"/>
          <p:cNvSpPr txBox="1"/>
          <p:nvPr>
            <p:ph idx="1" type="body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6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6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6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7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7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8"/>
          <p:cNvSpPr txBox="1"/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8"/>
          <p:cNvSpPr txBox="1"/>
          <p:nvPr>
            <p:ph idx="1" type="subTitle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8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8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8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9"/>
          <p:cNvSpPr txBox="1"/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9"/>
          <p:cNvSpPr txBox="1"/>
          <p:nvPr>
            <p:ph idx="1" type="body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9"/>
          <p:cNvSpPr txBox="1"/>
          <p:nvPr>
            <p:ph idx="2" type="body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9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9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9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0"/>
          <p:cNvSpPr txBox="1"/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0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0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0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/>
          <p:nvPr/>
        </p:nvSpPr>
        <p:spPr>
          <a:xfrm>
            <a:off x="63245" y="1409699"/>
            <a:ext cx="9931400" cy="463550"/>
          </a:xfrm>
          <a:custGeom>
            <a:rect b="b" l="l" r="r" t="t"/>
            <a:pathLst>
              <a:path extrusionOk="0" h="463550" w="9931400">
                <a:moveTo>
                  <a:pt x="9931146" y="32003"/>
                </a:moveTo>
                <a:lnTo>
                  <a:pt x="9928609" y="19609"/>
                </a:lnTo>
                <a:lnTo>
                  <a:pt x="9921716" y="9429"/>
                </a:lnTo>
                <a:lnTo>
                  <a:pt x="9911536" y="2536"/>
                </a:lnTo>
                <a:lnTo>
                  <a:pt x="9899142" y="0"/>
                </a:lnTo>
                <a:lnTo>
                  <a:pt x="32003" y="0"/>
                </a:lnTo>
                <a:lnTo>
                  <a:pt x="19288" y="2536"/>
                </a:lnTo>
                <a:lnTo>
                  <a:pt x="9143" y="9429"/>
                </a:lnTo>
                <a:lnTo>
                  <a:pt x="2428" y="19609"/>
                </a:lnTo>
                <a:lnTo>
                  <a:pt x="0" y="32004"/>
                </a:lnTo>
                <a:lnTo>
                  <a:pt x="0" y="431292"/>
                </a:lnTo>
                <a:lnTo>
                  <a:pt x="2428" y="444007"/>
                </a:lnTo>
                <a:lnTo>
                  <a:pt x="9144" y="454152"/>
                </a:lnTo>
                <a:lnTo>
                  <a:pt x="19288" y="460867"/>
                </a:lnTo>
                <a:lnTo>
                  <a:pt x="32003" y="463296"/>
                </a:lnTo>
                <a:lnTo>
                  <a:pt x="9899142" y="463295"/>
                </a:lnTo>
                <a:lnTo>
                  <a:pt x="9911536" y="460867"/>
                </a:lnTo>
                <a:lnTo>
                  <a:pt x="9921716" y="454151"/>
                </a:lnTo>
                <a:lnTo>
                  <a:pt x="9928609" y="444007"/>
                </a:lnTo>
                <a:lnTo>
                  <a:pt x="9931146" y="431291"/>
                </a:lnTo>
                <a:lnTo>
                  <a:pt x="9931146" y="32003"/>
                </a:lnTo>
                <a:close/>
              </a:path>
            </a:pathLst>
          </a:cu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7;p3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26492" y="1791467"/>
            <a:ext cx="268135" cy="7783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35"/>
          <p:cNvSpPr/>
          <p:nvPr/>
        </p:nvSpPr>
        <p:spPr>
          <a:xfrm>
            <a:off x="126492" y="1789175"/>
            <a:ext cx="9805035" cy="0"/>
          </a:xfrm>
          <a:custGeom>
            <a:rect b="b" l="l" r="r" t="t"/>
            <a:pathLst>
              <a:path extrusionOk="0" h="120000" w="9805035">
                <a:moveTo>
                  <a:pt x="0" y="0"/>
                </a:moveTo>
                <a:lnTo>
                  <a:pt x="9804654" y="0"/>
                </a:lnTo>
              </a:path>
            </a:pathLst>
          </a:cu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9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658350" y="1791467"/>
            <a:ext cx="268135" cy="7783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35"/>
          <p:cNvSpPr txBox="1"/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40" Type="http://schemas.openxmlformats.org/officeDocument/2006/relationships/image" Target="../media/image35.png"/><Relationship Id="rId20" Type="http://schemas.openxmlformats.org/officeDocument/2006/relationships/image" Target="../media/image48.png"/><Relationship Id="rId42" Type="http://schemas.openxmlformats.org/officeDocument/2006/relationships/image" Target="../media/image34.png"/><Relationship Id="rId41" Type="http://schemas.openxmlformats.org/officeDocument/2006/relationships/image" Target="../media/image31.png"/><Relationship Id="rId22" Type="http://schemas.openxmlformats.org/officeDocument/2006/relationships/image" Target="../media/image18.png"/><Relationship Id="rId44" Type="http://schemas.openxmlformats.org/officeDocument/2006/relationships/image" Target="../media/image80.png"/><Relationship Id="rId21" Type="http://schemas.openxmlformats.org/officeDocument/2006/relationships/image" Target="../media/image26.png"/><Relationship Id="rId43" Type="http://schemas.openxmlformats.org/officeDocument/2006/relationships/image" Target="../media/image40.png"/><Relationship Id="rId24" Type="http://schemas.openxmlformats.org/officeDocument/2006/relationships/image" Target="../media/image27.png"/><Relationship Id="rId46" Type="http://schemas.openxmlformats.org/officeDocument/2006/relationships/image" Target="../media/image53.png"/><Relationship Id="rId23" Type="http://schemas.openxmlformats.org/officeDocument/2006/relationships/image" Target="../media/image20.png"/><Relationship Id="rId45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9.png"/><Relationship Id="rId26" Type="http://schemas.openxmlformats.org/officeDocument/2006/relationships/image" Target="../media/image24.png"/><Relationship Id="rId25" Type="http://schemas.openxmlformats.org/officeDocument/2006/relationships/image" Target="../media/image37.png"/><Relationship Id="rId28" Type="http://schemas.openxmlformats.org/officeDocument/2006/relationships/image" Target="../media/image29.png"/><Relationship Id="rId27" Type="http://schemas.openxmlformats.org/officeDocument/2006/relationships/image" Target="../media/image41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29" Type="http://schemas.openxmlformats.org/officeDocument/2006/relationships/image" Target="../media/image36.png"/><Relationship Id="rId7" Type="http://schemas.openxmlformats.org/officeDocument/2006/relationships/image" Target="../media/image7.png"/><Relationship Id="rId8" Type="http://schemas.openxmlformats.org/officeDocument/2006/relationships/image" Target="../media/image43.png"/><Relationship Id="rId31" Type="http://schemas.openxmlformats.org/officeDocument/2006/relationships/image" Target="../media/image44.png"/><Relationship Id="rId30" Type="http://schemas.openxmlformats.org/officeDocument/2006/relationships/image" Target="../media/image46.png"/><Relationship Id="rId11" Type="http://schemas.openxmlformats.org/officeDocument/2006/relationships/image" Target="../media/image3.png"/><Relationship Id="rId33" Type="http://schemas.openxmlformats.org/officeDocument/2006/relationships/image" Target="../media/image67.png"/><Relationship Id="rId10" Type="http://schemas.openxmlformats.org/officeDocument/2006/relationships/image" Target="../media/image22.png"/><Relationship Id="rId32" Type="http://schemas.openxmlformats.org/officeDocument/2006/relationships/image" Target="../media/image30.png"/><Relationship Id="rId13" Type="http://schemas.openxmlformats.org/officeDocument/2006/relationships/image" Target="../media/image8.png"/><Relationship Id="rId35" Type="http://schemas.openxmlformats.org/officeDocument/2006/relationships/image" Target="../media/image32.png"/><Relationship Id="rId12" Type="http://schemas.openxmlformats.org/officeDocument/2006/relationships/image" Target="../media/image12.png"/><Relationship Id="rId34" Type="http://schemas.openxmlformats.org/officeDocument/2006/relationships/image" Target="../media/image28.png"/><Relationship Id="rId15" Type="http://schemas.openxmlformats.org/officeDocument/2006/relationships/image" Target="../media/image15.png"/><Relationship Id="rId37" Type="http://schemas.openxmlformats.org/officeDocument/2006/relationships/image" Target="../media/image39.png"/><Relationship Id="rId14" Type="http://schemas.openxmlformats.org/officeDocument/2006/relationships/image" Target="../media/image10.png"/><Relationship Id="rId36" Type="http://schemas.openxmlformats.org/officeDocument/2006/relationships/image" Target="../media/image66.png"/><Relationship Id="rId17" Type="http://schemas.openxmlformats.org/officeDocument/2006/relationships/image" Target="../media/image25.png"/><Relationship Id="rId39" Type="http://schemas.openxmlformats.org/officeDocument/2006/relationships/image" Target="../media/image45.png"/><Relationship Id="rId16" Type="http://schemas.openxmlformats.org/officeDocument/2006/relationships/image" Target="../media/image4.png"/><Relationship Id="rId38" Type="http://schemas.openxmlformats.org/officeDocument/2006/relationships/image" Target="../media/image33.png"/><Relationship Id="rId19" Type="http://schemas.openxmlformats.org/officeDocument/2006/relationships/image" Target="../media/image23.png"/><Relationship Id="rId18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61.png"/><Relationship Id="rId22" Type="http://schemas.openxmlformats.org/officeDocument/2006/relationships/image" Target="../media/image73.png"/><Relationship Id="rId21" Type="http://schemas.openxmlformats.org/officeDocument/2006/relationships/image" Target="../media/image60.png"/><Relationship Id="rId24" Type="http://schemas.openxmlformats.org/officeDocument/2006/relationships/image" Target="../media/image81.png"/><Relationship Id="rId23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8.png"/><Relationship Id="rId4" Type="http://schemas.openxmlformats.org/officeDocument/2006/relationships/image" Target="../media/image57.png"/><Relationship Id="rId9" Type="http://schemas.openxmlformats.org/officeDocument/2006/relationships/image" Target="../media/image51.png"/><Relationship Id="rId26" Type="http://schemas.openxmlformats.org/officeDocument/2006/relationships/image" Target="../media/image63.png"/><Relationship Id="rId25" Type="http://schemas.openxmlformats.org/officeDocument/2006/relationships/image" Target="../media/image59.png"/><Relationship Id="rId28" Type="http://schemas.openxmlformats.org/officeDocument/2006/relationships/image" Target="../media/image77.png"/><Relationship Id="rId27" Type="http://schemas.openxmlformats.org/officeDocument/2006/relationships/image" Target="../media/image69.png"/><Relationship Id="rId5" Type="http://schemas.openxmlformats.org/officeDocument/2006/relationships/image" Target="../media/image123.png"/><Relationship Id="rId6" Type="http://schemas.openxmlformats.org/officeDocument/2006/relationships/image" Target="../media/image65.png"/><Relationship Id="rId29" Type="http://schemas.openxmlformats.org/officeDocument/2006/relationships/image" Target="../media/image79.png"/><Relationship Id="rId7" Type="http://schemas.openxmlformats.org/officeDocument/2006/relationships/image" Target="../media/image56.png"/><Relationship Id="rId8" Type="http://schemas.openxmlformats.org/officeDocument/2006/relationships/image" Target="../media/image47.png"/><Relationship Id="rId31" Type="http://schemas.openxmlformats.org/officeDocument/2006/relationships/image" Target="../media/image83.png"/><Relationship Id="rId30" Type="http://schemas.openxmlformats.org/officeDocument/2006/relationships/image" Target="../media/image64.png"/><Relationship Id="rId11" Type="http://schemas.openxmlformats.org/officeDocument/2006/relationships/image" Target="../media/image49.png"/><Relationship Id="rId33" Type="http://schemas.openxmlformats.org/officeDocument/2006/relationships/image" Target="../media/image70.png"/><Relationship Id="rId10" Type="http://schemas.openxmlformats.org/officeDocument/2006/relationships/image" Target="../media/image52.png"/><Relationship Id="rId32" Type="http://schemas.openxmlformats.org/officeDocument/2006/relationships/image" Target="../media/image71.png"/><Relationship Id="rId13" Type="http://schemas.openxmlformats.org/officeDocument/2006/relationships/image" Target="../media/image50.png"/><Relationship Id="rId35" Type="http://schemas.openxmlformats.org/officeDocument/2006/relationships/image" Target="../media/image99.png"/><Relationship Id="rId12" Type="http://schemas.openxmlformats.org/officeDocument/2006/relationships/image" Target="../media/image55.png"/><Relationship Id="rId34" Type="http://schemas.openxmlformats.org/officeDocument/2006/relationships/image" Target="../media/image84.png"/><Relationship Id="rId15" Type="http://schemas.openxmlformats.org/officeDocument/2006/relationships/image" Target="../media/image58.png"/><Relationship Id="rId14" Type="http://schemas.openxmlformats.org/officeDocument/2006/relationships/image" Target="../media/image62.png"/><Relationship Id="rId17" Type="http://schemas.openxmlformats.org/officeDocument/2006/relationships/image" Target="../media/image72.png"/><Relationship Id="rId16" Type="http://schemas.openxmlformats.org/officeDocument/2006/relationships/image" Target="../media/image54.png"/><Relationship Id="rId19" Type="http://schemas.openxmlformats.org/officeDocument/2006/relationships/image" Target="../media/image76.png"/><Relationship Id="rId18" Type="http://schemas.openxmlformats.org/officeDocument/2006/relationships/image" Target="../media/image102.png"/></Relationships>
</file>

<file path=ppt/slides/_rels/slide5.xml.rels><?xml version="1.0" encoding="UTF-8" standalone="yes"?><Relationships xmlns="http://schemas.openxmlformats.org/package/2006/relationships"><Relationship Id="rId40" Type="http://schemas.openxmlformats.org/officeDocument/2006/relationships/image" Target="../media/image115.png"/><Relationship Id="rId42" Type="http://schemas.openxmlformats.org/officeDocument/2006/relationships/image" Target="../media/image114.png"/><Relationship Id="rId41" Type="http://schemas.openxmlformats.org/officeDocument/2006/relationships/image" Target="../media/image169.png"/><Relationship Id="rId44" Type="http://schemas.openxmlformats.org/officeDocument/2006/relationships/image" Target="../media/image120.png"/><Relationship Id="rId43" Type="http://schemas.openxmlformats.org/officeDocument/2006/relationships/image" Target="../media/image119.png"/><Relationship Id="rId46" Type="http://schemas.openxmlformats.org/officeDocument/2006/relationships/image" Target="../media/image118.png"/><Relationship Id="rId45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8.png"/><Relationship Id="rId4" Type="http://schemas.openxmlformats.org/officeDocument/2006/relationships/image" Target="../media/image75.png"/><Relationship Id="rId9" Type="http://schemas.openxmlformats.org/officeDocument/2006/relationships/image" Target="../media/image82.png"/><Relationship Id="rId48" Type="http://schemas.openxmlformats.org/officeDocument/2006/relationships/image" Target="../media/image117.png"/><Relationship Id="rId47" Type="http://schemas.openxmlformats.org/officeDocument/2006/relationships/image" Target="../media/image116.png"/><Relationship Id="rId49" Type="http://schemas.openxmlformats.org/officeDocument/2006/relationships/image" Target="../media/image125.png"/><Relationship Id="rId5" Type="http://schemas.openxmlformats.org/officeDocument/2006/relationships/image" Target="../media/image74.png"/><Relationship Id="rId6" Type="http://schemas.openxmlformats.org/officeDocument/2006/relationships/image" Target="../media/image106.png"/><Relationship Id="rId7" Type="http://schemas.openxmlformats.org/officeDocument/2006/relationships/image" Target="../media/image112.png"/><Relationship Id="rId8" Type="http://schemas.openxmlformats.org/officeDocument/2006/relationships/image" Target="../media/image100.png"/><Relationship Id="rId31" Type="http://schemas.openxmlformats.org/officeDocument/2006/relationships/image" Target="../media/image105.png"/><Relationship Id="rId30" Type="http://schemas.openxmlformats.org/officeDocument/2006/relationships/image" Target="../media/image103.png"/><Relationship Id="rId33" Type="http://schemas.openxmlformats.org/officeDocument/2006/relationships/image" Target="../media/image147.png"/><Relationship Id="rId32" Type="http://schemas.openxmlformats.org/officeDocument/2006/relationships/image" Target="../media/image111.png"/><Relationship Id="rId35" Type="http://schemas.openxmlformats.org/officeDocument/2006/relationships/image" Target="../media/image137.png"/><Relationship Id="rId34" Type="http://schemas.openxmlformats.org/officeDocument/2006/relationships/image" Target="../media/image107.png"/><Relationship Id="rId37" Type="http://schemas.openxmlformats.org/officeDocument/2006/relationships/image" Target="../media/image101.png"/><Relationship Id="rId36" Type="http://schemas.openxmlformats.org/officeDocument/2006/relationships/image" Target="../media/image140.png"/><Relationship Id="rId39" Type="http://schemas.openxmlformats.org/officeDocument/2006/relationships/image" Target="../media/image110.png"/><Relationship Id="rId38" Type="http://schemas.openxmlformats.org/officeDocument/2006/relationships/image" Target="../media/image109.png"/><Relationship Id="rId20" Type="http://schemas.openxmlformats.org/officeDocument/2006/relationships/image" Target="../media/image108.png"/><Relationship Id="rId22" Type="http://schemas.openxmlformats.org/officeDocument/2006/relationships/image" Target="../media/image93.png"/><Relationship Id="rId21" Type="http://schemas.openxmlformats.org/officeDocument/2006/relationships/image" Target="../media/image95.png"/><Relationship Id="rId24" Type="http://schemas.openxmlformats.org/officeDocument/2006/relationships/image" Target="../media/image97.png"/><Relationship Id="rId23" Type="http://schemas.openxmlformats.org/officeDocument/2006/relationships/image" Target="../media/image121.png"/><Relationship Id="rId26" Type="http://schemas.openxmlformats.org/officeDocument/2006/relationships/image" Target="../media/image94.png"/><Relationship Id="rId25" Type="http://schemas.openxmlformats.org/officeDocument/2006/relationships/image" Target="../media/image91.png"/><Relationship Id="rId28" Type="http://schemas.openxmlformats.org/officeDocument/2006/relationships/image" Target="../media/image113.png"/><Relationship Id="rId27" Type="http://schemas.openxmlformats.org/officeDocument/2006/relationships/image" Target="../media/image96.png"/><Relationship Id="rId29" Type="http://schemas.openxmlformats.org/officeDocument/2006/relationships/image" Target="../media/image104.png"/><Relationship Id="rId51" Type="http://schemas.openxmlformats.org/officeDocument/2006/relationships/image" Target="../media/image128.png"/><Relationship Id="rId50" Type="http://schemas.openxmlformats.org/officeDocument/2006/relationships/image" Target="../media/image130.png"/><Relationship Id="rId11" Type="http://schemas.openxmlformats.org/officeDocument/2006/relationships/image" Target="../media/image133.png"/><Relationship Id="rId10" Type="http://schemas.openxmlformats.org/officeDocument/2006/relationships/image" Target="../media/image85.png"/><Relationship Id="rId13" Type="http://schemas.openxmlformats.org/officeDocument/2006/relationships/image" Target="../media/image86.png"/><Relationship Id="rId12" Type="http://schemas.openxmlformats.org/officeDocument/2006/relationships/image" Target="../media/image78.png"/><Relationship Id="rId15" Type="http://schemas.openxmlformats.org/officeDocument/2006/relationships/image" Target="../media/image89.png"/><Relationship Id="rId14" Type="http://schemas.openxmlformats.org/officeDocument/2006/relationships/image" Target="../media/image92.png"/><Relationship Id="rId17" Type="http://schemas.openxmlformats.org/officeDocument/2006/relationships/image" Target="../media/image87.png"/><Relationship Id="rId16" Type="http://schemas.openxmlformats.org/officeDocument/2006/relationships/image" Target="../media/image143.png"/><Relationship Id="rId19" Type="http://schemas.openxmlformats.org/officeDocument/2006/relationships/image" Target="../media/image90.png"/><Relationship Id="rId18" Type="http://schemas.openxmlformats.org/officeDocument/2006/relationships/image" Target="../media/image98.png"/></Relationships>
</file>

<file path=ppt/slides/_rels/slide6.xml.rels><?xml version="1.0" encoding="UTF-8" standalone="yes"?><Relationships xmlns="http://schemas.openxmlformats.org/package/2006/relationships"><Relationship Id="rId40" Type="http://schemas.openxmlformats.org/officeDocument/2006/relationships/image" Target="../media/image172.png"/><Relationship Id="rId42" Type="http://schemas.openxmlformats.org/officeDocument/2006/relationships/image" Target="../media/image170.png"/><Relationship Id="rId41" Type="http://schemas.openxmlformats.org/officeDocument/2006/relationships/image" Target="../media/image165.png"/><Relationship Id="rId44" Type="http://schemas.openxmlformats.org/officeDocument/2006/relationships/image" Target="../media/image162.png"/><Relationship Id="rId43" Type="http://schemas.openxmlformats.org/officeDocument/2006/relationships/image" Target="../media/image176.png"/><Relationship Id="rId46" Type="http://schemas.openxmlformats.org/officeDocument/2006/relationships/image" Target="../media/image160.png"/><Relationship Id="rId45" Type="http://schemas.openxmlformats.org/officeDocument/2006/relationships/image" Target="../media/image16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7.png"/><Relationship Id="rId4" Type="http://schemas.openxmlformats.org/officeDocument/2006/relationships/image" Target="../media/image131.png"/><Relationship Id="rId9" Type="http://schemas.openxmlformats.org/officeDocument/2006/relationships/image" Target="../media/image153.png"/><Relationship Id="rId5" Type="http://schemas.openxmlformats.org/officeDocument/2006/relationships/image" Target="../media/image127.png"/><Relationship Id="rId6" Type="http://schemas.openxmlformats.org/officeDocument/2006/relationships/image" Target="../media/image126.png"/><Relationship Id="rId7" Type="http://schemas.openxmlformats.org/officeDocument/2006/relationships/image" Target="../media/image132.png"/><Relationship Id="rId8" Type="http://schemas.openxmlformats.org/officeDocument/2006/relationships/image" Target="../media/image139.png"/><Relationship Id="rId31" Type="http://schemas.openxmlformats.org/officeDocument/2006/relationships/image" Target="../media/image155.png"/><Relationship Id="rId30" Type="http://schemas.openxmlformats.org/officeDocument/2006/relationships/image" Target="../media/image154.png"/><Relationship Id="rId33" Type="http://schemas.openxmlformats.org/officeDocument/2006/relationships/image" Target="../media/image151.png"/><Relationship Id="rId32" Type="http://schemas.openxmlformats.org/officeDocument/2006/relationships/image" Target="../media/image152.png"/><Relationship Id="rId35" Type="http://schemas.openxmlformats.org/officeDocument/2006/relationships/image" Target="../media/image159.png"/><Relationship Id="rId34" Type="http://schemas.openxmlformats.org/officeDocument/2006/relationships/image" Target="../media/image158.png"/><Relationship Id="rId37" Type="http://schemas.openxmlformats.org/officeDocument/2006/relationships/image" Target="../media/image208.png"/><Relationship Id="rId36" Type="http://schemas.openxmlformats.org/officeDocument/2006/relationships/image" Target="../media/image175.png"/><Relationship Id="rId39" Type="http://schemas.openxmlformats.org/officeDocument/2006/relationships/image" Target="../media/image161.png"/><Relationship Id="rId38" Type="http://schemas.openxmlformats.org/officeDocument/2006/relationships/image" Target="../media/image157.png"/><Relationship Id="rId20" Type="http://schemas.openxmlformats.org/officeDocument/2006/relationships/image" Target="../media/image144.png"/><Relationship Id="rId22" Type="http://schemas.openxmlformats.org/officeDocument/2006/relationships/image" Target="../media/image141.png"/><Relationship Id="rId21" Type="http://schemas.openxmlformats.org/officeDocument/2006/relationships/image" Target="../media/image149.png"/><Relationship Id="rId24" Type="http://schemas.openxmlformats.org/officeDocument/2006/relationships/image" Target="../media/image150.png"/><Relationship Id="rId23" Type="http://schemas.openxmlformats.org/officeDocument/2006/relationships/image" Target="../media/image168.png"/><Relationship Id="rId26" Type="http://schemas.openxmlformats.org/officeDocument/2006/relationships/image" Target="../media/image145.png"/><Relationship Id="rId25" Type="http://schemas.openxmlformats.org/officeDocument/2006/relationships/image" Target="../media/image146.png"/><Relationship Id="rId28" Type="http://schemas.openxmlformats.org/officeDocument/2006/relationships/image" Target="../media/image148.png"/><Relationship Id="rId27" Type="http://schemas.openxmlformats.org/officeDocument/2006/relationships/image" Target="../media/image156.png"/><Relationship Id="rId29" Type="http://schemas.openxmlformats.org/officeDocument/2006/relationships/image" Target="../media/image195.png"/><Relationship Id="rId11" Type="http://schemas.openxmlformats.org/officeDocument/2006/relationships/image" Target="../media/image124.png"/><Relationship Id="rId10" Type="http://schemas.openxmlformats.org/officeDocument/2006/relationships/image" Target="../media/image138.png"/><Relationship Id="rId13" Type="http://schemas.openxmlformats.org/officeDocument/2006/relationships/image" Target="../media/image129.png"/><Relationship Id="rId12" Type="http://schemas.openxmlformats.org/officeDocument/2006/relationships/image" Target="../media/image136.png"/><Relationship Id="rId15" Type="http://schemas.openxmlformats.org/officeDocument/2006/relationships/image" Target="../media/image163.png"/><Relationship Id="rId14" Type="http://schemas.openxmlformats.org/officeDocument/2006/relationships/image" Target="../media/image171.png"/><Relationship Id="rId17" Type="http://schemas.openxmlformats.org/officeDocument/2006/relationships/image" Target="../media/image135.png"/><Relationship Id="rId16" Type="http://schemas.openxmlformats.org/officeDocument/2006/relationships/image" Target="../media/image134.png"/><Relationship Id="rId19" Type="http://schemas.openxmlformats.org/officeDocument/2006/relationships/image" Target="../media/image142.png"/><Relationship Id="rId18" Type="http://schemas.openxmlformats.org/officeDocument/2006/relationships/image" Target="../media/image173.png"/></Relationships>
</file>

<file path=ppt/slides/_rels/slide7.xml.rels><?xml version="1.0" encoding="UTF-8" standalone="yes"?><Relationships xmlns="http://schemas.openxmlformats.org/package/2006/relationships"><Relationship Id="rId40" Type="http://schemas.openxmlformats.org/officeDocument/2006/relationships/image" Target="../media/image235.png"/><Relationship Id="rId42" Type="http://schemas.openxmlformats.org/officeDocument/2006/relationships/image" Target="../media/image205.png"/><Relationship Id="rId41" Type="http://schemas.openxmlformats.org/officeDocument/2006/relationships/image" Target="../media/image201.png"/><Relationship Id="rId44" Type="http://schemas.openxmlformats.org/officeDocument/2006/relationships/image" Target="../media/image218.png"/><Relationship Id="rId43" Type="http://schemas.openxmlformats.org/officeDocument/2006/relationships/image" Target="../media/image212.png"/><Relationship Id="rId46" Type="http://schemas.openxmlformats.org/officeDocument/2006/relationships/image" Target="../media/image210.png"/><Relationship Id="rId45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1.png"/><Relationship Id="rId4" Type="http://schemas.openxmlformats.org/officeDocument/2006/relationships/image" Target="../media/image164.png"/><Relationship Id="rId9" Type="http://schemas.openxmlformats.org/officeDocument/2006/relationships/image" Target="../media/image184.png"/><Relationship Id="rId48" Type="http://schemas.openxmlformats.org/officeDocument/2006/relationships/image" Target="../media/image222.png"/><Relationship Id="rId47" Type="http://schemas.openxmlformats.org/officeDocument/2006/relationships/image" Target="../media/image220.png"/><Relationship Id="rId49" Type="http://schemas.openxmlformats.org/officeDocument/2006/relationships/image" Target="../media/image250.png"/><Relationship Id="rId5" Type="http://schemas.openxmlformats.org/officeDocument/2006/relationships/image" Target="../media/image177.png"/><Relationship Id="rId6" Type="http://schemas.openxmlformats.org/officeDocument/2006/relationships/image" Target="../media/image182.png"/><Relationship Id="rId7" Type="http://schemas.openxmlformats.org/officeDocument/2006/relationships/image" Target="../media/image174.png"/><Relationship Id="rId8" Type="http://schemas.openxmlformats.org/officeDocument/2006/relationships/image" Target="../media/image183.png"/><Relationship Id="rId31" Type="http://schemas.openxmlformats.org/officeDocument/2006/relationships/image" Target="../media/image204.png"/><Relationship Id="rId30" Type="http://schemas.openxmlformats.org/officeDocument/2006/relationships/image" Target="../media/image191.png"/><Relationship Id="rId33" Type="http://schemas.openxmlformats.org/officeDocument/2006/relationships/image" Target="../media/image199.png"/><Relationship Id="rId32" Type="http://schemas.openxmlformats.org/officeDocument/2006/relationships/image" Target="../media/image214.png"/><Relationship Id="rId35" Type="http://schemas.openxmlformats.org/officeDocument/2006/relationships/image" Target="../media/image197.png"/><Relationship Id="rId34" Type="http://schemas.openxmlformats.org/officeDocument/2006/relationships/image" Target="../media/image207.png"/><Relationship Id="rId37" Type="http://schemas.openxmlformats.org/officeDocument/2006/relationships/image" Target="../media/image203.png"/><Relationship Id="rId36" Type="http://schemas.openxmlformats.org/officeDocument/2006/relationships/image" Target="../media/image196.png"/><Relationship Id="rId39" Type="http://schemas.openxmlformats.org/officeDocument/2006/relationships/image" Target="../media/image237.png"/><Relationship Id="rId38" Type="http://schemas.openxmlformats.org/officeDocument/2006/relationships/image" Target="../media/image215.png"/><Relationship Id="rId20" Type="http://schemas.openxmlformats.org/officeDocument/2006/relationships/image" Target="../media/image213.png"/><Relationship Id="rId22" Type="http://schemas.openxmlformats.org/officeDocument/2006/relationships/image" Target="../media/image202.png"/><Relationship Id="rId21" Type="http://schemas.openxmlformats.org/officeDocument/2006/relationships/image" Target="../media/image193.png"/><Relationship Id="rId24" Type="http://schemas.openxmlformats.org/officeDocument/2006/relationships/image" Target="../media/image221.png"/><Relationship Id="rId23" Type="http://schemas.openxmlformats.org/officeDocument/2006/relationships/image" Target="../media/image187.png"/><Relationship Id="rId26" Type="http://schemas.openxmlformats.org/officeDocument/2006/relationships/image" Target="../media/image243.png"/><Relationship Id="rId25" Type="http://schemas.openxmlformats.org/officeDocument/2006/relationships/image" Target="../media/image190.png"/><Relationship Id="rId28" Type="http://schemas.openxmlformats.org/officeDocument/2006/relationships/image" Target="../media/image206.png"/><Relationship Id="rId27" Type="http://schemas.openxmlformats.org/officeDocument/2006/relationships/image" Target="../media/image200.png"/><Relationship Id="rId29" Type="http://schemas.openxmlformats.org/officeDocument/2006/relationships/image" Target="../media/image192.png"/><Relationship Id="rId51" Type="http://schemas.openxmlformats.org/officeDocument/2006/relationships/image" Target="../media/image209.png"/><Relationship Id="rId50" Type="http://schemas.openxmlformats.org/officeDocument/2006/relationships/image" Target="../media/image241.png"/><Relationship Id="rId11" Type="http://schemas.openxmlformats.org/officeDocument/2006/relationships/image" Target="../media/image186.png"/><Relationship Id="rId10" Type="http://schemas.openxmlformats.org/officeDocument/2006/relationships/image" Target="../media/image178.png"/><Relationship Id="rId13" Type="http://schemas.openxmlformats.org/officeDocument/2006/relationships/image" Target="../media/image181.png"/><Relationship Id="rId12" Type="http://schemas.openxmlformats.org/officeDocument/2006/relationships/image" Target="../media/image198.png"/><Relationship Id="rId15" Type="http://schemas.openxmlformats.org/officeDocument/2006/relationships/image" Target="../media/image185.png"/><Relationship Id="rId14" Type="http://schemas.openxmlformats.org/officeDocument/2006/relationships/image" Target="../media/image180.png"/><Relationship Id="rId17" Type="http://schemas.openxmlformats.org/officeDocument/2006/relationships/image" Target="../media/image179.png"/><Relationship Id="rId16" Type="http://schemas.openxmlformats.org/officeDocument/2006/relationships/image" Target="../media/image188.png"/><Relationship Id="rId19" Type="http://schemas.openxmlformats.org/officeDocument/2006/relationships/image" Target="../media/image189.png"/><Relationship Id="rId18" Type="http://schemas.openxmlformats.org/officeDocument/2006/relationships/image" Target="../media/image194.png"/></Relationships>
</file>

<file path=ppt/slides/_rels/slide8.xml.rels><?xml version="1.0" encoding="UTF-8" standalone="yes"?><Relationships xmlns="http://schemas.openxmlformats.org/package/2006/relationships"><Relationship Id="rId40" Type="http://schemas.openxmlformats.org/officeDocument/2006/relationships/image" Target="../media/image266.png"/><Relationship Id="rId42" Type="http://schemas.openxmlformats.org/officeDocument/2006/relationships/image" Target="../media/image258.png"/><Relationship Id="rId41" Type="http://schemas.openxmlformats.org/officeDocument/2006/relationships/image" Target="../media/image263.png"/><Relationship Id="rId44" Type="http://schemas.openxmlformats.org/officeDocument/2006/relationships/image" Target="../media/image261.png"/><Relationship Id="rId43" Type="http://schemas.openxmlformats.org/officeDocument/2006/relationships/image" Target="../media/image288.png"/><Relationship Id="rId46" Type="http://schemas.openxmlformats.org/officeDocument/2006/relationships/image" Target="../media/image274.png"/><Relationship Id="rId45" Type="http://schemas.openxmlformats.org/officeDocument/2006/relationships/image" Target="../media/image27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6.png"/><Relationship Id="rId4" Type="http://schemas.openxmlformats.org/officeDocument/2006/relationships/image" Target="../media/image217.png"/><Relationship Id="rId9" Type="http://schemas.openxmlformats.org/officeDocument/2006/relationships/image" Target="../media/image231.png"/><Relationship Id="rId48" Type="http://schemas.openxmlformats.org/officeDocument/2006/relationships/image" Target="../media/image271.png"/><Relationship Id="rId47" Type="http://schemas.openxmlformats.org/officeDocument/2006/relationships/image" Target="../media/image279.png"/><Relationship Id="rId49" Type="http://schemas.openxmlformats.org/officeDocument/2006/relationships/image" Target="../media/image309.png"/><Relationship Id="rId5" Type="http://schemas.openxmlformats.org/officeDocument/2006/relationships/image" Target="../media/image219.png"/><Relationship Id="rId6" Type="http://schemas.openxmlformats.org/officeDocument/2006/relationships/image" Target="../media/image224.png"/><Relationship Id="rId7" Type="http://schemas.openxmlformats.org/officeDocument/2006/relationships/image" Target="../media/image225.png"/><Relationship Id="rId8" Type="http://schemas.openxmlformats.org/officeDocument/2006/relationships/image" Target="../media/image223.png"/><Relationship Id="rId31" Type="http://schemas.openxmlformats.org/officeDocument/2006/relationships/image" Target="../media/image281.png"/><Relationship Id="rId30" Type="http://schemas.openxmlformats.org/officeDocument/2006/relationships/image" Target="../media/image242.png"/><Relationship Id="rId33" Type="http://schemas.openxmlformats.org/officeDocument/2006/relationships/image" Target="../media/image246.png"/><Relationship Id="rId32" Type="http://schemas.openxmlformats.org/officeDocument/2006/relationships/image" Target="../media/image248.png"/><Relationship Id="rId35" Type="http://schemas.openxmlformats.org/officeDocument/2006/relationships/image" Target="../media/image253.png"/><Relationship Id="rId34" Type="http://schemas.openxmlformats.org/officeDocument/2006/relationships/image" Target="../media/image256.png"/><Relationship Id="rId37" Type="http://schemas.openxmlformats.org/officeDocument/2006/relationships/image" Target="../media/image259.png"/><Relationship Id="rId36" Type="http://schemas.openxmlformats.org/officeDocument/2006/relationships/image" Target="../media/image251.png"/><Relationship Id="rId39" Type="http://schemas.openxmlformats.org/officeDocument/2006/relationships/image" Target="../media/image255.png"/><Relationship Id="rId38" Type="http://schemas.openxmlformats.org/officeDocument/2006/relationships/image" Target="../media/image257.png"/><Relationship Id="rId20" Type="http://schemas.openxmlformats.org/officeDocument/2006/relationships/image" Target="../media/image252.png"/><Relationship Id="rId22" Type="http://schemas.openxmlformats.org/officeDocument/2006/relationships/image" Target="../media/image233.png"/><Relationship Id="rId21" Type="http://schemas.openxmlformats.org/officeDocument/2006/relationships/image" Target="../media/image265.png"/><Relationship Id="rId24" Type="http://schemas.openxmlformats.org/officeDocument/2006/relationships/image" Target="../media/image247.png"/><Relationship Id="rId23" Type="http://schemas.openxmlformats.org/officeDocument/2006/relationships/image" Target="../media/image232.png"/><Relationship Id="rId26" Type="http://schemas.openxmlformats.org/officeDocument/2006/relationships/image" Target="../media/image249.png"/><Relationship Id="rId25" Type="http://schemas.openxmlformats.org/officeDocument/2006/relationships/image" Target="../media/image239.png"/><Relationship Id="rId28" Type="http://schemas.openxmlformats.org/officeDocument/2006/relationships/image" Target="../media/image238.png"/><Relationship Id="rId27" Type="http://schemas.openxmlformats.org/officeDocument/2006/relationships/image" Target="../media/image262.png"/><Relationship Id="rId29" Type="http://schemas.openxmlformats.org/officeDocument/2006/relationships/image" Target="../media/image240.png"/><Relationship Id="rId51" Type="http://schemas.openxmlformats.org/officeDocument/2006/relationships/image" Target="../media/image269.png"/><Relationship Id="rId50" Type="http://schemas.openxmlformats.org/officeDocument/2006/relationships/image" Target="../media/image260.png"/><Relationship Id="rId53" Type="http://schemas.openxmlformats.org/officeDocument/2006/relationships/image" Target="../media/image264.png"/><Relationship Id="rId52" Type="http://schemas.openxmlformats.org/officeDocument/2006/relationships/image" Target="../media/image270.png"/><Relationship Id="rId11" Type="http://schemas.openxmlformats.org/officeDocument/2006/relationships/image" Target="../media/image228.png"/><Relationship Id="rId55" Type="http://schemas.openxmlformats.org/officeDocument/2006/relationships/image" Target="../media/image267.png"/><Relationship Id="rId10" Type="http://schemas.openxmlformats.org/officeDocument/2006/relationships/image" Target="../media/image227.png"/><Relationship Id="rId54" Type="http://schemas.openxmlformats.org/officeDocument/2006/relationships/image" Target="../media/image272.png"/><Relationship Id="rId13" Type="http://schemas.openxmlformats.org/officeDocument/2006/relationships/image" Target="../media/image254.png"/><Relationship Id="rId57" Type="http://schemas.openxmlformats.org/officeDocument/2006/relationships/image" Target="../media/image278.png"/><Relationship Id="rId12" Type="http://schemas.openxmlformats.org/officeDocument/2006/relationships/image" Target="../media/image229.png"/><Relationship Id="rId56" Type="http://schemas.openxmlformats.org/officeDocument/2006/relationships/image" Target="../media/image268.png"/><Relationship Id="rId15" Type="http://schemas.openxmlformats.org/officeDocument/2006/relationships/image" Target="../media/image236.png"/><Relationship Id="rId59" Type="http://schemas.openxmlformats.org/officeDocument/2006/relationships/image" Target="../media/image291.png"/><Relationship Id="rId14" Type="http://schemas.openxmlformats.org/officeDocument/2006/relationships/image" Target="../media/image234.png"/><Relationship Id="rId58" Type="http://schemas.openxmlformats.org/officeDocument/2006/relationships/image" Target="../media/image275.png"/><Relationship Id="rId17" Type="http://schemas.openxmlformats.org/officeDocument/2006/relationships/image" Target="../media/image244.png"/><Relationship Id="rId16" Type="http://schemas.openxmlformats.org/officeDocument/2006/relationships/image" Target="../media/image230.png"/><Relationship Id="rId19" Type="http://schemas.openxmlformats.org/officeDocument/2006/relationships/image" Target="../media/image245.png"/><Relationship Id="rId18" Type="http://schemas.openxmlformats.org/officeDocument/2006/relationships/image" Target="../media/image273.png"/></Relationships>
</file>

<file path=ppt/slides/_rels/slide9.xml.rels><?xml version="1.0" encoding="UTF-8" standalone="yes"?><Relationships xmlns="http://schemas.openxmlformats.org/package/2006/relationships"><Relationship Id="rId40" Type="http://schemas.openxmlformats.org/officeDocument/2006/relationships/image" Target="../media/image312.png"/><Relationship Id="rId42" Type="http://schemas.openxmlformats.org/officeDocument/2006/relationships/image" Target="../media/image313.png"/><Relationship Id="rId41" Type="http://schemas.openxmlformats.org/officeDocument/2006/relationships/image" Target="../media/image335.png"/><Relationship Id="rId44" Type="http://schemas.openxmlformats.org/officeDocument/2006/relationships/image" Target="../media/image311.png"/><Relationship Id="rId43" Type="http://schemas.openxmlformats.org/officeDocument/2006/relationships/image" Target="../media/image323.png"/><Relationship Id="rId46" Type="http://schemas.openxmlformats.org/officeDocument/2006/relationships/image" Target="../media/image326.png"/><Relationship Id="rId45" Type="http://schemas.openxmlformats.org/officeDocument/2006/relationships/image" Target="../media/image31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9.png"/><Relationship Id="rId4" Type="http://schemas.openxmlformats.org/officeDocument/2006/relationships/image" Target="../media/image283.png"/><Relationship Id="rId9" Type="http://schemas.openxmlformats.org/officeDocument/2006/relationships/image" Target="../media/image282.png"/><Relationship Id="rId48" Type="http://schemas.openxmlformats.org/officeDocument/2006/relationships/image" Target="../media/image314.png"/><Relationship Id="rId47" Type="http://schemas.openxmlformats.org/officeDocument/2006/relationships/image" Target="../media/image320.png"/><Relationship Id="rId49" Type="http://schemas.openxmlformats.org/officeDocument/2006/relationships/image" Target="../media/image316.png"/><Relationship Id="rId5" Type="http://schemas.openxmlformats.org/officeDocument/2006/relationships/image" Target="../media/image276.png"/><Relationship Id="rId6" Type="http://schemas.openxmlformats.org/officeDocument/2006/relationships/image" Target="../media/image305.png"/><Relationship Id="rId7" Type="http://schemas.openxmlformats.org/officeDocument/2006/relationships/image" Target="../media/image280.png"/><Relationship Id="rId8" Type="http://schemas.openxmlformats.org/officeDocument/2006/relationships/image" Target="../media/image338.png"/><Relationship Id="rId31" Type="http://schemas.openxmlformats.org/officeDocument/2006/relationships/image" Target="../media/image303.png"/><Relationship Id="rId30" Type="http://schemas.openxmlformats.org/officeDocument/2006/relationships/image" Target="../media/image328.png"/><Relationship Id="rId33" Type="http://schemas.openxmlformats.org/officeDocument/2006/relationships/image" Target="../media/image319.png"/><Relationship Id="rId32" Type="http://schemas.openxmlformats.org/officeDocument/2006/relationships/image" Target="../media/image310.png"/><Relationship Id="rId35" Type="http://schemas.openxmlformats.org/officeDocument/2006/relationships/image" Target="../media/image317.png"/><Relationship Id="rId34" Type="http://schemas.openxmlformats.org/officeDocument/2006/relationships/image" Target="../media/image304.png"/><Relationship Id="rId37" Type="http://schemas.openxmlformats.org/officeDocument/2006/relationships/image" Target="../media/image306.png"/><Relationship Id="rId36" Type="http://schemas.openxmlformats.org/officeDocument/2006/relationships/image" Target="../media/image315.png"/><Relationship Id="rId39" Type="http://schemas.openxmlformats.org/officeDocument/2006/relationships/image" Target="../media/image322.png"/><Relationship Id="rId38" Type="http://schemas.openxmlformats.org/officeDocument/2006/relationships/image" Target="../media/image307.png"/><Relationship Id="rId61" Type="http://schemas.openxmlformats.org/officeDocument/2006/relationships/image" Target="../media/image339.png"/><Relationship Id="rId20" Type="http://schemas.openxmlformats.org/officeDocument/2006/relationships/image" Target="../media/image336.png"/><Relationship Id="rId22" Type="http://schemas.openxmlformats.org/officeDocument/2006/relationships/image" Target="../media/image302.png"/><Relationship Id="rId21" Type="http://schemas.openxmlformats.org/officeDocument/2006/relationships/image" Target="../media/image300.png"/><Relationship Id="rId24" Type="http://schemas.openxmlformats.org/officeDocument/2006/relationships/image" Target="../media/image333.png"/><Relationship Id="rId23" Type="http://schemas.openxmlformats.org/officeDocument/2006/relationships/image" Target="../media/image295.png"/><Relationship Id="rId60" Type="http://schemas.openxmlformats.org/officeDocument/2006/relationships/image" Target="../media/image396.png"/><Relationship Id="rId26" Type="http://schemas.openxmlformats.org/officeDocument/2006/relationships/image" Target="../media/image296.png"/><Relationship Id="rId25" Type="http://schemas.openxmlformats.org/officeDocument/2006/relationships/image" Target="../media/image293.png"/><Relationship Id="rId28" Type="http://schemas.openxmlformats.org/officeDocument/2006/relationships/image" Target="../media/image297.png"/><Relationship Id="rId27" Type="http://schemas.openxmlformats.org/officeDocument/2006/relationships/image" Target="../media/image294.png"/><Relationship Id="rId29" Type="http://schemas.openxmlformats.org/officeDocument/2006/relationships/image" Target="../media/image299.png"/><Relationship Id="rId51" Type="http://schemas.openxmlformats.org/officeDocument/2006/relationships/image" Target="../media/image353.png"/><Relationship Id="rId50" Type="http://schemas.openxmlformats.org/officeDocument/2006/relationships/image" Target="../media/image324.png"/><Relationship Id="rId53" Type="http://schemas.openxmlformats.org/officeDocument/2006/relationships/image" Target="../media/image334.png"/><Relationship Id="rId52" Type="http://schemas.openxmlformats.org/officeDocument/2006/relationships/image" Target="../media/image362.png"/><Relationship Id="rId11" Type="http://schemas.openxmlformats.org/officeDocument/2006/relationships/image" Target="../media/image285.png"/><Relationship Id="rId55" Type="http://schemas.openxmlformats.org/officeDocument/2006/relationships/image" Target="../media/image329.png"/><Relationship Id="rId10" Type="http://schemas.openxmlformats.org/officeDocument/2006/relationships/image" Target="../media/image301.png"/><Relationship Id="rId54" Type="http://schemas.openxmlformats.org/officeDocument/2006/relationships/image" Target="../media/image325.png"/><Relationship Id="rId13" Type="http://schemas.openxmlformats.org/officeDocument/2006/relationships/image" Target="../media/image287.png"/><Relationship Id="rId57" Type="http://schemas.openxmlformats.org/officeDocument/2006/relationships/image" Target="../media/image327.png"/><Relationship Id="rId12" Type="http://schemas.openxmlformats.org/officeDocument/2006/relationships/image" Target="../media/image308.png"/><Relationship Id="rId56" Type="http://schemas.openxmlformats.org/officeDocument/2006/relationships/image" Target="../media/image332.png"/><Relationship Id="rId15" Type="http://schemas.openxmlformats.org/officeDocument/2006/relationships/image" Target="../media/image298.png"/><Relationship Id="rId59" Type="http://schemas.openxmlformats.org/officeDocument/2006/relationships/image" Target="../media/image341.png"/><Relationship Id="rId14" Type="http://schemas.openxmlformats.org/officeDocument/2006/relationships/image" Target="../media/image292.png"/><Relationship Id="rId58" Type="http://schemas.openxmlformats.org/officeDocument/2006/relationships/image" Target="../media/image354.png"/><Relationship Id="rId17" Type="http://schemas.openxmlformats.org/officeDocument/2006/relationships/image" Target="../media/image284.png"/><Relationship Id="rId16" Type="http://schemas.openxmlformats.org/officeDocument/2006/relationships/image" Target="../media/image286.png"/><Relationship Id="rId19" Type="http://schemas.openxmlformats.org/officeDocument/2006/relationships/image" Target="../media/image321.png"/><Relationship Id="rId18" Type="http://schemas.openxmlformats.org/officeDocument/2006/relationships/image" Target="../media/image29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1.png"/><Relationship Id="rId4" Type="http://schemas.openxmlformats.org/officeDocument/2006/relationships/image" Target="../media/image330.png"/><Relationship Id="rId9" Type="http://schemas.openxmlformats.org/officeDocument/2006/relationships/image" Target="../media/image355.png"/><Relationship Id="rId5" Type="http://schemas.openxmlformats.org/officeDocument/2006/relationships/image" Target="../media/image337.png"/><Relationship Id="rId6" Type="http://schemas.openxmlformats.org/officeDocument/2006/relationships/image" Target="../media/image344.png"/><Relationship Id="rId7" Type="http://schemas.openxmlformats.org/officeDocument/2006/relationships/image" Target="../media/image345.png"/><Relationship Id="rId8" Type="http://schemas.openxmlformats.org/officeDocument/2006/relationships/image" Target="../media/image348.png"/><Relationship Id="rId11" Type="http://schemas.openxmlformats.org/officeDocument/2006/relationships/image" Target="../media/image350.png"/><Relationship Id="rId10" Type="http://schemas.openxmlformats.org/officeDocument/2006/relationships/image" Target="../media/image374.png"/><Relationship Id="rId13" Type="http://schemas.openxmlformats.org/officeDocument/2006/relationships/image" Target="../media/image340.png"/><Relationship Id="rId12" Type="http://schemas.openxmlformats.org/officeDocument/2006/relationships/image" Target="../media/image343.png"/></Relationships>
</file>

<file path=ppt/slides/_rels/slide11.xml.rels><?xml version="1.0" encoding="UTF-8" standalone="yes"?><Relationships xmlns="http://schemas.openxmlformats.org/package/2006/relationships"><Relationship Id="rId40" Type="http://schemas.openxmlformats.org/officeDocument/2006/relationships/image" Target="../media/image379.png"/><Relationship Id="rId84" Type="http://schemas.openxmlformats.org/officeDocument/2006/relationships/image" Target="../media/image466.png"/><Relationship Id="rId83" Type="http://schemas.openxmlformats.org/officeDocument/2006/relationships/image" Target="../media/image431.png"/><Relationship Id="rId42" Type="http://schemas.openxmlformats.org/officeDocument/2006/relationships/image" Target="../media/image408.png"/><Relationship Id="rId86" Type="http://schemas.openxmlformats.org/officeDocument/2006/relationships/image" Target="../media/image430.png"/><Relationship Id="rId41" Type="http://schemas.openxmlformats.org/officeDocument/2006/relationships/image" Target="../media/image380.png"/><Relationship Id="rId85" Type="http://schemas.openxmlformats.org/officeDocument/2006/relationships/image" Target="../media/image420.png"/><Relationship Id="rId44" Type="http://schemas.openxmlformats.org/officeDocument/2006/relationships/image" Target="../media/image382.png"/><Relationship Id="rId88" Type="http://schemas.openxmlformats.org/officeDocument/2006/relationships/image" Target="../media/image428.png"/><Relationship Id="rId43" Type="http://schemas.openxmlformats.org/officeDocument/2006/relationships/image" Target="../media/image395.png"/><Relationship Id="rId87" Type="http://schemas.openxmlformats.org/officeDocument/2006/relationships/image" Target="../media/image439.png"/><Relationship Id="rId46" Type="http://schemas.openxmlformats.org/officeDocument/2006/relationships/image" Target="../media/image389.png"/><Relationship Id="rId45" Type="http://schemas.openxmlformats.org/officeDocument/2006/relationships/image" Target="../media/image412.png"/><Relationship Id="rId80" Type="http://schemas.openxmlformats.org/officeDocument/2006/relationships/image" Target="../media/image423.png"/><Relationship Id="rId82" Type="http://schemas.openxmlformats.org/officeDocument/2006/relationships/image" Target="../media/image417.png"/><Relationship Id="rId81" Type="http://schemas.openxmlformats.org/officeDocument/2006/relationships/image" Target="../media/image44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1.png"/><Relationship Id="rId4" Type="http://schemas.openxmlformats.org/officeDocument/2006/relationships/image" Target="../media/image342.png"/><Relationship Id="rId9" Type="http://schemas.openxmlformats.org/officeDocument/2006/relationships/image" Target="../media/image349.png"/><Relationship Id="rId48" Type="http://schemas.openxmlformats.org/officeDocument/2006/relationships/image" Target="../media/image394.png"/><Relationship Id="rId47" Type="http://schemas.openxmlformats.org/officeDocument/2006/relationships/image" Target="../media/image385.png"/><Relationship Id="rId49" Type="http://schemas.openxmlformats.org/officeDocument/2006/relationships/image" Target="../media/image401.png"/><Relationship Id="rId5" Type="http://schemas.openxmlformats.org/officeDocument/2006/relationships/image" Target="../media/image346.png"/><Relationship Id="rId6" Type="http://schemas.openxmlformats.org/officeDocument/2006/relationships/image" Target="../media/image365.png"/><Relationship Id="rId7" Type="http://schemas.openxmlformats.org/officeDocument/2006/relationships/image" Target="../media/image347.png"/><Relationship Id="rId8" Type="http://schemas.openxmlformats.org/officeDocument/2006/relationships/image" Target="../media/image381.png"/><Relationship Id="rId73" Type="http://schemas.openxmlformats.org/officeDocument/2006/relationships/image" Target="../media/image429.png"/><Relationship Id="rId72" Type="http://schemas.openxmlformats.org/officeDocument/2006/relationships/image" Target="../media/image422.png"/><Relationship Id="rId31" Type="http://schemas.openxmlformats.org/officeDocument/2006/relationships/image" Target="../media/image368.png"/><Relationship Id="rId75" Type="http://schemas.openxmlformats.org/officeDocument/2006/relationships/image" Target="../media/image425.png"/><Relationship Id="rId30" Type="http://schemas.openxmlformats.org/officeDocument/2006/relationships/image" Target="../media/image387.png"/><Relationship Id="rId74" Type="http://schemas.openxmlformats.org/officeDocument/2006/relationships/image" Target="../media/image433.png"/><Relationship Id="rId33" Type="http://schemas.openxmlformats.org/officeDocument/2006/relationships/image" Target="../media/image388.png"/><Relationship Id="rId77" Type="http://schemas.openxmlformats.org/officeDocument/2006/relationships/image" Target="../media/image499.png"/><Relationship Id="rId32" Type="http://schemas.openxmlformats.org/officeDocument/2006/relationships/image" Target="../media/image445.png"/><Relationship Id="rId76" Type="http://schemas.openxmlformats.org/officeDocument/2006/relationships/image" Target="../media/image414.png"/><Relationship Id="rId35" Type="http://schemas.openxmlformats.org/officeDocument/2006/relationships/image" Target="../media/image391.png"/><Relationship Id="rId79" Type="http://schemas.openxmlformats.org/officeDocument/2006/relationships/image" Target="../media/image416.png"/><Relationship Id="rId34" Type="http://schemas.openxmlformats.org/officeDocument/2006/relationships/image" Target="../media/image424.png"/><Relationship Id="rId78" Type="http://schemas.openxmlformats.org/officeDocument/2006/relationships/image" Target="../media/image419.png"/><Relationship Id="rId71" Type="http://schemas.openxmlformats.org/officeDocument/2006/relationships/image" Target="../media/image415.png"/><Relationship Id="rId70" Type="http://schemas.openxmlformats.org/officeDocument/2006/relationships/image" Target="../media/image418.png"/><Relationship Id="rId37" Type="http://schemas.openxmlformats.org/officeDocument/2006/relationships/image" Target="../media/image373.png"/><Relationship Id="rId36" Type="http://schemas.openxmlformats.org/officeDocument/2006/relationships/image" Target="../media/image376.png"/><Relationship Id="rId39" Type="http://schemas.openxmlformats.org/officeDocument/2006/relationships/image" Target="../media/image383.png"/><Relationship Id="rId38" Type="http://schemas.openxmlformats.org/officeDocument/2006/relationships/image" Target="../media/image384.png"/><Relationship Id="rId62" Type="http://schemas.openxmlformats.org/officeDocument/2006/relationships/image" Target="../media/image403.png"/><Relationship Id="rId61" Type="http://schemas.openxmlformats.org/officeDocument/2006/relationships/image" Target="../media/image402.png"/><Relationship Id="rId20" Type="http://schemas.openxmlformats.org/officeDocument/2006/relationships/image" Target="../media/image359.png"/><Relationship Id="rId64" Type="http://schemas.openxmlformats.org/officeDocument/2006/relationships/image" Target="../media/image410.png"/><Relationship Id="rId63" Type="http://schemas.openxmlformats.org/officeDocument/2006/relationships/image" Target="../media/image435.png"/><Relationship Id="rId22" Type="http://schemas.openxmlformats.org/officeDocument/2006/relationships/image" Target="../media/image372.png"/><Relationship Id="rId66" Type="http://schemas.openxmlformats.org/officeDocument/2006/relationships/image" Target="../media/image406.png"/><Relationship Id="rId21" Type="http://schemas.openxmlformats.org/officeDocument/2006/relationships/image" Target="../media/image367.png"/><Relationship Id="rId65" Type="http://schemas.openxmlformats.org/officeDocument/2006/relationships/image" Target="../media/image404.png"/><Relationship Id="rId24" Type="http://schemas.openxmlformats.org/officeDocument/2006/relationships/image" Target="../media/image363.png"/><Relationship Id="rId68" Type="http://schemas.openxmlformats.org/officeDocument/2006/relationships/image" Target="../media/image409.png"/><Relationship Id="rId23" Type="http://schemas.openxmlformats.org/officeDocument/2006/relationships/image" Target="../media/image369.png"/><Relationship Id="rId67" Type="http://schemas.openxmlformats.org/officeDocument/2006/relationships/image" Target="../media/image411.png"/><Relationship Id="rId60" Type="http://schemas.openxmlformats.org/officeDocument/2006/relationships/image" Target="../media/image399.png"/><Relationship Id="rId26" Type="http://schemas.openxmlformats.org/officeDocument/2006/relationships/image" Target="../media/image364.png"/><Relationship Id="rId25" Type="http://schemas.openxmlformats.org/officeDocument/2006/relationships/image" Target="../media/image360.png"/><Relationship Id="rId69" Type="http://schemas.openxmlformats.org/officeDocument/2006/relationships/image" Target="../media/image421.png"/><Relationship Id="rId28" Type="http://schemas.openxmlformats.org/officeDocument/2006/relationships/image" Target="../media/image366.png"/><Relationship Id="rId27" Type="http://schemas.openxmlformats.org/officeDocument/2006/relationships/image" Target="../media/image386.png"/><Relationship Id="rId29" Type="http://schemas.openxmlformats.org/officeDocument/2006/relationships/image" Target="../media/image371.png"/><Relationship Id="rId51" Type="http://schemas.openxmlformats.org/officeDocument/2006/relationships/image" Target="../media/image390.png"/><Relationship Id="rId50" Type="http://schemas.openxmlformats.org/officeDocument/2006/relationships/image" Target="../media/image407.png"/><Relationship Id="rId53" Type="http://schemas.openxmlformats.org/officeDocument/2006/relationships/image" Target="../media/image400.png"/><Relationship Id="rId52" Type="http://schemas.openxmlformats.org/officeDocument/2006/relationships/image" Target="../media/image393.png"/><Relationship Id="rId11" Type="http://schemas.openxmlformats.org/officeDocument/2006/relationships/image" Target="../media/image378.png"/><Relationship Id="rId55" Type="http://schemas.openxmlformats.org/officeDocument/2006/relationships/image" Target="../media/image413.png"/><Relationship Id="rId10" Type="http://schemas.openxmlformats.org/officeDocument/2006/relationships/image" Target="../media/image375.png"/><Relationship Id="rId54" Type="http://schemas.openxmlformats.org/officeDocument/2006/relationships/image" Target="../media/image392.png"/><Relationship Id="rId13" Type="http://schemas.openxmlformats.org/officeDocument/2006/relationships/image" Target="../media/image352.png"/><Relationship Id="rId57" Type="http://schemas.openxmlformats.org/officeDocument/2006/relationships/image" Target="../media/image446.png"/><Relationship Id="rId12" Type="http://schemas.openxmlformats.org/officeDocument/2006/relationships/image" Target="../media/image357.png"/><Relationship Id="rId56" Type="http://schemas.openxmlformats.org/officeDocument/2006/relationships/image" Target="../media/image405.png"/><Relationship Id="rId15" Type="http://schemas.openxmlformats.org/officeDocument/2006/relationships/image" Target="../media/image358.png"/><Relationship Id="rId59" Type="http://schemas.openxmlformats.org/officeDocument/2006/relationships/image" Target="../media/image398.png"/><Relationship Id="rId14" Type="http://schemas.openxmlformats.org/officeDocument/2006/relationships/image" Target="../media/image370.png"/><Relationship Id="rId58" Type="http://schemas.openxmlformats.org/officeDocument/2006/relationships/image" Target="../media/image397.png"/><Relationship Id="rId17" Type="http://schemas.openxmlformats.org/officeDocument/2006/relationships/image" Target="../media/image356.png"/><Relationship Id="rId16" Type="http://schemas.openxmlformats.org/officeDocument/2006/relationships/image" Target="../media/image426.png"/><Relationship Id="rId19" Type="http://schemas.openxmlformats.org/officeDocument/2006/relationships/image" Target="../media/image361.png"/><Relationship Id="rId18" Type="http://schemas.openxmlformats.org/officeDocument/2006/relationships/image" Target="../media/image377.png"/></Relationships>
</file>

<file path=ppt/slides/_rels/slide12.xml.rels><?xml version="1.0" encoding="UTF-8" standalone="yes"?><Relationships xmlns="http://schemas.openxmlformats.org/package/2006/relationships"><Relationship Id="rId40" Type="http://schemas.openxmlformats.org/officeDocument/2006/relationships/image" Target="../media/image465.png"/><Relationship Id="rId84" Type="http://schemas.openxmlformats.org/officeDocument/2006/relationships/image" Target="../media/image510.png"/><Relationship Id="rId83" Type="http://schemas.openxmlformats.org/officeDocument/2006/relationships/image" Target="../media/image515.png"/><Relationship Id="rId42" Type="http://schemas.openxmlformats.org/officeDocument/2006/relationships/image" Target="../media/image473.png"/><Relationship Id="rId86" Type="http://schemas.openxmlformats.org/officeDocument/2006/relationships/image" Target="../media/image540.png"/><Relationship Id="rId41" Type="http://schemas.openxmlformats.org/officeDocument/2006/relationships/image" Target="../media/image467.png"/><Relationship Id="rId85" Type="http://schemas.openxmlformats.org/officeDocument/2006/relationships/image" Target="../media/image508.png"/><Relationship Id="rId44" Type="http://schemas.openxmlformats.org/officeDocument/2006/relationships/image" Target="../media/image470.png"/><Relationship Id="rId43" Type="http://schemas.openxmlformats.org/officeDocument/2006/relationships/image" Target="../media/image493.png"/><Relationship Id="rId87" Type="http://schemas.openxmlformats.org/officeDocument/2006/relationships/image" Target="../media/image509.png"/><Relationship Id="rId46" Type="http://schemas.openxmlformats.org/officeDocument/2006/relationships/image" Target="../media/image471.png"/><Relationship Id="rId45" Type="http://schemas.openxmlformats.org/officeDocument/2006/relationships/image" Target="../media/image469.png"/><Relationship Id="rId80" Type="http://schemas.openxmlformats.org/officeDocument/2006/relationships/image" Target="../media/image528.png"/><Relationship Id="rId82" Type="http://schemas.openxmlformats.org/officeDocument/2006/relationships/image" Target="../media/image517.png"/><Relationship Id="rId81" Type="http://schemas.openxmlformats.org/officeDocument/2006/relationships/image" Target="../media/image52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41.png"/><Relationship Id="rId4" Type="http://schemas.openxmlformats.org/officeDocument/2006/relationships/image" Target="../media/image427.png"/><Relationship Id="rId9" Type="http://schemas.openxmlformats.org/officeDocument/2006/relationships/image" Target="../media/image434.png"/><Relationship Id="rId48" Type="http://schemas.openxmlformats.org/officeDocument/2006/relationships/image" Target="../media/image477.png"/><Relationship Id="rId47" Type="http://schemas.openxmlformats.org/officeDocument/2006/relationships/image" Target="../media/image475.png"/><Relationship Id="rId49" Type="http://schemas.openxmlformats.org/officeDocument/2006/relationships/image" Target="../media/image479.png"/><Relationship Id="rId5" Type="http://schemas.openxmlformats.org/officeDocument/2006/relationships/image" Target="../media/image440.png"/><Relationship Id="rId6" Type="http://schemas.openxmlformats.org/officeDocument/2006/relationships/image" Target="../media/image432.png"/><Relationship Id="rId7" Type="http://schemas.openxmlformats.org/officeDocument/2006/relationships/image" Target="../media/image452.png"/><Relationship Id="rId8" Type="http://schemas.openxmlformats.org/officeDocument/2006/relationships/image" Target="../media/image476.png"/><Relationship Id="rId73" Type="http://schemas.openxmlformats.org/officeDocument/2006/relationships/image" Target="../media/image498.png"/><Relationship Id="rId72" Type="http://schemas.openxmlformats.org/officeDocument/2006/relationships/image" Target="../media/image500.png"/><Relationship Id="rId31" Type="http://schemas.openxmlformats.org/officeDocument/2006/relationships/image" Target="../media/image461.png"/><Relationship Id="rId75" Type="http://schemas.openxmlformats.org/officeDocument/2006/relationships/image" Target="../media/image530.png"/><Relationship Id="rId30" Type="http://schemas.openxmlformats.org/officeDocument/2006/relationships/image" Target="../media/image459.png"/><Relationship Id="rId74" Type="http://schemas.openxmlformats.org/officeDocument/2006/relationships/image" Target="../media/image506.png"/><Relationship Id="rId33" Type="http://schemas.openxmlformats.org/officeDocument/2006/relationships/image" Target="../media/image488.png"/><Relationship Id="rId77" Type="http://schemas.openxmlformats.org/officeDocument/2006/relationships/image" Target="../media/image504.png"/><Relationship Id="rId32" Type="http://schemas.openxmlformats.org/officeDocument/2006/relationships/image" Target="../media/image458.png"/><Relationship Id="rId76" Type="http://schemas.openxmlformats.org/officeDocument/2006/relationships/image" Target="../media/image505.png"/><Relationship Id="rId35" Type="http://schemas.openxmlformats.org/officeDocument/2006/relationships/image" Target="../media/image463.png"/><Relationship Id="rId79" Type="http://schemas.openxmlformats.org/officeDocument/2006/relationships/image" Target="../media/image516.png"/><Relationship Id="rId34" Type="http://schemas.openxmlformats.org/officeDocument/2006/relationships/image" Target="../media/image480.png"/><Relationship Id="rId78" Type="http://schemas.openxmlformats.org/officeDocument/2006/relationships/image" Target="../media/image520.png"/><Relationship Id="rId71" Type="http://schemas.openxmlformats.org/officeDocument/2006/relationships/image" Target="../media/image496.png"/><Relationship Id="rId70" Type="http://schemas.openxmlformats.org/officeDocument/2006/relationships/image" Target="../media/image495.png"/><Relationship Id="rId37" Type="http://schemas.openxmlformats.org/officeDocument/2006/relationships/image" Target="../media/image478.png"/><Relationship Id="rId36" Type="http://schemas.openxmlformats.org/officeDocument/2006/relationships/image" Target="../media/image464.png"/><Relationship Id="rId39" Type="http://schemas.openxmlformats.org/officeDocument/2006/relationships/image" Target="../media/image468.png"/><Relationship Id="rId38" Type="http://schemas.openxmlformats.org/officeDocument/2006/relationships/image" Target="../media/image513.png"/><Relationship Id="rId62" Type="http://schemas.openxmlformats.org/officeDocument/2006/relationships/image" Target="../media/image491.png"/><Relationship Id="rId61" Type="http://schemas.openxmlformats.org/officeDocument/2006/relationships/image" Target="../media/image511.png"/><Relationship Id="rId20" Type="http://schemas.openxmlformats.org/officeDocument/2006/relationships/image" Target="../media/image485.png"/><Relationship Id="rId64" Type="http://schemas.openxmlformats.org/officeDocument/2006/relationships/image" Target="../media/image487.png"/><Relationship Id="rId63" Type="http://schemas.openxmlformats.org/officeDocument/2006/relationships/image" Target="../media/image503.png"/><Relationship Id="rId22" Type="http://schemas.openxmlformats.org/officeDocument/2006/relationships/image" Target="../media/image455.png"/><Relationship Id="rId66" Type="http://schemas.openxmlformats.org/officeDocument/2006/relationships/image" Target="../media/image507.png"/><Relationship Id="rId21" Type="http://schemas.openxmlformats.org/officeDocument/2006/relationships/image" Target="../media/image449.png"/><Relationship Id="rId65" Type="http://schemas.openxmlformats.org/officeDocument/2006/relationships/image" Target="../media/image514.png"/><Relationship Id="rId24" Type="http://schemas.openxmlformats.org/officeDocument/2006/relationships/image" Target="../media/image453.png"/><Relationship Id="rId68" Type="http://schemas.openxmlformats.org/officeDocument/2006/relationships/image" Target="../media/image492.png"/><Relationship Id="rId23" Type="http://schemas.openxmlformats.org/officeDocument/2006/relationships/image" Target="../media/image456.png"/><Relationship Id="rId67" Type="http://schemas.openxmlformats.org/officeDocument/2006/relationships/image" Target="../media/image489.png"/><Relationship Id="rId60" Type="http://schemas.openxmlformats.org/officeDocument/2006/relationships/image" Target="../media/image497.png"/><Relationship Id="rId26" Type="http://schemas.openxmlformats.org/officeDocument/2006/relationships/image" Target="../media/image451.png"/><Relationship Id="rId25" Type="http://schemas.openxmlformats.org/officeDocument/2006/relationships/image" Target="../media/image460.png"/><Relationship Id="rId69" Type="http://schemas.openxmlformats.org/officeDocument/2006/relationships/image" Target="../media/image490.png"/><Relationship Id="rId28" Type="http://schemas.openxmlformats.org/officeDocument/2006/relationships/image" Target="../media/image457.png"/><Relationship Id="rId27" Type="http://schemas.openxmlformats.org/officeDocument/2006/relationships/image" Target="../media/image450.png"/><Relationship Id="rId29" Type="http://schemas.openxmlformats.org/officeDocument/2006/relationships/image" Target="../media/image454.png"/><Relationship Id="rId51" Type="http://schemas.openxmlformats.org/officeDocument/2006/relationships/image" Target="../media/image482.png"/><Relationship Id="rId50" Type="http://schemas.openxmlformats.org/officeDocument/2006/relationships/image" Target="../media/image501.png"/><Relationship Id="rId53" Type="http://schemas.openxmlformats.org/officeDocument/2006/relationships/image" Target="../media/image484.png"/><Relationship Id="rId52" Type="http://schemas.openxmlformats.org/officeDocument/2006/relationships/image" Target="../media/image481.png"/><Relationship Id="rId11" Type="http://schemas.openxmlformats.org/officeDocument/2006/relationships/image" Target="../media/image442.png"/><Relationship Id="rId55" Type="http://schemas.openxmlformats.org/officeDocument/2006/relationships/image" Target="../media/image502.png"/><Relationship Id="rId10" Type="http://schemas.openxmlformats.org/officeDocument/2006/relationships/image" Target="../media/image472.png"/><Relationship Id="rId54" Type="http://schemas.openxmlformats.org/officeDocument/2006/relationships/image" Target="../media/image483.png"/><Relationship Id="rId13" Type="http://schemas.openxmlformats.org/officeDocument/2006/relationships/image" Target="../media/image447.png"/><Relationship Id="rId57" Type="http://schemas.openxmlformats.org/officeDocument/2006/relationships/image" Target="../media/image486.png"/><Relationship Id="rId12" Type="http://schemas.openxmlformats.org/officeDocument/2006/relationships/image" Target="../media/image438.png"/><Relationship Id="rId56" Type="http://schemas.openxmlformats.org/officeDocument/2006/relationships/image" Target="../media/image512.png"/><Relationship Id="rId15" Type="http://schemas.openxmlformats.org/officeDocument/2006/relationships/image" Target="../media/image436.png"/><Relationship Id="rId59" Type="http://schemas.openxmlformats.org/officeDocument/2006/relationships/image" Target="../media/image494.png"/><Relationship Id="rId14" Type="http://schemas.openxmlformats.org/officeDocument/2006/relationships/image" Target="../media/image437.png"/><Relationship Id="rId58" Type="http://schemas.openxmlformats.org/officeDocument/2006/relationships/image" Target="../media/image521.png"/><Relationship Id="rId17" Type="http://schemas.openxmlformats.org/officeDocument/2006/relationships/image" Target="../media/image474.png"/><Relationship Id="rId16" Type="http://schemas.openxmlformats.org/officeDocument/2006/relationships/image" Target="../media/image443.png"/><Relationship Id="rId19" Type="http://schemas.openxmlformats.org/officeDocument/2006/relationships/image" Target="../media/image448.png"/><Relationship Id="rId18" Type="http://schemas.openxmlformats.org/officeDocument/2006/relationships/image" Target="../media/image462.png"/></Relationships>
</file>

<file path=ppt/slides/_rels/slide13.xml.rels><?xml version="1.0" encoding="UTF-8" standalone="yes"?><Relationships xmlns="http://schemas.openxmlformats.org/package/2006/relationships"><Relationship Id="rId40" Type="http://schemas.openxmlformats.org/officeDocument/2006/relationships/image" Target="../media/image563.png"/><Relationship Id="rId42" Type="http://schemas.openxmlformats.org/officeDocument/2006/relationships/image" Target="../media/image569.png"/><Relationship Id="rId41" Type="http://schemas.openxmlformats.org/officeDocument/2006/relationships/image" Target="../media/image552.png"/><Relationship Id="rId44" Type="http://schemas.openxmlformats.org/officeDocument/2006/relationships/image" Target="../media/image555.png"/><Relationship Id="rId43" Type="http://schemas.openxmlformats.org/officeDocument/2006/relationships/image" Target="../media/image564.png"/><Relationship Id="rId46" Type="http://schemas.openxmlformats.org/officeDocument/2006/relationships/image" Target="../media/image567.png"/><Relationship Id="rId45" Type="http://schemas.openxmlformats.org/officeDocument/2006/relationships/image" Target="../media/image55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24.png"/><Relationship Id="rId4" Type="http://schemas.openxmlformats.org/officeDocument/2006/relationships/image" Target="../media/image546.png"/><Relationship Id="rId9" Type="http://schemas.openxmlformats.org/officeDocument/2006/relationships/image" Target="../media/image518.png"/><Relationship Id="rId48" Type="http://schemas.openxmlformats.org/officeDocument/2006/relationships/image" Target="../media/image566.png"/><Relationship Id="rId47" Type="http://schemas.openxmlformats.org/officeDocument/2006/relationships/image" Target="../media/image571.png"/><Relationship Id="rId49" Type="http://schemas.openxmlformats.org/officeDocument/2006/relationships/image" Target="../media/image560.png"/><Relationship Id="rId5" Type="http://schemas.openxmlformats.org/officeDocument/2006/relationships/image" Target="../media/image536.png"/><Relationship Id="rId6" Type="http://schemas.openxmlformats.org/officeDocument/2006/relationships/image" Target="../media/image523.png"/><Relationship Id="rId7" Type="http://schemas.openxmlformats.org/officeDocument/2006/relationships/image" Target="../media/image519.png"/><Relationship Id="rId8" Type="http://schemas.openxmlformats.org/officeDocument/2006/relationships/image" Target="../media/image532.png"/><Relationship Id="rId73" Type="http://schemas.openxmlformats.org/officeDocument/2006/relationships/image" Target="../media/image634.png"/><Relationship Id="rId72" Type="http://schemas.openxmlformats.org/officeDocument/2006/relationships/image" Target="../media/image593.png"/><Relationship Id="rId31" Type="http://schemas.openxmlformats.org/officeDocument/2006/relationships/image" Target="../media/image550.png"/><Relationship Id="rId75" Type="http://schemas.openxmlformats.org/officeDocument/2006/relationships/image" Target="../media/image589.png"/><Relationship Id="rId30" Type="http://schemas.openxmlformats.org/officeDocument/2006/relationships/image" Target="../media/image539.png"/><Relationship Id="rId74" Type="http://schemas.openxmlformats.org/officeDocument/2006/relationships/image" Target="../media/image584.png"/><Relationship Id="rId33" Type="http://schemas.openxmlformats.org/officeDocument/2006/relationships/image" Target="../media/image543.png"/><Relationship Id="rId32" Type="http://schemas.openxmlformats.org/officeDocument/2006/relationships/image" Target="../media/image549.png"/><Relationship Id="rId35" Type="http://schemas.openxmlformats.org/officeDocument/2006/relationships/image" Target="../media/image582.png"/><Relationship Id="rId34" Type="http://schemas.openxmlformats.org/officeDocument/2006/relationships/image" Target="../media/image545.png"/><Relationship Id="rId71" Type="http://schemas.openxmlformats.org/officeDocument/2006/relationships/image" Target="../media/image579.png"/><Relationship Id="rId70" Type="http://schemas.openxmlformats.org/officeDocument/2006/relationships/image" Target="../media/image580.png"/><Relationship Id="rId37" Type="http://schemas.openxmlformats.org/officeDocument/2006/relationships/image" Target="../media/image587.png"/><Relationship Id="rId36" Type="http://schemas.openxmlformats.org/officeDocument/2006/relationships/image" Target="../media/image570.png"/><Relationship Id="rId39" Type="http://schemas.openxmlformats.org/officeDocument/2006/relationships/image" Target="../media/image558.png"/><Relationship Id="rId38" Type="http://schemas.openxmlformats.org/officeDocument/2006/relationships/image" Target="../media/image547.png"/><Relationship Id="rId62" Type="http://schemas.openxmlformats.org/officeDocument/2006/relationships/image" Target="../media/image585.png"/><Relationship Id="rId61" Type="http://schemas.openxmlformats.org/officeDocument/2006/relationships/image" Target="../media/image575.png"/><Relationship Id="rId20" Type="http://schemas.openxmlformats.org/officeDocument/2006/relationships/image" Target="../media/image562.png"/><Relationship Id="rId64" Type="http://schemas.openxmlformats.org/officeDocument/2006/relationships/image" Target="../media/image577.png"/><Relationship Id="rId63" Type="http://schemas.openxmlformats.org/officeDocument/2006/relationships/image" Target="../media/image605.png"/><Relationship Id="rId22" Type="http://schemas.openxmlformats.org/officeDocument/2006/relationships/image" Target="../media/image548.png"/><Relationship Id="rId66" Type="http://schemas.openxmlformats.org/officeDocument/2006/relationships/image" Target="../media/image619.png"/><Relationship Id="rId21" Type="http://schemas.openxmlformats.org/officeDocument/2006/relationships/image" Target="../media/image544.png"/><Relationship Id="rId65" Type="http://schemas.openxmlformats.org/officeDocument/2006/relationships/image" Target="../media/image586.png"/><Relationship Id="rId24" Type="http://schemas.openxmlformats.org/officeDocument/2006/relationships/image" Target="../media/image531.png"/><Relationship Id="rId68" Type="http://schemas.openxmlformats.org/officeDocument/2006/relationships/image" Target="../media/image576.png"/><Relationship Id="rId23" Type="http://schemas.openxmlformats.org/officeDocument/2006/relationships/image" Target="../media/image541.png"/><Relationship Id="rId67" Type="http://schemas.openxmlformats.org/officeDocument/2006/relationships/image" Target="../media/image591.png"/><Relationship Id="rId60" Type="http://schemas.openxmlformats.org/officeDocument/2006/relationships/image" Target="../media/image583.png"/><Relationship Id="rId26" Type="http://schemas.openxmlformats.org/officeDocument/2006/relationships/image" Target="../media/image557.png"/><Relationship Id="rId25" Type="http://schemas.openxmlformats.org/officeDocument/2006/relationships/image" Target="../media/image554.png"/><Relationship Id="rId69" Type="http://schemas.openxmlformats.org/officeDocument/2006/relationships/image" Target="../media/image616.png"/><Relationship Id="rId28" Type="http://schemas.openxmlformats.org/officeDocument/2006/relationships/image" Target="../media/image556.png"/><Relationship Id="rId27" Type="http://schemas.openxmlformats.org/officeDocument/2006/relationships/image" Target="../media/image533.png"/><Relationship Id="rId29" Type="http://schemas.openxmlformats.org/officeDocument/2006/relationships/image" Target="../media/image551.png"/><Relationship Id="rId51" Type="http://schemas.openxmlformats.org/officeDocument/2006/relationships/image" Target="../media/image598.png"/><Relationship Id="rId50" Type="http://schemas.openxmlformats.org/officeDocument/2006/relationships/image" Target="../media/image578.png"/><Relationship Id="rId53" Type="http://schemas.openxmlformats.org/officeDocument/2006/relationships/image" Target="../media/image559.png"/><Relationship Id="rId52" Type="http://schemas.openxmlformats.org/officeDocument/2006/relationships/image" Target="../media/image561.png"/><Relationship Id="rId11" Type="http://schemas.openxmlformats.org/officeDocument/2006/relationships/image" Target="../media/image542.png"/><Relationship Id="rId55" Type="http://schemas.openxmlformats.org/officeDocument/2006/relationships/image" Target="../media/image568.png"/><Relationship Id="rId10" Type="http://schemas.openxmlformats.org/officeDocument/2006/relationships/image" Target="../media/image529.png"/><Relationship Id="rId54" Type="http://schemas.openxmlformats.org/officeDocument/2006/relationships/image" Target="../media/image572.png"/><Relationship Id="rId13" Type="http://schemas.openxmlformats.org/officeDocument/2006/relationships/image" Target="../media/image535.png"/><Relationship Id="rId57" Type="http://schemas.openxmlformats.org/officeDocument/2006/relationships/image" Target="../media/image565.png"/><Relationship Id="rId12" Type="http://schemas.openxmlformats.org/officeDocument/2006/relationships/image" Target="../media/image534.png"/><Relationship Id="rId56" Type="http://schemas.openxmlformats.org/officeDocument/2006/relationships/image" Target="../media/image573.png"/><Relationship Id="rId15" Type="http://schemas.openxmlformats.org/officeDocument/2006/relationships/image" Target="../media/image525.png"/><Relationship Id="rId59" Type="http://schemas.openxmlformats.org/officeDocument/2006/relationships/image" Target="../media/image599.png"/><Relationship Id="rId14" Type="http://schemas.openxmlformats.org/officeDocument/2006/relationships/image" Target="../media/image538.png"/><Relationship Id="rId58" Type="http://schemas.openxmlformats.org/officeDocument/2006/relationships/image" Target="../media/image574.png"/><Relationship Id="rId17" Type="http://schemas.openxmlformats.org/officeDocument/2006/relationships/image" Target="../media/image581.png"/><Relationship Id="rId16" Type="http://schemas.openxmlformats.org/officeDocument/2006/relationships/image" Target="../media/image537.png"/><Relationship Id="rId19" Type="http://schemas.openxmlformats.org/officeDocument/2006/relationships/image" Target="../media/image527.png"/><Relationship Id="rId18" Type="http://schemas.openxmlformats.org/officeDocument/2006/relationships/image" Target="../media/image5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40" Type="http://schemas.openxmlformats.org/officeDocument/2006/relationships/image" Target="../media/image638.png"/><Relationship Id="rId42" Type="http://schemas.openxmlformats.org/officeDocument/2006/relationships/image" Target="../media/image625.png"/><Relationship Id="rId41" Type="http://schemas.openxmlformats.org/officeDocument/2006/relationships/image" Target="../media/image633.png"/><Relationship Id="rId44" Type="http://schemas.openxmlformats.org/officeDocument/2006/relationships/image" Target="../media/image630.png"/><Relationship Id="rId43" Type="http://schemas.openxmlformats.org/officeDocument/2006/relationships/image" Target="../media/image645.png"/><Relationship Id="rId46" Type="http://schemas.openxmlformats.org/officeDocument/2006/relationships/image" Target="../media/image627.png"/><Relationship Id="rId45" Type="http://schemas.openxmlformats.org/officeDocument/2006/relationships/image" Target="../media/image62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44.png"/><Relationship Id="rId4" Type="http://schemas.openxmlformats.org/officeDocument/2006/relationships/image" Target="../media/image548.png"/><Relationship Id="rId9" Type="http://schemas.openxmlformats.org/officeDocument/2006/relationships/image" Target="../media/image533.png"/><Relationship Id="rId48" Type="http://schemas.openxmlformats.org/officeDocument/2006/relationships/image" Target="../media/image636.png"/><Relationship Id="rId47" Type="http://schemas.openxmlformats.org/officeDocument/2006/relationships/image" Target="../media/image646.png"/><Relationship Id="rId49" Type="http://schemas.openxmlformats.org/officeDocument/2006/relationships/image" Target="../media/image644.png"/><Relationship Id="rId5" Type="http://schemas.openxmlformats.org/officeDocument/2006/relationships/image" Target="../media/image541.png"/><Relationship Id="rId6" Type="http://schemas.openxmlformats.org/officeDocument/2006/relationships/image" Target="../media/image531.png"/><Relationship Id="rId7" Type="http://schemas.openxmlformats.org/officeDocument/2006/relationships/image" Target="../media/image554.png"/><Relationship Id="rId8" Type="http://schemas.openxmlformats.org/officeDocument/2006/relationships/image" Target="../media/image557.png"/><Relationship Id="rId31" Type="http://schemas.openxmlformats.org/officeDocument/2006/relationships/image" Target="../media/image553.png"/><Relationship Id="rId30" Type="http://schemas.openxmlformats.org/officeDocument/2006/relationships/image" Target="../media/image555.png"/><Relationship Id="rId33" Type="http://schemas.openxmlformats.org/officeDocument/2006/relationships/image" Target="../media/image631.png"/><Relationship Id="rId32" Type="http://schemas.openxmlformats.org/officeDocument/2006/relationships/image" Target="../media/image651.png"/><Relationship Id="rId35" Type="http://schemas.openxmlformats.org/officeDocument/2006/relationships/image" Target="../media/image632.png"/><Relationship Id="rId34" Type="http://schemas.openxmlformats.org/officeDocument/2006/relationships/image" Target="../media/image622.png"/><Relationship Id="rId37" Type="http://schemas.openxmlformats.org/officeDocument/2006/relationships/image" Target="../media/image629.png"/><Relationship Id="rId36" Type="http://schemas.openxmlformats.org/officeDocument/2006/relationships/image" Target="../media/image621.png"/><Relationship Id="rId39" Type="http://schemas.openxmlformats.org/officeDocument/2006/relationships/image" Target="../media/image628.png"/><Relationship Id="rId38" Type="http://schemas.openxmlformats.org/officeDocument/2006/relationships/image" Target="../media/image623.png"/><Relationship Id="rId20" Type="http://schemas.openxmlformats.org/officeDocument/2006/relationships/image" Target="../media/image545.png"/><Relationship Id="rId22" Type="http://schemas.openxmlformats.org/officeDocument/2006/relationships/image" Target="../media/image570.png"/><Relationship Id="rId21" Type="http://schemas.openxmlformats.org/officeDocument/2006/relationships/image" Target="../media/image582.png"/><Relationship Id="rId24" Type="http://schemas.openxmlformats.org/officeDocument/2006/relationships/image" Target="../media/image547.png"/><Relationship Id="rId23" Type="http://schemas.openxmlformats.org/officeDocument/2006/relationships/image" Target="../media/image587.png"/><Relationship Id="rId26" Type="http://schemas.openxmlformats.org/officeDocument/2006/relationships/image" Target="../media/image563.png"/><Relationship Id="rId25" Type="http://schemas.openxmlformats.org/officeDocument/2006/relationships/image" Target="../media/image558.png"/><Relationship Id="rId28" Type="http://schemas.openxmlformats.org/officeDocument/2006/relationships/image" Target="../media/image569.png"/><Relationship Id="rId27" Type="http://schemas.openxmlformats.org/officeDocument/2006/relationships/image" Target="../media/image552.png"/><Relationship Id="rId29" Type="http://schemas.openxmlformats.org/officeDocument/2006/relationships/image" Target="../media/image564.png"/><Relationship Id="rId50" Type="http://schemas.openxmlformats.org/officeDocument/2006/relationships/image" Target="../media/image664.png"/><Relationship Id="rId11" Type="http://schemas.openxmlformats.org/officeDocument/2006/relationships/image" Target="../media/image551.png"/><Relationship Id="rId10" Type="http://schemas.openxmlformats.org/officeDocument/2006/relationships/image" Target="../media/image556.png"/><Relationship Id="rId13" Type="http://schemas.openxmlformats.org/officeDocument/2006/relationships/image" Target="../media/image550.png"/><Relationship Id="rId12" Type="http://schemas.openxmlformats.org/officeDocument/2006/relationships/image" Target="../media/image539.png"/><Relationship Id="rId15" Type="http://schemas.openxmlformats.org/officeDocument/2006/relationships/image" Target="../media/image608.png"/><Relationship Id="rId14" Type="http://schemas.openxmlformats.org/officeDocument/2006/relationships/image" Target="../media/image602.png"/><Relationship Id="rId17" Type="http://schemas.openxmlformats.org/officeDocument/2006/relationships/image" Target="../media/image607.png"/><Relationship Id="rId16" Type="http://schemas.openxmlformats.org/officeDocument/2006/relationships/image" Target="../media/image604.png"/><Relationship Id="rId19" Type="http://schemas.openxmlformats.org/officeDocument/2006/relationships/image" Target="../media/image543.png"/><Relationship Id="rId18" Type="http://schemas.openxmlformats.org/officeDocument/2006/relationships/image" Target="../media/image549.png"/></Relationships>
</file>

<file path=ppt/slides/_rels/slide16.xml.rels><?xml version="1.0" encoding="UTF-8" standalone="yes"?><Relationships xmlns="http://schemas.openxmlformats.org/package/2006/relationships"><Relationship Id="rId40" Type="http://schemas.openxmlformats.org/officeDocument/2006/relationships/image" Target="../media/image681.png"/><Relationship Id="rId42" Type="http://schemas.openxmlformats.org/officeDocument/2006/relationships/image" Target="../media/image677.png"/><Relationship Id="rId41" Type="http://schemas.openxmlformats.org/officeDocument/2006/relationships/image" Target="../media/image674.png"/><Relationship Id="rId44" Type="http://schemas.openxmlformats.org/officeDocument/2006/relationships/image" Target="../media/image678.png"/><Relationship Id="rId43" Type="http://schemas.openxmlformats.org/officeDocument/2006/relationships/image" Target="../media/image676.png"/><Relationship Id="rId46" Type="http://schemas.openxmlformats.org/officeDocument/2006/relationships/image" Target="../media/image705.png"/><Relationship Id="rId45" Type="http://schemas.openxmlformats.org/officeDocument/2006/relationships/image" Target="../media/image68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40.png"/><Relationship Id="rId4" Type="http://schemas.openxmlformats.org/officeDocument/2006/relationships/image" Target="../media/image641.png"/><Relationship Id="rId9" Type="http://schemas.openxmlformats.org/officeDocument/2006/relationships/image" Target="../media/image668.png"/><Relationship Id="rId48" Type="http://schemas.openxmlformats.org/officeDocument/2006/relationships/image" Target="../media/image680.png"/><Relationship Id="rId47" Type="http://schemas.openxmlformats.org/officeDocument/2006/relationships/image" Target="../media/image697.png"/><Relationship Id="rId5" Type="http://schemas.openxmlformats.org/officeDocument/2006/relationships/image" Target="../media/image658.png"/><Relationship Id="rId6" Type="http://schemas.openxmlformats.org/officeDocument/2006/relationships/image" Target="../media/image672.png"/><Relationship Id="rId7" Type="http://schemas.openxmlformats.org/officeDocument/2006/relationships/image" Target="../media/image639.png"/><Relationship Id="rId8" Type="http://schemas.openxmlformats.org/officeDocument/2006/relationships/image" Target="../media/image643.png"/><Relationship Id="rId31" Type="http://schemas.openxmlformats.org/officeDocument/2006/relationships/image" Target="../media/image685.png"/><Relationship Id="rId30" Type="http://schemas.openxmlformats.org/officeDocument/2006/relationships/image" Target="../media/image662.png"/><Relationship Id="rId33" Type="http://schemas.openxmlformats.org/officeDocument/2006/relationships/image" Target="../media/image673.png"/><Relationship Id="rId32" Type="http://schemas.openxmlformats.org/officeDocument/2006/relationships/image" Target="../media/image665.png"/><Relationship Id="rId35" Type="http://schemas.openxmlformats.org/officeDocument/2006/relationships/image" Target="../media/image667.png"/><Relationship Id="rId34" Type="http://schemas.openxmlformats.org/officeDocument/2006/relationships/image" Target="../media/image661.png"/><Relationship Id="rId37" Type="http://schemas.openxmlformats.org/officeDocument/2006/relationships/image" Target="../media/image683.png"/><Relationship Id="rId36" Type="http://schemas.openxmlformats.org/officeDocument/2006/relationships/image" Target="../media/image675.png"/><Relationship Id="rId39" Type="http://schemas.openxmlformats.org/officeDocument/2006/relationships/image" Target="../media/image684.png"/><Relationship Id="rId38" Type="http://schemas.openxmlformats.org/officeDocument/2006/relationships/image" Target="../media/image666.png"/><Relationship Id="rId20" Type="http://schemas.openxmlformats.org/officeDocument/2006/relationships/image" Target="../media/image648.png"/><Relationship Id="rId22" Type="http://schemas.openxmlformats.org/officeDocument/2006/relationships/image" Target="../media/image650.png"/><Relationship Id="rId21" Type="http://schemas.openxmlformats.org/officeDocument/2006/relationships/image" Target="../media/image653.png"/><Relationship Id="rId24" Type="http://schemas.openxmlformats.org/officeDocument/2006/relationships/image" Target="../media/image660.png"/><Relationship Id="rId23" Type="http://schemas.openxmlformats.org/officeDocument/2006/relationships/image" Target="../media/image654.png"/><Relationship Id="rId26" Type="http://schemas.openxmlformats.org/officeDocument/2006/relationships/image" Target="../media/image656.png"/><Relationship Id="rId25" Type="http://schemas.openxmlformats.org/officeDocument/2006/relationships/image" Target="../media/image657.png"/><Relationship Id="rId28" Type="http://schemas.openxmlformats.org/officeDocument/2006/relationships/image" Target="../media/image670.png"/><Relationship Id="rId27" Type="http://schemas.openxmlformats.org/officeDocument/2006/relationships/image" Target="../media/image711.png"/><Relationship Id="rId29" Type="http://schemas.openxmlformats.org/officeDocument/2006/relationships/image" Target="../media/image669.png"/><Relationship Id="rId11" Type="http://schemas.openxmlformats.org/officeDocument/2006/relationships/image" Target="../media/image679.png"/><Relationship Id="rId10" Type="http://schemas.openxmlformats.org/officeDocument/2006/relationships/image" Target="../media/image642.png"/><Relationship Id="rId13" Type="http://schemas.openxmlformats.org/officeDocument/2006/relationships/image" Target="../media/image655.png"/><Relationship Id="rId12" Type="http://schemas.openxmlformats.org/officeDocument/2006/relationships/image" Target="../media/image671.png"/><Relationship Id="rId15" Type="http://schemas.openxmlformats.org/officeDocument/2006/relationships/image" Target="../media/image647.png"/><Relationship Id="rId14" Type="http://schemas.openxmlformats.org/officeDocument/2006/relationships/image" Target="../media/image652.png"/><Relationship Id="rId17" Type="http://schemas.openxmlformats.org/officeDocument/2006/relationships/image" Target="../media/image688.png"/><Relationship Id="rId16" Type="http://schemas.openxmlformats.org/officeDocument/2006/relationships/image" Target="../media/image663.png"/><Relationship Id="rId19" Type="http://schemas.openxmlformats.org/officeDocument/2006/relationships/image" Target="../media/image659.png"/><Relationship Id="rId18" Type="http://schemas.openxmlformats.org/officeDocument/2006/relationships/image" Target="../media/image649.png"/></Relationships>
</file>

<file path=ppt/slides/_rels/slide17.xml.rels><?xml version="1.0" encoding="UTF-8" standalone="yes"?><Relationships xmlns="http://schemas.openxmlformats.org/package/2006/relationships"><Relationship Id="rId40" Type="http://schemas.openxmlformats.org/officeDocument/2006/relationships/image" Target="../media/image717.png"/><Relationship Id="rId42" Type="http://schemas.openxmlformats.org/officeDocument/2006/relationships/image" Target="../media/image733.png"/><Relationship Id="rId41" Type="http://schemas.openxmlformats.org/officeDocument/2006/relationships/image" Target="../media/image716.png"/><Relationship Id="rId44" Type="http://schemas.openxmlformats.org/officeDocument/2006/relationships/image" Target="../media/image722.png"/><Relationship Id="rId43" Type="http://schemas.openxmlformats.org/officeDocument/2006/relationships/image" Target="../media/image752.png"/><Relationship Id="rId46" Type="http://schemas.openxmlformats.org/officeDocument/2006/relationships/image" Target="../media/image749.png"/><Relationship Id="rId45" Type="http://schemas.openxmlformats.org/officeDocument/2006/relationships/image" Target="../media/image7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86.png"/><Relationship Id="rId4" Type="http://schemas.openxmlformats.org/officeDocument/2006/relationships/image" Target="../media/image690.png"/><Relationship Id="rId9" Type="http://schemas.openxmlformats.org/officeDocument/2006/relationships/image" Target="../media/image687.png"/><Relationship Id="rId48" Type="http://schemas.openxmlformats.org/officeDocument/2006/relationships/image" Target="../media/image728.png"/><Relationship Id="rId47" Type="http://schemas.openxmlformats.org/officeDocument/2006/relationships/image" Target="../media/image724.png"/><Relationship Id="rId49" Type="http://schemas.openxmlformats.org/officeDocument/2006/relationships/image" Target="../media/image731.png"/><Relationship Id="rId5" Type="http://schemas.openxmlformats.org/officeDocument/2006/relationships/image" Target="../media/image703.png"/><Relationship Id="rId6" Type="http://schemas.openxmlformats.org/officeDocument/2006/relationships/image" Target="../media/image698.png"/><Relationship Id="rId7" Type="http://schemas.openxmlformats.org/officeDocument/2006/relationships/image" Target="../media/image696.png"/><Relationship Id="rId8" Type="http://schemas.openxmlformats.org/officeDocument/2006/relationships/image" Target="../media/image707.png"/><Relationship Id="rId73" Type="http://schemas.openxmlformats.org/officeDocument/2006/relationships/image" Target="../media/image774.png"/><Relationship Id="rId72" Type="http://schemas.openxmlformats.org/officeDocument/2006/relationships/image" Target="../media/image746.png"/><Relationship Id="rId31" Type="http://schemas.openxmlformats.org/officeDocument/2006/relationships/image" Target="../media/image709.png"/><Relationship Id="rId75" Type="http://schemas.openxmlformats.org/officeDocument/2006/relationships/image" Target="../media/image757.png"/><Relationship Id="rId30" Type="http://schemas.openxmlformats.org/officeDocument/2006/relationships/image" Target="../media/image732.png"/><Relationship Id="rId74" Type="http://schemas.openxmlformats.org/officeDocument/2006/relationships/image" Target="../media/image762.png"/><Relationship Id="rId33" Type="http://schemas.openxmlformats.org/officeDocument/2006/relationships/image" Target="../media/image715.png"/><Relationship Id="rId77" Type="http://schemas.openxmlformats.org/officeDocument/2006/relationships/image" Target="../media/image756.png"/><Relationship Id="rId32" Type="http://schemas.openxmlformats.org/officeDocument/2006/relationships/image" Target="../media/image727.png"/><Relationship Id="rId76" Type="http://schemas.openxmlformats.org/officeDocument/2006/relationships/image" Target="../media/image753.png"/><Relationship Id="rId35" Type="http://schemas.openxmlformats.org/officeDocument/2006/relationships/image" Target="../media/image719.png"/><Relationship Id="rId34" Type="http://schemas.openxmlformats.org/officeDocument/2006/relationships/image" Target="../media/image710.png"/><Relationship Id="rId71" Type="http://schemas.openxmlformats.org/officeDocument/2006/relationships/image" Target="../media/image772.png"/><Relationship Id="rId70" Type="http://schemas.openxmlformats.org/officeDocument/2006/relationships/image" Target="../media/image748.png"/><Relationship Id="rId37" Type="http://schemas.openxmlformats.org/officeDocument/2006/relationships/image" Target="../media/image718.png"/><Relationship Id="rId36" Type="http://schemas.openxmlformats.org/officeDocument/2006/relationships/image" Target="../media/image714.png"/><Relationship Id="rId39" Type="http://schemas.openxmlformats.org/officeDocument/2006/relationships/image" Target="../media/image720.png"/><Relationship Id="rId38" Type="http://schemas.openxmlformats.org/officeDocument/2006/relationships/image" Target="../media/image734.png"/><Relationship Id="rId62" Type="http://schemas.openxmlformats.org/officeDocument/2006/relationships/image" Target="../media/image735.png"/><Relationship Id="rId61" Type="http://schemas.openxmlformats.org/officeDocument/2006/relationships/image" Target="../media/image776.png"/><Relationship Id="rId20" Type="http://schemas.openxmlformats.org/officeDocument/2006/relationships/image" Target="../media/image725.png"/><Relationship Id="rId64" Type="http://schemas.openxmlformats.org/officeDocument/2006/relationships/image" Target="../media/image737.png"/><Relationship Id="rId63" Type="http://schemas.openxmlformats.org/officeDocument/2006/relationships/image" Target="../media/image736.png"/><Relationship Id="rId22" Type="http://schemas.openxmlformats.org/officeDocument/2006/relationships/image" Target="../media/image713.png"/><Relationship Id="rId66" Type="http://schemas.openxmlformats.org/officeDocument/2006/relationships/image" Target="../media/image743.png"/><Relationship Id="rId21" Type="http://schemas.openxmlformats.org/officeDocument/2006/relationships/image" Target="../media/image701.png"/><Relationship Id="rId65" Type="http://schemas.openxmlformats.org/officeDocument/2006/relationships/image" Target="../media/image739.png"/><Relationship Id="rId24" Type="http://schemas.openxmlformats.org/officeDocument/2006/relationships/image" Target="../media/image751.png"/><Relationship Id="rId68" Type="http://schemas.openxmlformats.org/officeDocument/2006/relationships/image" Target="../media/image760.png"/><Relationship Id="rId23" Type="http://schemas.openxmlformats.org/officeDocument/2006/relationships/image" Target="../media/image723.png"/><Relationship Id="rId67" Type="http://schemas.openxmlformats.org/officeDocument/2006/relationships/image" Target="../media/image750.png"/><Relationship Id="rId60" Type="http://schemas.openxmlformats.org/officeDocument/2006/relationships/image" Target="../media/image769.png"/><Relationship Id="rId26" Type="http://schemas.openxmlformats.org/officeDocument/2006/relationships/image" Target="../media/image708.png"/><Relationship Id="rId25" Type="http://schemas.openxmlformats.org/officeDocument/2006/relationships/image" Target="../media/image704.png"/><Relationship Id="rId69" Type="http://schemas.openxmlformats.org/officeDocument/2006/relationships/image" Target="../media/image764.png"/><Relationship Id="rId28" Type="http://schemas.openxmlformats.org/officeDocument/2006/relationships/image" Target="../media/image726.png"/><Relationship Id="rId27" Type="http://schemas.openxmlformats.org/officeDocument/2006/relationships/image" Target="../media/image712.png"/><Relationship Id="rId29" Type="http://schemas.openxmlformats.org/officeDocument/2006/relationships/image" Target="../media/image771.png"/><Relationship Id="rId51" Type="http://schemas.openxmlformats.org/officeDocument/2006/relationships/image" Target="../media/image740.png"/><Relationship Id="rId50" Type="http://schemas.openxmlformats.org/officeDocument/2006/relationships/image" Target="../media/image730.png"/><Relationship Id="rId53" Type="http://schemas.openxmlformats.org/officeDocument/2006/relationships/image" Target="../media/image738.png"/><Relationship Id="rId52" Type="http://schemas.openxmlformats.org/officeDocument/2006/relationships/image" Target="../media/image744.png"/><Relationship Id="rId11" Type="http://schemas.openxmlformats.org/officeDocument/2006/relationships/image" Target="../media/image695.png"/><Relationship Id="rId55" Type="http://schemas.openxmlformats.org/officeDocument/2006/relationships/image" Target="../media/image745.png"/><Relationship Id="rId10" Type="http://schemas.openxmlformats.org/officeDocument/2006/relationships/image" Target="../media/image729.png"/><Relationship Id="rId54" Type="http://schemas.openxmlformats.org/officeDocument/2006/relationships/image" Target="../media/image741.png"/><Relationship Id="rId13" Type="http://schemas.openxmlformats.org/officeDocument/2006/relationships/image" Target="../media/image692.png"/><Relationship Id="rId57" Type="http://schemas.openxmlformats.org/officeDocument/2006/relationships/image" Target="../media/image754.png"/><Relationship Id="rId12" Type="http://schemas.openxmlformats.org/officeDocument/2006/relationships/image" Target="../media/image700.png"/><Relationship Id="rId56" Type="http://schemas.openxmlformats.org/officeDocument/2006/relationships/image" Target="../media/image747.png"/><Relationship Id="rId15" Type="http://schemas.openxmlformats.org/officeDocument/2006/relationships/image" Target="../media/image691.png"/><Relationship Id="rId59" Type="http://schemas.openxmlformats.org/officeDocument/2006/relationships/image" Target="../media/image763.png"/><Relationship Id="rId14" Type="http://schemas.openxmlformats.org/officeDocument/2006/relationships/image" Target="../media/image702.png"/><Relationship Id="rId58" Type="http://schemas.openxmlformats.org/officeDocument/2006/relationships/image" Target="../media/image742.png"/><Relationship Id="rId17" Type="http://schemas.openxmlformats.org/officeDocument/2006/relationships/image" Target="../media/image689.png"/><Relationship Id="rId16" Type="http://schemas.openxmlformats.org/officeDocument/2006/relationships/image" Target="../media/image706.png"/><Relationship Id="rId19" Type="http://schemas.openxmlformats.org/officeDocument/2006/relationships/image" Target="../media/image693.png"/><Relationship Id="rId18" Type="http://schemas.openxmlformats.org/officeDocument/2006/relationships/image" Target="../media/image694.png"/></Relationships>
</file>

<file path=ppt/slides/_rels/slide18.xml.rels><?xml version="1.0" encoding="UTF-8" standalone="yes"?><Relationships xmlns="http://schemas.openxmlformats.org/package/2006/relationships"><Relationship Id="rId40" Type="http://schemas.openxmlformats.org/officeDocument/2006/relationships/image" Target="../media/image804.png"/><Relationship Id="rId42" Type="http://schemas.openxmlformats.org/officeDocument/2006/relationships/image" Target="../media/image790.png"/><Relationship Id="rId41" Type="http://schemas.openxmlformats.org/officeDocument/2006/relationships/image" Target="../media/image797.png"/><Relationship Id="rId44" Type="http://schemas.openxmlformats.org/officeDocument/2006/relationships/image" Target="../media/image798.png"/><Relationship Id="rId43" Type="http://schemas.openxmlformats.org/officeDocument/2006/relationships/image" Target="../media/image829.png"/><Relationship Id="rId46" Type="http://schemas.openxmlformats.org/officeDocument/2006/relationships/image" Target="../media/image807.png"/><Relationship Id="rId45" Type="http://schemas.openxmlformats.org/officeDocument/2006/relationships/image" Target="../media/image79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84.png"/><Relationship Id="rId4" Type="http://schemas.openxmlformats.org/officeDocument/2006/relationships/image" Target="../media/image758.png"/><Relationship Id="rId9" Type="http://schemas.openxmlformats.org/officeDocument/2006/relationships/image" Target="../media/image755.png"/><Relationship Id="rId48" Type="http://schemas.openxmlformats.org/officeDocument/2006/relationships/image" Target="../media/image801.png"/><Relationship Id="rId47" Type="http://schemas.openxmlformats.org/officeDocument/2006/relationships/image" Target="../media/image872.png"/><Relationship Id="rId49" Type="http://schemas.openxmlformats.org/officeDocument/2006/relationships/image" Target="../media/image802.png"/><Relationship Id="rId5" Type="http://schemas.openxmlformats.org/officeDocument/2006/relationships/image" Target="../media/image768.png"/><Relationship Id="rId6" Type="http://schemas.openxmlformats.org/officeDocument/2006/relationships/image" Target="../media/image761.png"/><Relationship Id="rId7" Type="http://schemas.openxmlformats.org/officeDocument/2006/relationships/image" Target="../media/image811.png"/><Relationship Id="rId8" Type="http://schemas.openxmlformats.org/officeDocument/2006/relationships/image" Target="../media/image770.png"/><Relationship Id="rId31" Type="http://schemas.openxmlformats.org/officeDocument/2006/relationships/image" Target="../media/image833.png"/><Relationship Id="rId30" Type="http://schemas.openxmlformats.org/officeDocument/2006/relationships/image" Target="../media/image785.png"/><Relationship Id="rId33" Type="http://schemas.openxmlformats.org/officeDocument/2006/relationships/image" Target="../media/image788.png"/><Relationship Id="rId32" Type="http://schemas.openxmlformats.org/officeDocument/2006/relationships/image" Target="../media/image793.png"/><Relationship Id="rId35" Type="http://schemas.openxmlformats.org/officeDocument/2006/relationships/image" Target="../media/image799.png"/><Relationship Id="rId34" Type="http://schemas.openxmlformats.org/officeDocument/2006/relationships/image" Target="../media/image841.png"/><Relationship Id="rId37" Type="http://schemas.openxmlformats.org/officeDocument/2006/relationships/image" Target="../media/image805.png"/><Relationship Id="rId36" Type="http://schemas.openxmlformats.org/officeDocument/2006/relationships/image" Target="../media/image789.png"/><Relationship Id="rId39" Type="http://schemas.openxmlformats.org/officeDocument/2006/relationships/image" Target="../media/image795.png"/><Relationship Id="rId38" Type="http://schemas.openxmlformats.org/officeDocument/2006/relationships/image" Target="../media/image814.png"/><Relationship Id="rId62" Type="http://schemas.openxmlformats.org/officeDocument/2006/relationships/image" Target="../media/image839.png"/><Relationship Id="rId61" Type="http://schemas.openxmlformats.org/officeDocument/2006/relationships/image" Target="../media/image812.png"/><Relationship Id="rId20" Type="http://schemas.openxmlformats.org/officeDocument/2006/relationships/image" Target="../media/image782.png"/><Relationship Id="rId64" Type="http://schemas.openxmlformats.org/officeDocument/2006/relationships/image" Target="../media/image817.png"/><Relationship Id="rId63" Type="http://schemas.openxmlformats.org/officeDocument/2006/relationships/image" Target="../media/image813.png"/><Relationship Id="rId22" Type="http://schemas.openxmlformats.org/officeDocument/2006/relationships/image" Target="../media/image783.png"/><Relationship Id="rId21" Type="http://schemas.openxmlformats.org/officeDocument/2006/relationships/image" Target="../media/image780.png"/><Relationship Id="rId65" Type="http://schemas.openxmlformats.org/officeDocument/2006/relationships/image" Target="../media/image850.png"/><Relationship Id="rId24" Type="http://schemas.openxmlformats.org/officeDocument/2006/relationships/image" Target="../media/image792.png"/><Relationship Id="rId23" Type="http://schemas.openxmlformats.org/officeDocument/2006/relationships/image" Target="../media/image781.png"/><Relationship Id="rId60" Type="http://schemas.openxmlformats.org/officeDocument/2006/relationships/image" Target="../media/image810.png"/><Relationship Id="rId26" Type="http://schemas.openxmlformats.org/officeDocument/2006/relationships/image" Target="../media/image786.png"/><Relationship Id="rId25" Type="http://schemas.openxmlformats.org/officeDocument/2006/relationships/image" Target="../media/image778.png"/><Relationship Id="rId28" Type="http://schemas.openxmlformats.org/officeDocument/2006/relationships/image" Target="../media/image777.png"/><Relationship Id="rId27" Type="http://schemas.openxmlformats.org/officeDocument/2006/relationships/image" Target="../media/image779.png"/><Relationship Id="rId29" Type="http://schemas.openxmlformats.org/officeDocument/2006/relationships/image" Target="../media/image791.png"/><Relationship Id="rId51" Type="http://schemas.openxmlformats.org/officeDocument/2006/relationships/image" Target="../media/image803.png"/><Relationship Id="rId50" Type="http://schemas.openxmlformats.org/officeDocument/2006/relationships/image" Target="../media/image806.png"/><Relationship Id="rId53" Type="http://schemas.openxmlformats.org/officeDocument/2006/relationships/image" Target="../media/image827.png"/><Relationship Id="rId52" Type="http://schemas.openxmlformats.org/officeDocument/2006/relationships/image" Target="../media/image800.png"/><Relationship Id="rId11" Type="http://schemas.openxmlformats.org/officeDocument/2006/relationships/image" Target="../media/image759.png"/><Relationship Id="rId55" Type="http://schemas.openxmlformats.org/officeDocument/2006/relationships/image" Target="../media/image818.png"/><Relationship Id="rId10" Type="http://schemas.openxmlformats.org/officeDocument/2006/relationships/image" Target="../media/image766.png"/><Relationship Id="rId54" Type="http://schemas.openxmlformats.org/officeDocument/2006/relationships/image" Target="../media/image815.png"/><Relationship Id="rId13" Type="http://schemas.openxmlformats.org/officeDocument/2006/relationships/image" Target="../media/image787.png"/><Relationship Id="rId57" Type="http://schemas.openxmlformats.org/officeDocument/2006/relationships/image" Target="../media/image808.png"/><Relationship Id="rId12" Type="http://schemas.openxmlformats.org/officeDocument/2006/relationships/image" Target="../media/image765.png"/><Relationship Id="rId56" Type="http://schemas.openxmlformats.org/officeDocument/2006/relationships/image" Target="../media/image816.png"/><Relationship Id="rId15" Type="http://schemas.openxmlformats.org/officeDocument/2006/relationships/image" Target="../media/image809.png"/><Relationship Id="rId59" Type="http://schemas.openxmlformats.org/officeDocument/2006/relationships/image" Target="../media/image828.png"/><Relationship Id="rId14" Type="http://schemas.openxmlformats.org/officeDocument/2006/relationships/image" Target="../media/image796.png"/><Relationship Id="rId58" Type="http://schemas.openxmlformats.org/officeDocument/2006/relationships/image" Target="../media/image819.png"/><Relationship Id="rId17" Type="http://schemas.openxmlformats.org/officeDocument/2006/relationships/image" Target="../media/image775.png"/><Relationship Id="rId16" Type="http://schemas.openxmlformats.org/officeDocument/2006/relationships/image" Target="../media/image767.png"/><Relationship Id="rId19" Type="http://schemas.openxmlformats.org/officeDocument/2006/relationships/image" Target="../media/image773.png"/><Relationship Id="rId18" Type="http://schemas.openxmlformats.org/officeDocument/2006/relationships/image" Target="../media/image8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23.png"/><Relationship Id="rId4" Type="http://schemas.openxmlformats.org/officeDocument/2006/relationships/image" Target="../media/image820.png"/></Relationships>
</file>

<file path=ppt/slides/_rels/slide20.xml.rels><?xml version="1.0" encoding="UTF-8" standalone="yes"?><Relationships xmlns="http://schemas.openxmlformats.org/package/2006/relationships"><Relationship Id="rId40" Type="http://schemas.openxmlformats.org/officeDocument/2006/relationships/image" Target="../media/image857.png"/><Relationship Id="rId42" Type="http://schemas.openxmlformats.org/officeDocument/2006/relationships/image" Target="../media/image860.png"/><Relationship Id="rId41" Type="http://schemas.openxmlformats.org/officeDocument/2006/relationships/image" Target="../media/image862.png"/><Relationship Id="rId44" Type="http://schemas.openxmlformats.org/officeDocument/2006/relationships/image" Target="../media/image870.png"/><Relationship Id="rId43" Type="http://schemas.openxmlformats.org/officeDocument/2006/relationships/image" Target="../media/image865.png"/><Relationship Id="rId46" Type="http://schemas.openxmlformats.org/officeDocument/2006/relationships/image" Target="../media/image881.png"/><Relationship Id="rId45" Type="http://schemas.openxmlformats.org/officeDocument/2006/relationships/image" Target="../media/image86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26.png"/><Relationship Id="rId4" Type="http://schemas.openxmlformats.org/officeDocument/2006/relationships/image" Target="../media/image821.png"/><Relationship Id="rId9" Type="http://schemas.openxmlformats.org/officeDocument/2006/relationships/image" Target="../media/image822.png"/><Relationship Id="rId48" Type="http://schemas.openxmlformats.org/officeDocument/2006/relationships/image" Target="../media/image874.png"/><Relationship Id="rId47" Type="http://schemas.openxmlformats.org/officeDocument/2006/relationships/image" Target="../media/image871.png"/><Relationship Id="rId49" Type="http://schemas.openxmlformats.org/officeDocument/2006/relationships/image" Target="../media/image866.png"/><Relationship Id="rId5" Type="http://schemas.openxmlformats.org/officeDocument/2006/relationships/image" Target="../media/image843.png"/><Relationship Id="rId6" Type="http://schemas.openxmlformats.org/officeDocument/2006/relationships/image" Target="../media/image842.png"/><Relationship Id="rId7" Type="http://schemas.openxmlformats.org/officeDocument/2006/relationships/image" Target="../media/image835.png"/><Relationship Id="rId8" Type="http://schemas.openxmlformats.org/officeDocument/2006/relationships/image" Target="../media/image824.png"/><Relationship Id="rId31" Type="http://schemas.openxmlformats.org/officeDocument/2006/relationships/image" Target="../media/image851.png"/><Relationship Id="rId30" Type="http://schemas.openxmlformats.org/officeDocument/2006/relationships/image" Target="../media/image848.png"/><Relationship Id="rId33" Type="http://schemas.openxmlformats.org/officeDocument/2006/relationships/image" Target="../media/image910.png"/><Relationship Id="rId32" Type="http://schemas.openxmlformats.org/officeDocument/2006/relationships/image" Target="../media/image875.png"/><Relationship Id="rId35" Type="http://schemas.openxmlformats.org/officeDocument/2006/relationships/image" Target="../media/image869.png"/><Relationship Id="rId34" Type="http://schemas.openxmlformats.org/officeDocument/2006/relationships/image" Target="../media/image856.png"/><Relationship Id="rId37" Type="http://schemas.openxmlformats.org/officeDocument/2006/relationships/image" Target="../media/image855.png"/><Relationship Id="rId36" Type="http://schemas.openxmlformats.org/officeDocument/2006/relationships/image" Target="../media/image858.png"/><Relationship Id="rId39" Type="http://schemas.openxmlformats.org/officeDocument/2006/relationships/image" Target="../media/image859.png"/><Relationship Id="rId38" Type="http://schemas.openxmlformats.org/officeDocument/2006/relationships/image" Target="../media/image861.png"/><Relationship Id="rId20" Type="http://schemas.openxmlformats.org/officeDocument/2006/relationships/image" Target="../media/image840.png"/><Relationship Id="rId22" Type="http://schemas.openxmlformats.org/officeDocument/2006/relationships/image" Target="../media/image844.png"/><Relationship Id="rId21" Type="http://schemas.openxmlformats.org/officeDocument/2006/relationships/image" Target="../media/image878.png"/><Relationship Id="rId24" Type="http://schemas.openxmlformats.org/officeDocument/2006/relationships/image" Target="../media/image868.png"/><Relationship Id="rId23" Type="http://schemas.openxmlformats.org/officeDocument/2006/relationships/image" Target="../media/image852.png"/><Relationship Id="rId26" Type="http://schemas.openxmlformats.org/officeDocument/2006/relationships/image" Target="../media/image893.png"/><Relationship Id="rId25" Type="http://schemas.openxmlformats.org/officeDocument/2006/relationships/image" Target="../media/image854.png"/><Relationship Id="rId28" Type="http://schemas.openxmlformats.org/officeDocument/2006/relationships/image" Target="../media/image853.png"/><Relationship Id="rId27" Type="http://schemas.openxmlformats.org/officeDocument/2006/relationships/image" Target="../media/image845.png"/><Relationship Id="rId29" Type="http://schemas.openxmlformats.org/officeDocument/2006/relationships/image" Target="../media/image863.png"/><Relationship Id="rId51" Type="http://schemas.openxmlformats.org/officeDocument/2006/relationships/image" Target="../media/image867.png"/><Relationship Id="rId50" Type="http://schemas.openxmlformats.org/officeDocument/2006/relationships/image" Target="../media/image876.png"/><Relationship Id="rId53" Type="http://schemas.openxmlformats.org/officeDocument/2006/relationships/image" Target="../media/image885.png"/><Relationship Id="rId52" Type="http://schemas.openxmlformats.org/officeDocument/2006/relationships/image" Target="../media/image887.png"/><Relationship Id="rId11" Type="http://schemas.openxmlformats.org/officeDocument/2006/relationships/image" Target="../media/image832.png"/><Relationship Id="rId10" Type="http://schemas.openxmlformats.org/officeDocument/2006/relationships/image" Target="../media/image825.png"/><Relationship Id="rId54" Type="http://schemas.openxmlformats.org/officeDocument/2006/relationships/image" Target="../media/image912.png"/><Relationship Id="rId13" Type="http://schemas.openxmlformats.org/officeDocument/2006/relationships/image" Target="../media/image834.png"/><Relationship Id="rId12" Type="http://schemas.openxmlformats.org/officeDocument/2006/relationships/image" Target="../media/image849.png"/><Relationship Id="rId15" Type="http://schemas.openxmlformats.org/officeDocument/2006/relationships/image" Target="../media/image846.png"/><Relationship Id="rId14" Type="http://schemas.openxmlformats.org/officeDocument/2006/relationships/image" Target="../media/image847.png"/><Relationship Id="rId17" Type="http://schemas.openxmlformats.org/officeDocument/2006/relationships/image" Target="../media/image831.png"/><Relationship Id="rId16" Type="http://schemas.openxmlformats.org/officeDocument/2006/relationships/image" Target="../media/image830.png"/><Relationship Id="rId19" Type="http://schemas.openxmlformats.org/officeDocument/2006/relationships/image" Target="../media/image836.png"/><Relationship Id="rId18" Type="http://schemas.openxmlformats.org/officeDocument/2006/relationships/image" Target="../media/image837.png"/></Relationships>
</file>

<file path=ppt/slides/_rels/slide21.xml.rels><?xml version="1.0" encoding="UTF-8" standalone="yes"?><Relationships xmlns="http://schemas.openxmlformats.org/package/2006/relationships"><Relationship Id="rId40" Type="http://schemas.openxmlformats.org/officeDocument/2006/relationships/image" Target="../media/image933.png"/><Relationship Id="rId42" Type="http://schemas.openxmlformats.org/officeDocument/2006/relationships/image" Target="../media/image913.png"/><Relationship Id="rId41" Type="http://schemas.openxmlformats.org/officeDocument/2006/relationships/image" Target="../media/image964.png"/><Relationship Id="rId44" Type="http://schemas.openxmlformats.org/officeDocument/2006/relationships/image" Target="../media/image963.png"/><Relationship Id="rId43" Type="http://schemas.openxmlformats.org/officeDocument/2006/relationships/image" Target="../media/image987.png"/><Relationship Id="rId46" Type="http://schemas.openxmlformats.org/officeDocument/2006/relationships/image" Target="../media/image917.png"/><Relationship Id="rId45" Type="http://schemas.openxmlformats.org/officeDocument/2006/relationships/image" Target="../media/image93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89.png"/><Relationship Id="rId4" Type="http://schemas.openxmlformats.org/officeDocument/2006/relationships/image" Target="../media/image873.png"/><Relationship Id="rId9" Type="http://schemas.openxmlformats.org/officeDocument/2006/relationships/image" Target="../media/image883.png"/><Relationship Id="rId48" Type="http://schemas.openxmlformats.org/officeDocument/2006/relationships/image" Target="../media/image916.png"/><Relationship Id="rId47" Type="http://schemas.openxmlformats.org/officeDocument/2006/relationships/image" Target="../media/image918.png"/><Relationship Id="rId49" Type="http://schemas.openxmlformats.org/officeDocument/2006/relationships/image" Target="../media/image920.png"/><Relationship Id="rId5" Type="http://schemas.openxmlformats.org/officeDocument/2006/relationships/image" Target="../media/image879.png"/><Relationship Id="rId6" Type="http://schemas.openxmlformats.org/officeDocument/2006/relationships/image" Target="../media/image886.png"/><Relationship Id="rId7" Type="http://schemas.openxmlformats.org/officeDocument/2006/relationships/image" Target="../media/image898.png"/><Relationship Id="rId8" Type="http://schemas.openxmlformats.org/officeDocument/2006/relationships/image" Target="../media/image892.png"/><Relationship Id="rId31" Type="http://schemas.openxmlformats.org/officeDocument/2006/relationships/image" Target="../media/image928.png"/><Relationship Id="rId30" Type="http://schemas.openxmlformats.org/officeDocument/2006/relationships/image" Target="../media/image908.png"/><Relationship Id="rId33" Type="http://schemas.openxmlformats.org/officeDocument/2006/relationships/image" Target="../media/image902.png"/><Relationship Id="rId32" Type="http://schemas.openxmlformats.org/officeDocument/2006/relationships/image" Target="../media/image911.png"/><Relationship Id="rId35" Type="http://schemas.openxmlformats.org/officeDocument/2006/relationships/image" Target="../media/image926.png"/><Relationship Id="rId34" Type="http://schemas.openxmlformats.org/officeDocument/2006/relationships/image" Target="../media/image907.png"/><Relationship Id="rId37" Type="http://schemas.openxmlformats.org/officeDocument/2006/relationships/image" Target="../media/image938.png"/><Relationship Id="rId36" Type="http://schemas.openxmlformats.org/officeDocument/2006/relationships/image" Target="../media/image950.png"/><Relationship Id="rId39" Type="http://schemas.openxmlformats.org/officeDocument/2006/relationships/image" Target="../media/image915.png"/><Relationship Id="rId38" Type="http://schemas.openxmlformats.org/officeDocument/2006/relationships/image" Target="../media/image906.png"/><Relationship Id="rId20" Type="http://schemas.openxmlformats.org/officeDocument/2006/relationships/image" Target="../media/image891.png"/><Relationship Id="rId22" Type="http://schemas.openxmlformats.org/officeDocument/2006/relationships/image" Target="../media/image901.png"/><Relationship Id="rId21" Type="http://schemas.openxmlformats.org/officeDocument/2006/relationships/image" Target="../media/image900.png"/><Relationship Id="rId24" Type="http://schemas.openxmlformats.org/officeDocument/2006/relationships/image" Target="../media/image909.png"/><Relationship Id="rId23" Type="http://schemas.openxmlformats.org/officeDocument/2006/relationships/image" Target="../media/image897.png"/><Relationship Id="rId26" Type="http://schemas.openxmlformats.org/officeDocument/2006/relationships/image" Target="../media/image896.png"/><Relationship Id="rId25" Type="http://schemas.openxmlformats.org/officeDocument/2006/relationships/image" Target="../media/image890.png"/><Relationship Id="rId28" Type="http://schemas.openxmlformats.org/officeDocument/2006/relationships/image" Target="../media/image914.png"/><Relationship Id="rId27" Type="http://schemas.openxmlformats.org/officeDocument/2006/relationships/image" Target="../media/image894.png"/><Relationship Id="rId29" Type="http://schemas.openxmlformats.org/officeDocument/2006/relationships/image" Target="../media/image904.png"/><Relationship Id="rId51" Type="http://schemas.openxmlformats.org/officeDocument/2006/relationships/image" Target="../media/image929.png"/><Relationship Id="rId50" Type="http://schemas.openxmlformats.org/officeDocument/2006/relationships/image" Target="../media/image924.png"/><Relationship Id="rId53" Type="http://schemas.openxmlformats.org/officeDocument/2006/relationships/image" Target="../media/image923.png"/><Relationship Id="rId52" Type="http://schemas.openxmlformats.org/officeDocument/2006/relationships/image" Target="../media/image919.png"/><Relationship Id="rId11" Type="http://schemas.openxmlformats.org/officeDocument/2006/relationships/image" Target="../media/image877.png"/><Relationship Id="rId55" Type="http://schemas.openxmlformats.org/officeDocument/2006/relationships/image" Target="../media/image925.png"/><Relationship Id="rId10" Type="http://schemas.openxmlformats.org/officeDocument/2006/relationships/image" Target="../media/image895.png"/><Relationship Id="rId54" Type="http://schemas.openxmlformats.org/officeDocument/2006/relationships/image" Target="../media/image922.png"/><Relationship Id="rId13" Type="http://schemas.openxmlformats.org/officeDocument/2006/relationships/image" Target="../media/image880.png"/><Relationship Id="rId57" Type="http://schemas.openxmlformats.org/officeDocument/2006/relationships/image" Target="../media/image948.png"/><Relationship Id="rId12" Type="http://schemas.openxmlformats.org/officeDocument/2006/relationships/image" Target="../media/image921.png"/><Relationship Id="rId56" Type="http://schemas.openxmlformats.org/officeDocument/2006/relationships/image" Target="../media/image927.png"/><Relationship Id="rId15" Type="http://schemas.openxmlformats.org/officeDocument/2006/relationships/image" Target="../media/image884.png"/><Relationship Id="rId14" Type="http://schemas.openxmlformats.org/officeDocument/2006/relationships/image" Target="../media/image882.png"/><Relationship Id="rId17" Type="http://schemas.openxmlformats.org/officeDocument/2006/relationships/image" Target="../media/image888.png"/><Relationship Id="rId16" Type="http://schemas.openxmlformats.org/officeDocument/2006/relationships/image" Target="../media/image905.png"/><Relationship Id="rId19" Type="http://schemas.openxmlformats.org/officeDocument/2006/relationships/image" Target="../media/image899.png"/><Relationship Id="rId18" Type="http://schemas.openxmlformats.org/officeDocument/2006/relationships/image" Target="../media/image90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55.png"/><Relationship Id="rId4" Type="http://schemas.openxmlformats.org/officeDocument/2006/relationships/image" Target="../media/image946.png"/><Relationship Id="rId9" Type="http://schemas.openxmlformats.org/officeDocument/2006/relationships/image" Target="../media/image943.png"/><Relationship Id="rId5" Type="http://schemas.openxmlformats.org/officeDocument/2006/relationships/image" Target="../media/image935.png"/><Relationship Id="rId6" Type="http://schemas.openxmlformats.org/officeDocument/2006/relationships/image" Target="../media/image931.png"/><Relationship Id="rId7" Type="http://schemas.openxmlformats.org/officeDocument/2006/relationships/image" Target="../media/image953.png"/><Relationship Id="rId8" Type="http://schemas.openxmlformats.org/officeDocument/2006/relationships/image" Target="../media/image930.png"/><Relationship Id="rId20" Type="http://schemas.openxmlformats.org/officeDocument/2006/relationships/image" Target="../media/image924.png"/><Relationship Id="rId11" Type="http://schemas.openxmlformats.org/officeDocument/2006/relationships/image" Target="../media/image954.png"/><Relationship Id="rId10" Type="http://schemas.openxmlformats.org/officeDocument/2006/relationships/image" Target="../media/image958.png"/><Relationship Id="rId13" Type="http://schemas.openxmlformats.org/officeDocument/2006/relationships/image" Target="../media/image940.png"/><Relationship Id="rId12" Type="http://schemas.openxmlformats.org/officeDocument/2006/relationships/image" Target="../media/image941.png"/><Relationship Id="rId15" Type="http://schemas.openxmlformats.org/officeDocument/2006/relationships/image" Target="../media/image939.png"/><Relationship Id="rId14" Type="http://schemas.openxmlformats.org/officeDocument/2006/relationships/image" Target="../media/image932.png"/><Relationship Id="rId17" Type="http://schemas.openxmlformats.org/officeDocument/2006/relationships/image" Target="../media/image937.png"/><Relationship Id="rId16" Type="http://schemas.openxmlformats.org/officeDocument/2006/relationships/image" Target="../media/image934.png"/><Relationship Id="rId19" Type="http://schemas.openxmlformats.org/officeDocument/2006/relationships/image" Target="../media/image975.png"/><Relationship Id="rId18" Type="http://schemas.openxmlformats.org/officeDocument/2006/relationships/image" Target="../media/image94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40" Type="http://schemas.openxmlformats.org/officeDocument/2006/relationships/image" Target="../media/image1014.png"/><Relationship Id="rId42" Type="http://schemas.openxmlformats.org/officeDocument/2006/relationships/image" Target="../media/image1026.png"/><Relationship Id="rId41" Type="http://schemas.openxmlformats.org/officeDocument/2006/relationships/image" Target="../media/image985.png"/><Relationship Id="rId44" Type="http://schemas.openxmlformats.org/officeDocument/2006/relationships/image" Target="../media/image994.png"/><Relationship Id="rId43" Type="http://schemas.openxmlformats.org/officeDocument/2006/relationships/image" Target="../media/image1000.png"/><Relationship Id="rId46" Type="http://schemas.openxmlformats.org/officeDocument/2006/relationships/image" Target="../media/image993.png"/><Relationship Id="rId45" Type="http://schemas.openxmlformats.org/officeDocument/2006/relationships/image" Target="../media/image98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47.png"/><Relationship Id="rId4" Type="http://schemas.openxmlformats.org/officeDocument/2006/relationships/image" Target="../media/image944.png"/><Relationship Id="rId9" Type="http://schemas.openxmlformats.org/officeDocument/2006/relationships/image" Target="../media/image949.png"/><Relationship Id="rId48" Type="http://schemas.openxmlformats.org/officeDocument/2006/relationships/image" Target="../media/image1035.png"/><Relationship Id="rId47" Type="http://schemas.openxmlformats.org/officeDocument/2006/relationships/image" Target="../media/image992.png"/><Relationship Id="rId49" Type="http://schemas.openxmlformats.org/officeDocument/2006/relationships/image" Target="../media/image1023.png"/><Relationship Id="rId5" Type="http://schemas.openxmlformats.org/officeDocument/2006/relationships/image" Target="../media/image952.png"/><Relationship Id="rId6" Type="http://schemas.openxmlformats.org/officeDocument/2006/relationships/image" Target="../media/image969.png"/><Relationship Id="rId7" Type="http://schemas.openxmlformats.org/officeDocument/2006/relationships/image" Target="../media/image982.png"/><Relationship Id="rId8" Type="http://schemas.openxmlformats.org/officeDocument/2006/relationships/image" Target="../media/image951.png"/><Relationship Id="rId31" Type="http://schemas.openxmlformats.org/officeDocument/2006/relationships/image" Target="../media/image971.png"/><Relationship Id="rId30" Type="http://schemas.openxmlformats.org/officeDocument/2006/relationships/image" Target="../media/image968.png"/><Relationship Id="rId33" Type="http://schemas.openxmlformats.org/officeDocument/2006/relationships/image" Target="../media/image983.png"/><Relationship Id="rId32" Type="http://schemas.openxmlformats.org/officeDocument/2006/relationships/image" Target="../media/image981.png"/><Relationship Id="rId35" Type="http://schemas.openxmlformats.org/officeDocument/2006/relationships/image" Target="../media/image980.png"/><Relationship Id="rId34" Type="http://schemas.openxmlformats.org/officeDocument/2006/relationships/image" Target="../media/image1020.png"/><Relationship Id="rId37" Type="http://schemas.openxmlformats.org/officeDocument/2006/relationships/image" Target="../media/image989.png"/><Relationship Id="rId36" Type="http://schemas.openxmlformats.org/officeDocument/2006/relationships/image" Target="../media/image978.png"/><Relationship Id="rId39" Type="http://schemas.openxmlformats.org/officeDocument/2006/relationships/image" Target="../media/image991.png"/><Relationship Id="rId38" Type="http://schemas.openxmlformats.org/officeDocument/2006/relationships/image" Target="../media/image988.png"/><Relationship Id="rId62" Type="http://schemas.openxmlformats.org/officeDocument/2006/relationships/image" Target="../media/image1002.png"/><Relationship Id="rId61" Type="http://schemas.openxmlformats.org/officeDocument/2006/relationships/image" Target="../media/image1003.png"/><Relationship Id="rId20" Type="http://schemas.openxmlformats.org/officeDocument/2006/relationships/image" Target="../media/image961.png"/><Relationship Id="rId64" Type="http://schemas.openxmlformats.org/officeDocument/2006/relationships/image" Target="../media/image1005.png"/><Relationship Id="rId63" Type="http://schemas.openxmlformats.org/officeDocument/2006/relationships/image" Target="../media/image1017.png"/><Relationship Id="rId22" Type="http://schemas.openxmlformats.org/officeDocument/2006/relationships/image" Target="../media/image986.png"/><Relationship Id="rId66" Type="http://schemas.openxmlformats.org/officeDocument/2006/relationships/image" Target="../media/image1012.png"/><Relationship Id="rId21" Type="http://schemas.openxmlformats.org/officeDocument/2006/relationships/image" Target="../media/image965.png"/><Relationship Id="rId65" Type="http://schemas.openxmlformats.org/officeDocument/2006/relationships/image" Target="../media/image1018.png"/><Relationship Id="rId24" Type="http://schemas.openxmlformats.org/officeDocument/2006/relationships/image" Target="../media/image972.png"/><Relationship Id="rId23" Type="http://schemas.openxmlformats.org/officeDocument/2006/relationships/image" Target="../media/image976.png"/><Relationship Id="rId60" Type="http://schemas.openxmlformats.org/officeDocument/2006/relationships/image" Target="../media/image1001.png"/><Relationship Id="rId26" Type="http://schemas.openxmlformats.org/officeDocument/2006/relationships/image" Target="../media/image973.png"/><Relationship Id="rId25" Type="http://schemas.openxmlformats.org/officeDocument/2006/relationships/image" Target="../media/image995.png"/><Relationship Id="rId28" Type="http://schemas.openxmlformats.org/officeDocument/2006/relationships/image" Target="../media/image967.png"/><Relationship Id="rId27" Type="http://schemas.openxmlformats.org/officeDocument/2006/relationships/image" Target="../media/image996.png"/><Relationship Id="rId29" Type="http://schemas.openxmlformats.org/officeDocument/2006/relationships/image" Target="../media/image979.png"/><Relationship Id="rId51" Type="http://schemas.openxmlformats.org/officeDocument/2006/relationships/image" Target="../media/image1004.png"/><Relationship Id="rId50" Type="http://schemas.openxmlformats.org/officeDocument/2006/relationships/image" Target="../media/image999.png"/><Relationship Id="rId53" Type="http://schemas.openxmlformats.org/officeDocument/2006/relationships/image" Target="../media/image1011.png"/><Relationship Id="rId52" Type="http://schemas.openxmlformats.org/officeDocument/2006/relationships/image" Target="../media/image997.png"/><Relationship Id="rId11" Type="http://schemas.openxmlformats.org/officeDocument/2006/relationships/image" Target="../media/image959.png"/><Relationship Id="rId55" Type="http://schemas.openxmlformats.org/officeDocument/2006/relationships/image" Target="../media/image1016.png"/><Relationship Id="rId10" Type="http://schemas.openxmlformats.org/officeDocument/2006/relationships/image" Target="../media/image957.png"/><Relationship Id="rId54" Type="http://schemas.openxmlformats.org/officeDocument/2006/relationships/image" Target="../media/image998.png"/><Relationship Id="rId13" Type="http://schemas.openxmlformats.org/officeDocument/2006/relationships/image" Target="../media/image974.png"/><Relationship Id="rId57" Type="http://schemas.openxmlformats.org/officeDocument/2006/relationships/image" Target="../media/image1021.png"/><Relationship Id="rId12" Type="http://schemas.openxmlformats.org/officeDocument/2006/relationships/image" Target="../media/image962.png"/><Relationship Id="rId56" Type="http://schemas.openxmlformats.org/officeDocument/2006/relationships/image" Target="../media/image1013.png"/><Relationship Id="rId15" Type="http://schemas.openxmlformats.org/officeDocument/2006/relationships/image" Target="../media/image966.png"/><Relationship Id="rId59" Type="http://schemas.openxmlformats.org/officeDocument/2006/relationships/image" Target="../media/image1007.png"/><Relationship Id="rId14" Type="http://schemas.openxmlformats.org/officeDocument/2006/relationships/image" Target="../media/image960.png"/><Relationship Id="rId58" Type="http://schemas.openxmlformats.org/officeDocument/2006/relationships/image" Target="../media/image1006.png"/><Relationship Id="rId17" Type="http://schemas.openxmlformats.org/officeDocument/2006/relationships/image" Target="../media/image977.png"/><Relationship Id="rId16" Type="http://schemas.openxmlformats.org/officeDocument/2006/relationships/image" Target="../media/image956.png"/><Relationship Id="rId19" Type="http://schemas.openxmlformats.org/officeDocument/2006/relationships/image" Target="../media/image990.png"/><Relationship Id="rId18" Type="http://schemas.openxmlformats.org/officeDocument/2006/relationships/image" Target="../media/image970.png"/></Relationships>
</file>

<file path=ppt/slides/_rels/slide25.xml.rels><?xml version="1.0" encoding="UTF-8" standalone="yes"?><Relationships xmlns="http://schemas.openxmlformats.org/package/2006/relationships"><Relationship Id="rId40" Type="http://schemas.openxmlformats.org/officeDocument/2006/relationships/image" Target="../media/image1047.png"/><Relationship Id="rId84" Type="http://schemas.openxmlformats.org/officeDocument/2006/relationships/image" Target="../media/image1089.png"/><Relationship Id="rId83" Type="http://schemas.openxmlformats.org/officeDocument/2006/relationships/image" Target="../media/image1086.png"/><Relationship Id="rId42" Type="http://schemas.openxmlformats.org/officeDocument/2006/relationships/image" Target="../media/image1051.png"/><Relationship Id="rId86" Type="http://schemas.openxmlformats.org/officeDocument/2006/relationships/image" Target="../media/image1120.png"/><Relationship Id="rId41" Type="http://schemas.openxmlformats.org/officeDocument/2006/relationships/image" Target="../media/image1077.png"/><Relationship Id="rId85" Type="http://schemas.openxmlformats.org/officeDocument/2006/relationships/image" Target="../media/image1093.png"/><Relationship Id="rId44" Type="http://schemas.openxmlformats.org/officeDocument/2006/relationships/image" Target="../media/image1057.png"/><Relationship Id="rId88" Type="http://schemas.openxmlformats.org/officeDocument/2006/relationships/image" Target="../media/image1108.png"/><Relationship Id="rId43" Type="http://schemas.openxmlformats.org/officeDocument/2006/relationships/image" Target="../media/image1050.png"/><Relationship Id="rId87" Type="http://schemas.openxmlformats.org/officeDocument/2006/relationships/image" Target="../media/image1102.png"/><Relationship Id="rId46" Type="http://schemas.openxmlformats.org/officeDocument/2006/relationships/image" Target="../media/image1052.png"/><Relationship Id="rId45" Type="http://schemas.openxmlformats.org/officeDocument/2006/relationships/image" Target="../media/image1070.png"/><Relationship Id="rId89" Type="http://schemas.openxmlformats.org/officeDocument/2006/relationships/image" Target="../media/image1117.png"/><Relationship Id="rId80" Type="http://schemas.openxmlformats.org/officeDocument/2006/relationships/image" Target="../media/image1085.png"/><Relationship Id="rId82" Type="http://schemas.openxmlformats.org/officeDocument/2006/relationships/image" Target="../media/image1095.png"/><Relationship Id="rId81" Type="http://schemas.openxmlformats.org/officeDocument/2006/relationships/image" Target="../media/image108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09.png"/><Relationship Id="rId4" Type="http://schemas.openxmlformats.org/officeDocument/2006/relationships/image" Target="../media/image1008.png"/><Relationship Id="rId9" Type="http://schemas.openxmlformats.org/officeDocument/2006/relationships/image" Target="../media/image1028.png"/><Relationship Id="rId48" Type="http://schemas.openxmlformats.org/officeDocument/2006/relationships/image" Target="../media/image1069.png"/><Relationship Id="rId47" Type="http://schemas.openxmlformats.org/officeDocument/2006/relationships/image" Target="../media/image1064.png"/><Relationship Id="rId49" Type="http://schemas.openxmlformats.org/officeDocument/2006/relationships/image" Target="../media/image1060.png"/><Relationship Id="rId5" Type="http://schemas.openxmlformats.org/officeDocument/2006/relationships/image" Target="../media/image1010.png"/><Relationship Id="rId6" Type="http://schemas.openxmlformats.org/officeDocument/2006/relationships/image" Target="../media/image1015.png"/><Relationship Id="rId7" Type="http://schemas.openxmlformats.org/officeDocument/2006/relationships/image" Target="../media/image1034.png"/><Relationship Id="rId8" Type="http://schemas.openxmlformats.org/officeDocument/2006/relationships/image" Target="../media/image1046.png"/><Relationship Id="rId73" Type="http://schemas.openxmlformats.org/officeDocument/2006/relationships/image" Target="../media/image1087.png"/><Relationship Id="rId72" Type="http://schemas.openxmlformats.org/officeDocument/2006/relationships/image" Target="../media/image1098.png"/><Relationship Id="rId31" Type="http://schemas.openxmlformats.org/officeDocument/2006/relationships/image" Target="../media/image1039.png"/><Relationship Id="rId75" Type="http://schemas.openxmlformats.org/officeDocument/2006/relationships/image" Target="../media/image1103.png"/><Relationship Id="rId30" Type="http://schemas.openxmlformats.org/officeDocument/2006/relationships/image" Target="../media/image1071.png"/><Relationship Id="rId74" Type="http://schemas.openxmlformats.org/officeDocument/2006/relationships/image" Target="../media/image1092.png"/><Relationship Id="rId33" Type="http://schemas.openxmlformats.org/officeDocument/2006/relationships/image" Target="../media/image1036.png"/><Relationship Id="rId77" Type="http://schemas.openxmlformats.org/officeDocument/2006/relationships/image" Target="../media/image1081.png"/><Relationship Id="rId32" Type="http://schemas.openxmlformats.org/officeDocument/2006/relationships/image" Target="../media/image1040.png"/><Relationship Id="rId76" Type="http://schemas.openxmlformats.org/officeDocument/2006/relationships/image" Target="../media/image1094.png"/><Relationship Id="rId35" Type="http://schemas.openxmlformats.org/officeDocument/2006/relationships/image" Target="../media/image1043.png"/><Relationship Id="rId79" Type="http://schemas.openxmlformats.org/officeDocument/2006/relationships/image" Target="../media/image1116.png"/><Relationship Id="rId34" Type="http://schemas.openxmlformats.org/officeDocument/2006/relationships/image" Target="../media/image1055.png"/><Relationship Id="rId78" Type="http://schemas.openxmlformats.org/officeDocument/2006/relationships/image" Target="../media/image1083.png"/><Relationship Id="rId71" Type="http://schemas.openxmlformats.org/officeDocument/2006/relationships/image" Target="../media/image1088.png"/><Relationship Id="rId70" Type="http://schemas.openxmlformats.org/officeDocument/2006/relationships/image" Target="../media/image1078.png"/><Relationship Id="rId37" Type="http://schemas.openxmlformats.org/officeDocument/2006/relationships/image" Target="../media/image1091.png"/><Relationship Id="rId36" Type="http://schemas.openxmlformats.org/officeDocument/2006/relationships/image" Target="../media/image1044.png"/><Relationship Id="rId39" Type="http://schemas.openxmlformats.org/officeDocument/2006/relationships/image" Target="../media/image1048.png"/><Relationship Id="rId38" Type="http://schemas.openxmlformats.org/officeDocument/2006/relationships/image" Target="../media/image1045.png"/><Relationship Id="rId62" Type="http://schemas.openxmlformats.org/officeDocument/2006/relationships/image" Target="../media/image1080.png"/><Relationship Id="rId61" Type="http://schemas.openxmlformats.org/officeDocument/2006/relationships/image" Target="../media/image1067.png"/><Relationship Id="rId20" Type="http://schemas.openxmlformats.org/officeDocument/2006/relationships/image" Target="../media/image1059.png"/><Relationship Id="rId64" Type="http://schemas.openxmlformats.org/officeDocument/2006/relationships/image" Target="../media/image1114.png"/><Relationship Id="rId63" Type="http://schemas.openxmlformats.org/officeDocument/2006/relationships/image" Target="../media/image1075.png"/><Relationship Id="rId22" Type="http://schemas.openxmlformats.org/officeDocument/2006/relationships/image" Target="../media/image1032.png"/><Relationship Id="rId66" Type="http://schemas.openxmlformats.org/officeDocument/2006/relationships/image" Target="../media/image1096.png"/><Relationship Id="rId21" Type="http://schemas.openxmlformats.org/officeDocument/2006/relationships/image" Target="../media/image1031.png"/><Relationship Id="rId65" Type="http://schemas.openxmlformats.org/officeDocument/2006/relationships/image" Target="../media/image1074.png"/><Relationship Id="rId24" Type="http://schemas.openxmlformats.org/officeDocument/2006/relationships/image" Target="../media/image1053.png"/><Relationship Id="rId68" Type="http://schemas.openxmlformats.org/officeDocument/2006/relationships/image" Target="../media/image1079.png"/><Relationship Id="rId23" Type="http://schemas.openxmlformats.org/officeDocument/2006/relationships/image" Target="../media/image1072.png"/><Relationship Id="rId67" Type="http://schemas.openxmlformats.org/officeDocument/2006/relationships/image" Target="../media/image1110.png"/><Relationship Id="rId60" Type="http://schemas.openxmlformats.org/officeDocument/2006/relationships/image" Target="../media/image1090.png"/><Relationship Id="rId26" Type="http://schemas.openxmlformats.org/officeDocument/2006/relationships/image" Target="../media/image1030.png"/><Relationship Id="rId25" Type="http://schemas.openxmlformats.org/officeDocument/2006/relationships/image" Target="../media/image1041.png"/><Relationship Id="rId69" Type="http://schemas.openxmlformats.org/officeDocument/2006/relationships/image" Target="../media/image1073.png"/><Relationship Id="rId28" Type="http://schemas.openxmlformats.org/officeDocument/2006/relationships/image" Target="../media/image1042.png"/><Relationship Id="rId27" Type="http://schemas.openxmlformats.org/officeDocument/2006/relationships/image" Target="../media/image1056.png"/><Relationship Id="rId29" Type="http://schemas.openxmlformats.org/officeDocument/2006/relationships/image" Target="../media/image1049.png"/><Relationship Id="rId51" Type="http://schemas.openxmlformats.org/officeDocument/2006/relationships/image" Target="../media/image1104.png"/><Relationship Id="rId50" Type="http://schemas.openxmlformats.org/officeDocument/2006/relationships/image" Target="../media/image1058.png"/><Relationship Id="rId53" Type="http://schemas.openxmlformats.org/officeDocument/2006/relationships/image" Target="../media/image1068.png"/><Relationship Id="rId52" Type="http://schemas.openxmlformats.org/officeDocument/2006/relationships/image" Target="../media/image1063.png"/><Relationship Id="rId11" Type="http://schemas.openxmlformats.org/officeDocument/2006/relationships/image" Target="../media/image1033.png"/><Relationship Id="rId55" Type="http://schemas.openxmlformats.org/officeDocument/2006/relationships/image" Target="../media/image1062.png"/><Relationship Id="rId10" Type="http://schemas.openxmlformats.org/officeDocument/2006/relationships/image" Target="../media/image1019.png"/><Relationship Id="rId54" Type="http://schemas.openxmlformats.org/officeDocument/2006/relationships/image" Target="../media/image1061.png"/><Relationship Id="rId13" Type="http://schemas.openxmlformats.org/officeDocument/2006/relationships/image" Target="../media/image1054.png"/><Relationship Id="rId57" Type="http://schemas.openxmlformats.org/officeDocument/2006/relationships/image" Target="../media/image1065.png"/><Relationship Id="rId12" Type="http://schemas.openxmlformats.org/officeDocument/2006/relationships/image" Target="../media/image1022.png"/><Relationship Id="rId56" Type="http://schemas.openxmlformats.org/officeDocument/2006/relationships/image" Target="../media/image1082.png"/><Relationship Id="rId15" Type="http://schemas.openxmlformats.org/officeDocument/2006/relationships/image" Target="../media/image1025.png"/><Relationship Id="rId59" Type="http://schemas.openxmlformats.org/officeDocument/2006/relationships/image" Target="../media/image1066.png"/><Relationship Id="rId14" Type="http://schemas.openxmlformats.org/officeDocument/2006/relationships/image" Target="../media/image1029.png"/><Relationship Id="rId58" Type="http://schemas.openxmlformats.org/officeDocument/2006/relationships/image" Target="../media/image1076.png"/><Relationship Id="rId17" Type="http://schemas.openxmlformats.org/officeDocument/2006/relationships/image" Target="../media/image1037.png"/><Relationship Id="rId16" Type="http://schemas.openxmlformats.org/officeDocument/2006/relationships/image" Target="../media/image1024.png"/><Relationship Id="rId19" Type="http://schemas.openxmlformats.org/officeDocument/2006/relationships/image" Target="../media/image1038.png"/><Relationship Id="rId18" Type="http://schemas.openxmlformats.org/officeDocument/2006/relationships/image" Target="../media/image1027.png"/></Relationships>
</file>

<file path=ppt/slides/_rels/slide26.xml.rels><?xml version="1.0" encoding="UTF-8" standalone="yes"?><Relationships xmlns="http://schemas.openxmlformats.org/package/2006/relationships"><Relationship Id="rId40" Type="http://schemas.openxmlformats.org/officeDocument/2006/relationships/image" Target="../media/image1135.png"/><Relationship Id="rId42" Type="http://schemas.openxmlformats.org/officeDocument/2006/relationships/image" Target="../media/image1139.png"/><Relationship Id="rId41" Type="http://schemas.openxmlformats.org/officeDocument/2006/relationships/image" Target="../media/image1131.png"/><Relationship Id="rId44" Type="http://schemas.openxmlformats.org/officeDocument/2006/relationships/image" Target="../media/image1157.png"/><Relationship Id="rId43" Type="http://schemas.openxmlformats.org/officeDocument/2006/relationships/image" Target="../media/image1133.png"/><Relationship Id="rId46" Type="http://schemas.openxmlformats.org/officeDocument/2006/relationships/image" Target="../media/image1138.png"/><Relationship Id="rId45" Type="http://schemas.openxmlformats.org/officeDocument/2006/relationships/image" Target="../media/image114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97.png"/><Relationship Id="rId4" Type="http://schemas.openxmlformats.org/officeDocument/2006/relationships/image" Target="../media/image1100.png"/><Relationship Id="rId9" Type="http://schemas.openxmlformats.org/officeDocument/2006/relationships/image" Target="../media/image1111.png"/><Relationship Id="rId48" Type="http://schemas.openxmlformats.org/officeDocument/2006/relationships/image" Target="../media/image1140.png"/><Relationship Id="rId47" Type="http://schemas.openxmlformats.org/officeDocument/2006/relationships/image" Target="../media/image1141.png"/><Relationship Id="rId49" Type="http://schemas.openxmlformats.org/officeDocument/2006/relationships/image" Target="../media/image1146.png"/><Relationship Id="rId5" Type="http://schemas.openxmlformats.org/officeDocument/2006/relationships/image" Target="../media/image1105.png"/><Relationship Id="rId6" Type="http://schemas.openxmlformats.org/officeDocument/2006/relationships/image" Target="../media/image1126.png"/><Relationship Id="rId7" Type="http://schemas.openxmlformats.org/officeDocument/2006/relationships/image" Target="../media/image1099.png"/><Relationship Id="rId8" Type="http://schemas.openxmlformats.org/officeDocument/2006/relationships/image" Target="../media/image1101.png"/><Relationship Id="rId72" Type="http://schemas.openxmlformats.org/officeDocument/2006/relationships/image" Target="../media/image1172.png"/><Relationship Id="rId31" Type="http://schemas.openxmlformats.org/officeDocument/2006/relationships/image" Target="../media/image1137.png"/><Relationship Id="rId30" Type="http://schemas.openxmlformats.org/officeDocument/2006/relationships/image" Target="../media/image1125.png"/><Relationship Id="rId33" Type="http://schemas.openxmlformats.org/officeDocument/2006/relationships/image" Target="../media/image1124.png"/><Relationship Id="rId32" Type="http://schemas.openxmlformats.org/officeDocument/2006/relationships/image" Target="../media/image1127.png"/><Relationship Id="rId35" Type="http://schemas.openxmlformats.org/officeDocument/2006/relationships/image" Target="../media/image1149.png"/><Relationship Id="rId34" Type="http://schemas.openxmlformats.org/officeDocument/2006/relationships/image" Target="../media/image1145.png"/><Relationship Id="rId71" Type="http://schemas.openxmlformats.org/officeDocument/2006/relationships/image" Target="../media/image1174.png"/><Relationship Id="rId70" Type="http://schemas.openxmlformats.org/officeDocument/2006/relationships/image" Target="../media/image1164.png"/><Relationship Id="rId37" Type="http://schemas.openxmlformats.org/officeDocument/2006/relationships/image" Target="../media/image1129.png"/><Relationship Id="rId36" Type="http://schemas.openxmlformats.org/officeDocument/2006/relationships/image" Target="../media/image1171.png"/><Relationship Id="rId39" Type="http://schemas.openxmlformats.org/officeDocument/2006/relationships/image" Target="../media/image1132.png"/><Relationship Id="rId38" Type="http://schemas.openxmlformats.org/officeDocument/2006/relationships/image" Target="../media/image1144.png"/><Relationship Id="rId62" Type="http://schemas.openxmlformats.org/officeDocument/2006/relationships/image" Target="../media/image1193.png"/><Relationship Id="rId61" Type="http://schemas.openxmlformats.org/officeDocument/2006/relationships/image" Target="../media/image1155.png"/><Relationship Id="rId20" Type="http://schemas.openxmlformats.org/officeDocument/2006/relationships/image" Target="../media/image1163.png"/><Relationship Id="rId64" Type="http://schemas.openxmlformats.org/officeDocument/2006/relationships/image" Target="../media/image1156.png"/><Relationship Id="rId63" Type="http://schemas.openxmlformats.org/officeDocument/2006/relationships/image" Target="../media/image1192.png"/><Relationship Id="rId22" Type="http://schemas.openxmlformats.org/officeDocument/2006/relationships/image" Target="../media/image1147.png"/><Relationship Id="rId66" Type="http://schemas.openxmlformats.org/officeDocument/2006/relationships/image" Target="../media/image1159.png"/><Relationship Id="rId21" Type="http://schemas.openxmlformats.org/officeDocument/2006/relationships/image" Target="../media/image1136.png"/><Relationship Id="rId65" Type="http://schemas.openxmlformats.org/officeDocument/2006/relationships/image" Target="../media/image1158.png"/><Relationship Id="rId24" Type="http://schemas.openxmlformats.org/officeDocument/2006/relationships/image" Target="../media/image1134.png"/><Relationship Id="rId68" Type="http://schemas.openxmlformats.org/officeDocument/2006/relationships/image" Target="../media/image1168.png"/><Relationship Id="rId23" Type="http://schemas.openxmlformats.org/officeDocument/2006/relationships/image" Target="../media/image1160.png"/><Relationship Id="rId67" Type="http://schemas.openxmlformats.org/officeDocument/2006/relationships/image" Target="../media/image1214.png"/><Relationship Id="rId60" Type="http://schemas.openxmlformats.org/officeDocument/2006/relationships/image" Target="../media/image1165.png"/><Relationship Id="rId26" Type="http://schemas.openxmlformats.org/officeDocument/2006/relationships/image" Target="../media/image1130.png"/><Relationship Id="rId25" Type="http://schemas.openxmlformats.org/officeDocument/2006/relationships/image" Target="../media/image1119.png"/><Relationship Id="rId69" Type="http://schemas.openxmlformats.org/officeDocument/2006/relationships/image" Target="../media/image1166.png"/><Relationship Id="rId28" Type="http://schemas.openxmlformats.org/officeDocument/2006/relationships/image" Target="../media/image1128.png"/><Relationship Id="rId27" Type="http://schemas.openxmlformats.org/officeDocument/2006/relationships/image" Target="../media/image1121.png"/><Relationship Id="rId29" Type="http://schemas.openxmlformats.org/officeDocument/2006/relationships/image" Target="../media/image1161.png"/><Relationship Id="rId51" Type="http://schemas.openxmlformats.org/officeDocument/2006/relationships/image" Target="../media/image1154.png"/><Relationship Id="rId50" Type="http://schemas.openxmlformats.org/officeDocument/2006/relationships/image" Target="../media/image1152.png"/><Relationship Id="rId53" Type="http://schemas.openxmlformats.org/officeDocument/2006/relationships/image" Target="../media/image1151.png"/><Relationship Id="rId52" Type="http://schemas.openxmlformats.org/officeDocument/2006/relationships/image" Target="../media/image1143.png"/><Relationship Id="rId11" Type="http://schemas.openxmlformats.org/officeDocument/2006/relationships/image" Target="../media/image1113.png"/><Relationship Id="rId55" Type="http://schemas.openxmlformats.org/officeDocument/2006/relationships/image" Target="../media/image1153.png"/><Relationship Id="rId10" Type="http://schemas.openxmlformats.org/officeDocument/2006/relationships/image" Target="../media/image1112.png"/><Relationship Id="rId54" Type="http://schemas.openxmlformats.org/officeDocument/2006/relationships/image" Target="../media/image1162.png"/><Relationship Id="rId13" Type="http://schemas.openxmlformats.org/officeDocument/2006/relationships/image" Target="../media/image1142.png"/><Relationship Id="rId57" Type="http://schemas.openxmlformats.org/officeDocument/2006/relationships/image" Target="../media/image1180.png"/><Relationship Id="rId12" Type="http://schemas.openxmlformats.org/officeDocument/2006/relationships/image" Target="../media/image1123.png"/><Relationship Id="rId56" Type="http://schemas.openxmlformats.org/officeDocument/2006/relationships/image" Target="../media/image1150.png"/><Relationship Id="rId15" Type="http://schemas.openxmlformats.org/officeDocument/2006/relationships/image" Target="../media/image1106.png"/><Relationship Id="rId59" Type="http://schemas.openxmlformats.org/officeDocument/2006/relationships/image" Target="../media/image1185.png"/><Relationship Id="rId14" Type="http://schemas.openxmlformats.org/officeDocument/2006/relationships/image" Target="../media/image1118.png"/><Relationship Id="rId58" Type="http://schemas.openxmlformats.org/officeDocument/2006/relationships/image" Target="../media/image1194.png"/><Relationship Id="rId17" Type="http://schemas.openxmlformats.org/officeDocument/2006/relationships/image" Target="../media/image1109.png"/><Relationship Id="rId16" Type="http://schemas.openxmlformats.org/officeDocument/2006/relationships/image" Target="../media/image1122.png"/><Relationship Id="rId19" Type="http://schemas.openxmlformats.org/officeDocument/2006/relationships/image" Target="../media/image1115.png"/><Relationship Id="rId18" Type="http://schemas.openxmlformats.org/officeDocument/2006/relationships/image" Target="../media/image1107.png"/></Relationships>
</file>

<file path=ppt/slides/_rels/slide27.xml.rels><?xml version="1.0" encoding="UTF-8" standalone="yes"?><Relationships xmlns="http://schemas.openxmlformats.org/package/2006/relationships"><Relationship Id="rId40" Type="http://schemas.openxmlformats.org/officeDocument/2006/relationships/image" Target="../media/image1262.png"/><Relationship Id="rId42" Type="http://schemas.openxmlformats.org/officeDocument/2006/relationships/image" Target="../media/image1242.png"/><Relationship Id="rId41" Type="http://schemas.openxmlformats.org/officeDocument/2006/relationships/image" Target="../media/image1228.png"/><Relationship Id="rId44" Type="http://schemas.openxmlformats.org/officeDocument/2006/relationships/image" Target="../media/image1245.png"/><Relationship Id="rId43" Type="http://schemas.openxmlformats.org/officeDocument/2006/relationships/image" Target="../media/image1213.png"/><Relationship Id="rId46" Type="http://schemas.openxmlformats.org/officeDocument/2006/relationships/image" Target="../media/image1233.png"/><Relationship Id="rId45" Type="http://schemas.openxmlformats.org/officeDocument/2006/relationships/image" Target="../media/image121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67.png"/><Relationship Id="rId4" Type="http://schemas.openxmlformats.org/officeDocument/2006/relationships/image" Target="../media/image1191.png"/><Relationship Id="rId9" Type="http://schemas.openxmlformats.org/officeDocument/2006/relationships/image" Target="../media/image1170.png"/><Relationship Id="rId48" Type="http://schemas.openxmlformats.org/officeDocument/2006/relationships/image" Target="../media/image1208.png"/><Relationship Id="rId47" Type="http://schemas.openxmlformats.org/officeDocument/2006/relationships/image" Target="../media/image1225.png"/><Relationship Id="rId49" Type="http://schemas.openxmlformats.org/officeDocument/2006/relationships/image" Target="../media/image1217.png"/><Relationship Id="rId5" Type="http://schemas.openxmlformats.org/officeDocument/2006/relationships/image" Target="../media/image1183.png"/><Relationship Id="rId6" Type="http://schemas.openxmlformats.org/officeDocument/2006/relationships/image" Target="../media/image1169.png"/><Relationship Id="rId7" Type="http://schemas.openxmlformats.org/officeDocument/2006/relationships/image" Target="../media/image1179.png"/><Relationship Id="rId8" Type="http://schemas.openxmlformats.org/officeDocument/2006/relationships/image" Target="../media/image1181.png"/><Relationship Id="rId31" Type="http://schemas.openxmlformats.org/officeDocument/2006/relationships/image" Target="../media/image1199.png"/><Relationship Id="rId30" Type="http://schemas.openxmlformats.org/officeDocument/2006/relationships/image" Target="../media/image1197.png"/><Relationship Id="rId33" Type="http://schemas.openxmlformats.org/officeDocument/2006/relationships/image" Target="../media/image1198.png"/><Relationship Id="rId32" Type="http://schemas.openxmlformats.org/officeDocument/2006/relationships/image" Target="../media/image1202.png"/><Relationship Id="rId35" Type="http://schemas.openxmlformats.org/officeDocument/2006/relationships/image" Target="../media/image1219.png"/><Relationship Id="rId34" Type="http://schemas.openxmlformats.org/officeDocument/2006/relationships/image" Target="../media/image1195.png"/><Relationship Id="rId37" Type="http://schemas.openxmlformats.org/officeDocument/2006/relationships/image" Target="../media/image1204.png"/><Relationship Id="rId36" Type="http://schemas.openxmlformats.org/officeDocument/2006/relationships/image" Target="../media/image1201.png"/><Relationship Id="rId39" Type="http://schemas.openxmlformats.org/officeDocument/2006/relationships/image" Target="../media/image1206.png"/><Relationship Id="rId38" Type="http://schemas.openxmlformats.org/officeDocument/2006/relationships/image" Target="../media/image1210.png"/><Relationship Id="rId20" Type="http://schemas.openxmlformats.org/officeDocument/2006/relationships/image" Target="../media/image1200.png"/><Relationship Id="rId22" Type="http://schemas.openxmlformats.org/officeDocument/2006/relationships/image" Target="../media/image1182.png"/><Relationship Id="rId21" Type="http://schemas.openxmlformats.org/officeDocument/2006/relationships/image" Target="../media/image1187.png"/><Relationship Id="rId24" Type="http://schemas.openxmlformats.org/officeDocument/2006/relationships/image" Target="../media/image1184.png"/><Relationship Id="rId23" Type="http://schemas.openxmlformats.org/officeDocument/2006/relationships/image" Target="../media/image1203.png"/><Relationship Id="rId26" Type="http://schemas.openxmlformats.org/officeDocument/2006/relationships/image" Target="../media/image1207.png"/><Relationship Id="rId25" Type="http://schemas.openxmlformats.org/officeDocument/2006/relationships/image" Target="../media/image1189.png"/><Relationship Id="rId28" Type="http://schemas.openxmlformats.org/officeDocument/2006/relationships/image" Target="../media/image1215.png"/><Relationship Id="rId27" Type="http://schemas.openxmlformats.org/officeDocument/2006/relationships/image" Target="../media/image1196.png"/><Relationship Id="rId29" Type="http://schemas.openxmlformats.org/officeDocument/2006/relationships/image" Target="../media/image1209.png"/><Relationship Id="rId51" Type="http://schemas.openxmlformats.org/officeDocument/2006/relationships/image" Target="../media/image1220.png"/><Relationship Id="rId50" Type="http://schemas.openxmlformats.org/officeDocument/2006/relationships/image" Target="../media/image1211.png"/><Relationship Id="rId53" Type="http://schemas.openxmlformats.org/officeDocument/2006/relationships/image" Target="../media/image1221.png"/><Relationship Id="rId52" Type="http://schemas.openxmlformats.org/officeDocument/2006/relationships/image" Target="../media/image1222.png"/><Relationship Id="rId11" Type="http://schemas.openxmlformats.org/officeDocument/2006/relationships/image" Target="../media/image1176.png"/><Relationship Id="rId10" Type="http://schemas.openxmlformats.org/officeDocument/2006/relationships/image" Target="../media/image1177.png"/><Relationship Id="rId13" Type="http://schemas.openxmlformats.org/officeDocument/2006/relationships/image" Target="../media/image1188.png"/><Relationship Id="rId12" Type="http://schemas.openxmlformats.org/officeDocument/2006/relationships/image" Target="../media/image1175.png"/><Relationship Id="rId15" Type="http://schemas.openxmlformats.org/officeDocument/2006/relationships/image" Target="../media/image1205.png"/><Relationship Id="rId14" Type="http://schemas.openxmlformats.org/officeDocument/2006/relationships/image" Target="../media/image1173.png"/><Relationship Id="rId17" Type="http://schemas.openxmlformats.org/officeDocument/2006/relationships/image" Target="../media/image1186.png"/><Relationship Id="rId16" Type="http://schemas.openxmlformats.org/officeDocument/2006/relationships/image" Target="../media/image1249.png"/><Relationship Id="rId19" Type="http://schemas.openxmlformats.org/officeDocument/2006/relationships/image" Target="../media/image1190.png"/><Relationship Id="rId18" Type="http://schemas.openxmlformats.org/officeDocument/2006/relationships/image" Target="../media/image1178.png"/></Relationships>
</file>

<file path=ppt/slides/_rels/slide28.xml.rels><?xml version="1.0" encoding="UTF-8" standalone="yes"?><Relationships xmlns="http://schemas.openxmlformats.org/package/2006/relationships"><Relationship Id="rId40" Type="http://schemas.openxmlformats.org/officeDocument/2006/relationships/image" Target="../media/image1252.png"/><Relationship Id="rId42" Type="http://schemas.openxmlformats.org/officeDocument/2006/relationships/image" Target="../media/image1260.png"/><Relationship Id="rId41" Type="http://schemas.openxmlformats.org/officeDocument/2006/relationships/image" Target="../media/image1279.png"/><Relationship Id="rId44" Type="http://schemas.openxmlformats.org/officeDocument/2006/relationships/image" Target="../media/image1255.png"/><Relationship Id="rId43" Type="http://schemas.openxmlformats.org/officeDocument/2006/relationships/image" Target="../media/image1264.png"/><Relationship Id="rId46" Type="http://schemas.openxmlformats.org/officeDocument/2006/relationships/image" Target="../media/image1261.png"/><Relationship Id="rId45" Type="http://schemas.openxmlformats.org/officeDocument/2006/relationships/image" Target="../media/image127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16.png"/><Relationship Id="rId4" Type="http://schemas.openxmlformats.org/officeDocument/2006/relationships/image" Target="../media/image1226.png"/><Relationship Id="rId9" Type="http://schemas.openxmlformats.org/officeDocument/2006/relationships/image" Target="../media/image1248.png"/><Relationship Id="rId48" Type="http://schemas.openxmlformats.org/officeDocument/2006/relationships/image" Target="../media/image1271.png"/><Relationship Id="rId47" Type="http://schemas.openxmlformats.org/officeDocument/2006/relationships/image" Target="../media/image1287.png"/><Relationship Id="rId49" Type="http://schemas.openxmlformats.org/officeDocument/2006/relationships/image" Target="../media/image1276.png"/><Relationship Id="rId5" Type="http://schemas.openxmlformats.org/officeDocument/2006/relationships/image" Target="../media/image1251.png"/><Relationship Id="rId6" Type="http://schemas.openxmlformats.org/officeDocument/2006/relationships/image" Target="../media/image1224.png"/><Relationship Id="rId7" Type="http://schemas.openxmlformats.org/officeDocument/2006/relationships/image" Target="../media/image1218.png"/><Relationship Id="rId8" Type="http://schemas.openxmlformats.org/officeDocument/2006/relationships/image" Target="../media/image1223.png"/><Relationship Id="rId31" Type="http://schemas.openxmlformats.org/officeDocument/2006/relationships/image" Target="../media/image1259.png"/><Relationship Id="rId30" Type="http://schemas.openxmlformats.org/officeDocument/2006/relationships/image" Target="../media/image1266.png"/><Relationship Id="rId33" Type="http://schemas.openxmlformats.org/officeDocument/2006/relationships/image" Target="../media/image1253.png"/><Relationship Id="rId32" Type="http://schemas.openxmlformats.org/officeDocument/2006/relationships/image" Target="../media/image1267.png"/><Relationship Id="rId35" Type="http://schemas.openxmlformats.org/officeDocument/2006/relationships/image" Target="../media/image1274.png"/><Relationship Id="rId34" Type="http://schemas.openxmlformats.org/officeDocument/2006/relationships/image" Target="../media/image1246.png"/><Relationship Id="rId70" Type="http://schemas.openxmlformats.org/officeDocument/2006/relationships/image" Target="../media/image1285.png"/><Relationship Id="rId37" Type="http://schemas.openxmlformats.org/officeDocument/2006/relationships/image" Target="../media/image1247.png"/><Relationship Id="rId36" Type="http://schemas.openxmlformats.org/officeDocument/2006/relationships/image" Target="../media/image1268.png"/><Relationship Id="rId39" Type="http://schemas.openxmlformats.org/officeDocument/2006/relationships/image" Target="../media/image1275.png"/><Relationship Id="rId38" Type="http://schemas.openxmlformats.org/officeDocument/2006/relationships/image" Target="../media/image1257.png"/><Relationship Id="rId62" Type="http://schemas.openxmlformats.org/officeDocument/2006/relationships/image" Target="../media/image1309.png"/><Relationship Id="rId61" Type="http://schemas.openxmlformats.org/officeDocument/2006/relationships/image" Target="../media/image1289.png"/><Relationship Id="rId20" Type="http://schemas.openxmlformats.org/officeDocument/2006/relationships/image" Target="../media/image1256.png"/><Relationship Id="rId64" Type="http://schemas.openxmlformats.org/officeDocument/2006/relationships/image" Target="../media/image1280.png"/><Relationship Id="rId63" Type="http://schemas.openxmlformats.org/officeDocument/2006/relationships/image" Target="../media/image1278.png"/><Relationship Id="rId22" Type="http://schemas.openxmlformats.org/officeDocument/2006/relationships/image" Target="../media/image1236.png"/><Relationship Id="rId66" Type="http://schemas.openxmlformats.org/officeDocument/2006/relationships/image" Target="../media/image1277.png"/><Relationship Id="rId21" Type="http://schemas.openxmlformats.org/officeDocument/2006/relationships/image" Target="../media/image1232.png"/><Relationship Id="rId65" Type="http://schemas.openxmlformats.org/officeDocument/2006/relationships/image" Target="../media/image1292.png"/><Relationship Id="rId24" Type="http://schemas.openxmlformats.org/officeDocument/2006/relationships/image" Target="../media/image1243.png"/><Relationship Id="rId68" Type="http://schemas.openxmlformats.org/officeDocument/2006/relationships/image" Target="../media/image1283.png"/><Relationship Id="rId23" Type="http://schemas.openxmlformats.org/officeDocument/2006/relationships/image" Target="../media/image1235.png"/><Relationship Id="rId67" Type="http://schemas.openxmlformats.org/officeDocument/2006/relationships/image" Target="../media/image1281.png"/><Relationship Id="rId60" Type="http://schemas.openxmlformats.org/officeDocument/2006/relationships/image" Target="../media/image1310.png"/><Relationship Id="rId26" Type="http://schemas.openxmlformats.org/officeDocument/2006/relationships/image" Target="../media/image1250.png"/><Relationship Id="rId25" Type="http://schemas.openxmlformats.org/officeDocument/2006/relationships/image" Target="../media/image1244.png"/><Relationship Id="rId69" Type="http://schemas.openxmlformats.org/officeDocument/2006/relationships/image" Target="../media/image1296.png"/><Relationship Id="rId28" Type="http://schemas.openxmlformats.org/officeDocument/2006/relationships/image" Target="../media/image1254.png"/><Relationship Id="rId27" Type="http://schemas.openxmlformats.org/officeDocument/2006/relationships/image" Target="../media/image1258.png"/><Relationship Id="rId29" Type="http://schemas.openxmlformats.org/officeDocument/2006/relationships/image" Target="../media/image1269.png"/><Relationship Id="rId51" Type="http://schemas.openxmlformats.org/officeDocument/2006/relationships/image" Target="../media/image1325.png"/><Relationship Id="rId50" Type="http://schemas.openxmlformats.org/officeDocument/2006/relationships/image" Target="../media/image1263.png"/><Relationship Id="rId53" Type="http://schemas.openxmlformats.org/officeDocument/2006/relationships/image" Target="../media/image1272.png"/><Relationship Id="rId52" Type="http://schemas.openxmlformats.org/officeDocument/2006/relationships/image" Target="../media/image1265.png"/><Relationship Id="rId11" Type="http://schemas.openxmlformats.org/officeDocument/2006/relationships/image" Target="../media/image1240.png"/><Relationship Id="rId55" Type="http://schemas.openxmlformats.org/officeDocument/2006/relationships/image" Target="../media/image1270.png"/><Relationship Id="rId10" Type="http://schemas.openxmlformats.org/officeDocument/2006/relationships/image" Target="../media/image1238.png"/><Relationship Id="rId54" Type="http://schemas.openxmlformats.org/officeDocument/2006/relationships/image" Target="../media/image1284.png"/><Relationship Id="rId13" Type="http://schemas.openxmlformats.org/officeDocument/2006/relationships/image" Target="../media/image1227.png"/><Relationship Id="rId57" Type="http://schemas.openxmlformats.org/officeDocument/2006/relationships/image" Target="../media/image1286.png"/><Relationship Id="rId12" Type="http://schemas.openxmlformats.org/officeDocument/2006/relationships/image" Target="../media/image1239.png"/><Relationship Id="rId56" Type="http://schemas.openxmlformats.org/officeDocument/2006/relationships/image" Target="../media/image1288.png"/><Relationship Id="rId15" Type="http://schemas.openxmlformats.org/officeDocument/2006/relationships/image" Target="../media/image1237.png"/><Relationship Id="rId59" Type="http://schemas.openxmlformats.org/officeDocument/2006/relationships/image" Target="../media/image1282.png"/><Relationship Id="rId14" Type="http://schemas.openxmlformats.org/officeDocument/2006/relationships/image" Target="../media/image1229.png"/><Relationship Id="rId58" Type="http://schemas.openxmlformats.org/officeDocument/2006/relationships/image" Target="../media/image1293.png"/><Relationship Id="rId17" Type="http://schemas.openxmlformats.org/officeDocument/2006/relationships/image" Target="../media/image1241.png"/><Relationship Id="rId16" Type="http://schemas.openxmlformats.org/officeDocument/2006/relationships/image" Target="../media/image1231.png"/><Relationship Id="rId19" Type="http://schemas.openxmlformats.org/officeDocument/2006/relationships/image" Target="../media/image1234.png"/><Relationship Id="rId18" Type="http://schemas.openxmlformats.org/officeDocument/2006/relationships/image" Target="../media/image1230.png"/></Relationships>
</file>

<file path=ppt/slides/_rels/slide29.xml.rels><?xml version="1.0" encoding="UTF-8" standalone="yes"?><Relationships xmlns="http://schemas.openxmlformats.org/package/2006/relationships"><Relationship Id="rId40" Type="http://schemas.openxmlformats.org/officeDocument/2006/relationships/image" Target="../media/image1323.png"/><Relationship Id="rId42" Type="http://schemas.openxmlformats.org/officeDocument/2006/relationships/image" Target="../media/image1340.png"/><Relationship Id="rId41" Type="http://schemas.openxmlformats.org/officeDocument/2006/relationships/image" Target="../media/image1337.png"/><Relationship Id="rId44" Type="http://schemas.openxmlformats.org/officeDocument/2006/relationships/image" Target="../media/image1329.png"/><Relationship Id="rId43" Type="http://schemas.openxmlformats.org/officeDocument/2006/relationships/image" Target="../media/image1332.png"/><Relationship Id="rId46" Type="http://schemas.openxmlformats.org/officeDocument/2006/relationships/image" Target="../media/image1361.png"/><Relationship Id="rId45" Type="http://schemas.openxmlformats.org/officeDocument/2006/relationships/image" Target="../media/image137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02.png"/><Relationship Id="rId4" Type="http://schemas.openxmlformats.org/officeDocument/2006/relationships/image" Target="../media/image1298.png"/><Relationship Id="rId9" Type="http://schemas.openxmlformats.org/officeDocument/2006/relationships/image" Target="../media/image1335.png"/><Relationship Id="rId48" Type="http://schemas.openxmlformats.org/officeDocument/2006/relationships/image" Target="../media/image1346.png"/><Relationship Id="rId47" Type="http://schemas.openxmlformats.org/officeDocument/2006/relationships/image" Target="../media/image1338.png"/><Relationship Id="rId49" Type="http://schemas.openxmlformats.org/officeDocument/2006/relationships/image" Target="../media/image1348.png"/><Relationship Id="rId5" Type="http://schemas.openxmlformats.org/officeDocument/2006/relationships/image" Target="../media/image1330.png"/><Relationship Id="rId6" Type="http://schemas.openxmlformats.org/officeDocument/2006/relationships/image" Target="../media/image1301.png"/><Relationship Id="rId7" Type="http://schemas.openxmlformats.org/officeDocument/2006/relationships/image" Target="../media/image1297.png"/><Relationship Id="rId8" Type="http://schemas.openxmlformats.org/officeDocument/2006/relationships/image" Target="../media/image1321.png"/><Relationship Id="rId31" Type="http://schemas.openxmlformats.org/officeDocument/2006/relationships/image" Target="../media/image1326.png"/><Relationship Id="rId30" Type="http://schemas.openxmlformats.org/officeDocument/2006/relationships/image" Target="../media/image1311.png"/><Relationship Id="rId33" Type="http://schemas.openxmlformats.org/officeDocument/2006/relationships/image" Target="../media/image1324.png"/><Relationship Id="rId32" Type="http://schemas.openxmlformats.org/officeDocument/2006/relationships/image" Target="../media/image1313.png"/><Relationship Id="rId35" Type="http://schemas.openxmlformats.org/officeDocument/2006/relationships/image" Target="../media/image1327.png"/><Relationship Id="rId34" Type="http://schemas.openxmlformats.org/officeDocument/2006/relationships/image" Target="../media/image1314.png"/><Relationship Id="rId37" Type="http://schemas.openxmlformats.org/officeDocument/2006/relationships/image" Target="../media/image1318.png"/><Relationship Id="rId36" Type="http://schemas.openxmlformats.org/officeDocument/2006/relationships/image" Target="../media/image1328.png"/><Relationship Id="rId39" Type="http://schemas.openxmlformats.org/officeDocument/2006/relationships/image" Target="../media/image1320.png"/><Relationship Id="rId38" Type="http://schemas.openxmlformats.org/officeDocument/2006/relationships/image" Target="../media/image1319.png"/><Relationship Id="rId20" Type="http://schemas.openxmlformats.org/officeDocument/2006/relationships/image" Target="../media/image1303.png"/><Relationship Id="rId22" Type="http://schemas.openxmlformats.org/officeDocument/2006/relationships/image" Target="../media/image1306.png"/><Relationship Id="rId21" Type="http://schemas.openxmlformats.org/officeDocument/2006/relationships/image" Target="../media/image1333.png"/><Relationship Id="rId24" Type="http://schemas.openxmlformats.org/officeDocument/2006/relationships/image" Target="../media/image1308.png"/><Relationship Id="rId23" Type="http://schemas.openxmlformats.org/officeDocument/2006/relationships/image" Target="../media/image1304.png"/><Relationship Id="rId26" Type="http://schemas.openxmlformats.org/officeDocument/2006/relationships/image" Target="../media/image1312.png"/><Relationship Id="rId25" Type="http://schemas.openxmlformats.org/officeDocument/2006/relationships/image" Target="../media/image1315.png"/><Relationship Id="rId28" Type="http://schemas.openxmlformats.org/officeDocument/2006/relationships/image" Target="../media/image1317.png"/><Relationship Id="rId27" Type="http://schemas.openxmlformats.org/officeDocument/2006/relationships/image" Target="../media/image1307.png"/><Relationship Id="rId29" Type="http://schemas.openxmlformats.org/officeDocument/2006/relationships/image" Target="../media/image1316.png"/><Relationship Id="rId50" Type="http://schemas.openxmlformats.org/officeDocument/2006/relationships/image" Target="../media/image1334.png"/><Relationship Id="rId11" Type="http://schemas.openxmlformats.org/officeDocument/2006/relationships/image" Target="../media/image1290.png"/><Relationship Id="rId10" Type="http://schemas.openxmlformats.org/officeDocument/2006/relationships/image" Target="../media/image1291.png"/><Relationship Id="rId13" Type="http://schemas.openxmlformats.org/officeDocument/2006/relationships/image" Target="../media/image1294.png"/><Relationship Id="rId12" Type="http://schemas.openxmlformats.org/officeDocument/2006/relationships/image" Target="../media/image1322.png"/><Relationship Id="rId15" Type="http://schemas.openxmlformats.org/officeDocument/2006/relationships/image" Target="../media/image1295.png"/><Relationship Id="rId14" Type="http://schemas.openxmlformats.org/officeDocument/2006/relationships/image" Target="../media/image1339.png"/><Relationship Id="rId17" Type="http://schemas.openxmlformats.org/officeDocument/2006/relationships/image" Target="../media/image1299.png"/><Relationship Id="rId16" Type="http://schemas.openxmlformats.org/officeDocument/2006/relationships/image" Target="../media/image1305.png"/><Relationship Id="rId19" Type="http://schemas.openxmlformats.org/officeDocument/2006/relationships/image" Target="../media/image1331.png"/><Relationship Id="rId18" Type="http://schemas.openxmlformats.org/officeDocument/2006/relationships/image" Target="../media/image130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66.png"/><Relationship Id="rId4" Type="http://schemas.openxmlformats.org/officeDocument/2006/relationships/image" Target="../media/image1342.png"/><Relationship Id="rId9" Type="http://schemas.openxmlformats.org/officeDocument/2006/relationships/image" Target="../media/image1343.png"/><Relationship Id="rId5" Type="http://schemas.openxmlformats.org/officeDocument/2006/relationships/image" Target="../media/image1336.png"/><Relationship Id="rId6" Type="http://schemas.openxmlformats.org/officeDocument/2006/relationships/image" Target="../media/image1351.png"/><Relationship Id="rId7" Type="http://schemas.openxmlformats.org/officeDocument/2006/relationships/image" Target="../media/image1399.png"/><Relationship Id="rId8" Type="http://schemas.openxmlformats.org/officeDocument/2006/relationships/image" Target="../media/image1345.png"/><Relationship Id="rId31" Type="http://schemas.openxmlformats.org/officeDocument/2006/relationships/image" Target="../media/image1427.png"/><Relationship Id="rId30" Type="http://schemas.openxmlformats.org/officeDocument/2006/relationships/image" Target="../media/image1356.png"/><Relationship Id="rId32" Type="http://schemas.openxmlformats.org/officeDocument/2006/relationships/image" Target="../media/image1362.png"/><Relationship Id="rId20" Type="http://schemas.openxmlformats.org/officeDocument/2006/relationships/image" Target="../media/image1347.png"/><Relationship Id="rId22" Type="http://schemas.openxmlformats.org/officeDocument/2006/relationships/image" Target="../media/image1367.png"/><Relationship Id="rId21" Type="http://schemas.openxmlformats.org/officeDocument/2006/relationships/image" Target="../media/image1420.png"/><Relationship Id="rId24" Type="http://schemas.openxmlformats.org/officeDocument/2006/relationships/image" Target="../media/image1372.png"/><Relationship Id="rId23" Type="http://schemas.openxmlformats.org/officeDocument/2006/relationships/image" Target="../media/image1353.png"/><Relationship Id="rId26" Type="http://schemas.openxmlformats.org/officeDocument/2006/relationships/image" Target="../media/image1370.png"/><Relationship Id="rId25" Type="http://schemas.openxmlformats.org/officeDocument/2006/relationships/image" Target="../media/image1357.png"/><Relationship Id="rId28" Type="http://schemas.openxmlformats.org/officeDocument/2006/relationships/image" Target="../media/image1355.png"/><Relationship Id="rId27" Type="http://schemas.openxmlformats.org/officeDocument/2006/relationships/image" Target="../media/image1360.png"/><Relationship Id="rId29" Type="http://schemas.openxmlformats.org/officeDocument/2006/relationships/image" Target="../media/image1405.png"/><Relationship Id="rId11" Type="http://schemas.openxmlformats.org/officeDocument/2006/relationships/image" Target="../media/image1344.png"/><Relationship Id="rId10" Type="http://schemas.openxmlformats.org/officeDocument/2006/relationships/image" Target="../media/image1341.png"/><Relationship Id="rId13" Type="http://schemas.openxmlformats.org/officeDocument/2006/relationships/image" Target="../media/image1363.png"/><Relationship Id="rId12" Type="http://schemas.openxmlformats.org/officeDocument/2006/relationships/image" Target="../media/image1368.png"/><Relationship Id="rId15" Type="http://schemas.openxmlformats.org/officeDocument/2006/relationships/image" Target="../media/image1352.png"/><Relationship Id="rId14" Type="http://schemas.openxmlformats.org/officeDocument/2006/relationships/image" Target="../media/image1358.png"/><Relationship Id="rId17" Type="http://schemas.openxmlformats.org/officeDocument/2006/relationships/image" Target="../media/image1349.png"/><Relationship Id="rId16" Type="http://schemas.openxmlformats.org/officeDocument/2006/relationships/image" Target="../media/image1381.png"/><Relationship Id="rId19" Type="http://schemas.openxmlformats.org/officeDocument/2006/relationships/image" Target="../media/image1354.png"/><Relationship Id="rId18" Type="http://schemas.openxmlformats.org/officeDocument/2006/relationships/image" Target="../media/image135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40" Type="http://schemas.openxmlformats.org/officeDocument/2006/relationships/image" Target="../media/image1323.png"/><Relationship Id="rId42" Type="http://schemas.openxmlformats.org/officeDocument/2006/relationships/image" Target="../media/image1340.png"/><Relationship Id="rId41" Type="http://schemas.openxmlformats.org/officeDocument/2006/relationships/image" Target="../media/image1337.png"/><Relationship Id="rId44" Type="http://schemas.openxmlformats.org/officeDocument/2006/relationships/image" Target="../media/image1329.png"/><Relationship Id="rId43" Type="http://schemas.openxmlformats.org/officeDocument/2006/relationships/image" Target="../media/image1332.png"/><Relationship Id="rId46" Type="http://schemas.openxmlformats.org/officeDocument/2006/relationships/image" Target="../media/image1361.png"/><Relationship Id="rId45" Type="http://schemas.openxmlformats.org/officeDocument/2006/relationships/image" Target="../media/image137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02.png"/><Relationship Id="rId4" Type="http://schemas.openxmlformats.org/officeDocument/2006/relationships/image" Target="../media/image1298.png"/><Relationship Id="rId9" Type="http://schemas.openxmlformats.org/officeDocument/2006/relationships/image" Target="../media/image1335.png"/><Relationship Id="rId48" Type="http://schemas.openxmlformats.org/officeDocument/2006/relationships/image" Target="../media/image1346.png"/><Relationship Id="rId47" Type="http://schemas.openxmlformats.org/officeDocument/2006/relationships/image" Target="../media/image1338.png"/><Relationship Id="rId49" Type="http://schemas.openxmlformats.org/officeDocument/2006/relationships/image" Target="../media/image1348.png"/><Relationship Id="rId5" Type="http://schemas.openxmlformats.org/officeDocument/2006/relationships/image" Target="../media/image1330.png"/><Relationship Id="rId6" Type="http://schemas.openxmlformats.org/officeDocument/2006/relationships/image" Target="../media/image1301.png"/><Relationship Id="rId7" Type="http://schemas.openxmlformats.org/officeDocument/2006/relationships/image" Target="../media/image1297.png"/><Relationship Id="rId8" Type="http://schemas.openxmlformats.org/officeDocument/2006/relationships/image" Target="../media/image1321.png"/><Relationship Id="rId31" Type="http://schemas.openxmlformats.org/officeDocument/2006/relationships/image" Target="../media/image1326.png"/><Relationship Id="rId30" Type="http://schemas.openxmlformats.org/officeDocument/2006/relationships/image" Target="../media/image1311.png"/><Relationship Id="rId33" Type="http://schemas.openxmlformats.org/officeDocument/2006/relationships/image" Target="../media/image1324.png"/><Relationship Id="rId32" Type="http://schemas.openxmlformats.org/officeDocument/2006/relationships/image" Target="../media/image1313.png"/><Relationship Id="rId35" Type="http://schemas.openxmlformats.org/officeDocument/2006/relationships/image" Target="../media/image1327.png"/><Relationship Id="rId34" Type="http://schemas.openxmlformats.org/officeDocument/2006/relationships/image" Target="../media/image1314.png"/><Relationship Id="rId37" Type="http://schemas.openxmlformats.org/officeDocument/2006/relationships/image" Target="../media/image1318.png"/><Relationship Id="rId36" Type="http://schemas.openxmlformats.org/officeDocument/2006/relationships/image" Target="../media/image1328.png"/><Relationship Id="rId39" Type="http://schemas.openxmlformats.org/officeDocument/2006/relationships/image" Target="../media/image1320.png"/><Relationship Id="rId38" Type="http://schemas.openxmlformats.org/officeDocument/2006/relationships/image" Target="../media/image1319.png"/><Relationship Id="rId20" Type="http://schemas.openxmlformats.org/officeDocument/2006/relationships/image" Target="../media/image1303.png"/><Relationship Id="rId22" Type="http://schemas.openxmlformats.org/officeDocument/2006/relationships/image" Target="../media/image1306.png"/><Relationship Id="rId21" Type="http://schemas.openxmlformats.org/officeDocument/2006/relationships/image" Target="../media/image1333.png"/><Relationship Id="rId24" Type="http://schemas.openxmlformats.org/officeDocument/2006/relationships/image" Target="../media/image1308.png"/><Relationship Id="rId23" Type="http://schemas.openxmlformats.org/officeDocument/2006/relationships/image" Target="../media/image1304.png"/><Relationship Id="rId26" Type="http://schemas.openxmlformats.org/officeDocument/2006/relationships/image" Target="../media/image1312.png"/><Relationship Id="rId25" Type="http://schemas.openxmlformats.org/officeDocument/2006/relationships/image" Target="../media/image1315.png"/><Relationship Id="rId28" Type="http://schemas.openxmlformats.org/officeDocument/2006/relationships/image" Target="../media/image1317.png"/><Relationship Id="rId27" Type="http://schemas.openxmlformats.org/officeDocument/2006/relationships/image" Target="../media/image1307.png"/><Relationship Id="rId29" Type="http://schemas.openxmlformats.org/officeDocument/2006/relationships/image" Target="../media/image1316.png"/><Relationship Id="rId51" Type="http://schemas.openxmlformats.org/officeDocument/2006/relationships/image" Target="../media/image1366.png"/><Relationship Id="rId50" Type="http://schemas.openxmlformats.org/officeDocument/2006/relationships/image" Target="../media/image1334.png"/><Relationship Id="rId11" Type="http://schemas.openxmlformats.org/officeDocument/2006/relationships/image" Target="../media/image1290.png"/><Relationship Id="rId10" Type="http://schemas.openxmlformats.org/officeDocument/2006/relationships/image" Target="../media/image1291.png"/><Relationship Id="rId13" Type="http://schemas.openxmlformats.org/officeDocument/2006/relationships/image" Target="../media/image1294.png"/><Relationship Id="rId12" Type="http://schemas.openxmlformats.org/officeDocument/2006/relationships/image" Target="../media/image1322.png"/><Relationship Id="rId15" Type="http://schemas.openxmlformats.org/officeDocument/2006/relationships/image" Target="../media/image1295.png"/><Relationship Id="rId14" Type="http://schemas.openxmlformats.org/officeDocument/2006/relationships/image" Target="../media/image1339.png"/><Relationship Id="rId17" Type="http://schemas.openxmlformats.org/officeDocument/2006/relationships/image" Target="../media/image1299.png"/><Relationship Id="rId16" Type="http://schemas.openxmlformats.org/officeDocument/2006/relationships/image" Target="../media/image1305.png"/><Relationship Id="rId19" Type="http://schemas.openxmlformats.org/officeDocument/2006/relationships/image" Target="../media/image1331.png"/><Relationship Id="rId18" Type="http://schemas.openxmlformats.org/officeDocument/2006/relationships/image" Target="../media/image130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15.png"/><Relationship Id="rId4" Type="http://schemas.openxmlformats.org/officeDocument/2006/relationships/image" Target="../media/image14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13.png"/><Relationship Id="rId4" Type="http://schemas.openxmlformats.org/officeDocument/2006/relationships/image" Target="../media/image1423.png"/><Relationship Id="rId5" Type="http://schemas.openxmlformats.org/officeDocument/2006/relationships/image" Target="../media/image14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2"/>
          <p:cNvPicPr preferRelativeResize="0"/>
          <p:nvPr/>
        </p:nvPicPr>
        <p:blipFill rotWithShape="1">
          <a:blip r:embed="rId3">
            <a:alphaModFix/>
          </a:blip>
          <a:srcRect b="28450" l="0" r="0" t="0"/>
          <a:stretch/>
        </p:blipFill>
        <p:spPr>
          <a:xfrm>
            <a:off x="-152400" y="533400"/>
            <a:ext cx="6314250" cy="493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1850" y="1502366"/>
            <a:ext cx="3688080" cy="2566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1850" y="4706302"/>
            <a:ext cx="3740468" cy="2682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2"/>
          <p:cNvPicPr preferRelativeResize="0"/>
          <p:nvPr/>
        </p:nvPicPr>
        <p:blipFill rotWithShape="1">
          <a:blip r:embed="rId3">
            <a:alphaModFix/>
          </a:blip>
          <a:srcRect b="0" l="0" r="0" t="71010"/>
          <a:stretch/>
        </p:blipFill>
        <p:spPr>
          <a:xfrm>
            <a:off x="0" y="5748337"/>
            <a:ext cx="5179823" cy="16402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 txBox="1"/>
          <p:nvPr/>
        </p:nvSpPr>
        <p:spPr>
          <a:xfrm>
            <a:off x="0" y="1441323"/>
            <a:ext cx="10058400" cy="397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9"/>
              <a:buFont typeface="Arial"/>
              <a:buNone/>
            </a:pPr>
            <a:r>
              <a:rPr b="0" i="0" lang="en-US" sz="197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Summary of PCA</a:t>
            </a:r>
            <a:endParaRPr b="0" i="0" sz="197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1295400" y="2667000"/>
            <a:ext cx="8244565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Given a dataset, we wanted to find a compressed representation.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In other words, we wanted to find a subspace that best “represents” the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Best representation =&gt; Error is minimum ⬄ variance is maximum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The  principal directions can be chosen greedily ! (In practice using SVD)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Extremely useful for real world data such as images.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4"/>
          <p:cNvGrpSpPr/>
          <p:nvPr/>
        </p:nvGrpSpPr>
        <p:grpSpPr>
          <a:xfrm>
            <a:off x="1905000" y="1143000"/>
            <a:ext cx="7322180" cy="5182555"/>
            <a:chOff x="3373361" y="2204238"/>
            <a:chExt cx="5551436" cy="3895064"/>
          </a:xfrm>
        </p:grpSpPr>
        <p:grpSp>
          <p:nvGrpSpPr>
            <p:cNvPr id="62" name="Google Shape;62;p4"/>
            <p:cNvGrpSpPr/>
            <p:nvPr/>
          </p:nvGrpSpPr>
          <p:grpSpPr>
            <a:xfrm>
              <a:off x="4482833" y="2204238"/>
              <a:ext cx="459245" cy="305027"/>
              <a:chOff x="4482833" y="2204238"/>
              <a:chExt cx="459245" cy="305027"/>
            </a:xfrm>
          </p:grpSpPr>
          <p:pic>
            <p:nvPicPr>
              <p:cNvPr id="63" name="Google Shape;63;p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482833" y="2204238"/>
                <a:ext cx="117373" cy="2212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4" name="Google Shape;64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619898" y="2225027"/>
                <a:ext cx="127374" cy="1893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5" name="Google Shape;65;p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786109" y="2204453"/>
                <a:ext cx="108991" cy="19509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" name="Google Shape;66;p4"/>
              <p:cNvSpPr/>
              <p:nvPr/>
            </p:nvSpPr>
            <p:spPr>
              <a:xfrm>
                <a:off x="4514088" y="2440685"/>
                <a:ext cx="427990" cy="68580"/>
              </a:xfrm>
              <a:custGeom>
                <a:rect b="b" l="l" r="r" t="t"/>
                <a:pathLst>
                  <a:path extrusionOk="0" h="68580" w="427989">
                    <a:moveTo>
                      <a:pt x="0" y="68580"/>
                    </a:moveTo>
                    <a:lnTo>
                      <a:pt x="50684" y="56578"/>
                    </a:lnTo>
                    <a:lnTo>
                      <a:pt x="99381" y="47577"/>
                    </a:lnTo>
                    <a:lnTo>
                      <a:pt x="163079" y="38338"/>
                    </a:lnTo>
                    <a:lnTo>
                      <a:pt x="228207" y="30527"/>
                    </a:lnTo>
                    <a:lnTo>
                      <a:pt x="261270" y="27051"/>
                    </a:lnTo>
                    <a:lnTo>
                      <a:pt x="294191" y="23574"/>
                    </a:lnTo>
                    <a:lnTo>
                      <a:pt x="347329" y="17240"/>
                    </a:lnTo>
                    <a:lnTo>
                      <a:pt x="387334" y="10382"/>
                    </a:lnTo>
                    <a:lnTo>
                      <a:pt x="406908" y="6096"/>
                    </a:lnTo>
                    <a:lnTo>
                      <a:pt x="412242" y="5334"/>
                    </a:lnTo>
                    <a:lnTo>
                      <a:pt x="422148" y="4572"/>
                    </a:lnTo>
                    <a:lnTo>
                      <a:pt x="426720" y="1524"/>
                    </a:lnTo>
                    <a:lnTo>
                      <a:pt x="427481" y="1524"/>
                    </a:lnTo>
                    <a:lnTo>
                      <a:pt x="426720" y="762"/>
                    </a:lnTo>
                    <a:lnTo>
                      <a:pt x="427481" y="0"/>
                    </a:lnTo>
                    <a:lnTo>
                      <a:pt x="421386" y="0"/>
                    </a:lnTo>
                    <a:lnTo>
                      <a:pt x="415290" y="0"/>
                    </a:lnTo>
                    <a:lnTo>
                      <a:pt x="409956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67" name="Google Shape;67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73361" y="3108185"/>
              <a:ext cx="241579" cy="23472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8" name="Google Shape;68;p4"/>
            <p:cNvGrpSpPr/>
            <p:nvPr/>
          </p:nvGrpSpPr>
          <p:grpSpPr>
            <a:xfrm>
              <a:off x="3660635" y="3164573"/>
              <a:ext cx="259105" cy="156997"/>
              <a:chOff x="3660635" y="3164573"/>
              <a:chExt cx="259105" cy="156997"/>
            </a:xfrm>
          </p:grpSpPr>
          <p:pic>
            <p:nvPicPr>
              <p:cNvPr id="69" name="Google Shape;69;p4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660635" y="3177753"/>
                <a:ext cx="147091" cy="14381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0" name="Google Shape;70;p4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3827513" y="3164573"/>
                <a:ext cx="92227" cy="13804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1" name="Google Shape;71;p4"/>
            <p:cNvGrpSpPr/>
            <p:nvPr/>
          </p:nvGrpSpPr>
          <p:grpSpPr>
            <a:xfrm>
              <a:off x="4188486" y="3022092"/>
              <a:ext cx="746797" cy="330073"/>
              <a:chOff x="4188486" y="3022092"/>
              <a:chExt cx="746797" cy="330073"/>
            </a:xfrm>
          </p:grpSpPr>
          <p:pic>
            <p:nvPicPr>
              <p:cNvPr id="72" name="Google Shape;72;p4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4188486" y="3170669"/>
                <a:ext cx="150425" cy="13566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3" name="Google Shape;73;p4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4363961" y="3147809"/>
                <a:ext cx="154711" cy="13870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4" name="Google Shape;74;p4"/>
              <p:cNvSpPr/>
              <p:nvPr/>
            </p:nvSpPr>
            <p:spPr>
              <a:xfrm>
                <a:off x="4527553" y="3112770"/>
                <a:ext cx="81915" cy="239395"/>
              </a:xfrm>
              <a:custGeom>
                <a:rect b="b" l="l" r="r" t="t"/>
                <a:pathLst>
                  <a:path extrusionOk="0" h="239395" w="81914">
                    <a:moveTo>
                      <a:pt x="4822" y="0"/>
                    </a:moveTo>
                    <a:lnTo>
                      <a:pt x="5464" y="55828"/>
                    </a:lnTo>
                    <a:lnTo>
                      <a:pt x="8060" y="97536"/>
                    </a:lnTo>
                    <a:lnTo>
                      <a:pt x="9775" y="120395"/>
                    </a:lnTo>
                    <a:lnTo>
                      <a:pt x="11489" y="143255"/>
                    </a:lnTo>
                    <a:lnTo>
                      <a:pt x="13204" y="166116"/>
                    </a:lnTo>
                    <a:lnTo>
                      <a:pt x="13918" y="182237"/>
                    </a:lnTo>
                    <a:lnTo>
                      <a:pt x="14918" y="198501"/>
                    </a:lnTo>
                    <a:lnTo>
                      <a:pt x="16204" y="214764"/>
                    </a:lnTo>
                    <a:lnTo>
                      <a:pt x="17776" y="230886"/>
                    </a:lnTo>
                    <a:lnTo>
                      <a:pt x="17776" y="235458"/>
                    </a:lnTo>
                    <a:lnTo>
                      <a:pt x="17776" y="236220"/>
                    </a:lnTo>
                    <a:lnTo>
                      <a:pt x="17776" y="239268"/>
                    </a:lnTo>
                    <a:lnTo>
                      <a:pt x="17252" y="226373"/>
                    </a:lnTo>
                    <a:lnTo>
                      <a:pt x="15871" y="213836"/>
                    </a:lnTo>
                    <a:lnTo>
                      <a:pt x="13918" y="201441"/>
                    </a:lnTo>
                    <a:lnTo>
                      <a:pt x="11680" y="188976"/>
                    </a:lnTo>
                    <a:lnTo>
                      <a:pt x="6834" y="167878"/>
                    </a:lnTo>
                    <a:lnTo>
                      <a:pt x="2059" y="144780"/>
                    </a:lnTo>
                    <a:lnTo>
                      <a:pt x="3298" y="100584"/>
                    </a:lnTo>
                    <a:lnTo>
                      <a:pt x="42160" y="70865"/>
                    </a:lnTo>
                    <a:lnTo>
                      <a:pt x="59590" y="67627"/>
                    </a:lnTo>
                    <a:lnTo>
                      <a:pt x="69056" y="67651"/>
                    </a:lnTo>
                    <a:lnTo>
                      <a:pt x="76450" y="70103"/>
                    </a:lnTo>
                    <a:lnTo>
                      <a:pt x="81307" y="77795"/>
                    </a:lnTo>
                    <a:lnTo>
                      <a:pt x="80450" y="87058"/>
                    </a:lnTo>
                    <a:lnTo>
                      <a:pt x="49494" y="123729"/>
                    </a:lnTo>
                    <a:lnTo>
                      <a:pt x="13204" y="143256"/>
                    </a:lnTo>
                    <a:lnTo>
                      <a:pt x="1774" y="139446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4630673" y="3068574"/>
                <a:ext cx="24130" cy="173355"/>
              </a:xfrm>
              <a:custGeom>
                <a:rect b="b" l="l" r="r" t="t"/>
                <a:pathLst>
                  <a:path extrusionOk="0" h="173355" w="24129">
                    <a:moveTo>
                      <a:pt x="0" y="0"/>
                    </a:moveTo>
                    <a:lnTo>
                      <a:pt x="14894" y="52828"/>
                    </a:lnTo>
                    <a:lnTo>
                      <a:pt x="20193" y="107442"/>
                    </a:lnTo>
                    <a:lnTo>
                      <a:pt x="20574" y="143256"/>
                    </a:lnTo>
                    <a:lnTo>
                      <a:pt x="20383" y="150578"/>
                    </a:lnTo>
                    <a:lnTo>
                      <a:pt x="20193" y="158400"/>
                    </a:lnTo>
                    <a:lnTo>
                      <a:pt x="20574" y="166080"/>
                    </a:lnTo>
                    <a:lnTo>
                      <a:pt x="22098" y="172974"/>
                    </a:lnTo>
                    <a:lnTo>
                      <a:pt x="22860" y="172974"/>
                    </a:lnTo>
                    <a:lnTo>
                      <a:pt x="23622" y="17297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6" name="Google Shape;76;p4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4702753" y="3126854"/>
                <a:ext cx="74999" cy="11478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7" name="Google Shape;77;p4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4807445" y="3127997"/>
                <a:ext cx="86893" cy="10899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" name="Google Shape;78;p4"/>
              <p:cNvSpPr/>
              <p:nvPr/>
            </p:nvSpPr>
            <p:spPr>
              <a:xfrm>
                <a:off x="4927663" y="3131058"/>
                <a:ext cx="7620" cy="73660"/>
              </a:xfrm>
              <a:custGeom>
                <a:rect b="b" l="l" r="r" t="t"/>
                <a:pathLst>
                  <a:path extrusionOk="0" h="73660" w="7620">
                    <a:moveTo>
                      <a:pt x="7048" y="0"/>
                    </a:moveTo>
                    <a:lnTo>
                      <a:pt x="4810" y="11084"/>
                    </a:lnTo>
                    <a:lnTo>
                      <a:pt x="2857" y="21812"/>
                    </a:lnTo>
                    <a:lnTo>
                      <a:pt x="1476" y="32682"/>
                    </a:lnTo>
                    <a:lnTo>
                      <a:pt x="952" y="44196"/>
                    </a:lnTo>
                    <a:lnTo>
                      <a:pt x="547" y="49875"/>
                    </a:lnTo>
                    <a:lnTo>
                      <a:pt x="0" y="58197"/>
                    </a:lnTo>
                    <a:lnTo>
                      <a:pt x="309" y="66377"/>
                    </a:lnTo>
                    <a:lnTo>
                      <a:pt x="2476" y="71628"/>
                    </a:lnTo>
                    <a:lnTo>
                      <a:pt x="4000" y="72390"/>
                    </a:lnTo>
                    <a:lnTo>
                      <a:pt x="4762" y="73152"/>
                    </a:lnTo>
                    <a:lnTo>
                      <a:pt x="6286" y="7239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4"/>
              <p:cNvSpPr/>
              <p:nvPr/>
            </p:nvSpPr>
            <p:spPr>
              <a:xfrm>
                <a:off x="4908804" y="3022092"/>
                <a:ext cx="15240" cy="15240"/>
              </a:xfrm>
              <a:custGeom>
                <a:rect b="b" l="l" r="r" t="t"/>
                <a:pathLst>
                  <a:path extrusionOk="0" h="15239" w="15239">
                    <a:moveTo>
                      <a:pt x="0" y="3810"/>
                    </a:moveTo>
                    <a:lnTo>
                      <a:pt x="0" y="12192"/>
                    </a:lnTo>
                    <a:lnTo>
                      <a:pt x="3047" y="15240"/>
                    </a:lnTo>
                    <a:lnTo>
                      <a:pt x="11429" y="15240"/>
                    </a:lnTo>
                    <a:lnTo>
                      <a:pt x="15239" y="12192"/>
                    </a:lnTo>
                    <a:lnTo>
                      <a:pt x="15239" y="7620"/>
                    </a:lnTo>
                    <a:lnTo>
                      <a:pt x="15239" y="3810"/>
                    </a:lnTo>
                    <a:lnTo>
                      <a:pt x="11429" y="0"/>
                    </a:lnTo>
                    <a:lnTo>
                      <a:pt x="3047" y="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33339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" name="Google Shape;80;p4"/>
            <p:cNvGrpSpPr/>
            <p:nvPr/>
          </p:nvGrpSpPr>
          <p:grpSpPr>
            <a:xfrm>
              <a:off x="4977384" y="3061716"/>
              <a:ext cx="147320" cy="274066"/>
              <a:chOff x="4977384" y="3061716"/>
              <a:chExt cx="147320" cy="274066"/>
            </a:xfrm>
          </p:grpSpPr>
          <p:sp>
            <p:nvSpPr>
              <p:cNvPr id="81" name="Google Shape;81;p4"/>
              <p:cNvSpPr/>
              <p:nvPr/>
            </p:nvSpPr>
            <p:spPr>
              <a:xfrm>
                <a:off x="5001768" y="3061716"/>
                <a:ext cx="10160" cy="139700"/>
              </a:xfrm>
              <a:custGeom>
                <a:rect b="b" l="l" r="r" t="t"/>
                <a:pathLst>
                  <a:path extrusionOk="0" h="139700" w="10160">
                    <a:moveTo>
                      <a:pt x="0" y="0"/>
                    </a:moveTo>
                    <a:lnTo>
                      <a:pt x="6215" y="39433"/>
                    </a:lnTo>
                    <a:lnTo>
                      <a:pt x="9525" y="78200"/>
                    </a:lnTo>
                    <a:lnTo>
                      <a:pt x="9548" y="91261"/>
                    </a:lnTo>
                    <a:lnTo>
                      <a:pt x="9144" y="104394"/>
                    </a:lnTo>
                    <a:lnTo>
                      <a:pt x="8703" y="113621"/>
                    </a:lnTo>
                    <a:lnTo>
                      <a:pt x="7334" y="122777"/>
                    </a:lnTo>
                    <a:lnTo>
                      <a:pt x="4964" y="131504"/>
                    </a:lnTo>
                    <a:lnTo>
                      <a:pt x="1524" y="139446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4"/>
              <p:cNvSpPr/>
              <p:nvPr/>
            </p:nvSpPr>
            <p:spPr>
              <a:xfrm>
                <a:off x="4977384" y="3090672"/>
                <a:ext cx="147320" cy="245110"/>
              </a:xfrm>
              <a:custGeom>
                <a:rect b="b" l="l" r="r" t="t"/>
                <a:pathLst>
                  <a:path extrusionOk="0" h="245110" w="147320">
                    <a:moveTo>
                      <a:pt x="0" y="40386"/>
                    </a:moveTo>
                    <a:lnTo>
                      <a:pt x="15442" y="33682"/>
                    </a:lnTo>
                    <a:lnTo>
                      <a:pt x="30956" y="27336"/>
                    </a:lnTo>
                    <a:lnTo>
                      <a:pt x="46612" y="21419"/>
                    </a:lnTo>
                    <a:lnTo>
                      <a:pt x="62484" y="16002"/>
                    </a:lnTo>
                    <a:lnTo>
                      <a:pt x="69568" y="13442"/>
                    </a:lnTo>
                    <a:lnTo>
                      <a:pt x="76295" y="11525"/>
                    </a:lnTo>
                    <a:lnTo>
                      <a:pt x="83165" y="10322"/>
                    </a:lnTo>
                    <a:lnTo>
                      <a:pt x="90678" y="9906"/>
                    </a:lnTo>
                    <a:lnTo>
                      <a:pt x="92202" y="18288"/>
                    </a:lnTo>
                    <a:lnTo>
                      <a:pt x="91440" y="26670"/>
                    </a:lnTo>
                    <a:lnTo>
                      <a:pt x="90678" y="35052"/>
                    </a:lnTo>
                    <a:lnTo>
                      <a:pt x="89249" y="42410"/>
                    </a:lnTo>
                    <a:lnTo>
                      <a:pt x="87820" y="51054"/>
                    </a:lnTo>
                    <a:lnTo>
                      <a:pt x="87249" y="59697"/>
                    </a:lnTo>
                    <a:lnTo>
                      <a:pt x="88392" y="67056"/>
                    </a:lnTo>
                    <a:lnTo>
                      <a:pt x="92833" y="70675"/>
                    </a:lnTo>
                    <a:lnTo>
                      <a:pt x="99917" y="70294"/>
                    </a:lnTo>
                    <a:lnTo>
                      <a:pt x="134945" y="43243"/>
                    </a:lnTo>
                    <a:lnTo>
                      <a:pt x="147066" y="4572"/>
                    </a:lnTo>
                    <a:lnTo>
                      <a:pt x="147066" y="1524"/>
                    </a:lnTo>
                    <a:lnTo>
                      <a:pt x="147066" y="0"/>
                    </a:lnTo>
                    <a:lnTo>
                      <a:pt x="147066" y="3048"/>
                    </a:lnTo>
                    <a:lnTo>
                      <a:pt x="146946" y="15501"/>
                    </a:lnTo>
                    <a:lnTo>
                      <a:pt x="146685" y="27813"/>
                    </a:lnTo>
                    <a:lnTo>
                      <a:pt x="146423" y="40124"/>
                    </a:lnTo>
                    <a:lnTo>
                      <a:pt x="146304" y="52578"/>
                    </a:lnTo>
                    <a:lnTo>
                      <a:pt x="146399" y="78295"/>
                    </a:lnTo>
                    <a:lnTo>
                      <a:pt x="146494" y="104013"/>
                    </a:lnTo>
                    <a:lnTo>
                      <a:pt x="146304" y="129730"/>
                    </a:lnTo>
                    <a:lnTo>
                      <a:pt x="144506" y="174879"/>
                    </a:lnTo>
                    <a:lnTo>
                      <a:pt x="139862" y="214598"/>
                    </a:lnTo>
                    <a:lnTo>
                      <a:pt x="123444" y="244602"/>
                    </a:lnTo>
                    <a:lnTo>
                      <a:pt x="113538" y="243840"/>
                    </a:lnTo>
                    <a:lnTo>
                      <a:pt x="81534" y="220980"/>
                    </a:lnTo>
                    <a:lnTo>
                      <a:pt x="66532" y="184868"/>
                    </a:lnTo>
                    <a:lnTo>
                      <a:pt x="64770" y="171450"/>
                    </a:lnTo>
                    <a:lnTo>
                      <a:pt x="65353" y="162234"/>
                    </a:lnTo>
                    <a:lnTo>
                      <a:pt x="99060" y="137160"/>
                    </a:lnTo>
                    <a:lnTo>
                      <a:pt x="108108" y="134159"/>
                    </a:lnTo>
                    <a:lnTo>
                      <a:pt x="116586" y="130302"/>
                    </a:lnTo>
                    <a:lnTo>
                      <a:pt x="121920" y="125730"/>
                    </a:lnTo>
                    <a:lnTo>
                      <a:pt x="123444" y="124206"/>
                    </a:lnTo>
                    <a:lnTo>
                      <a:pt x="126492" y="11963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83" name="Google Shape;83;p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490959" y="3086849"/>
              <a:ext cx="242341" cy="12042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4" name="Google Shape;84;p4"/>
            <p:cNvGrpSpPr/>
            <p:nvPr/>
          </p:nvGrpSpPr>
          <p:grpSpPr>
            <a:xfrm>
              <a:off x="6191999" y="3005315"/>
              <a:ext cx="451891" cy="256057"/>
              <a:chOff x="6191999" y="3005315"/>
              <a:chExt cx="451891" cy="256057"/>
            </a:xfrm>
          </p:grpSpPr>
          <p:pic>
            <p:nvPicPr>
              <p:cNvPr id="85" name="Google Shape;85;p4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6191999" y="3017507"/>
                <a:ext cx="179857" cy="24386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" name="Google Shape;86;p4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6412217" y="3083801"/>
                <a:ext cx="85369" cy="1112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7" name="Google Shape;87;p4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6518135" y="3005315"/>
                <a:ext cx="125755" cy="1802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8" name="Google Shape;88;p4"/>
            <p:cNvGrpSpPr/>
            <p:nvPr/>
          </p:nvGrpSpPr>
          <p:grpSpPr>
            <a:xfrm>
              <a:off x="7002767" y="2974848"/>
              <a:ext cx="458749" cy="227088"/>
              <a:chOff x="7002767" y="2974848"/>
              <a:chExt cx="458749" cy="227088"/>
            </a:xfrm>
          </p:grpSpPr>
          <p:pic>
            <p:nvPicPr>
              <p:cNvPr id="89" name="Google Shape;89;p4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002767" y="2974848"/>
                <a:ext cx="157759" cy="1851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0" name="Google Shape;90;p4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189076" y="3000743"/>
                <a:ext cx="74034" cy="2011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1" name="Google Shape;91;p4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7292327" y="3002838"/>
                <a:ext cx="169189" cy="1289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2" name="Google Shape;92;p4"/>
            <p:cNvGrpSpPr/>
            <p:nvPr/>
          </p:nvGrpSpPr>
          <p:grpSpPr>
            <a:xfrm>
              <a:off x="7529309" y="2921495"/>
              <a:ext cx="613435" cy="181381"/>
              <a:chOff x="7529309" y="2921495"/>
              <a:chExt cx="613435" cy="181381"/>
            </a:xfrm>
          </p:grpSpPr>
          <p:pic>
            <p:nvPicPr>
              <p:cNvPr id="93" name="Google Shape;93;p4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7529309" y="2958833"/>
                <a:ext cx="176809" cy="14404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4" name="Google Shape;94;p4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7745717" y="2921495"/>
                <a:ext cx="397027" cy="1745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95" name="Google Shape;95;p4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8314169" y="2899552"/>
              <a:ext cx="139554" cy="18884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6" name="Google Shape;96;p4"/>
            <p:cNvGrpSpPr/>
            <p:nvPr/>
          </p:nvGrpSpPr>
          <p:grpSpPr>
            <a:xfrm>
              <a:off x="7257514" y="3296399"/>
              <a:ext cx="963716" cy="274666"/>
              <a:chOff x="7257514" y="3296399"/>
              <a:chExt cx="963716" cy="274666"/>
            </a:xfrm>
          </p:grpSpPr>
          <p:sp>
            <p:nvSpPr>
              <p:cNvPr id="97" name="Google Shape;97;p4"/>
              <p:cNvSpPr/>
              <p:nvPr/>
            </p:nvSpPr>
            <p:spPr>
              <a:xfrm>
                <a:off x="7257514" y="3354323"/>
                <a:ext cx="93980" cy="142240"/>
              </a:xfrm>
              <a:custGeom>
                <a:rect b="b" l="l" r="r" t="t"/>
                <a:pathLst>
                  <a:path extrusionOk="0" h="142239" w="93979">
                    <a:moveTo>
                      <a:pt x="7393" y="0"/>
                    </a:moveTo>
                    <a:lnTo>
                      <a:pt x="2357" y="12930"/>
                    </a:lnTo>
                    <a:lnTo>
                      <a:pt x="250" y="25146"/>
                    </a:lnTo>
                    <a:lnTo>
                      <a:pt x="0" y="37933"/>
                    </a:lnTo>
                    <a:lnTo>
                      <a:pt x="535" y="52577"/>
                    </a:lnTo>
                    <a:lnTo>
                      <a:pt x="5250" y="107013"/>
                    </a:lnTo>
                    <a:lnTo>
                      <a:pt x="28336" y="142196"/>
                    </a:lnTo>
                    <a:lnTo>
                      <a:pt x="36254" y="141446"/>
                    </a:lnTo>
                    <a:lnTo>
                      <a:pt x="75914" y="126337"/>
                    </a:lnTo>
                    <a:lnTo>
                      <a:pt x="83593" y="121919"/>
                    </a:lnTo>
                    <a:lnTo>
                      <a:pt x="88927" y="118871"/>
                    </a:lnTo>
                    <a:lnTo>
                      <a:pt x="91975" y="115823"/>
                    </a:lnTo>
                    <a:lnTo>
                      <a:pt x="93499" y="110489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>
                <a:off x="7271765" y="3384041"/>
                <a:ext cx="66675" cy="28575"/>
              </a:xfrm>
              <a:custGeom>
                <a:rect b="b" l="l" r="r" t="t"/>
                <a:pathLst>
                  <a:path extrusionOk="0" h="28575" w="66675">
                    <a:moveTo>
                      <a:pt x="0" y="28194"/>
                    </a:moveTo>
                    <a:lnTo>
                      <a:pt x="10870" y="23443"/>
                    </a:lnTo>
                    <a:lnTo>
                      <a:pt x="21812" y="19335"/>
                    </a:lnTo>
                    <a:lnTo>
                      <a:pt x="32896" y="15656"/>
                    </a:lnTo>
                    <a:lnTo>
                      <a:pt x="44195" y="12192"/>
                    </a:lnTo>
                    <a:lnTo>
                      <a:pt x="53340" y="9144"/>
                    </a:lnTo>
                    <a:lnTo>
                      <a:pt x="60198" y="5334"/>
                    </a:lnTo>
                    <a:lnTo>
                      <a:pt x="66294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7264907" y="3359657"/>
                <a:ext cx="74295" cy="13970"/>
              </a:xfrm>
              <a:custGeom>
                <a:rect b="b" l="l" r="r" t="t"/>
                <a:pathLst>
                  <a:path extrusionOk="0" h="13970" w="74295">
                    <a:moveTo>
                      <a:pt x="0" y="13715"/>
                    </a:moveTo>
                    <a:lnTo>
                      <a:pt x="12572" y="8489"/>
                    </a:lnTo>
                    <a:lnTo>
                      <a:pt x="24574" y="5048"/>
                    </a:lnTo>
                    <a:lnTo>
                      <a:pt x="36861" y="2893"/>
                    </a:lnTo>
                    <a:lnTo>
                      <a:pt x="50292" y="1523"/>
                    </a:lnTo>
                    <a:lnTo>
                      <a:pt x="62484" y="0"/>
                    </a:lnTo>
                    <a:lnTo>
                      <a:pt x="66294" y="0"/>
                    </a:lnTo>
                    <a:lnTo>
                      <a:pt x="73914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7389113" y="3405377"/>
                <a:ext cx="5715" cy="59055"/>
              </a:xfrm>
              <a:custGeom>
                <a:rect b="b" l="l" r="r" t="t"/>
                <a:pathLst>
                  <a:path extrusionOk="0" h="59054" w="5715">
                    <a:moveTo>
                      <a:pt x="0" y="0"/>
                    </a:moveTo>
                    <a:lnTo>
                      <a:pt x="809" y="8322"/>
                    </a:lnTo>
                    <a:lnTo>
                      <a:pt x="1905" y="16287"/>
                    </a:lnTo>
                    <a:lnTo>
                      <a:pt x="3000" y="24110"/>
                    </a:lnTo>
                    <a:lnTo>
                      <a:pt x="3810" y="32004"/>
                    </a:lnTo>
                    <a:lnTo>
                      <a:pt x="4572" y="40386"/>
                    </a:lnTo>
                    <a:lnTo>
                      <a:pt x="5334" y="48768"/>
                    </a:lnTo>
                    <a:lnTo>
                      <a:pt x="5334" y="57150"/>
                    </a:lnTo>
                    <a:lnTo>
                      <a:pt x="5334" y="57912"/>
                    </a:lnTo>
                    <a:lnTo>
                      <a:pt x="5334" y="5867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7370825" y="3338321"/>
                <a:ext cx="15240" cy="15240"/>
              </a:xfrm>
              <a:custGeom>
                <a:rect b="b" l="l" r="r" t="t"/>
                <a:pathLst>
                  <a:path extrusionOk="0" h="15239" w="15240">
                    <a:moveTo>
                      <a:pt x="0" y="3810"/>
                    </a:moveTo>
                    <a:lnTo>
                      <a:pt x="0" y="12192"/>
                    </a:lnTo>
                    <a:lnTo>
                      <a:pt x="3810" y="15240"/>
                    </a:lnTo>
                    <a:lnTo>
                      <a:pt x="12192" y="15240"/>
                    </a:lnTo>
                    <a:lnTo>
                      <a:pt x="15240" y="12192"/>
                    </a:lnTo>
                    <a:lnTo>
                      <a:pt x="15240" y="7620"/>
                    </a:lnTo>
                    <a:lnTo>
                      <a:pt x="15240" y="3810"/>
                    </a:lnTo>
                    <a:lnTo>
                      <a:pt x="12192" y="0"/>
                    </a:lnTo>
                    <a:lnTo>
                      <a:pt x="3810" y="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33339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02" name="Google Shape;102;p4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7435583" y="3362693"/>
                <a:ext cx="252056" cy="20837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3" name="Google Shape;103;p4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7723619" y="3296399"/>
                <a:ext cx="497611" cy="16458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04" name="Google Shape;104;p4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5323855" y="4158316"/>
              <a:ext cx="176273" cy="1767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4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5630405" y="4158221"/>
              <a:ext cx="113563" cy="1430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4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5844527" y="4117930"/>
              <a:ext cx="158521" cy="1683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4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5963935" y="3868661"/>
              <a:ext cx="239519" cy="1890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8" name="Google Shape;108;p4"/>
            <p:cNvGrpSpPr/>
            <p:nvPr/>
          </p:nvGrpSpPr>
          <p:grpSpPr>
            <a:xfrm>
              <a:off x="7179550" y="4008107"/>
              <a:ext cx="762026" cy="282251"/>
              <a:chOff x="7179550" y="4008107"/>
              <a:chExt cx="762026" cy="282251"/>
            </a:xfrm>
          </p:grpSpPr>
          <p:pic>
            <p:nvPicPr>
              <p:cNvPr id="109" name="Google Shape;109;p4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7179550" y="4062971"/>
                <a:ext cx="219481" cy="22633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0" name="Google Shape;110;p4"/>
              <p:cNvSpPr/>
              <p:nvPr/>
            </p:nvSpPr>
            <p:spPr>
              <a:xfrm>
                <a:off x="7427213" y="4056887"/>
                <a:ext cx="22225" cy="216535"/>
              </a:xfrm>
              <a:custGeom>
                <a:rect b="b" l="l" r="r" t="t"/>
                <a:pathLst>
                  <a:path extrusionOk="0" h="216535" w="22225">
                    <a:moveTo>
                      <a:pt x="0" y="0"/>
                    </a:moveTo>
                    <a:lnTo>
                      <a:pt x="988" y="16204"/>
                    </a:lnTo>
                    <a:lnTo>
                      <a:pt x="2762" y="31908"/>
                    </a:lnTo>
                    <a:lnTo>
                      <a:pt x="5250" y="47470"/>
                    </a:lnTo>
                    <a:lnTo>
                      <a:pt x="8382" y="63246"/>
                    </a:lnTo>
                    <a:lnTo>
                      <a:pt x="12322" y="83260"/>
                    </a:lnTo>
                    <a:lnTo>
                      <a:pt x="18776" y="123574"/>
                    </a:lnTo>
                    <a:lnTo>
                      <a:pt x="21812" y="175641"/>
                    </a:lnTo>
                    <a:lnTo>
                      <a:pt x="21109" y="191595"/>
                    </a:lnTo>
                    <a:lnTo>
                      <a:pt x="19050" y="207264"/>
                    </a:lnTo>
                    <a:lnTo>
                      <a:pt x="17526" y="214884"/>
                    </a:lnTo>
                    <a:lnTo>
                      <a:pt x="16764" y="212597"/>
                    </a:lnTo>
                    <a:lnTo>
                      <a:pt x="14478" y="216408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7427213" y="4130039"/>
                <a:ext cx="76200" cy="59055"/>
              </a:xfrm>
              <a:custGeom>
                <a:rect b="b" l="l" r="r" t="t"/>
                <a:pathLst>
                  <a:path extrusionOk="0" h="59054" w="76200">
                    <a:moveTo>
                      <a:pt x="0" y="16763"/>
                    </a:moveTo>
                    <a:lnTo>
                      <a:pt x="8215" y="7072"/>
                    </a:lnTo>
                    <a:lnTo>
                      <a:pt x="16001" y="2095"/>
                    </a:lnTo>
                    <a:lnTo>
                      <a:pt x="25503" y="261"/>
                    </a:lnTo>
                    <a:lnTo>
                      <a:pt x="38861" y="0"/>
                    </a:lnTo>
                    <a:lnTo>
                      <a:pt x="48839" y="71"/>
                    </a:lnTo>
                    <a:lnTo>
                      <a:pt x="58674" y="1142"/>
                    </a:lnTo>
                    <a:lnTo>
                      <a:pt x="67365" y="4500"/>
                    </a:lnTo>
                    <a:lnTo>
                      <a:pt x="73914" y="11429"/>
                    </a:lnTo>
                    <a:lnTo>
                      <a:pt x="75890" y="20050"/>
                    </a:lnTo>
                    <a:lnTo>
                      <a:pt x="73723" y="28384"/>
                    </a:lnTo>
                    <a:lnTo>
                      <a:pt x="38171" y="57233"/>
                    </a:lnTo>
                    <a:lnTo>
                      <a:pt x="28956" y="58673"/>
                    </a:lnTo>
                    <a:lnTo>
                      <a:pt x="22860" y="58673"/>
                    </a:lnTo>
                    <a:lnTo>
                      <a:pt x="28194" y="42671"/>
                    </a:lnTo>
                    <a:lnTo>
                      <a:pt x="28194" y="41909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4"/>
              <p:cNvSpPr/>
              <p:nvPr/>
            </p:nvSpPr>
            <p:spPr>
              <a:xfrm>
                <a:off x="7537703" y="4099559"/>
                <a:ext cx="9525" cy="76200"/>
              </a:xfrm>
              <a:custGeom>
                <a:rect b="b" l="l" r="r" t="t"/>
                <a:pathLst>
                  <a:path extrusionOk="0" h="76200" w="9525">
                    <a:moveTo>
                      <a:pt x="0" y="0"/>
                    </a:moveTo>
                    <a:lnTo>
                      <a:pt x="6893" y="45791"/>
                    </a:lnTo>
                    <a:lnTo>
                      <a:pt x="8096" y="54102"/>
                    </a:lnTo>
                    <a:lnTo>
                      <a:pt x="8870" y="62412"/>
                    </a:lnTo>
                    <a:lnTo>
                      <a:pt x="9144" y="70866"/>
                    </a:lnTo>
                    <a:lnTo>
                      <a:pt x="9144" y="73914"/>
                    </a:lnTo>
                    <a:lnTo>
                      <a:pt x="9144" y="74676"/>
                    </a:lnTo>
                    <a:lnTo>
                      <a:pt x="9144" y="7620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4"/>
              <p:cNvSpPr/>
              <p:nvPr/>
            </p:nvSpPr>
            <p:spPr>
              <a:xfrm>
                <a:off x="7517129" y="4036313"/>
                <a:ext cx="15240" cy="15240"/>
              </a:xfrm>
              <a:custGeom>
                <a:rect b="b" l="l" r="r" t="t"/>
                <a:pathLst>
                  <a:path extrusionOk="0" h="15239" w="15240">
                    <a:moveTo>
                      <a:pt x="0" y="3048"/>
                    </a:moveTo>
                    <a:lnTo>
                      <a:pt x="0" y="11430"/>
                    </a:lnTo>
                    <a:lnTo>
                      <a:pt x="3048" y="15240"/>
                    </a:lnTo>
                    <a:lnTo>
                      <a:pt x="11430" y="15240"/>
                    </a:lnTo>
                    <a:lnTo>
                      <a:pt x="15240" y="11430"/>
                    </a:lnTo>
                    <a:lnTo>
                      <a:pt x="15240" y="7620"/>
                    </a:lnTo>
                    <a:lnTo>
                      <a:pt x="15240" y="3048"/>
                    </a:lnTo>
                    <a:lnTo>
                      <a:pt x="11430" y="0"/>
                    </a:lnTo>
                    <a:lnTo>
                      <a:pt x="3048" y="0"/>
                    </a:lnTo>
                    <a:lnTo>
                      <a:pt x="0" y="3048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14" name="Google Shape;114;p4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7578041" y="4008107"/>
                <a:ext cx="363535" cy="2822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5" name="Google Shape;115;p4"/>
            <p:cNvGrpSpPr/>
            <p:nvPr/>
          </p:nvGrpSpPr>
          <p:grpSpPr>
            <a:xfrm>
              <a:off x="8342458" y="3821430"/>
              <a:ext cx="582339" cy="381381"/>
              <a:chOff x="8342458" y="3821430"/>
              <a:chExt cx="582339" cy="381381"/>
            </a:xfrm>
          </p:grpSpPr>
          <p:pic>
            <p:nvPicPr>
              <p:cNvPr id="116" name="Google Shape;116;p4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8342458" y="3998868"/>
                <a:ext cx="108896" cy="17820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7" name="Google Shape;117;p4"/>
              <p:cNvSpPr/>
              <p:nvPr/>
            </p:nvSpPr>
            <p:spPr>
              <a:xfrm>
                <a:off x="8501693" y="3945636"/>
                <a:ext cx="94615" cy="257175"/>
              </a:xfrm>
              <a:custGeom>
                <a:rect b="b" l="l" r="r" t="t"/>
                <a:pathLst>
                  <a:path extrusionOk="0" h="257175" w="94615">
                    <a:moveTo>
                      <a:pt x="35754" y="0"/>
                    </a:moveTo>
                    <a:lnTo>
                      <a:pt x="13465" y="34611"/>
                    </a:lnTo>
                    <a:lnTo>
                      <a:pt x="6167" y="78688"/>
                    </a:lnTo>
                    <a:lnTo>
                      <a:pt x="1285" y="132718"/>
                    </a:lnTo>
                    <a:lnTo>
                      <a:pt x="702" y="160020"/>
                    </a:lnTo>
                    <a:lnTo>
                      <a:pt x="0" y="180129"/>
                    </a:lnTo>
                    <a:lnTo>
                      <a:pt x="3167" y="221206"/>
                    </a:lnTo>
                    <a:lnTo>
                      <a:pt x="27086" y="253841"/>
                    </a:lnTo>
                    <a:lnTo>
                      <a:pt x="48708" y="256794"/>
                    </a:lnTo>
                    <a:lnTo>
                      <a:pt x="62174" y="254484"/>
                    </a:lnTo>
                    <a:lnTo>
                      <a:pt x="73568" y="249174"/>
                    </a:lnTo>
                    <a:lnTo>
                      <a:pt x="83962" y="241577"/>
                    </a:lnTo>
                    <a:lnTo>
                      <a:pt x="94428" y="23241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18" name="Google Shape;118;p4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8600585" y="3833609"/>
                <a:ext cx="186810" cy="28653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9" name="Google Shape;119;p4"/>
              <p:cNvSpPr/>
              <p:nvPr/>
            </p:nvSpPr>
            <p:spPr>
              <a:xfrm>
                <a:off x="8804147" y="3821430"/>
                <a:ext cx="120650" cy="327660"/>
              </a:xfrm>
              <a:custGeom>
                <a:rect b="b" l="l" r="r" t="t"/>
                <a:pathLst>
                  <a:path extrusionOk="0" h="327660" w="120650">
                    <a:moveTo>
                      <a:pt x="22098" y="0"/>
                    </a:moveTo>
                    <a:lnTo>
                      <a:pt x="64770" y="12191"/>
                    </a:lnTo>
                    <a:lnTo>
                      <a:pt x="103989" y="52054"/>
                    </a:lnTo>
                    <a:lnTo>
                      <a:pt x="118062" y="91451"/>
                    </a:lnTo>
                    <a:lnTo>
                      <a:pt x="120396" y="114776"/>
                    </a:lnTo>
                    <a:lnTo>
                      <a:pt x="119300" y="138243"/>
                    </a:lnTo>
                    <a:lnTo>
                      <a:pt x="104715" y="190142"/>
                    </a:lnTo>
                    <a:lnTo>
                      <a:pt x="74021" y="244578"/>
                    </a:lnTo>
                    <a:lnTo>
                      <a:pt x="47089" y="283630"/>
                    </a:lnTo>
                    <a:lnTo>
                      <a:pt x="16764" y="321564"/>
                    </a:lnTo>
                    <a:lnTo>
                      <a:pt x="12192" y="325374"/>
                    </a:lnTo>
                    <a:lnTo>
                      <a:pt x="9906" y="327660"/>
                    </a:lnTo>
                    <a:lnTo>
                      <a:pt x="5334" y="321564"/>
                    </a:lnTo>
                    <a:lnTo>
                      <a:pt x="3048" y="315468"/>
                    </a:lnTo>
                    <a:lnTo>
                      <a:pt x="0" y="30861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" name="Google Shape;120;p4"/>
            <p:cNvGrpSpPr/>
            <p:nvPr/>
          </p:nvGrpSpPr>
          <p:grpSpPr>
            <a:xfrm>
              <a:off x="4903576" y="4535125"/>
              <a:ext cx="473108" cy="319589"/>
              <a:chOff x="4903576" y="4535125"/>
              <a:chExt cx="473108" cy="319589"/>
            </a:xfrm>
          </p:grpSpPr>
          <p:pic>
            <p:nvPicPr>
              <p:cNvPr id="121" name="Google Shape;121;p4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5178539" y="4730483"/>
                <a:ext cx="94513" cy="12423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2" name="Google Shape;122;p4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4903576" y="4535125"/>
                <a:ext cx="473108" cy="24034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23" name="Google Shape;123;p4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5942063" y="4744199"/>
              <a:ext cx="89941" cy="15852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4" name="Google Shape;124;p4"/>
            <p:cNvGrpSpPr/>
            <p:nvPr/>
          </p:nvGrpSpPr>
          <p:grpSpPr>
            <a:xfrm>
              <a:off x="6128766" y="4513325"/>
              <a:ext cx="331978" cy="199009"/>
              <a:chOff x="6128766" y="4513325"/>
              <a:chExt cx="331978" cy="199009"/>
            </a:xfrm>
          </p:grpSpPr>
          <p:sp>
            <p:nvSpPr>
              <p:cNvPr id="125" name="Google Shape;125;p4"/>
              <p:cNvSpPr/>
              <p:nvPr/>
            </p:nvSpPr>
            <p:spPr>
              <a:xfrm>
                <a:off x="6128766" y="4659629"/>
                <a:ext cx="48260" cy="52705"/>
              </a:xfrm>
              <a:custGeom>
                <a:rect b="b" l="l" r="r" t="t"/>
                <a:pathLst>
                  <a:path extrusionOk="0" h="52704" w="48260">
                    <a:moveTo>
                      <a:pt x="0" y="0"/>
                    </a:moveTo>
                    <a:lnTo>
                      <a:pt x="0" y="6858"/>
                    </a:lnTo>
                    <a:lnTo>
                      <a:pt x="762" y="12192"/>
                    </a:lnTo>
                    <a:lnTo>
                      <a:pt x="3048" y="19050"/>
                    </a:lnTo>
                    <a:lnTo>
                      <a:pt x="4905" y="26586"/>
                    </a:lnTo>
                    <a:lnTo>
                      <a:pt x="7048" y="34194"/>
                    </a:lnTo>
                    <a:lnTo>
                      <a:pt x="9477" y="41659"/>
                    </a:lnTo>
                    <a:lnTo>
                      <a:pt x="12192" y="48768"/>
                    </a:lnTo>
                    <a:lnTo>
                      <a:pt x="12954" y="51054"/>
                    </a:lnTo>
                    <a:lnTo>
                      <a:pt x="13716" y="51816"/>
                    </a:lnTo>
                    <a:lnTo>
                      <a:pt x="14478" y="52578"/>
                    </a:lnTo>
                    <a:lnTo>
                      <a:pt x="14204" y="44005"/>
                    </a:lnTo>
                    <a:lnTo>
                      <a:pt x="13430" y="35433"/>
                    </a:lnTo>
                    <a:lnTo>
                      <a:pt x="12227" y="26860"/>
                    </a:lnTo>
                    <a:lnTo>
                      <a:pt x="10668" y="18288"/>
                    </a:lnTo>
                    <a:lnTo>
                      <a:pt x="9144" y="13716"/>
                    </a:lnTo>
                    <a:lnTo>
                      <a:pt x="8382" y="9144"/>
                    </a:lnTo>
                    <a:lnTo>
                      <a:pt x="7620" y="4572"/>
                    </a:lnTo>
                    <a:lnTo>
                      <a:pt x="15240" y="5334"/>
                    </a:lnTo>
                    <a:lnTo>
                      <a:pt x="19050" y="9144"/>
                    </a:lnTo>
                    <a:lnTo>
                      <a:pt x="24384" y="13716"/>
                    </a:lnTo>
                    <a:lnTo>
                      <a:pt x="31587" y="20621"/>
                    </a:lnTo>
                    <a:lnTo>
                      <a:pt x="37433" y="27813"/>
                    </a:lnTo>
                    <a:lnTo>
                      <a:pt x="42279" y="35575"/>
                    </a:lnTo>
                    <a:lnTo>
                      <a:pt x="46482" y="44196"/>
                    </a:lnTo>
                    <a:lnTo>
                      <a:pt x="46482" y="45720"/>
                    </a:lnTo>
                    <a:lnTo>
                      <a:pt x="47244" y="47244"/>
                    </a:lnTo>
                    <a:lnTo>
                      <a:pt x="48006" y="4876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6182868" y="4642865"/>
                <a:ext cx="67945" cy="51435"/>
              </a:xfrm>
              <a:custGeom>
                <a:rect b="b" l="l" r="r" t="t"/>
                <a:pathLst>
                  <a:path extrusionOk="0" h="51435" w="67945">
                    <a:moveTo>
                      <a:pt x="0" y="0"/>
                    </a:moveTo>
                    <a:lnTo>
                      <a:pt x="19812" y="41909"/>
                    </a:lnTo>
                    <a:lnTo>
                      <a:pt x="27432" y="51053"/>
                    </a:lnTo>
                    <a:lnTo>
                      <a:pt x="34290" y="50291"/>
                    </a:lnTo>
                    <a:lnTo>
                      <a:pt x="40386" y="49529"/>
                    </a:lnTo>
                    <a:lnTo>
                      <a:pt x="38100" y="36575"/>
                    </a:lnTo>
                    <a:lnTo>
                      <a:pt x="38100" y="32765"/>
                    </a:lnTo>
                    <a:lnTo>
                      <a:pt x="28956" y="6095"/>
                    </a:lnTo>
                    <a:lnTo>
                      <a:pt x="28194" y="3809"/>
                    </a:lnTo>
                    <a:lnTo>
                      <a:pt x="27432" y="1523"/>
                    </a:lnTo>
                    <a:lnTo>
                      <a:pt x="31242" y="5333"/>
                    </a:lnTo>
                    <a:lnTo>
                      <a:pt x="35814" y="9143"/>
                    </a:lnTo>
                    <a:lnTo>
                      <a:pt x="39624" y="13715"/>
                    </a:lnTo>
                    <a:lnTo>
                      <a:pt x="45720" y="19049"/>
                    </a:lnTo>
                    <a:lnTo>
                      <a:pt x="51053" y="23621"/>
                    </a:lnTo>
                    <a:lnTo>
                      <a:pt x="59436" y="25145"/>
                    </a:lnTo>
                    <a:lnTo>
                      <a:pt x="63246" y="25145"/>
                    </a:lnTo>
                    <a:lnTo>
                      <a:pt x="64769" y="25145"/>
                    </a:lnTo>
                    <a:lnTo>
                      <a:pt x="67818" y="25145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6243828" y="4606289"/>
                <a:ext cx="72390" cy="63500"/>
              </a:xfrm>
              <a:custGeom>
                <a:rect b="b" l="l" r="r" t="t"/>
                <a:pathLst>
                  <a:path extrusionOk="0" h="63500" w="72389">
                    <a:moveTo>
                      <a:pt x="0" y="28955"/>
                    </a:moveTo>
                    <a:lnTo>
                      <a:pt x="3321" y="36052"/>
                    </a:lnTo>
                    <a:lnTo>
                      <a:pt x="6572" y="43433"/>
                    </a:lnTo>
                    <a:lnTo>
                      <a:pt x="9965" y="50815"/>
                    </a:lnTo>
                    <a:lnTo>
                      <a:pt x="13716" y="57911"/>
                    </a:lnTo>
                    <a:lnTo>
                      <a:pt x="16764" y="63245"/>
                    </a:lnTo>
                    <a:lnTo>
                      <a:pt x="15240" y="58673"/>
                    </a:lnTo>
                    <a:lnTo>
                      <a:pt x="15240" y="59435"/>
                    </a:lnTo>
                    <a:lnTo>
                      <a:pt x="13716" y="51053"/>
                    </a:lnTo>
                    <a:lnTo>
                      <a:pt x="10668" y="44195"/>
                    </a:lnTo>
                    <a:lnTo>
                      <a:pt x="9144" y="36575"/>
                    </a:lnTo>
                    <a:lnTo>
                      <a:pt x="8382" y="31241"/>
                    </a:lnTo>
                    <a:lnTo>
                      <a:pt x="7620" y="25907"/>
                    </a:lnTo>
                    <a:lnTo>
                      <a:pt x="7619" y="20573"/>
                    </a:lnTo>
                    <a:lnTo>
                      <a:pt x="12954" y="22097"/>
                    </a:lnTo>
                    <a:lnTo>
                      <a:pt x="15240" y="23621"/>
                    </a:lnTo>
                    <a:lnTo>
                      <a:pt x="19812" y="28955"/>
                    </a:lnTo>
                    <a:lnTo>
                      <a:pt x="25146" y="33527"/>
                    </a:lnTo>
                    <a:lnTo>
                      <a:pt x="30480" y="38861"/>
                    </a:lnTo>
                    <a:lnTo>
                      <a:pt x="35052" y="44195"/>
                    </a:lnTo>
                    <a:lnTo>
                      <a:pt x="36576" y="45719"/>
                    </a:lnTo>
                    <a:lnTo>
                      <a:pt x="38100" y="47243"/>
                    </a:lnTo>
                    <a:lnTo>
                      <a:pt x="37338" y="40385"/>
                    </a:lnTo>
                    <a:lnTo>
                      <a:pt x="35814" y="35051"/>
                    </a:lnTo>
                    <a:lnTo>
                      <a:pt x="33528" y="28955"/>
                    </a:lnTo>
                    <a:lnTo>
                      <a:pt x="31503" y="21978"/>
                    </a:lnTo>
                    <a:lnTo>
                      <a:pt x="29908" y="14858"/>
                    </a:lnTo>
                    <a:lnTo>
                      <a:pt x="28598" y="7739"/>
                    </a:lnTo>
                    <a:lnTo>
                      <a:pt x="27431" y="761"/>
                    </a:lnTo>
                    <a:lnTo>
                      <a:pt x="27431" y="0"/>
                    </a:lnTo>
                    <a:lnTo>
                      <a:pt x="33527" y="2285"/>
                    </a:lnTo>
                    <a:lnTo>
                      <a:pt x="37337" y="5333"/>
                    </a:lnTo>
                    <a:lnTo>
                      <a:pt x="42671" y="10667"/>
                    </a:lnTo>
                    <a:lnTo>
                      <a:pt x="47696" y="16633"/>
                    </a:lnTo>
                    <a:lnTo>
                      <a:pt x="52578" y="22955"/>
                    </a:lnTo>
                    <a:lnTo>
                      <a:pt x="57459" y="29420"/>
                    </a:lnTo>
                    <a:lnTo>
                      <a:pt x="62484" y="35813"/>
                    </a:lnTo>
                    <a:lnTo>
                      <a:pt x="66294" y="40385"/>
                    </a:lnTo>
                    <a:lnTo>
                      <a:pt x="67818" y="42671"/>
                    </a:lnTo>
                    <a:lnTo>
                      <a:pt x="72390" y="44957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6310122" y="4546091"/>
                <a:ext cx="55880" cy="95250"/>
              </a:xfrm>
              <a:custGeom>
                <a:rect b="b" l="l" r="r" t="t"/>
                <a:pathLst>
                  <a:path extrusionOk="0" h="95250" w="55879">
                    <a:moveTo>
                      <a:pt x="0" y="0"/>
                    </a:moveTo>
                    <a:lnTo>
                      <a:pt x="8382" y="42671"/>
                    </a:lnTo>
                    <a:lnTo>
                      <a:pt x="19812" y="84581"/>
                    </a:lnTo>
                    <a:lnTo>
                      <a:pt x="20574" y="88391"/>
                    </a:lnTo>
                    <a:lnTo>
                      <a:pt x="22098" y="92201"/>
                    </a:lnTo>
                    <a:lnTo>
                      <a:pt x="22860" y="95249"/>
                    </a:lnTo>
                    <a:lnTo>
                      <a:pt x="24610" y="88975"/>
                    </a:lnTo>
                    <a:lnTo>
                      <a:pt x="26574" y="82772"/>
                    </a:lnTo>
                    <a:lnTo>
                      <a:pt x="28967" y="76711"/>
                    </a:lnTo>
                    <a:lnTo>
                      <a:pt x="32004" y="70865"/>
                    </a:lnTo>
                    <a:lnTo>
                      <a:pt x="34730" y="64984"/>
                    </a:lnTo>
                    <a:lnTo>
                      <a:pt x="38385" y="59245"/>
                    </a:lnTo>
                    <a:lnTo>
                      <a:pt x="43041" y="54363"/>
                    </a:lnTo>
                    <a:lnTo>
                      <a:pt x="48768" y="51053"/>
                    </a:lnTo>
                    <a:lnTo>
                      <a:pt x="52578" y="49529"/>
                    </a:lnTo>
                    <a:lnTo>
                      <a:pt x="52578" y="51053"/>
                    </a:lnTo>
                    <a:lnTo>
                      <a:pt x="55626" y="51815"/>
                    </a:lnTo>
                    <a:lnTo>
                      <a:pt x="55626" y="60197"/>
                    </a:lnTo>
                    <a:lnTo>
                      <a:pt x="54864" y="64769"/>
                    </a:lnTo>
                    <a:lnTo>
                      <a:pt x="50292" y="72389"/>
                    </a:lnTo>
                    <a:lnTo>
                      <a:pt x="47244" y="75437"/>
                    </a:lnTo>
                    <a:lnTo>
                      <a:pt x="39624" y="88391"/>
                    </a:lnTo>
                    <a:lnTo>
                      <a:pt x="34290" y="88391"/>
                    </a:lnTo>
                    <a:lnTo>
                      <a:pt x="32766" y="88391"/>
                    </a:lnTo>
                    <a:lnTo>
                      <a:pt x="32004" y="88391"/>
                    </a:lnTo>
                    <a:lnTo>
                      <a:pt x="32766" y="86867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6369367" y="4559807"/>
                <a:ext cx="43815" cy="57785"/>
              </a:xfrm>
              <a:custGeom>
                <a:rect b="b" l="l" r="r" t="t"/>
                <a:pathLst>
                  <a:path extrusionOk="0" h="57785" w="43814">
                    <a:moveTo>
                      <a:pt x="190" y="0"/>
                    </a:moveTo>
                    <a:lnTo>
                      <a:pt x="23" y="9382"/>
                    </a:lnTo>
                    <a:lnTo>
                      <a:pt x="0" y="19050"/>
                    </a:lnTo>
                    <a:lnTo>
                      <a:pt x="833" y="28717"/>
                    </a:lnTo>
                    <a:lnTo>
                      <a:pt x="28836" y="57197"/>
                    </a:lnTo>
                    <a:lnTo>
                      <a:pt x="34289" y="55244"/>
                    </a:lnTo>
                    <a:lnTo>
                      <a:pt x="38885" y="51577"/>
                    </a:lnTo>
                    <a:lnTo>
                      <a:pt x="43624" y="46481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4"/>
              <p:cNvSpPr/>
              <p:nvPr/>
            </p:nvSpPr>
            <p:spPr>
              <a:xfrm>
                <a:off x="6371844" y="4549139"/>
                <a:ext cx="26670" cy="28575"/>
              </a:xfrm>
              <a:custGeom>
                <a:rect b="b" l="l" r="r" t="t"/>
                <a:pathLst>
                  <a:path extrusionOk="0" h="28575" w="26670">
                    <a:moveTo>
                      <a:pt x="0" y="25907"/>
                    </a:moveTo>
                    <a:lnTo>
                      <a:pt x="8227" y="27396"/>
                    </a:lnTo>
                    <a:lnTo>
                      <a:pt x="16097" y="28098"/>
                    </a:lnTo>
                    <a:lnTo>
                      <a:pt x="22395" y="25800"/>
                    </a:lnTo>
                    <a:lnTo>
                      <a:pt x="25908" y="18287"/>
                    </a:lnTo>
                    <a:lnTo>
                      <a:pt x="26670" y="12191"/>
                    </a:lnTo>
                    <a:lnTo>
                      <a:pt x="19049" y="7619"/>
                    </a:lnTo>
                    <a:lnTo>
                      <a:pt x="14477" y="4571"/>
                    </a:lnTo>
                    <a:lnTo>
                      <a:pt x="12191" y="3809"/>
                    </a:lnTo>
                    <a:lnTo>
                      <a:pt x="8381" y="1523"/>
                    </a:lnTo>
                    <a:lnTo>
                      <a:pt x="6857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4"/>
              <p:cNvSpPr/>
              <p:nvPr/>
            </p:nvSpPr>
            <p:spPr>
              <a:xfrm>
                <a:off x="6425184" y="4513325"/>
                <a:ext cx="35560" cy="59055"/>
              </a:xfrm>
              <a:custGeom>
                <a:rect b="b" l="l" r="r" t="t"/>
                <a:pathLst>
                  <a:path extrusionOk="0" h="59054" w="35560">
                    <a:moveTo>
                      <a:pt x="0" y="30480"/>
                    </a:moveTo>
                    <a:lnTo>
                      <a:pt x="10656" y="32706"/>
                    </a:lnTo>
                    <a:lnTo>
                      <a:pt x="18383" y="35718"/>
                    </a:lnTo>
                    <a:lnTo>
                      <a:pt x="24538" y="40874"/>
                    </a:lnTo>
                    <a:lnTo>
                      <a:pt x="30480" y="49530"/>
                    </a:lnTo>
                    <a:lnTo>
                      <a:pt x="32766" y="52578"/>
                    </a:lnTo>
                    <a:lnTo>
                      <a:pt x="33528" y="54864"/>
                    </a:lnTo>
                    <a:lnTo>
                      <a:pt x="35052" y="58674"/>
                    </a:lnTo>
                    <a:lnTo>
                      <a:pt x="34099" y="52066"/>
                    </a:lnTo>
                    <a:lnTo>
                      <a:pt x="32575" y="45815"/>
                    </a:lnTo>
                    <a:lnTo>
                      <a:pt x="30765" y="39707"/>
                    </a:lnTo>
                    <a:lnTo>
                      <a:pt x="28956" y="33528"/>
                    </a:lnTo>
                    <a:lnTo>
                      <a:pt x="27277" y="26789"/>
                    </a:lnTo>
                    <a:lnTo>
                      <a:pt x="25812" y="20193"/>
                    </a:lnTo>
                    <a:lnTo>
                      <a:pt x="24776" y="13596"/>
                    </a:lnTo>
                    <a:lnTo>
                      <a:pt x="24383" y="6858"/>
                    </a:lnTo>
                    <a:lnTo>
                      <a:pt x="24383" y="3048"/>
                    </a:lnTo>
                    <a:lnTo>
                      <a:pt x="24383" y="2286"/>
                    </a:lnTo>
                    <a:lnTo>
                      <a:pt x="24383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2" name="Google Shape;132;p4"/>
            <p:cNvGrpSpPr/>
            <p:nvPr/>
          </p:nvGrpSpPr>
          <p:grpSpPr>
            <a:xfrm>
              <a:off x="6275665" y="4594860"/>
              <a:ext cx="391199" cy="408940"/>
              <a:chOff x="6275665" y="4594860"/>
              <a:chExt cx="391199" cy="408940"/>
            </a:xfrm>
          </p:grpSpPr>
          <p:sp>
            <p:nvSpPr>
              <p:cNvPr id="133" name="Google Shape;133;p4"/>
              <p:cNvSpPr/>
              <p:nvPr/>
            </p:nvSpPr>
            <p:spPr>
              <a:xfrm>
                <a:off x="6317741" y="4892040"/>
                <a:ext cx="43180" cy="111760"/>
              </a:xfrm>
              <a:custGeom>
                <a:rect b="b" l="l" r="r" t="t"/>
                <a:pathLst>
                  <a:path extrusionOk="0" h="111760" w="43179">
                    <a:moveTo>
                      <a:pt x="0" y="0"/>
                    </a:moveTo>
                    <a:lnTo>
                      <a:pt x="4262" y="13144"/>
                    </a:lnTo>
                    <a:lnTo>
                      <a:pt x="8953" y="26288"/>
                    </a:lnTo>
                    <a:lnTo>
                      <a:pt x="13930" y="39433"/>
                    </a:lnTo>
                    <a:lnTo>
                      <a:pt x="19050" y="52577"/>
                    </a:lnTo>
                    <a:lnTo>
                      <a:pt x="23979" y="65270"/>
                    </a:lnTo>
                    <a:lnTo>
                      <a:pt x="28765" y="78105"/>
                    </a:lnTo>
                    <a:lnTo>
                      <a:pt x="33837" y="90939"/>
                    </a:lnTo>
                    <a:lnTo>
                      <a:pt x="39624" y="103632"/>
                    </a:lnTo>
                    <a:lnTo>
                      <a:pt x="40386" y="105918"/>
                    </a:lnTo>
                    <a:lnTo>
                      <a:pt x="41910" y="108204"/>
                    </a:lnTo>
                    <a:lnTo>
                      <a:pt x="42672" y="11125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6334160" y="4903458"/>
                <a:ext cx="40005" cy="43180"/>
              </a:xfrm>
              <a:custGeom>
                <a:rect b="b" l="l" r="r" t="t"/>
                <a:pathLst>
                  <a:path extrusionOk="0" h="43179" w="40004">
                    <a:moveTo>
                      <a:pt x="345" y="21347"/>
                    </a:moveTo>
                    <a:lnTo>
                      <a:pt x="18919" y="0"/>
                    </a:lnTo>
                    <a:lnTo>
                      <a:pt x="25300" y="488"/>
                    </a:lnTo>
                    <a:lnTo>
                      <a:pt x="31396" y="2262"/>
                    </a:lnTo>
                    <a:lnTo>
                      <a:pt x="36921" y="6107"/>
                    </a:lnTo>
                    <a:lnTo>
                      <a:pt x="39659" y="11918"/>
                    </a:lnTo>
                    <a:lnTo>
                      <a:pt x="39397" y="17728"/>
                    </a:lnTo>
                    <a:lnTo>
                      <a:pt x="16347" y="42683"/>
                    </a:lnTo>
                    <a:lnTo>
                      <a:pt x="16347" y="41921"/>
                    </a:lnTo>
                    <a:lnTo>
                      <a:pt x="16347" y="41159"/>
                    </a:lnTo>
                    <a:lnTo>
                      <a:pt x="16347" y="39635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>
                <a:off x="6396894" y="4864608"/>
                <a:ext cx="35560" cy="59055"/>
              </a:xfrm>
              <a:custGeom>
                <a:rect b="b" l="l" r="r" t="t"/>
                <a:pathLst>
                  <a:path extrusionOk="0" h="59054" w="35560">
                    <a:moveTo>
                      <a:pt x="1619" y="5333"/>
                    </a:moveTo>
                    <a:lnTo>
                      <a:pt x="488" y="15704"/>
                    </a:lnTo>
                    <a:lnTo>
                      <a:pt x="0" y="25431"/>
                    </a:lnTo>
                    <a:lnTo>
                      <a:pt x="1083" y="35016"/>
                    </a:lnTo>
                    <a:lnTo>
                      <a:pt x="4667" y="44957"/>
                    </a:lnTo>
                    <a:lnTo>
                      <a:pt x="7715" y="51815"/>
                    </a:lnTo>
                    <a:lnTo>
                      <a:pt x="15335" y="58673"/>
                    </a:lnTo>
                    <a:lnTo>
                      <a:pt x="23717" y="57149"/>
                    </a:lnTo>
                    <a:lnTo>
                      <a:pt x="34385" y="54863"/>
                    </a:lnTo>
                    <a:lnTo>
                      <a:pt x="34385" y="43433"/>
                    </a:lnTo>
                    <a:lnTo>
                      <a:pt x="35147" y="35051"/>
                    </a:lnTo>
                    <a:lnTo>
                      <a:pt x="10763" y="3809"/>
                    </a:lnTo>
                    <a:lnTo>
                      <a:pt x="5429" y="761"/>
                    </a:lnTo>
                    <a:lnTo>
                      <a:pt x="5429" y="0"/>
                    </a:lnTo>
                    <a:lnTo>
                      <a:pt x="4667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4"/>
              <p:cNvSpPr/>
              <p:nvPr/>
            </p:nvSpPr>
            <p:spPr>
              <a:xfrm>
                <a:off x="6445757" y="4852416"/>
                <a:ext cx="13970" cy="43180"/>
              </a:xfrm>
              <a:custGeom>
                <a:rect b="b" l="l" r="r" t="t"/>
                <a:pathLst>
                  <a:path extrusionOk="0" h="43179" w="13970">
                    <a:moveTo>
                      <a:pt x="0" y="0"/>
                    </a:moveTo>
                    <a:lnTo>
                      <a:pt x="9144" y="39623"/>
                    </a:lnTo>
                    <a:lnTo>
                      <a:pt x="9906" y="41147"/>
                    </a:lnTo>
                    <a:lnTo>
                      <a:pt x="13716" y="42671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4"/>
              <p:cNvSpPr/>
              <p:nvPr/>
            </p:nvSpPr>
            <p:spPr>
              <a:xfrm>
                <a:off x="6399275" y="4814316"/>
                <a:ext cx="16510" cy="15240"/>
              </a:xfrm>
              <a:custGeom>
                <a:rect b="b" l="l" r="r" t="t"/>
                <a:pathLst>
                  <a:path extrusionOk="0" h="15239" w="16510">
                    <a:moveTo>
                      <a:pt x="0" y="3047"/>
                    </a:moveTo>
                    <a:lnTo>
                      <a:pt x="0" y="11429"/>
                    </a:lnTo>
                    <a:lnTo>
                      <a:pt x="3809" y="15239"/>
                    </a:lnTo>
                    <a:lnTo>
                      <a:pt x="12191" y="15239"/>
                    </a:lnTo>
                    <a:lnTo>
                      <a:pt x="16001" y="11429"/>
                    </a:lnTo>
                    <a:lnTo>
                      <a:pt x="16001" y="7619"/>
                    </a:lnTo>
                    <a:lnTo>
                      <a:pt x="16001" y="3047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047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6481571" y="4805934"/>
                <a:ext cx="47625" cy="55880"/>
              </a:xfrm>
              <a:custGeom>
                <a:rect b="b" l="l" r="r" t="t"/>
                <a:pathLst>
                  <a:path extrusionOk="0" h="55879" w="47625">
                    <a:moveTo>
                      <a:pt x="0" y="9143"/>
                    </a:moveTo>
                    <a:lnTo>
                      <a:pt x="16764" y="45719"/>
                    </a:lnTo>
                    <a:lnTo>
                      <a:pt x="19812" y="51053"/>
                    </a:lnTo>
                    <a:lnTo>
                      <a:pt x="5191" y="13763"/>
                    </a:lnTo>
                    <a:lnTo>
                      <a:pt x="7620" y="6857"/>
                    </a:lnTo>
                    <a:lnTo>
                      <a:pt x="12191" y="0"/>
                    </a:lnTo>
                    <a:lnTo>
                      <a:pt x="20574" y="761"/>
                    </a:lnTo>
                    <a:lnTo>
                      <a:pt x="27432" y="761"/>
                    </a:lnTo>
                    <a:lnTo>
                      <a:pt x="36576" y="761"/>
                    </a:lnTo>
                    <a:lnTo>
                      <a:pt x="41910" y="8381"/>
                    </a:lnTo>
                    <a:lnTo>
                      <a:pt x="44196" y="16001"/>
                    </a:lnTo>
                    <a:lnTo>
                      <a:pt x="46482" y="22097"/>
                    </a:lnTo>
                    <a:lnTo>
                      <a:pt x="46482" y="29717"/>
                    </a:lnTo>
                    <a:lnTo>
                      <a:pt x="47244" y="35813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6534911" y="4744212"/>
                <a:ext cx="29845" cy="97155"/>
              </a:xfrm>
              <a:custGeom>
                <a:rect b="b" l="l" r="r" t="t"/>
                <a:pathLst>
                  <a:path extrusionOk="0" h="97154" w="29845">
                    <a:moveTo>
                      <a:pt x="0" y="0"/>
                    </a:moveTo>
                    <a:lnTo>
                      <a:pt x="3250" y="12787"/>
                    </a:lnTo>
                    <a:lnTo>
                      <a:pt x="7143" y="25146"/>
                    </a:lnTo>
                    <a:lnTo>
                      <a:pt x="11465" y="37504"/>
                    </a:lnTo>
                    <a:lnTo>
                      <a:pt x="16002" y="50291"/>
                    </a:lnTo>
                    <a:lnTo>
                      <a:pt x="19300" y="60709"/>
                    </a:lnTo>
                    <a:lnTo>
                      <a:pt x="22383" y="71342"/>
                    </a:lnTo>
                    <a:lnTo>
                      <a:pt x="25324" y="82117"/>
                    </a:lnTo>
                    <a:lnTo>
                      <a:pt x="28194" y="92964"/>
                    </a:lnTo>
                    <a:lnTo>
                      <a:pt x="28956" y="94488"/>
                    </a:lnTo>
                    <a:lnTo>
                      <a:pt x="29718" y="95250"/>
                    </a:lnTo>
                    <a:lnTo>
                      <a:pt x="29718" y="96774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6547044" y="4738878"/>
                <a:ext cx="60325" cy="64769"/>
              </a:xfrm>
              <a:custGeom>
                <a:rect b="b" l="l" r="r" t="t"/>
                <a:pathLst>
                  <a:path extrusionOk="0" h="64770" w="60325">
                    <a:moveTo>
                      <a:pt x="1583" y="46482"/>
                    </a:moveTo>
                    <a:lnTo>
                      <a:pt x="0" y="37504"/>
                    </a:lnTo>
                    <a:lnTo>
                      <a:pt x="345" y="31813"/>
                    </a:lnTo>
                    <a:lnTo>
                      <a:pt x="3405" y="26979"/>
                    </a:lnTo>
                    <a:lnTo>
                      <a:pt x="9965" y="20574"/>
                    </a:lnTo>
                    <a:lnTo>
                      <a:pt x="15299" y="14478"/>
                    </a:lnTo>
                    <a:lnTo>
                      <a:pt x="22157" y="9144"/>
                    </a:lnTo>
                    <a:lnTo>
                      <a:pt x="28253" y="3048"/>
                    </a:lnTo>
                    <a:lnTo>
                      <a:pt x="29777" y="1524"/>
                    </a:lnTo>
                    <a:lnTo>
                      <a:pt x="30539" y="0"/>
                    </a:lnTo>
                    <a:lnTo>
                      <a:pt x="30289" y="7858"/>
                    </a:lnTo>
                    <a:lnTo>
                      <a:pt x="47303" y="38862"/>
                    </a:lnTo>
                    <a:lnTo>
                      <a:pt x="54161" y="42672"/>
                    </a:lnTo>
                    <a:lnTo>
                      <a:pt x="60257" y="45720"/>
                    </a:lnTo>
                    <a:lnTo>
                      <a:pt x="57209" y="51054"/>
                    </a:lnTo>
                    <a:lnTo>
                      <a:pt x="52637" y="54102"/>
                    </a:lnTo>
                    <a:lnTo>
                      <a:pt x="45517" y="58554"/>
                    </a:lnTo>
                    <a:lnTo>
                      <a:pt x="37969" y="61722"/>
                    </a:lnTo>
                    <a:lnTo>
                      <a:pt x="30134" y="63746"/>
                    </a:lnTo>
                    <a:lnTo>
                      <a:pt x="22157" y="64770"/>
                    </a:lnTo>
                    <a:lnTo>
                      <a:pt x="12251" y="64770"/>
                    </a:lnTo>
                    <a:lnTo>
                      <a:pt x="8441" y="64770"/>
                    </a:lnTo>
                    <a:lnTo>
                      <a:pt x="2345" y="63246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6275665" y="4764024"/>
                <a:ext cx="46355" cy="62230"/>
              </a:xfrm>
              <a:custGeom>
                <a:rect b="b" l="l" r="r" t="t"/>
                <a:pathLst>
                  <a:path extrusionOk="0" h="62229" w="46354">
                    <a:moveTo>
                      <a:pt x="166" y="16764"/>
                    </a:moveTo>
                    <a:lnTo>
                      <a:pt x="10072" y="55626"/>
                    </a:lnTo>
                    <a:lnTo>
                      <a:pt x="29467" y="62055"/>
                    </a:lnTo>
                    <a:lnTo>
                      <a:pt x="35980" y="60960"/>
                    </a:lnTo>
                    <a:lnTo>
                      <a:pt x="41707" y="55911"/>
                    </a:lnTo>
                    <a:lnTo>
                      <a:pt x="44648" y="48577"/>
                    </a:lnTo>
                    <a:lnTo>
                      <a:pt x="45731" y="40386"/>
                    </a:lnTo>
                    <a:lnTo>
                      <a:pt x="45886" y="32766"/>
                    </a:lnTo>
                    <a:lnTo>
                      <a:pt x="44219" y="24634"/>
                    </a:lnTo>
                    <a:lnTo>
                      <a:pt x="40552" y="17430"/>
                    </a:lnTo>
                    <a:lnTo>
                      <a:pt x="35171" y="11227"/>
                    </a:lnTo>
                    <a:lnTo>
                      <a:pt x="28360" y="6096"/>
                    </a:lnTo>
                    <a:lnTo>
                      <a:pt x="25312" y="3048"/>
                    </a:lnTo>
                    <a:lnTo>
                      <a:pt x="19978" y="1524"/>
                    </a:lnTo>
                    <a:lnTo>
                      <a:pt x="16168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6333743" y="4722114"/>
                <a:ext cx="33020" cy="69850"/>
              </a:xfrm>
              <a:custGeom>
                <a:rect b="b" l="l" r="r" t="t"/>
                <a:pathLst>
                  <a:path extrusionOk="0" h="69850" w="33020">
                    <a:moveTo>
                      <a:pt x="32765" y="69341"/>
                    </a:moveTo>
                    <a:lnTo>
                      <a:pt x="9679" y="35611"/>
                    </a:lnTo>
                    <a:lnTo>
                      <a:pt x="0" y="6095"/>
                    </a:lnTo>
                    <a:lnTo>
                      <a:pt x="2285" y="3047"/>
                    </a:lnTo>
                    <a:lnTo>
                      <a:pt x="4571" y="0"/>
                    </a:lnTo>
                    <a:lnTo>
                      <a:pt x="13715" y="0"/>
                    </a:lnTo>
                    <a:lnTo>
                      <a:pt x="17525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4"/>
              <p:cNvSpPr/>
              <p:nvPr/>
            </p:nvSpPr>
            <p:spPr>
              <a:xfrm>
                <a:off x="6348221" y="4736592"/>
                <a:ext cx="48895" cy="24130"/>
              </a:xfrm>
              <a:custGeom>
                <a:rect b="b" l="l" r="r" t="t"/>
                <a:pathLst>
                  <a:path extrusionOk="0" h="24129" w="48895">
                    <a:moveTo>
                      <a:pt x="0" y="23621"/>
                    </a:moveTo>
                    <a:lnTo>
                      <a:pt x="10156" y="19038"/>
                    </a:lnTo>
                    <a:lnTo>
                      <a:pt x="20097" y="14382"/>
                    </a:lnTo>
                    <a:lnTo>
                      <a:pt x="29896" y="9584"/>
                    </a:lnTo>
                    <a:lnTo>
                      <a:pt x="39623" y="4571"/>
                    </a:lnTo>
                    <a:lnTo>
                      <a:pt x="42671" y="3047"/>
                    </a:lnTo>
                    <a:lnTo>
                      <a:pt x="45719" y="1523"/>
                    </a:lnTo>
                    <a:lnTo>
                      <a:pt x="48767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4"/>
              <p:cNvSpPr/>
              <p:nvPr/>
            </p:nvSpPr>
            <p:spPr>
              <a:xfrm>
                <a:off x="6449567" y="4651248"/>
                <a:ext cx="113664" cy="82550"/>
              </a:xfrm>
              <a:custGeom>
                <a:rect b="b" l="l" r="r" t="t"/>
                <a:pathLst>
                  <a:path extrusionOk="0" h="82550" w="113665">
                    <a:moveTo>
                      <a:pt x="10667" y="0"/>
                    </a:moveTo>
                    <a:lnTo>
                      <a:pt x="11906" y="12894"/>
                    </a:lnTo>
                    <a:lnTo>
                      <a:pt x="14287" y="25431"/>
                    </a:lnTo>
                    <a:lnTo>
                      <a:pt x="17525" y="37826"/>
                    </a:lnTo>
                    <a:lnTo>
                      <a:pt x="21335" y="50292"/>
                    </a:lnTo>
                    <a:lnTo>
                      <a:pt x="23621" y="57912"/>
                    </a:lnTo>
                    <a:lnTo>
                      <a:pt x="27431" y="63246"/>
                    </a:lnTo>
                    <a:lnTo>
                      <a:pt x="31241" y="69342"/>
                    </a:lnTo>
                    <a:lnTo>
                      <a:pt x="32765" y="70104"/>
                    </a:lnTo>
                    <a:lnTo>
                      <a:pt x="33527" y="70104"/>
                    </a:lnTo>
                    <a:lnTo>
                      <a:pt x="30479" y="69342"/>
                    </a:lnTo>
                    <a:lnTo>
                      <a:pt x="25145" y="66294"/>
                    </a:lnTo>
                    <a:lnTo>
                      <a:pt x="19049" y="63246"/>
                    </a:lnTo>
                    <a:lnTo>
                      <a:pt x="12191" y="61722"/>
                    </a:lnTo>
                    <a:lnTo>
                      <a:pt x="6095" y="60960"/>
                    </a:lnTo>
                    <a:lnTo>
                      <a:pt x="3809" y="61722"/>
                    </a:lnTo>
                    <a:lnTo>
                      <a:pt x="2285" y="67818"/>
                    </a:lnTo>
                    <a:lnTo>
                      <a:pt x="0" y="76200"/>
                    </a:lnTo>
                    <a:lnTo>
                      <a:pt x="8381" y="80010"/>
                    </a:lnTo>
                    <a:lnTo>
                      <a:pt x="15239" y="81534"/>
                    </a:lnTo>
                    <a:lnTo>
                      <a:pt x="25943" y="82260"/>
                    </a:lnTo>
                    <a:lnTo>
                      <a:pt x="36290" y="81057"/>
                    </a:lnTo>
                    <a:lnTo>
                      <a:pt x="73913" y="58864"/>
                    </a:lnTo>
                    <a:lnTo>
                      <a:pt x="87248" y="22288"/>
                    </a:lnTo>
                    <a:lnTo>
                      <a:pt x="85986" y="13787"/>
                    </a:lnTo>
                    <a:lnTo>
                      <a:pt x="82295" y="6857"/>
                    </a:lnTo>
                    <a:lnTo>
                      <a:pt x="77331" y="3500"/>
                    </a:lnTo>
                    <a:lnTo>
                      <a:pt x="71151" y="1714"/>
                    </a:lnTo>
                    <a:lnTo>
                      <a:pt x="64829" y="1928"/>
                    </a:lnTo>
                    <a:lnTo>
                      <a:pt x="47541" y="40147"/>
                    </a:lnTo>
                    <a:lnTo>
                      <a:pt x="85343" y="27431"/>
                    </a:lnTo>
                    <a:lnTo>
                      <a:pt x="85451" y="7929"/>
                    </a:lnTo>
                    <a:lnTo>
                      <a:pt x="85343" y="1523"/>
                    </a:lnTo>
                    <a:lnTo>
                      <a:pt x="85343" y="8381"/>
                    </a:lnTo>
                    <a:lnTo>
                      <a:pt x="85343" y="13715"/>
                    </a:lnTo>
                    <a:lnTo>
                      <a:pt x="86867" y="20573"/>
                    </a:lnTo>
                    <a:lnTo>
                      <a:pt x="107441" y="45719"/>
                    </a:lnTo>
                    <a:lnTo>
                      <a:pt x="109727" y="44195"/>
                    </a:lnTo>
                    <a:lnTo>
                      <a:pt x="113537" y="41147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6545579" y="4602480"/>
                <a:ext cx="30480" cy="75565"/>
              </a:xfrm>
              <a:custGeom>
                <a:rect b="b" l="l" r="r" t="t"/>
                <a:pathLst>
                  <a:path extrusionOk="0" h="75564" w="30479">
                    <a:moveTo>
                      <a:pt x="12192" y="22860"/>
                    </a:moveTo>
                    <a:lnTo>
                      <a:pt x="9536" y="17359"/>
                    </a:lnTo>
                    <a:lnTo>
                      <a:pt x="6381" y="11430"/>
                    </a:lnTo>
                    <a:lnTo>
                      <a:pt x="3083" y="5500"/>
                    </a:lnTo>
                    <a:lnTo>
                      <a:pt x="0" y="0"/>
                    </a:lnTo>
                    <a:lnTo>
                      <a:pt x="869" y="9215"/>
                    </a:lnTo>
                    <a:lnTo>
                      <a:pt x="17049" y="56007"/>
                    </a:lnTo>
                    <a:lnTo>
                      <a:pt x="23157" y="66008"/>
                    </a:lnTo>
                    <a:lnTo>
                      <a:pt x="30480" y="7543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6564629" y="4594860"/>
                <a:ext cx="102235" cy="62230"/>
              </a:xfrm>
              <a:custGeom>
                <a:rect b="b" l="l" r="r" t="t"/>
                <a:pathLst>
                  <a:path extrusionOk="0" h="62229" w="102234">
                    <a:moveTo>
                      <a:pt x="0" y="52578"/>
                    </a:moveTo>
                    <a:lnTo>
                      <a:pt x="8905" y="45422"/>
                    </a:lnTo>
                    <a:lnTo>
                      <a:pt x="17525" y="39338"/>
                    </a:lnTo>
                    <a:lnTo>
                      <a:pt x="26146" y="33397"/>
                    </a:lnTo>
                    <a:lnTo>
                      <a:pt x="35051" y="26670"/>
                    </a:lnTo>
                    <a:lnTo>
                      <a:pt x="42671" y="21336"/>
                    </a:lnTo>
                    <a:lnTo>
                      <a:pt x="47243" y="16002"/>
                    </a:lnTo>
                    <a:lnTo>
                      <a:pt x="47243" y="6858"/>
                    </a:lnTo>
                    <a:lnTo>
                      <a:pt x="48005" y="0"/>
                    </a:lnTo>
                    <a:lnTo>
                      <a:pt x="15239" y="23622"/>
                    </a:lnTo>
                    <a:lnTo>
                      <a:pt x="12953" y="40671"/>
                    </a:lnTo>
                    <a:lnTo>
                      <a:pt x="13954" y="49660"/>
                    </a:lnTo>
                    <a:lnTo>
                      <a:pt x="17526" y="57150"/>
                    </a:lnTo>
                    <a:lnTo>
                      <a:pt x="22740" y="60614"/>
                    </a:lnTo>
                    <a:lnTo>
                      <a:pt x="29527" y="62007"/>
                    </a:lnTo>
                    <a:lnTo>
                      <a:pt x="36599" y="61543"/>
                    </a:lnTo>
                    <a:lnTo>
                      <a:pt x="42672" y="59436"/>
                    </a:lnTo>
                    <a:lnTo>
                      <a:pt x="51816" y="54102"/>
                    </a:lnTo>
                    <a:lnTo>
                      <a:pt x="51816" y="45720"/>
                    </a:lnTo>
                    <a:lnTo>
                      <a:pt x="51816" y="37338"/>
                    </a:lnTo>
                    <a:lnTo>
                      <a:pt x="51816" y="31242"/>
                    </a:lnTo>
                    <a:lnTo>
                      <a:pt x="52577" y="24384"/>
                    </a:lnTo>
                    <a:lnTo>
                      <a:pt x="48767" y="19050"/>
                    </a:lnTo>
                    <a:lnTo>
                      <a:pt x="48006" y="19050"/>
                    </a:lnTo>
                    <a:lnTo>
                      <a:pt x="47243" y="18288"/>
                    </a:lnTo>
                    <a:lnTo>
                      <a:pt x="47243" y="25146"/>
                    </a:lnTo>
                    <a:lnTo>
                      <a:pt x="48006" y="28194"/>
                    </a:lnTo>
                    <a:lnTo>
                      <a:pt x="75438" y="45720"/>
                    </a:lnTo>
                    <a:lnTo>
                      <a:pt x="83569" y="45136"/>
                    </a:lnTo>
                    <a:lnTo>
                      <a:pt x="90201" y="43338"/>
                    </a:lnTo>
                    <a:lnTo>
                      <a:pt x="96119" y="40255"/>
                    </a:lnTo>
                    <a:lnTo>
                      <a:pt x="102107" y="35814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" name="Google Shape;147;p4"/>
            <p:cNvGrpSpPr/>
            <p:nvPr/>
          </p:nvGrpSpPr>
          <p:grpSpPr>
            <a:xfrm>
              <a:off x="3997891" y="5777471"/>
              <a:ext cx="686249" cy="321831"/>
              <a:chOff x="3997891" y="5777471"/>
              <a:chExt cx="686249" cy="321831"/>
            </a:xfrm>
          </p:grpSpPr>
          <p:pic>
            <p:nvPicPr>
              <p:cNvPr id="148" name="Google Shape;148;p4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3997891" y="5777471"/>
                <a:ext cx="106252" cy="2085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9" name="Google Shape;149;p4"/>
              <p:cNvSpPr/>
              <p:nvPr/>
            </p:nvSpPr>
            <p:spPr>
              <a:xfrm>
                <a:off x="4140707" y="5858256"/>
                <a:ext cx="95250" cy="109220"/>
              </a:xfrm>
              <a:custGeom>
                <a:rect b="b" l="l" r="r" t="t"/>
                <a:pathLst>
                  <a:path extrusionOk="0" h="109220" w="95250">
                    <a:moveTo>
                      <a:pt x="0" y="0"/>
                    </a:moveTo>
                    <a:lnTo>
                      <a:pt x="28575" y="30289"/>
                    </a:lnTo>
                    <a:lnTo>
                      <a:pt x="54864" y="61721"/>
                    </a:lnTo>
                    <a:lnTo>
                      <a:pt x="70770" y="82867"/>
                    </a:lnTo>
                    <a:lnTo>
                      <a:pt x="79188" y="93225"/>
                    </a:lnTo>
                    <a:lnTo>
                      <a:pt x="88392" y="102869"/>
                    </a:lnTo>
                    <a:lnTo>
                      <a:pt x="95250" y="108965"/>
                    </a:lnTo>
                    <a:lnTo>
                      <a:pt x="91440" y="105155"/>
                    </a:lnTo>
                    <a:lnTo>
                      <a:pt x="94488" y="105917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4159757" y="5845302"/>
                <a:ext cx="43815" cy="149860"/>
              </a:xfrm>
              <a:custGeom>
                <a:rect b="b" l="l" r="r" t="t"/>
                <a:pathLst>
                  <a:path extrusionOk="0" h="149860" w="43814">
                    <a:moveTo>
                      <a:pt x="43434" y="0"/>
                    </a:moveTo>
                    <a:lnTo>
                      <a:pt x="36754" y="19109"/>
                    </a:lnTo>
                    <a:lnTo>
                      <a:pt x="31146" y="38576"/>
                    </a:lnTo>
                    <a:lnTo>
                      <a:pt x="25967" y="58185"/>
                    </a:lnTo>
                    <a:lnTo>
                      <a:pt x="20574" y="77724"/>
                    </a:lnTo>
                    <a:lnTo>
                      <a:pt x="15430" y="94309"/>
                    </a:lnTo>
                    <a:lnTo>
                      <a:pt x="9715" y="110966"/>
                    </a:lnTo>
                    <a:lnTo>
                      <a:pt x="4286" y="127765"/>
                    </a:lnTo>
                    <a:lnTo>
                      <a:pt x="0" y="144780"/>
                    </a:lnTo>
                    <a:lnTo>
                      <a:pt x="0" y="148590"/>
                    </a:lnTo>
                    <a:lnTo>
                      <a:pt x="762" y="149352"/>
                    </a:lnTo>
                    <a:lnTo>
                      <a:pt x="762" y="142494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4253317" y="5884164"/>
                <a:ext cx="78740" cy="107314"/>
              </a:xfrm>
              <a:custGeom>
                <a:rect b="b" l="l" r="r" t="t"/>
                <a:pathLst>
                  <a:path extrusionOk="0" h="107314" w="78739">
                    <a:moveTo>
                      <a:pt x="36742" y="51054"/>
                    </a:moveTo>
                    <a:lnTo>
                      <a:pt x="35099" y="42040"/>
                    </a:lnTo>
                    <a:lnTo>
                      <a:pt x="33313" y="33242"/>
                    </a:lnTo>
                    <a:lnTo>
                      <a:pt x="30956" y="24586"/>
                    </a:lnTo>
                    <a:lnTo>
                      <a:pt x="27598" y="16002"/>
                    </a:lnTo>
                    <a:lnTo>
                      <a:pt x="26074" y="11430"/>
                    </a:lnTo>
                    <a:lnTo>
                      <a:pt x="1476" y="54578"/>
                    </a:lnTo>
                    <a:lnTo>
                      <a:pt x="0" y="84867"/>
                    </a:lnTo>
                    <a:lnTo>
                      <a:pt x="1690" y="98298"/>
                    </a:lnTo>
                    <a:lnTo>
                      <a:pt x="5786" y="104989"/>
                    </a:lnTo>
                    <a:lnTo>
                      <a:pt x="11596" y="107251"/>
                    </a:lnTo>
                    <a:lnTo>
                      <a:pt x="17978" y="105798"/>
                    </a:lnTo>
                    <a:lnTo>
                      <a:pt x="43291" y="62876"/>
                    </a:lnTo>
                    <a:lnTo>
                      <a:pt x="48577" y="15120"/>
                    </a:lnTo>
                    <a:lnTo>
                      <a:pt x="48172" y="3810"/>
                    </a:lnTo>
                    <a:lnTo>
                      <a:pt x="48172" y="762"/>
                    </a:lnTo>
                    <a:lnTo>
                      <a:pt x="48934" y="0"/>
                    </a:lnTo>
                    <a:lnTo>
                      <a:pt x="47410" y="762"/>
                    </a:lnTo>
                    <a:lnTo>
                      <a:pt x="46970" y="10489"/>
                    </a:lnTo>
                    <a:lnTo>
                      <a:pt x="46743" y="20288"/>
                    </a:lnTo>
                    <a:lnTo>
                      <a:pt x="46660" y="30229"/>
                    </a:lnTo>
                    <a:lnTo>
                      <a:pt x="46648" y="40386"/>
                    </a:lnTo>
                    <a:lnTo>
                      <a:pt x="46886" y="52161"/>
                    </a:lnTo>
                    <a:lnTo>
                      <a:pt x="48553" y="66008"/>
                    </a:lnTo>
                    <a:lnTo>
                      <a:pt x="53078" y="78855"/>
                    </a:lnTo>
                    <a:lnTo>
                      <a:pt x="61888" y="87630"/>
                    </a:lnTo>
                    <a:lnTo>
                      <a:pt x="68746" y="91440"/>
                    </a:lnTo>
                    <a:lnTo>
                      <a:pt x="73318" y="87630"/>
                    </a:lnTo>
                    <a:lnTo>
                      <a:pt x="78652" y="8382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4349769" y="5859018"/>
                <a:ext cx="116839" cy="113664"/>
              </a:xfrm>
              <a:custGeom>
                <a:rect b="b" l="l" r="r" t="t"/>
                <a:pathLst>
                  <a:path extrusionOk="0" h="113664" w="116839">
                    <a:moveTo>
                      <a:pt x="3536" y="33528"/>
                    </a:moveTo>
                    <a:lnTo>
                      <a:pt x="1881" y="44267"/>
                    </a:lnTo>
                    <a:lnTo>
                      <a:pt x="583" y="54864"/>
                    </a:lnTo>
                    <a:lnTo>
                      <a:pt x="0" y="65460"/>
                    </a:lnTo>
                    <a:lnTo>
                      <a:pt x="488" y="76200"/>
                    </a:lnTo>
                    <a:lnTo>
                      <a:pt x="10394" y="102870"/>
                    </a:lnTo>
                    <a:lnTo>
                      <a:pt x="10394" y="103632"/>
                    </a:lnTo>
                    <a:lnTo>
                      <a:pt x="11918" y="103632"/>
                    </a:lnTo>
                    <a:lnTo>
                      <a:pt x="11775" y="96893"/>
                    </a:lnTo>
                    <a:lnTo>
                      <a:pt x="11346" y="90297"/>
                    </a:lnTo>
                    <a:lnTo>
                      <a:pt x="10632" y="83700"/>
                    </a:lnTo>
                    <a:lnTo>
                      <a:pt x="9632" y="76962"/>
                    </a:lnTo>
                    <a:lnTo>
                      <a:pt x="8798" y="67437"/>
                    </a:lnTo>
                    <a:lnTo>
                      <a:pt x="8108" y="56769"/>
                    </a:lnTo>
                    <a:lnTo>
                      <a:pt x="8560" y="46101"/>
                    </a:lnTo>
                    <a:lnTo>
                      <a:pt x="11156" y="36576"/>
                    </a:lnTo>
                    <a:lnTo>
                      <a:pt x="15406" y="30968"/>
                    </a:lnTo>
                    <a:lnTo>
                      <a:pt x="21728" y="27717"/>
                    </a:lnTo>
                    <a:lnTo>
                      <a:pt x="29051" y="26610"/>
                    </a:lnTo>
                    <a:lnTo>
                      <a:pt x="36302" y="27432"/>
                    </a:lnTo>
                    <a:lnTo>
                      <a:pt x="67044" y="60459"/>
                    </a:lnTo>
                    <a:lnTo>
                      <a:pt x="69949" y="75842"/>
                    </a:lnTo>
                    <a:lnTo>
                      <a:pt x="69830" y="83820"/>
                    </a:lnTo>
                    <a:lnTo>
                      <a:pt x="69830" y="86868"/>
                    </a:lnTo>
                    <a:lnTo>
                      <a:pt x="65258" y="96774"/>
                    </a:lnTo>
                    <a:lnTo>
                      <a:pt x="59924" y="92964"/>
                    </a:lnTo>
                    <a:lnTo>
                      <a:pt x="55566" y="85177"/>
                    </a:lnTo>
                    <a:lnTo>
                      <a:pt x="54209" y="74104"/>
                    </a:lnTo>
                    <a:lnTo>
                      <a:pt x="54566" y="62745"/>
                    </a:lnTo>
                    <a:lnTo>
                      <a:pt x="65424" y="16704"/>
                    </a:lnTo>
                    <a:lnTo>
                      <a:pt x="84022" y="0"/>
                    </a:lnTo>
                    <a:lnTo>
                      <a:pt x="90130" y="95"/>
                    </a:lnTo>
                    <a:lnTo>
                      <a:pt x="112502" y="40386"/>
                    </a:lnTo>
                    <a:lnTo>
                      <a:pt x="116252" y="79819"/>
                    </a:lnTo>
                    <a:lnTo>
                      <a:pt x="116312" y="101346"/>
                    </a:lnTo>
                    <a:lnTo>
                      <a:pt x="116312" y="105918"/>
                    </a:lnTo>
                    <a:lnTo>
                      <a:pt x="114788" y="11353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4"/>
              <p:cNvSpPr/>
              <p:nvPr/>
            </p:nvSpPr>
            <p:spPr>
              <a:xfrm>
                <a:off x="4479797" y="5822442"/>
                <a:ext cx="69850" cy="198120"/>
              </a:xfrm>
              <a:custGeom>
                <a:rect b="b" l="l" r="r" t="t"/>
                <a:pathLst>
                  <a:path extrusionOk="0" h="198120" w="69850">
                    <a:moveTo>
                      <a:pt x="0" y="0"/>
                    </a:moveTo>
                    <a:lnTo>
                      <a:pt x="7286" y="44898"/>
                    </a:lnTo>
                    <a:lnTo>
                      <a:pt x="11430" y="79629"/>
                    </a:lnTo>
                    <a:lnTo>
                      <a:pt x="13716" y="99060"/>
                    </a:lnTo>
                    <a:lnTo>
                      <a:pt x="16002" y="118491"/>
                    </a:lnTo>
                    <a:lnTo>
                      <a:pt x="18288" y="137922"/>
                    </a:lnTo>
                    <a:lnTo>
                      <a:pt x="19728" y="151638"/>
                    </a:lnTo>
                    <a:lnTo>
                      <a:pt x="20669" y="165354"/>
                    </a:lnTo>
                    <a:lnTo>
                      <a:pt x="21181" y="179070"/>
                    </a:lnTo>
                    <a:lnTo>
                      <a:pt x="21336" y="192786"/>
                    </a:lnTo>
                    <a:lnTo>
                      <a:pt x="21336" y="194310"/>
                    </a:lnTo>
                    <a:lnTo>
                      <a:pt x="21336" y="196596"/>
                    </a:lnTo>
                    <a:lnTo>
                      <a:pt x="12787" y="150649"/>
                    </a:lnTo>
                    <a:lnTo>
                      <a:pt x="12382" y="129635"/>
                    </a:lnTo>
                    <a:lnTo>
                      <a:pt x="13406" y="108763"/>
                    </a:lnTo>
                    <a:lnTo>
                      <a:pt x="21812" y="63436"/>
                    </a:lnTo>
                    <a:lnTo>
                      <a:pt x="43624" y="42564"/>
                    </a:lnTo>
                    <a:lnTo>
                      <a:pt x="50482" y="43148"/>
                    </a:lnTo>
                    <a:lnTo>
                      <a:pt x="69770" y="70425"/>
                    </a:lnTo>
                    <a:lnTo>
                      <a:pt x="69342" y="77723"/>
                    </a:lnTo>
                    <a:lnTo>
                      <a:pt x="44196" y="108966"/>
                    </a:lnTo>
                    <a:lnTo>
                      <a:pt x="16002" y="11811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4"/>
              <p:cNvSpPr/>
              <p:nvPr/>
            </p:nvSpPr>
            <p:spPr>
              <a:xfrm>
                <a:off x="4574285" y="5795772"/>
                <a:ext cx="35560" cy="150495"/>
              </a:xfrm>
              <a:custGeom>
                <a:rect b="b" l="l" r="r" t="t"/>
                <a:pathLst>
                  <a:path extrusionOk="0" h="150495" w="35560">
                    <a:moveTo>
                      <a:pt x="0" y="0"/>
                    </a:moveTo>
                    <a:lnTo>
                      <a:pt x="1297" y="12334"/>
                    </a:lnTo>
                    <a:lnTo>
                      <a:pt x="2952" y="24384"/>
                    </a:lnTo>
                    <a:lnTo>
                      <a:pt x="5036" y="36433"/>
                    </a:lnTo>
                    <a:lnTo>
                      <a:pt x="7620" y="48768"/>
                    </a:lnTo>
                    <a:lnTo>
                      <a:pt x="10477" y="64198"/>
                    </a:lnTo>
                    <a:lnTo>
                      <a:pt x="13335" y="79629"/>
                    </a:lnTo>
                    <a:lnTo>
                      <a:pt x="16192" y="95059"/>
                    </a:lnTo>
                    <a:lnTo>
                      <a:pt x="19050" y="110490"/>
                    </a:lnTo>
                    <a:lnTo>
                      <a:pt x="28956" y="149352"/>
                    </a:lnTo>
                    <a:lnTo>
                      <a:pt x="32004" y="150114"/>
                    </a:lnTo>
                    <a:lnTo>
                      <a:pt x="32766" y="150114"/>
                    </a:lnTo>
                    <a:lnTo>
                      <a:pt x="35052" y="14859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4637531" y="5850636"/>
                <a:ext cx="36830" cy="83820"/>
              </a:xfrm>
              <a:custGeom>
                <a:rect b="b" l="l" r="r" t="t"/>
                <a:pathLst>
                  <a:path extrusionOk="0" h="83820" w="36829">
                    <a:moveTo>
                      <a:pt x="6096" y="0"/>
                    </a:moveTo>
                    <a:lnTo>
                      <a:pt x="3536" y="11084"/>
                    </a:lnTo>
                    <a:lnTo>
                      <a:pt x="1619" y="21812"/>
                    </a:lnTo>
                    <a:lnTo>
                      <a:pt x="416" y="32682"/>
                    </a:lnTo>
                    <a:lnTo>
                      <a:pt x="0" y="44195"/>
                    </a:lnTo>
                    <a:lnTo>
                      <a:pt x="0" y="52851"/>
                    </a:lnTo>
                    <a:lnTo>
                      <a:pt x="571" y="61436"/>
                    </a:lnTo>
                    <a:lnTo>
                      <a:pt x="2571" y="69592"/>
                    </a:lnTo>
                    <a:lnTo>
                      <a:pt x="6858" y="76961"/>
                    </a:lnTo>
                    <a:lnTo>
                      <a:pt x="11430" y="83819"/>
                    </a:lnTo>
                    <a:lnTo>
                      <a:pt x="21336" y="83819"/>
                    </a:lnTo>
                    <a:lnTo>
                      <a:pt x="27432" y="79247"/>
                    </a:lnTo>
                    <a:lnTo>
                      <a:pt x="32766" y="73151"/>
                    </a:lnTo>
                    <a:lnTo>
                      <a:pt x="34290" y="70103"/>
                    </a:lnTo>
                    <a:lnTo>
                      <a:pt x="36576" y="64769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4620005" y="5834824"/>
                <a:ext cx="64135" cy="37465"/>
              </a:xfrm>
              <a:custGeom>
                <a:rect b="b" l="l" r="r" t="t"/>
                <a:pathLst>
                  <a:path extrusionOk="0" h="37464" w="64135">
                    <a:moveTo>
                      <a:pt x="24384" y="34861"/>
                    </a:moveTo>
                    <a:lnTo>
                      <a:pt x="36075" y="36897"/>
                    </a:lnTo>
                    <a:lnTo>
                      <a:pt x="44767" y="36290"/>
                    </a:lnTo>
                    <a:lnTo>
                      <a:pt x="52030" y="31539"/>
                    </a:lnTo>
                    <a:lnTo>
                      <a:pt x="59436" y="21145"/>
                    </a:lnTo>
                    <a:lnTo>
                      <a:pt x="64008" y="13525"/>
                    </a:lnTo>
                    <a:lnTo>
                      <a:pt x="64008" y="5143"/>
                    </a:lnTo>
                    <a:lnTo>
                      <a:pt x="55626" y="2095"/>
                    </a:lnTo>
                    <a:lnTo>
                      <a:pt x="46946" y="0"/>
                    </a:lnTo>
                    <a:lnTo>
                      <a:pt x="38195" y="190"/>
                    </a:lnTo>
                    <a:lnTo>
                      <a:pt x="4941" y="16609"/>
                    </a:lnTo>
                    <a:lnTo>
                      <a:pt x="0" y="21145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4"/>
              <p:cNvSpPr/>
              <p:nvPr/>
            </p:nvSpPr>
            <p:spPr>
              <a:xfrm>
                <a:off x="4180331" y="6016752"/>
                <a:ext cx="498475" cy="82550"/>
              </a:xfrm>
              <a:custGeom>
                <a:rect b="b" l="l" r="r" t="t"/>
                <a:pathLst>
                  <a:path extrusionOk="0" h="82550" w="498475">
                    <a:moveTo>
                      <a:pt x="0" y="70104"/>
                    </a:moveTo>
                    <a:lnTo>
                      <a:pt x="25288" y="77783"/>
                    </a:lnTo>
                    <a:lnTo>
                      <a:pt x="50292" y="81248"/>
                    </a:lnTo>
                    <a:lnTo>
                      <a:pt x="75866" y="81998"/>
                    </a:lnTo>
                    <a:lnTo>
                      <a:pt x="102870" y="81534"/>
                    </a:lnTo>
                    <a:lnTo>
                      <a:pt x="145601" y="79890"/>
                    </a:lnTo>
                    <a:lnTo>
                      <a:pt x="188118" y="76390"/>
                    </a:lnTo>
                    <a:lnTo>
                      <a:pt x="230493" y="71461"/>
                    </a:lnTo>
                    <a:lnTo>
                      <a:pt x="272796" y="65532"/>
                    </a:lnTo>
                    <a:lnTo>
                      <a:pt x="346614" y="54006"/>
                    </a:lnTo>
                    <a:lnTo>
                      <a:pt x="419862" y="39624"/>
                    </a:lnTo>
                    <a:lnTo>
                      <a:pt x="473332" y="25372"/>
                    </a:lnTo>
                    <a:lnTo>
                      <a:pt x="495300" y="16764"/>
                    </a:lnTo>
                    <a:lnTo>
                      <a:pt x="498348" y="16002"/>
                    </a:lnTo>
                    <a:lnTo>
                      <a:pt x="498348" y="10668"/>
                    </a:lnTo>
                    <a:lnTo>
                      <a:pt x="496823" y="6096"/>
                    </a:lnTo>
                    <a:lnTo>
                      <a:pt x="496062" y="3810"/>
                    </a:lnTo>
                    <a:lnTo>
                      <a:pt x="496062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8" name="Google Shape;158;p4"/>
            <p:cNvSpPr/>
            <p:nvPr/>
          </p:nvSpPr>
          <p:spPr>
            <a:xfrm>
              <a:off x="4752594" y="5869685"/>
              <a:ext cx="5080" cy="22860"/>
            </a:xfrm>
            <a:custGeom>
              <a:rect b="b" l="l" r="r" t="t"/>
              <a:pathLst>
                <a:path extrusionOk="0" h="22860" w="5079">
                  <a:moveTo>
                    <a:pt x="4572" y="0"/>
                  </a:moveTo>
                  <a:lnTo>
                    <a:pt x="2286" y="8382"/>
                  </a:lnTo>
                  <a:lnTo>
                    <a:pt x="762" y="14478"/>
                  </a:lnTo>
                  <a:lnTo>
                    <a:pt x="0" y="2286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9" name="Google Shape;159;p4"/>
            <p:cNvGrpSpPr/>
            <p:nvPr/>
          </p:nvGrpSpPr>
          <p:grpSpPr>
            <a:xfrm>
              <a:off x="5202923" y="5775185"/>
              <a:ext cx="409219" cy="185953"/>
              <a:chOff x="5202923" y="5775185"/>
              <a:chExt cx="409219" cy="185953"/>
            </a:xfrm>
          </p:grpSpPr>
          <p:pic>
            <p:nvPicPr>
              <p:cNvPr id="160" name="Google Shape;160;p4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5202923" y="5775185"/>
                <a:ext cx="126517" cy="1859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1" name="Google Shape;161;p4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5366753" y="5825846"/>
                <a:ext cx="245389" cy="12452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2" name="Google Shape;162;p4"/>
            <p:cNvGrpSpPr/>
            <p:nvPr/>
          </p:nvGrpSpPr>
          <p:grpSpPr>
            <a:xfrm>
              <a:off x="5794997" y="5741669"/>
              <a:ext cx="867395" cy="260140"/>
              <a:chOff x="5794997" y="5741669"/>
              <a:chExt cx="867395" cy="260140"/>
            </a:xfrm>
          </p:grpSpPr>
          <p:pic>
            <p:nvPicPr>
              <p:cNvPr id="163" name="Google Shape;163;p4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5794997" y="5794818"/>
                <a:ext cx="179857" cy="1325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4" name="Google Shape;164;p4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6005357" y="5784019"/>
                <a:ext cx="309349" cy="21779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5" name="Google Shape;165;p4"/>
              <p:cNvSpPr/>
              <p:nvPr/>
            </p:nvSpPr>
            <p:spPr>
              <a:xfrm>
                <a:off x="6352794" y="5808725"/>
                <a:ext cx="3175" cy="81280"/>
              </a:xfrm>
              <a:custGeom>
                <a:rect b="b" l="l" r="r" t="t"/>
                <a:pathLst>
                  <a:path extrusionOk="0" h="81279" w="3175">
                    <a:moveTo>
                      <a:pt x="0" y="0"/>
                    </a:moveTo>
                    <a:lnTo>
                      <a:pt x="881" y="13025"/>
                    </a:lnTo>
                    <a:lnTo>
                      <a:pt x="1333" y="25908"/>
                    </a:lnTo>
                    <a:lnTo>
                      <a:pt x="1500" y="38790"/>
                    </a:lnTo>
                    <a:lnTo>
                      <a:pt x="1524" y="51816"/>
                    </a:lnTo>
                    <a:lnTo>
                      <a:pt x="1428" y="58912"/>
                    </a:lnTo>
                    <a:lnTo>
                      <a:pt x="1333" y="66294"/>
                    </a:lnTo>
                    <a:lnTo>
                      <a:pt x="1524" y="73675"/>
                    </a:lnTo>
                    <a:lnTo>
                      <a:pt x="2286" y="80772"/>
                    </a:lnTo>
                    <a:lnTo>
                      <a:pt x="3048" y="8077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6326886" y="5741669"/>
                <a:ext cx="11430" cy="6985"/>
              </a:xfrm>
              <a:custGeom>
                <a:rect b="b" l="l" r="r" t="t"/>
                <a:pathLst>
                  <a:path extrusionOk="0" h="6985" w="11429">
                    <a:moveTo>
                      <a:pt x="11429" y="6857"/>
                    </a:moveTo>
                    <a:lnTo>
                      <a:pt x="3809" y="2285"/>
                    </a:lnTo>
                    <a:lnTo>
                      <a:pt x="3047" y="3047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67" name="Google Shape;167;p4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6398501" y="5746991"/>
                <a:ext cx="263891" cy="1714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8" name="Google Shape;168;p4"/>
            <p:cNvGrpSpPr/>
            <p:nvPr/>
          </p:nvGrpSpPr>
          <p:grpSpPr>
            <a:xfrm>
              <a:off x="3887711" y="4946129"/>
              <a:ext cx="563130" cy="247281"/>
              <a:chOff x="3887711" y="4946129"/>
              <a:chExt cx="563130" cy="247281"/>
            </a:xfrm>
          </p:grpSpPr>
          <p:pic>
            <p:nvPicPr>
              <p:cNvPr id="169" name="Google Shape;169;p4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3887711" y="4946129"/>
                <a:ext cx="156235" cy="2011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0" name="Google Shape;170;p4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4063733" y="4953749"/>
                <a:ext cx="384835" cy="16156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" name="Google Shape;171;p4"/>
              <p:cNvSpPr/>
              <p:nvPr/>
            </p:nvSpPr>
            <p:spPr>
              <a:xfrm>
                <a:off x="4081271" y="5138166"/>
                <a:ext cx="369570" cy="55244"/>
              </a:xfrm>
              <a:custGeom>
                <a:rect b="b" l="l" r="r" t="t"/>
                <a:pathLst>
                  <a:path extrusionOk="0" h="55245" w="369570">
                    <a:moveTo>
                      <a:pt x="0" y="51816"/>
                    </a:moveTo>
                    <a:lnTo>
                      <a:pt x="19204" y="54173"/>
                    </a:lnTo>
                    <a:lnTo>
                      <a:pt x="38195" y="54673"/>
                    </a:lnTo>
                    <a:lnTo>
                      <a:pt x="57328" y="53744"/>
                    </a:lnTo>
                    <a:lnTo>
                      <a:pt x="76962" y="51816"/>
                    </a:lnTo>
                    <a:lnTo>
                      <a:pt x="111252" y="47005"/>
                    </a:lnTo>
                    <a:lnTo>
                      <a:pt x="145542" y="41910"/>
                    </a:lnTo>
                    <a:lnTo>
                      <a:pt x="179831" y="36814"/>
                    </a:lnTo>
                    <a:lnTo>
                      <a:pt x="214122" y="32004"/>
                    </a:lnTo>
                    <a:lnTo>
                      <a:pt x="270128" y="26098"/>
                    </a:lnTo>
                    <a:lnTo>
                      <a:pt x="326136" y="21336"/>
                    </a:lnTo>
                    <a:lnTo>
                      <a:pt x="336542" y="20752"/>
                    </a:lnTo>
                    <a:lnTo>
                      <a:pt x="347091" y="20097"/>
                    </a:lnTo>
                    <a:lnTo>
                      <a:pt x="357639" y="19300"/>
                    </a:lnTo>
                    <a:lnTo>
                      <a:pt x="368046" y="18288"/>
                    </a:lnTo>
                    <a:lnTo>
                      <a:pt x="368808" y="17526"/>
                    </a:lnTo>
                    <a:lnTo>
                      <a:pt x="369570" y="17526"/>
                    </a:lnTo>
                    <a:lnTo>
                      <a:pt x="368046" y="12954"/>
                    </a:lnTo>
                    <a:lnTo>
                      <a:pt x="366522" y="14478"/>
                    </a:lnTo>
                    <a:lnTo>
                      <a:pt x="361950" y="10668"/>
                    </a:lnTo>
                    <a:lnTo>
                      <a:pt x="357378" y="5334"/>
                    </a:lnTo>
                    <a:lnTo>
                      <a:pt x="356616" y="3810"/>
                    </a:lnTo>
                    <a:lnTo>
                      <a:pt x="354330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2" name="Google Shape;172;p4"/>
            <p:cNvGrpSpPr/>
            <p:nvPr/>
          </p:nvGrpSpPr>
          <p:grpSpPr>
            <a:xfrm>
              <a:off x="4523231" y="4979669"/>
              <a:ext cx="41910" cy="153670"/>
              <a:chOff x="4523231" y="4979669"/>
              <a:chExt cx="41910" cy="153670"/>
            </a:xfrm>
          </p:grpSpPr>
          <p:sp>
            <p:nvSpPr>
              <p:cNvPr id="173" name="Google Shape;173;p4"/>
              <p:cNvSpPr/>
              <p:nvPr/>
            </p:nvSpPr>
            <p:spPr>
              <a:xfrm>
                <a:off x="4523231" y="4989575"/>
                <a:ext cx="0" cy="21590"/>
              </a:xfrm>
              <a:custGeom>
                <a:rect b="b" l="l" r="r" t="t"/>
                <a:pathLst>
                  <a:path extrusionOk="0" h="21589" w="120000">
                    <a:moveTo>
                      <a:pt x="0" y="0"/>
                    </a:moveTo>
                    <a:lnTo>
                      <a:pt x="0" y="12191"/>
                    </a:lnTo>
                    <a:lnTo>
                      <a:pt x="0" y="14477"/>
                    </a:lnTo>
                    <a:lnTo>
                      <a:pt x="0" y="21335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4"/>
              <p:cNvSpPr/>
              <p:nvPr/>
            </p:nvSpPr>
            <p:spPr>
              <a:xfrm>
                <a:off x="4546853" y="4979669"/>
                <a:ext cx="17145" cy="153670"/>
              </a:xfrm>
              <a:custGeom>
                <a:rect b="b" l="l" r="r" t="t"/>
                <a:pathLst>
                  <a:path extrusionOk="0" h="153670" w="17145">
                    <a:moveTo>
                      <a:pt x="0" y="8382"/>
                    </a:moveTo>
                    <a:lnTo>
                      <a:pt x="261" y="19823"/>
                    </a:lnTo>
                    <a:lnTo>
                      <a:pt x="952" y="31337"/>
                    </a:lnTo>
                    <a:lnTo>
                      <a:pt x="1928" y="42993"/>
                    </a:lnTo>
                    <a:lnTo>
                      <a:pt x="3048" y="54864"/>
                    </a:lnTo>
                    <a:lnTo>
                      <a:pt x="4095" y="68568"/>
                    </a:lnTo>
                    <a:lnTo>
                      <a:pt x="5143" y="82200"/>
                    </a:lnTo>
                    <a:lnTo>
                      <a:pt x="6477" y="95690"/>
                    </a:lnTo>
                    <a:lnTo>
                      <a:pt x="8382" y="108966"/>
                    </a:lnTo>
                    <a:lnTo>
                      <a:pt x="9144" y="115824"/>
                    </a:lnTo>
                    <a:lnTo>
                      <a:pt x="10668" y="122682"/>
                    </a:lnTo>
                    <a:lnTo>
                      <a:pt x="12192" y="128016"/>
                    </a:lnTo>
                    <a:lnTo>
                      <a:pt x="12632" y="118300"/>
                    </a:lnTo>
                    <a:lnTo>
                      <a:pt x="12858" y="108585"/>
                    </a:lnTo>
                    <a:lnTo>
                      <a:pt x="12942" y="98869"/>
                    </a:lnTo>
                    <a:lnTo>
                      <a:pt x="12954" y="89154"/>
                    </a:lnTo>
                    <a:lnTo>
                      <a:pt x="13037" y="72699"/>
                    </a:lnTo>
                    <a:lnTo>
                      <a:pt x="11430" y="23622"/>
                    </a:lnTo>
                    <a:lnTo>
                      <a:pt x="9144" y="8382"/>
                    </a:lnTo>
                    <a:lnTo>
                      <a:pt x="8381" y="0"/>
                    </a:lnTo>
                    <a:lnTo>
                      <a:pt x="8632" y="10156"/>
                    </a:lnTo>
                    <a:lnTo>
                      <a:pt x="9239" y="20097"/>
                    </a:lnTo>
                    <a:lnTo>
                      <a:pt x="9989" y="29896"/>
                    </a:lnTo>
                    <a:lnTo>
                      <a:pt x="10668" y="39624"/>
                    </a:lnTo>
                    <a:lnTo>
                      <a:pt x="11358" y="57912"/>
                    </a:lnTo>
                    <a:lnTo>
                      <a:pt x="12192" y="76200"/>
                    </a:lnTo>
                    <a:lnTo>
                      <a:pt x="13025" y="94488"/>
                    </a:lnTo>
                    <a:lnTo>
                      <a:pt x="13716" y="112776"/>
                    </a:lnTo>
                    <a:lnTo>
                      <a:pt x="14168" y="122039"/>
                    </a:lnTo>
                    <a:lnTo>
                      <a:pt x="14478" y="131445"/>
                    </a:lnTo>
                    <a:lnTo>
                      <a:pt x="14787" y="140850"/>
                    </a:lnTo>
                    <a:lnTo>
                      <a:pt x="15240" y="150114"/>
                    </a:lnTo>
                    <a:lnTo>
                      <a:pt x="15240" y="151638"/>
                    </a:lnTo>
                    <a:lnTo>
                      <a:pt x="15240" y="153162"/>
                    </a:lnTo>
                    <a:lnTo>
                      <a:pt x="16121" y="144708"/>
                    </a:lnTo>
                    <a:lnTo>
                      <a:pt x="16573" y="136398"/>
                    </a:lnTo>
                    <a:lnTo>
                      <a:pt x="16740" y="128087"/>
                    </a:lnTo>
                    <a:lnTo>
                      <a:pt x="16764" y="119634"/>
                    </a:lnTo>
                    <a:lnTo>
                      <a:pt x="16359" y="111299"/>
                    </a:lnTo>
                    <a:lnTo>
                      <a:pt x="15240" y="103251"/>
                    </a:lnTo>
                    <a:lnTo>
                      <a:pt x="13549" y="95202"/>
                    </a:lnTo>
                    <a:lnTo>
                      <a:pt x="11430" y="8686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4"/>
              <p:cNvSpPr/>
              <p:nvPr/>
            </p:nvSpPr>
            <p:spPr>
              <a:xfrm>
                <a:off x="4549901" y="5104637"/>
                <a:ext cx="15240" cy="15240"/>
              </a:xfrm>
              <a:custGeom>
                <a:rect b="b" l="l" r="r" t="t"/>
                <a:pathLst>
                  <a:path extrusionOk="0" h="15239" w="15239">
                    <a:moveTo>
                      <a:pt x="0" y="3809"/>
                    </a:moveTo>
                    <a:lnTo>
                      <a:pt x="0" y="12191"/>
                    </a:lnTo>
                    <a:lnTo>
                      <a:pt x="3047" y="15239"/>
                    </a:lnTo>
                    <a:lnTo>
                      <a:pt x="11429" y="15239"/>
                    </a:lnTo>
                    <a:lnTo>
                      <a:pt x="15239" y="12191"/>
                    </a:lnTo>
                    <a:lnTo>
                      <a:pt x="15239" y="7619"/>
                    </a:lnTo>
                    <a:lnTo>
                      <a:pt x="15239" y="3809"/>
                    </a:lnTo>
                    <a:lnTo>
                      <a:pt x="11429" y="0"/>
                    </a:lnTo>
                    <a:lnTo>
                      <a:pt x="3047" y="0"/>
                    </a:lnTo>
                    <a:lnTo>
                      <a:pt x="0" y="3809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6" name="Google Shape;176;p4"/>
            <p:cNvSpPr/>
            <p:nvPr/>
          </p:nvSpPr>
          <p:spPr>
            <a:xfrm>
              <a:off x="4668773" y="4974335"/>
              <a:ext cx="13335" cy="12700"/>
            </a:xfrm>
            <a:custGeom>
              <a:rect b="b" l="l" r="r" t="t"/>
              <a:pathLst>
                <a:path extrusionOk="0" h="12700" w="13335">
                  <a:moveTo>
                    <a:pt x="3810" y="0"/>
                  </a:moveTo>
                  <a:lnTo>
                    <a:pt x="6858" y="0"/>
                  </a:lnTo>
                  <a:lnTo>
                    <a:pt x="9144" y="761"/>
                  </a:lnTo>
                  <a:lnTo>
                    <a:pt x="11430" y="761"/>
                  </a:lnTo>
                  <a:lnTo>
                    <a:pt x="11430" y="3809"/>
                  </a:lnTo>
                  <a:lnTo>
                    <a:pt x="12954" y="9905"/>
                  </a:lnTo>
                  <a:lnTo>
                    <a:pt x="9906" y="11429"/>
                  </a:lnTo>
                  <a:lnTo>
                    <a:pt x="8382" y="12191"/>
                  </a:lnTo>
                  <a:lnTo>
                    <a:pt x="3810" y="11430"/>
                  </a:lnTo>
                  <a:lnTo>
                    <a:pt x="2286" y="10668"/>
                  </a:lnTo>
                  <a:lnTo>
                    <a:pt x="0" y="9144"/>
                  </a:lnTo>
                  <a:lnTo>
                    <a:pt x="762" y="8382"/>
                  </a:lnTo>
                  <a:lnTo>
                    <a:pt x="2286" y="7620"/>
                  </a:lnTo>
                  <a:lnTo>
                    <a:pt x="3048" y="7620"/>
                  </a:lnTo>
                  <a:lnTo>
                    <a:pt x="3810" y="7620"/>
                  </a:lnTo>
                  <a:lnTo>
                    <a:pt x="5334" y="762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4668011" y="5082540"/>
              <a:ext cx="26034" cy="16510"/>
            </a:xfrm>
            <a:custGeom>
              <a:rect b="b" l="l" r="r" t="t"/>
              <a:pathLst>
                <a:path extrusionOk="0" h="16510" w="26035">
                  <a:moveTo>
                    <a:pt x="12953" y="16002"/>
                  </a:moveTo>
                  <a:lnTo>
                    <a:pt x="18037" y="5036"/>
                  </a:lnTo>
                  <a:lnTo>
                    <a:pt x="19335" y="2571"/>
                  </a:lnTo>
                  <a:lnTo>
                    <a:pt x="19919" y="2821"/>
                  </a:lnTo>
                  <a:lnTo>
                    <a:pt x="22859" y="0"/>
                  </a:lnTo>
                  <a:lnTo>
                    <a:pt x="23621" y="762"/>
                  </a:lnTo>
                  <a:lnTo>
                    <a:pt x="25907" y="3048"/>
                  </a:lnTo>
                  <a:lnTo>
                    <a:pt x="22859" y="7620"/>
                  </a:lnTo>
                  <a:lnTo>
                    <a:pt x="18002" y="12977"/>
                  </a:lnTo>
                  <a:lnTo>
                    <a:pt x="12572" y="15621"/>
                  </a:lnTo>
                  <a:lnTo>
                    <a:pt x="6572" y="15978"/>
                  </a:lnTo>
                  <a:lnTo>
                    <a:pt x="0" y="14478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8" name="Google Shape;178;p4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5121662" y="4904981"/>
              <a:ext cx="114051" cy="2035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4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5440667" y="4938509"/>
              <a:ext cx="277393" cy="140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4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5814809" y="4939271"/>
              <a:ext cx="147853" cy="1188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4"/>
            <p:cNvSpPr/>
            <p:nvPr/>
          </p:nvSpPr>
          <p:spPr>
            <a:xfrm>
              <a:off x="3865340" y="4782311"/>
              <a:ext cx="906780" cy="502284"/>
            </a:xfrm>
            <a:custGeom>
              <a:rect b="b" l="l" r="r" t="t"/>
              <a:pathLst>
                <a:path extrusionOk="0" h="502285" w="906779">
                  <a:moveTo>
                    <a:pt x="11715" y="502157"/>
                  </a:moveTo>
                  <a:lnTo>
                    <a:pt x="12156" y="489132"/>
                  </a:lnTo>
                  <a:lnTo>
                    <a:pt x="12382" y="476249"/>
                  </a:lnTo>
                  <a:lnTo>
                    <a:pt x="12465" y="463367"/>
                  </a:lnTo>
                  <a:lnTo>
                    <a:pt x="12477" y="450341"/>
                  </a:lnTo>
                  <a:lnTo>
                    <a:pt x="11763" y="428053"/>
                  </a:lnTo>
                  <a:lnTo>
                    <a:pt x="10763" y="405764"/>
                  </a:lnTo>
                  <a:lnTo>
                    <a:pt x="9477" y="383476"/>
                  </a:lnTo>
                  <a:lnTo>
                    <a:pt x="7905" y="361187"/>
                  </a:lnTo>
                  <a:lnTo>
                    <a:pt x="5655" y="328040"/>
                  </a:lnTo>
                  <a:lnTo>
                    <a:pt x="2012" y="261747"/>
                  </a:lnTo>
                  <a:lnTo>
                    <a:pt x="416" y="199786"/>
                  </a:lnTo>
                  <a:lnTo>
                    <a:pt x="0" y="170687"/>
                  </a:lnTo>
                  <a:lnTo>
                    <a:pt x="297" y="141589"/>
                  </a:lnTo>
                  <a:lnTo>
                    <a:pt x="1809" y="112775"/>
                  </a:lnTo>
                  <a:lnTo>
                    <a:pt x="1809" y="108965"/>
                  </a:lnTo>
                  <a:lnTo>
                    <a:pt x="1809" y="98297"/>
                  </a:lnTo>
                  <a:lnTo>
                    <a:pt x="7905" y="96773"/>
                  </a:lnTo>
                  <a:lnTo>
                    <a:pt x="14763" y="94487"/>
                  </a:lnTo>
                  <a:lnTo>
                    <a:pt x="23145" y="94487"/>
                  </a:lnTo>
                  <a:lnTo>
                    <a:pt x="30003" y="93725"/>
                  </a:lnTo>
                  <a:lnTo>
                    <a:pt x="42017" y="91559"/>
                  </a:lnTo>
                  <a:lnTo>
                    <a:pt x="54102" y="89534"/>
                  </a:lnTo>
                  <a:lnTo>
                    <a:pt x="66329" y="87510"/>
                  </a:lnTo>
                  <a:lnTo>
                    <a:pt x="78771" y="85343"/>
                  </a:lnTo>
                  <a:lnTo>
                    <a:pt x="100048" y="81343"/>
                  </a:lnTo>
                  <a:lnTo>
                    <a:pt x="121539" y="77342"/>
                  </a:lnTo>
                  <a:lnTo>
                    <a:pt x="164877" y="69341"/>
                  </a:lnTo>
                  <a:lnTo>
                    <a:pt x="216196" y="60237"/>
                  </a:lnTo>
                  <a:lnTo>
                    <a:pt x="267607" y="51840"/>
                  </a:lnTo>
                  <a:lnTo>
                    <a:pt x="319112" y="44109"/>
                  </a:lnTo>
                  <a:lnTo>
                    <a:pt x="370711" y="37004"/>
                  </a:lnTo>
                  <a:lnTo>
                    <a:pt x="422402" y="30486"/>
                  </a:lnTo>
                  <a:lnTo>
                    <a:pt x="474187" y="24515"/>
                  </a:lnTo>
                  <a:lnTo>
                    <a:pt x="526065" y="19049"/>
                  </a:lnTo>
                  <a:lnTo>
                    <a:pt x="569047" y="14513"/>
                  </a:lnTo>
                  <a:lnTo>
                    <a:pt x="612171" y="10191"/>
                  </a:lnTo>
                  <a:lnTo>
                    <a:pt x="655296" y="6298"/>
                  </a:lnTo>
                  <a:lnTo>
                    <a:pt x="698277" y="3047"/>
                  </a:lnTo>
                  <a:lnTo>
                    <a:pt x="736937" y="1095"/>
                  </a:lnTo>
                  <a:lnTo>
                    <a:pt x="776097" y="0"/>
                  </a:lnTo>
                  <a:lnTo>
                    <a:pt x="815399" y="47"/>
                  </a:lnTo>
                  <a:lnTo>
                    <a:pt x="854487" y="1523"/>
                  </a:lnTo>
                  <a:lnTo>
                    <a:pt x="901731" y="10667"/>
                  </a:lnTo>
                  <a:lnTo>
                    <a:pt x="906303" y="12953"/>
                  </a:lnTo>
                  <a:lnTo>
                    <a:pt x="905541" y="18287"/>
                  </a:lnTo>
                  <a:lnTo>
                    <a:pt x="904779" y="22097"/>
                  </a:lnTo>
                  <a:lnTo>
                    <a:pt x="904279" y="28384"/>
                  </a:lnTo>
                  <a:lnTo>
                    <a:pt x="903065" y="34670"/>
                  </a:lnTo>
                  <a:lnTo>
                    <a:pt x="901565" y="40957"/>
                  </a:lnTo>
                  <a:lnTo>
                    <a:pt x="900207" y="47243"/>
                  </a:lnTo>
                  <a:lnTo>
                    <a:pt x="898945" y="63686"/>
                  </a:lnTo>
                  <a:lnTo>
                    <a:pt x="897540" y="79914"/>
                  </a:lnTo>
                  <a:lnTo>
                    <a:pt x="896135" y="96000"/>
                  </a:lnTo>
                  <a:lnTo>
                    <a:pt x="894873" y="112013"/>
                  </a:lnTo>
                  <a:lnTo>
                    <a:pt x="893302" y="135326"/>
                  </a:lnTo>
                  <a:lnTo>
                    <a:pt x="892016" y="158495"/>
                  </a:lnTo>
                  <a:lnTo>
                    <a:pt x="891016" y="181665"/>
                  </a:lnTo>
                  <a:lnTo>
                    <a:pt x="890301" y="204977"/>
                  </a:lnTo>
                  <a:lnTo>
                    <a:pt x="890337" y="227826"/>
                  </a:lnTo>
                  <a:lnTo>
                    <a:pt x="891266" y="273236"/>
                  </a:lnTo>
                  <a:lnTo>
                    <a:pt x="893956" y="313955"/>
                  </a:lnTo>
                  <a:lnTo>
                    <a:pt x="895540" y="332327"/>
                  </a:lnTo>
                  <a:lnTo>
                    <a:pt x="896981" y="350841"/>
                  </a:lnTo>
                  <a:lnTo>
                    <a:pt x="898588" y="392429"/>
                  </a:lnTo>
                  <a:lnTo>
                    <a:pt x="898683" y="415289"/>
                  </a:lnTo>
                  <a:lnTo>
                    <a:pt x="898683" y="422909"/>
                  </a:lnTo>
                  <a:lnTo>
                    <a:pt x="899445" y="432053"/>
                  </a:lnTo>
                  <a:lnTo>
                    <a:pt x="868489" y="446912"/>
                  </a:lnTo>
                  <a:lnTo>
                    <a:pt x="855309" y="446817"/>
                  </a:lnTo>
                  <a:lnTo>
                    <a:pt x="843057" y="447293"/>
                  </a:lnTo>
                  <a:lnTo>
                    <a:pt x="818471" y="450949"/>
                  </a:lnTo>
                  <a:lnTo>
                    <a:pt x="793813" y="454818"/>
                  </a:lnTo>
                  <a:lnTo>
                    <a:pt x="769012" y="458545"/>
                  </a:lnTo>
                  <a:lnTo>
                    <a:pt x="715422" y="464915"/>
                  </a:lnTo>
                  <a:lnTo>
                    <a:pt x="658272" y="469487"/>
                  </a:lnTo>
                  <a:lnTo>
                    <a:pt x="593693" y="472487"/>
                  </a:lnTo>
                  <a:lnTo>
                    <a:pt x="521684" y="474773"/>
                  </a:lnTo>
                  <a:lnTo>
                    <a:pt x="448520" y="475809"/>
                  </a:lnTo>
                  <a:lnTo>
                    <a:pt x="411289" y="475773"/>
                  </a:lnTo>
                  <a:lnTo>
                    <a:pt x="373915" y="475595"/>
                  </a:lnTo>
                  <a:lnTo>
                    <a:pt x="336327" y="475487"/>
                  </a:lnTo>
                  <a:lnTo>
                    <a:pt x="297239" y="474630"/>
                  </a:lnTo>
                  <a:lnTo>
                    <a:pt x="257937" y="473773"/>
                  </a:lnTo>
                  <a:lnTo>
                    <a:pt x="218777" y="473773"/>
                  </a:lnTo>
                  <a:lnTo>
                    <a:pt x="180117" y="475487"/>
                  </a:lnTo>
                  <a:lnTo>
                    <a:pt x="129159" y="482441"/>
                  </a:lnTo>
                  <a:lnTo>
                    <a:pt x="78771" y="492251"/>
                  </a:lnTo>
                  <a:lnTo>
                    <a:pt x="68603" y="494621"/>
                  </a:lnTo>
                  <a:lnTo>
                    <a:pt x="58578" y="496919"/>
                  </a:lnTo>
                  <a:lnTo>
                    <a:pt x="48553" y="498788"/>
                  </a:lnTo>
                  <a:lnTo>
                    <a:pt x="38385" y="499871"/>
                  </a:lnTo>
                  <a:lnTo>
                    <a:pt x="42957" y="495299"/>
                  </a:lnTo>
                  <a:lnTo>
                    <a:pt x="48291" y="492251"/>
                  </a:lnTo>
                  <a:lnTo>
                    <a:pt x="52863" y="487679"/>
                  </a:lnTo>
                  <a:lnTo>
                    <a:pt x="54387" y="486155"/>
                  </a:lnTo>
                  <a:lnTo>
                    <a:pt x="56673" y="483869"/>
                  </a:lnTo>
                  <a:lnTo>
                    <a:pt x="58197" y="482345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5"/>
          <p:cNvGrpSpPr/>
          <p:nvPr/>
        </p:nvGrpSpPr>
        <p:grpSpPr>
          <a:xfrm>
            <a:off x="1295401" y="1066800"/>
            <a:ext cx="8163270" cy="3389199"/>
            <a:chOff x="3259061" y="2019287"/>
            <a:chExt cx="6199645" cy="2436901"/>
          </a:xfrm>
        </p:grpSpPr>
        <p:pic>
          <p:nvPicPr>
            <p:cNvPr id="187" name="Google Shape;187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59061" y="2081771"/>
              <a:ext cx="438937" cy="1928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47277" y="2087105"/>
              <a:ext cx="169415" cy="1356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982223" y="2069198"/>
              <a:ext cx="127255" cy="1490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5"/>
            <p:cNvSpPr/>
            <p:nvPr/>
          </p:nvSpPr>
          <p:spPr>
            <a:xfrm>
              <a:off x="3533394" y="2280666"/>
              <a:ext cx="567055" cy="57785"/>
            </a:xfrm>
            <a:custGeom>
              <a:rect b="b" l="l" r="r" t="t"/>
              <a:pathLst>
                <a:path extrusionOk="0" h="57785" w="567054">
                  <a:moveTo>
                    <a:pt x="0" y="53339"/>
                  </a:moveTo>
                  <a:lnTo>
                    <a:pt x="18990" y="55649"/>
                  </a:lnTo>
                  <a:lnTo>
                    <a:pt x="38195" y="56959"/>
                  </a:lnTo>
                  <a:lnTo>
                    <a:pt x="57542" y="57411"/>
                  </a:lnTo>
                  <a:lnTo>
                    <a:pt x="76962" y="57149"/>
                  </a:lnTo>
                  <a:lnTo>
                    <a:pt x="119943" y="54244"/>
                  </a:lnTo>
                  <a:lnTo>
                    <a:pt x="163068" y="50482"/>
                  </a:lnTo>
                  <a:lnTo>
                    <a:pt x="206192" y="46434"/>
                  </a:lnTo>
                  <a:lnTo>
                    <a:pt x="249174" y="42671"/>
                  </a:lnTo>
                  <a:lnTo>
                    <a:pt x="296727" y="39100"/>
                  </a:lnTo>
                  <a:lnTo>
                    <a:pt x="344424" y="35242"/>
                  </a:lnTo>
                  <a:lnTo>
                    <a:pt x="392120" y="31099"/>
                  </a:lnTo>
                  <a:lnTo>
                    <a:pt x="439673" y="26669"/>
                  </a:lnTo>
                  <a:lnTo>
                    <a:pt x="488346" y="20573"/>
                  </a:lnTo>
                  <a:lnTo>
                    <a:pt x="512433" y="17454"/>
                  </a:lnTo>
                  <a:lnTo>
                    <a:pt x="536448" y="14477"/>
                  </a:lnTo>
                  <a:lnTo>
                    <a:pt x="543889" y="13334"/>
                  </a:lnTo>
                  <a:lnTo>
                    <a:pt x="551402" y="12191"/>
                  </a:lnTo>
                  <a:lnTo>
                    <a:pt x="559057" y="11048"/>
                  </a:lnTo>
                  <a:lnTo>
                    <a:pt x="566928" y="9905"/>
                  </a:lnTo>
                  <a:lnTo>
                    <a:pt x="562356" y="9905"/>
                  </a:lnTo>
                  <a:lnTo>
                    <a:pt x="551688" y="12191"/>
                  </a:lnTo>
                  <a:lnTo>
                    <a:pt x="548640" y="6857"/>
                  </a:lnTo>
                  <a:lnTo>
                    <a:pt x="548640" y="4571"/>
                  </a:lnTo>
                  <a:lnTo>
                    <a:pt x="547878" y="2285"/>
                  </a:lnTo>
                  <a:lnTo>
                    <a:pt x="547878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1" name="Google Shape;191;p5"/>
            <p:cNvGrpSpPr/>
            <p:nvPr/>
          </p:nvGrpSpPr>
          <p:grpSpPr>
            <a:xfrm>
              <a:off x="3942575" y="2070341"/>
              <a:ext cx="3072409" cy="2385847"/>
              <a:chOff x="3942575" y="2070341"/>
              <a:chExt cx="3072409" cy="2385847"/>
            </a:xfrm>
          </p:grpSpPr>
          <p:sp>
            <p:nvSpPr>
              <p:cNvPr id="192" name="Google Shape;192;p5"/>
              <p:cNvSpPr/>
              <p:nvPr/>
            </p:nvSpPr>
            <p:spPr>
              <a:xfrm>
                <a:off x="4184141" y="2128265"/>
                <a:ext cx="15240" cy="15240"/>
              </a:xfrm>
              <a:custGeom>
                <a:rect b="b" l="l" r="r" t="t"/>
                <a:pathLst>
                  <a:path extrusionOk="0" h="15239" w="15239">
                    <a:moveTo>
                      <a:pt x="0" y="3048"/>
                    </a:moveTo>
                    <a:lnTo>
                      <a:pt x="0" y="11430"/>
                    </a:lnTo>
                    <a:lnTo>
                      <a:pt x="3047" y="15240"/>
                    </a:lnTo>
                    <a:lnTo>
                      <a:pt x="11429" y="15240"/>
                    </a:lnTo>
                    <a:lnTo>
                      <a:pt x="15239" y="11430"/>
                    </a:lnTo>
                    <a:lnTo>
                      <a:pt x="15239" y="7620"/>
                    </a:lnTo>
                    <a:lnTo>
                      <a:pt x="15239" y="3048"/>
                    </a:lnTo>
                    <a:lnTo>
                      <a:pt x="11429" y="0"/>
                    </a:lnTo>
                    <a:lnTo>
                      <a:pt x="3047" y="0"/>
                    </a:lnTo>
                    <a:lnTo>
                      <a:pt x="0" y="3048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93" name="Google Shape;193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942575" y="2070341"/>
                <a:ext cx="3072409" cy="238584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4" name="Google Shape;194;p5"/>
            <p:cNvGrpSpPr/>
            <p:nvPr/>
          </p:nvGrpSpPr>
          <p:grpSpPr>
            <a:xfrm>
              <a:off x="7142213" y="2096249"/>
              <a:ext cx="265201" cy="221398"/>
              <a:chOff x="7142213" y="2096249"/>
              <a:chExt cx="265201" cy="221398"/>
            </a:xfrm>
          </p:grpSpPr>
          <p:pic>
            <p:nvPicPr>
              <p:cNvPr id="195" name="Google Shape;195;p5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7142213" y="2096249"/>
                <a:ext cx="73939" cy="663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6" name="Google Shape;196;p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246607" y="2142731"/>
                <a:ext cx="160807" cy="1749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7" name="Google Shape;197;p5"/>
            <p:cNvGrpSpPr/>
            <p:nvPr/>
          </p:nvGrpSpPr>
          <p:grpSpPr>
            <a:xfrm>
              <a:off x="7454633" y="2049005"/>
              <a:ext cx="506755" cy="222529"/>
              <a:chOff x="7454633" y="2049005"/>
              <a:chExt cx="506755" cy="222529"/>
            </a:xfrm>
          </p:grpSpPr>
          <p:pic>
            <p:nvPicPr>
              <p:cNvPr id="198" name="Google Shape;198;p5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7454633" y="2113013"/>
                <a:ext cx="103657" cy="1585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9" name="Google Shape;199;p5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7594841" y="2049005"/>
                <a:ext cx="366547" cy="22077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00" name="Google Shape;200;p5"/>
            <p:cNvGrpSpPr/>
            <p:nvPr/>
          </p:nvGrpSpPr>
          <p:grpSpPr>
            <a:xfrm>
              <a:off x="8346935" y="2019287"/>
              <a:ext cx="1111771" cy="242341"/>
              <a:chOff x="8346935" y="2019287"/>
              <a:chExt cx="1111771" cy="242341"/>
            </a:xfrm>
          </p:grpSpPr>
          <p:pic>
            <p:nvPicPr>
              <p:cNvPr id="201" name="Google Shape;201;p5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8346935" y="2072627"/>
                <a:ext cx="176047" cy="1539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2" name="Google Shape;202;p5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8542864" y="2065781"/>
                <a:ext cx="206432" cy="15154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3" name="Google Shape;203;p5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8775941" y="2099297"/>
                <a:ext cx="160807" cy="968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4" name="Google Shape;204;p5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8964155" y="2020823"/>
                <a:ext cx="239293" cy="1600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5" name="Google Shape;205;p5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9243809" y="2019287"/>
                <a:ext cx="172237" cy="2423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6" name="Google Shape;206;p5"/>
              <p:cNvSpPr/>
              <p:nvPr/>
            </p:nvSpPr>
            <p:spPr>
              <a:xfrm>
                <a:off x="9443466" y="2106929"/>
                <a:ext cx="15240" cy="15240"/>
              </a:xfrm>
              <a:custGeom>
                <a:rect b="b" l="l" r="r" t="t"/>
                <a:pathLst>
                  <a:path extrusionOk="0" h="15239" w="15240">
                    <a:moveTo>
                      <a:pt x="0" y="3048"/>
                    </a:moveTo>
                    <a:lnTo>
                      <a:pt x="0" y="11430"/>
                    </a:lnTo>
                    <a:lnTo>
                      <a:pt x="3048" y="15240"/>
                    </a:lnTo>
                    <a:lnTo>
                      <a:pt x="11430" y="15240"/>
                    </a:lnTo>
                    <a:lnTo>
                      <a:pt x="15240" y="11430"/>
                    </a:lnTo>
                    <a:lnTo>
                      <a:pt x="15240" y="7620"/>
                    </a:lnTo>
                    <a:lnTo>
                      <a:pt x="15240" y="3048"/>
                    </a:lnTo>
                    <a:lnTo>
                      <a:pt x="11430" y="0"/>
                    </a:lnTo>
                    <a:lnTo>
                      <a:pt x="3048" y="0"/>
                    </a:lnTo>
                    <a:lnTo>
                      <a:pt x="0" y="3048"/>
                    </a:lnTo>
                    <a:close/>
                  </a:path>
                </a:pathLst>
              </a:custGeom>
              <a:solidFill>
                <a:srgbClr val="80008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07" name="Google Shape;207;p5"/>
          <p:cNvGrpSpPr/>
          <p:nvPr/>
        </p:nvGrpSpPr>
        <p:grpSpPr>
          <a:xfrm>
            <a:off x="2324335" y="5419367"/>
            <a:ext cx="6196921" cy="936582"/>
            <a:chOff x="3520439" y="5195066"/>
            <a:chExt cx="4624959" cy="779883"/>
          </a:xfrm>
        </p:grpSpPr>
        <p:grpSp>
          <p:nvGrpSpPr>
            <p:cNvPr id="208" name="Google Shape;208;p5"/>
            <p:cNvGrpSpPr/>
            <p:nvPr/>
          </p:nvGrpSpPr>
          <p:grpSpPr>
            <a:xfrm>
              <a:off x="3520439" y="5195066"/>
              <a:ext cx="1158253" cy="265430"/>
              <a:chOff x="3520439" y="5195066"/>
              <a:chExt cx="1158253" cy="265430"/>
            </a:xfrm>
          </p:grpSpPr>
          <p:sp>
            <p:nvSpPr>
              <p:cNvPr id="209" name="Google Shape;209;p5"/>
              <p:cNvSpPr/>
              <p:nvPr/>
            </p:nvSpPr>
            <p:spPr>
              <a:xfrm>
                <a:off x="3520439" y="5195066"/>
                <a:ext cx="172720" cy="265430"/>
              </a:xfrm>
              <a:custGeom>
                <a:rect b="b" l="l" r="r" t="t"/>
                <a:pathLst>
                  <a:path extrusionOk="0" h="265429" w="172720">
                    <a:moveTo>
                      <a:pt x="137922" y="11680"/>
                    </a:moveTo>
                    <a:lnTo>
                      <a:pt x="129778" y="6167"/>
                    </a:lnTo>
                    <a:lnTo>
                      <a:pt x="121920" y="1869"/>
                    </a:lnTo>
                    <a:lnTo>
                      <a:pt x="113490" y="0"/>
                    </a:lnTo>
                    <a:lnTo>
                      <a:pt x="103632" y="1774"/>
                    </a:lnTo>
                    <a:lnTo>
                      <a:pt x="76200" y="36064"/>
                    </a:lnTo>
                    <a:lnTo>
                      <a:pt x="73604" y="51375"/>
                    </a:lnTo>
                    <a:lnTo>
                      <a:pt x="73723" y="67115"/>
                    </a:lnTo>
                    <a:lnTo>
                      <a:pt x="89011" y="111061"/>
                    </a:lnTo>
                    <a:lnTo>
                      <a:pt x="121158" y="145030"/>
                    </a:lnTo>
                    <a:lnTo>
                      <a:pt x="131516" y="152269"/>
                    </a:lnTo>
                    <a:lnTo>
                      <a:pt x="141732" y="159508"/>
                    </a:lnTo>
                    <a:lnTo>
                      <a:pt x="170116" y="191226"/>
                    </a:lnTo>
                    <a:lnTo>
                      <a:pt x="172664" y="200167"/>
                    </a:lnTo>
                    <a:lnTo>
                      <a:pt x="172212" y="209038"/>
                    </a:lnTo>
                    <a:lnTo>
                      <a:pt x="139850" y="242363"/>
                    </a:lnTo>
                    <a:lnTo>
                      <a:pt x="91821" y="262187"/>
                    </a:lnTo>
                    <a:lnTo>
                      <a:pt x="72818" y="264854"/>
                    </a:lnTo>
                    <a:lnTo>
                      <a:pt x="54102" y="264664"/>
                    </a:lnTo>
                    <a:lnTo>
                      <a:pt x="9144" y="243328"/>
                    </a:lnTo>
                    <a:lnTo>
                      <a:pt x="4572" y="238756"/>
                    </a:lnTo>
                    <a:lnTo>
                      <a:pt x="0" y="234184"/>
                    </a:lnTo>
                    <a:lnTo>
                      <a:pt x="6096" y="229612"/>
                    </a:lnTo>
                    <a:lnTo>
                      <a:pt x="15240" y="224278"/>
                    </a:lnTo>
                    <a:lnTo>
                      <a:pt x="19050" y="221992"/>
                    </a:lnTo>
                    <a:lnTo>
                      <a:pt x="25146" y="218182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10" name="Google Shape;210;p5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3733787" y="5269979"/>
                <a:ext cx="99752" cy="1565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1" name="Google Shape;211;p5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3854945" y="5238165"/>
                <a:ext cx="211099" cy="1758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2" name="Google Shape;212;p5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4088117" y="5247750"/>
                <a:ext cx="113563" cy="15865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3" name="Google Shape;213;p5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4225277" y="5243309"/>
                <a:ext cx="140233" cy="1539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4" name="Google Shape;214;p5"/>
              <p:cNvSpPr/>
              <p:nvPr/>
            </p:nvSpPr>
            <p:spPr>
              <a:xfrm>
                <a:off x="4402074" y="5271516"/>
                <a:ext cx="16510" cy="97155"/>
              </a:xfrm>
              <a:custGeom>
                <a:rect b="b" l="l" r="r" t="t"/>
                <a:pathLst>
                  <a:path extrusionOk="0" h="97154" w="16510">
                    <a:moveTo>
                      <a:pt x="0" y="0"/>
                    </a:moveTo>
                    <a:lnTo>
                      <a:pt x="6643" y="38790"/>
                    </a:lnTo>
                    <a:lnTo>
                      <a:pt x="8667" y="71532"/>
                    </a:lnTo>
                    <a:lnTo>
                      <a:pt x="9441" y="81283"/>
                    </a:lnTo>
                    <a:lnTo>
                      <a:pt x="11430" y="90678"/>
                    </a:lnTo>
                    <a:lnTo>
                      <a:pt x="12954" y="96774"/>
                    </a:lnTo>
                    <a:lnTo>
                      <a:pt x="14478" y="91440"/>
                    </a:lnTo>
                    <a:lnTo>
                      <a:pt x="16002" y="90678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15" name="Google Shape;215;p5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4449305" y="5213591"/>
                <a:ext cx="229387" cy="1745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6" name="Google Shape;216;p5"/>
            <p:cNvGrpSpPr/>
            <p:nvPr/>
          </p:nvGrpSpPr>
          <p:grpSpPr>
            <a:xfrm>
              <a:off x="4102880" y="5562587"/>
              <a:ext cx="589527" cy="195097"/>
              <a:chOff x="4102880" y="5562587"/>
              <a:chExt cx="589527" cy="195097"/>
            </a:xfrm>
          </p:grpSpPr>
          <p:pic>
            <p:nvPicPr>
              <p:cNvPr id="217" name="Google Shape;217;p5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4102880" y="5586959"/>
                <a:ext cx="203955" cy="1707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8" name="Google Shape;218;p5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4333171" y="5562587"/>
                <a:ext cx="359236" cy="17014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19" name="Google Shape;219;p5"/>
            <p:cNvSpPr/>
            <p:nvPr/>
          </p:nvSpPr>
          <p:spPr>
            <a:xfrm>
              <a:off x="4905755" y="5401817"/>
              <a:ext cx="6985" cy="17145"/>
            </a:xfrm>
            <a:custGeom>
              <a:rect b="b" l="l" r="r" t="t"/>
              <a:pathLst>
                <a:path extrusionOk="0" h="17145" w="6985">
                  <a:moveTo>
                    <a:pt x="6858" y="0"/>
                  </a:moveTo>
                  <a:lnTo>
                    <a:pt x="4572" y="5334"/>
                  </a:lnTo>
                  <a:lnTo>
                    <a:pt x="2286" y="10668"/>
                  </a:lnTo>
                  <a:lnTo>
                    <a:pt x="0" y="1676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0" name="Google Shape;220;p5"/>
            <p:cNvGrpSpPr/>
            <p:nvPr/>
          </p:nvGrpSpPr>
          <p:grpSpPr>
            <a:xfrm>
              <a:off x="5530964" y="5284457"/>
              <a:ext cx="534568" cy="208051"/>
              <a:chOff x="5530964" y="5284457"/>
              <a:chExt cx="534568" cy="208051"/>
            </a:xfrm>
          </p:grpSpPr>
          <p:pic>
            <p:nvPicPr>
              <p:cNvPr id="221" name="Google Shape;221;p5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5530964" y="5284457"/>
                <a:ext cx="120992" cy="20328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2" name="Google Shape;222;p5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5679935" y="5306555"/>
                <a:ext cx="232435" cy="1806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3" name="Google Shape;223;p5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5943587" y="5324081"/>
                <a:ext cx="121945" cy="16842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24" name="Google Shape;224;p5"/>
            <p:cNvGrpSpPr/>
            <p:nvPr/>
          </p:nvGrpSpPr>
          <p:grpSpPr>
            <a:xfrm>
              <a:off x="6379451" y="5225783"/>
              <a:ext cx="800696" cy="224053"/>
              <a:chOff x="6379451" y="5225783"/>
              <a:chExt cx="800696" cy="224053"/>
            </a:xfrm>
          </p:grpSpPr>
          <p:pic>
            <p:nvPicPr>
              <p:cNvPr id="225" name="Google Shape;225;p5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6379451" y="5290708"/>
                <a:ext cx="110515" cy="15912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6" name="Google Shape;226;p5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6512229" y="5315699"/>
                <a:ext cx="73748" cy="1131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7" name="Google Shape;227;p5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6607289" y="5257787"/>
                <a:ext cx="264439" cy="1714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8" name="Google Shape;228;p5"/>
              <p:cNvSpPr/>
              <p:nvPr/>
            </p:nvSpPr>
            <p:spPr>
              <a:xfrm>
                <a:off x="6915150" y="5307330"/>
                <a:ext cx="5080" cy="81915"/>
              </a:xfrm>
              <a:custGeom>
                <a:rect b="b" l="l" r="r" t="t"/>
                <a:pathLst>
                  <a:path extrusionOk="0" h="81914" w="5079">
                    <a:moveTo>
                      <a:pt x="0" y="0"/>
                    </a:moveTo>
                    <a:lnTo>
                      <a:pt x="1524" y="38862"/>
                    </a:lnTo>
                    <a:lnTo>
                      <a:pt x="2297" y="48136"/>
                    </a:lnTo>
                    <a:lnTo>
                      <a:pt x="2571" y="57626"/>
                    </a:lnTo>
                    <a:lnTo>
                      <a:pt x="2702" y="67258"/>
                    </a:lnTo>
                    <a:lnTo>
                      <a:pt x="3048" y="76962"/>
                    </a:lnTo>
                    <a:lnTo>
                      <a:pt x="3810" y="78486"/>
                    </a:lnTo>
                    <a:lnTo>
                      <a:pt x="3810" y="80010"/>
                    </a:lnTo>
                    <a:lnTo>
                      <a:pt x="4572" y="81534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29" name="Google Shape;229;p5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6947284" y="5285219"/>
                <a:ext cx="71855" cy="10101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0" name="Google Shape;230;p5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7048487" y="5225783"/>
                <a:ext cx="131660" cy="16080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1" name="Google Shape;231;p5"/>
            <p:cNvGrpSpPr/>
            <p:nvPr/>
          </p:nvGrpSpPr>
          <p:grpSpPr>
            <a:xfrm>
              <a:off x="7609319" y="5201256"/>
              <a:ext cx="370027" cy="192192"/>
              <a:chOff x="7609319" y="5201256"/>
              <a:chExt cx="370027" cy="192192"/>
            </a:xfrm>
          </p:grpSpPr>
          <p:pic>
            <p:nvPicPr>
              <p:cNvPr id="232" name="Google Shape;232;p5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7609319" y="5201256"/>
                <a:ext cx="226339" cy="19219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3" name="Google Shape;233;p5"/>
              <p:cNvSpPr/>
              <p:nvPr/>
            </p:nvSpPr>
            <p:spPr>
              <a:xfrm>
                <a:off x="7883937" y="5262372"/>
                <a:ext cx="5080" cy="113030"/>
              </a:xfrm>
              <a:custGeom>
                <a:rect b="b" l="l" r="r" t="t"/>
                <a:pathLst>
                  <a:path extrusionOk="0" h="113029" w="5079">
                    <a:moveTo>
                      <a:pt x="1238" y="0"/>
                    </a:moveTo>
                    <a:lnTo>
                      <a:pt x="797" y="13025"/>
                    </a:lnTo>
                    <a:lnTo>
                      <a:pt x="571" y="25908"/>
                    </a:lnTo>
                    <a:lnTo>
                      <a:pt x="488" y="38790"/>
                    </a:lnTo>
                    <a:lnTo>
                      <a:pt x="476" y="51816"/>
                    </a:lnTo>
                    <a:lnTo>
                      <a:pt x="273" y="63817"/>
                    </a:lnTo>
                    <a:lnTo>
                      <a:pt x="0" y="75819"/>
                    </a:lnTo>
                    <a:lnTo>
                      <a:pt x="154" y="87820"/>
                    </a:lnTo>
                    <a:lnTo>
                      <a:pt x="1238" y="99822"/>
                    </a:lnTo>
                    <a:lnTo>
                      <a:pt x="2000" y="104394"/>
                    </a:lnTo>
                    <a:lnTo>
                      <a:pt x="3524" y="108204"/>
                    </a:lnTo>
                    <a:lnTo>
                      <a:pt x="5048" y="112776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7870126" y="5236095"/>
                <a:ext cx="109220" cy="114935"/>
              </a:xfrm>
              <a:custGeom>
                <a:rect b="b" l="l" r="r" t="t"/>
                <a:pathLst>
                  <a:path extrusionOk="0" h="114935" w="109220">
                    <a:moveTo>
                      <a:pt x="5143" y="50661"/>
                    </a:moveTo>
                    <a:lnTo>
                      <a:pt x="2000" y="38897"/>
                    </a:lnTo>
                    <a:lnTo>
                      <a:pt x="0" y="28563"/>
                    </a:lnTo>
                    <a:lnTo>
                      <a:pt x="1714" y="19371"/>
                    </a:lnTo>
                    <a:lnTo>
                      <a:pt x="9715" y="11037"/>
                    </a:lnTo>
                    <a:lnTo>
                      <a:pt x="22717" y="4976"/>
                    </a:lnTo>
                    <a:lnTo>
                      <a:pt x="37147" y="1416"/>
                    </a:lnTo>
                    <a:lnTo>
                      <a:pt x="52149" y="0"/>
                    </a:lnTo>
                    <a:lnTo>
                      <a:pt x="66865" y="369"/>
                    </a:lnTo>
                    <a:lnTo>
                      <a:pt x="75402" y="2655"/>
                    </a:lnTo>
                    <a:lnTo>
                      <a:pt x="81438" y="7227"/>
                    </a:lnTo>
                    <a:lnTo>
                      <a:pt x="84760" y="14085"/>
                    </a:lnTo>
                    <a:lnTo>
                      <a:pt x="85153" y="23229"/>
                    </a:lnTo>
                    <a:lnTo>
                      <a:pt x="81629" y="34921"/>
                    </a:lnTo>
                    <a:lnTo>
                      <a:pt x="53149" y="70473"/>
                    </a:lnTo>
                    <a:lnTo>
                      <a:pt x="47053" y="75807"/>
                    </a:lnTo>
                    <a:lnTo>
                      <a:pt x="41719" y="81141"/>
                    </a:lnTo>
                    <a:lnTo>
                      <a:pt x="43243" y="81903"/>
                    </a:lnTo>
                    <a:lnTo>
                      <a:pt x="48577" y="84189"/>
                    </a:lnTo>
                    <a:lnTo>
                      <a:pt x="50863" y="84951"/>
                    </a:lnTo>
                    <a:lnTo>
                      <a:pt x="59305" y="87820"/>
                    </a:lnTo>
                    <a:lnTo>
                      <a:pt x="96678" y="104001"/>
                    </a:lnTo>
                    <a:lnTo>
                      <a:pt x="108013" y="113145"/>
                    </a:lnTo>
                    <a:lnTo>
                      <a:pt x="108013" y="113907"/>
                    </a:lnTo>
                    <a:lnTo>
                      <a:pt x="108775" y="113907"/>
                    </a:lnTo>
                    <a:lnTo>
                      <a:pt x="108775" y="114669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35" name="Google Shape;235;p5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6643865" y="5770922"/>
              <a:ext cx="432079" cy="20402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6" name="Google Shape;236;p5"/>
            <p:cNvGrpSpPr/>
            <p:nvPr/>
          </p:nvGrpSpPr>
          <p:grpSpPr>
            <a:xfrm>
              <a:off x="7364717" y="5681459"/>
              <a:ext cx="539521" cy="216433"/>
              <a:chOff x="7364717" y="5681459"/>
              <a:chExt cx="539521" cy="216433"/>
            </a:xfrm>
          </p:grpSpPr>
          <p:pic>
            <p:nvPicPr>
              <p:cNvPr id="237" name="Google Shape;237;p5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7364717" y="5734037"/>
                <a:ext cx="297253" cy="16385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8" name="Google Shape;238;p5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7690091" y="5704319"/>
                <a:ext cx="86131" cy="1501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9" name="Google Shape;239;p5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7799057" y="5681459"/>
                <a:ext cx="105181" cy="1349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0" name="Google Shape;240;p5"/>
            <p:cNvGrpSpPr/>
            <p:nvPr/>
          </p:nvGrpSpPr>
          <p:grpSpPr>
            <a:xfrm>
              <a:off x="8013954" y="5670804"/>
              <a:ext cx="29337" cy="196342"/>
              <a:chOff x="8013954" y="5670804"/>
              <a:chExt cx="29337" cy="196342"/>
            </a:xfrm>
          </p:grpSpPr>
          <p:sp>
            <p:nvSpPr>
              <p:cNvPr id="241" name="Google Shape;241;p5"/>
              <p:cNvSpPr/>
              <p:nvPr/>
            </p:nvSpPr>
            <p:spPr>
              <a:xfrm>
                <a:off x="8013954" y="5670804"/>
                <a:ext cx="1270" cy="120014"/>
              </a:xfrm>
              <a:custGeom>
                <a:rect b="b" l="l" r="r" t="t"/>
                <a:pathLst>
                  <a:path extrusionOk="0" h="120014" w="1270">
                    <a:moveTo>
                      <a:pt x="0" y="0"/>
                    </a:moveTo>
                    <a:lnTo>
                      <a:pt x="11" y="19550"/>
                    </a:lnTo>
                    <a:lnTo>
                      <a:pt x="95" y="39243"/>
                    </a:lnTo>
                    <a:lnTo>
                      <a:pt x="321" y="58935"/>
                    </a:lnTo>
                    <a:lnTo>
                      <a:pt x="762" y="78486"/>
                    </a:lnTo>
                    <a:lnTo>
                      <a:pt x="762" y="88773"/>
                    </a:lnTo>
                    <a:lnTo>
                      <a:pt x="762" y="99060"/>
                    </a:lnTo>
                    <a:lnTo>
                      <a:pt x="762" y="109347"/>
                    </a:lnTo>
                    <a:lnTo>
                      <a:pt x="762" y="119634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5"/>
              <p:cNvSpPr/>
              <p:nvPr/>
            </p:nvSpPr>
            <p:spPr>
              <a:xfrm>
                <a:off x="8041386" y="5831586"/>
                <a:ext cx="1905" cy="35560"/>
              </a:xfrm>
              <a:custGeom>
                <a:rect b="b" l="l" r="r" t="t"/>
                <a:pathLst>
                  <a:path extrusionOk="0" h="35560" w="1904">
                    <a:moveTo>
                      <a:pt x="761" y="35051"/>
                    </a:moveTo>
                    <a:lnTo>
                      <a:pt x="761" y="26669"/>
                    </a:lnTo>
                    <a:lnTo>
                      <a:pt x="1523" y="19049"/>
                    </a:lnTo>
                    <a:lnTo>
                      <a:pt x="1523" y="11429"/>
                    </a:lnTo>
                    <a:lnTo>
                      <a:pt x="1523" y="6857"/>
                    </a:lnTo>
                    <a:lnTo>
                      <a:pt x="1523" y="3809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3" name="Google Shape;243;p5"/>
            <p:cNvSpPr/>
            <p:nvPr/>
          </p:nvSpPr>
          <p:spPr>
            <a:xfrm>
              <a:off x="8110728" y="5659373"/>
              <a:ext cx="5715" cy="106045"/>
            </a:xfrm>
            <a:custGeom>
              <a:rect b="b" l="l" r="r" t="t"/>
              <a:pathLst>
                <a:path extrusionOk="0" h="106045" w="5715">
                  <a:moveTo>
                    <a:pt x="0" y="0"/>
                  </a:moveTo>
                  <a:lnTo>
                    <a:pt x="381" y="10489"/>
                  </a:lnTo>
                  <a:lnTo>
                    <a:pt x="1333" y="20478"/>
                  </a:lnTo>
                  <a:lnTo>
                    <a:pt x="2571" y="30325"/>
                  </a:lnTo>
                  <a:lnTo>
                    <a:pt x="3810" y="40386"/>
                  </a:lnTo>
                  <a:lnTo>
                    <a:pt x="5203" y="79498"/>
                  </a:lnTo>
                  <a:lnTo>
                    <a:pt x="5334" y="96774"/>
                  </a:lnTo>
                  <a:lnTo>
                    <a:pt x="5334" y="101346"/>
                  </a:lnTo>
                  <a:lnTo>
                    <a:pt x="5334" y="10591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8124443" y="5836920"/>
              <a:ext cx="20955" cy="10795"/>
            </a:xfrm>
            <a:custGeom>
              <a:rect b="b" l="l" r="r" t="t"/>
              <a:pathLst>
                <a:path extrusionOk="0" h="10795" w="20954">
                  <a:moveTo>
                    <a:pt x="20574" y="10667"/>
                  </a:moveTo>
                  <a:lnTo>
                    <a:pt x="9144" y="5333"/>
                  </a:lnTo>
                  <a:lnTo>
                    <a:pt x="6858" y="4571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6"/>
          <p:cNvGrpSpPr/>
          <p:nvPr/>
        </p:nvGrpSpPr>
        <p:grpSpPr>
          <a:xfrm>
            <a:off x="1219201" y="870348"/>
            <a:ext cx="8017972" cy="747629"/>
            <a:chOff x="3217151" y="1984842"/>
            <a:chExt cx="6675906" cy="527599"/>
          </a:xfrm>
        </p:grpSpPr>
        <p:grpSp>
          <p:nvGrpSpPr>
            <p:cNvPr id="250" name="Google Shape;250;p6"/>
            <p:cNvGrpSpPr/>
            <p:nvPr/>
          </p:nvGrpSpPr>
          <p:grpSpPr>
            <a:xfrm>
              <a:off x="3217151" y="2056625"/>
              <a:ext cx="840752" cy="321577"/>
              <a:chOff x="3217151" y="2056625"/>
              <a:chExt cx="840752" cy="321577"/>
            </a:xfrm>
          </p:grpSpPr>
          <p:pic>
            <p:nvPicPr>
              <p:cNvPr id="251" name="Google Shape;251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217151" y="2090153"/>
                <a:ext cx="135661" cy="18671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2" name="Google Shape;252;p6"/>
              <p:cNvSpPr/>
              <p:nvPr/>
            </p:nvSpPr>
            <p:spPr>
              <a:xfrm>
                <a:off x="3335273" y="2282952"/>
                <a:ext cx="722630" cy="95250"/>
              </a:xfrm>
              <a:custGeom>
                <a:rect b="b" l="l" r="r" t="t"/>
                <a:pathLst>
                  <a:path extrusionOk="0" h="95250" w="722629">
                    <a:moveTo>
                      <a:pt x="0" y="94487"/>
                    </a:moveTo>
                    <a:lnTo>
                      <a:pt x="16704" y="94928"/>
                    </a:lnTo>
                    <a:lnTo>
                      <a:pt x="33623" y="95154"/>
                    </a:lnTo>
                    <a:lnTo>
                      <a:pt x="50684" y="95238"/>
                    </a:lnTo>
                    <a:lnTo>
                      <a:pt x="67818" y="95249"/>
                    </a:lnTo>
                    <a:lnTo>
                      <a:pt x="102679" y="94476"/>
                    </a:lnTo>
                    <a:lnTo>
                      <a:pt x="172402" y="89785"/>
                    </a:lnTo>
                    <a:lnTo>
                      <a:pt x="257675" y="81784"/>
                    </a:lnTo>
                    <a:lnTo>
                      <a:pt x="308229" y="75914"/>
                    </a:lnTo>
                    <a:lnTo>
                      <a:pt x="358782" y="69615"/>
                    </a:lnTo>
                    <a:lnTo>
                      <a:pt x="409194" y="63245"/>
                    </a:lnTo>
                    <a:lnTo>
                      <a:pt x="457188" y="56590"/>
                    </a:lnTo>
                    <a:lnTo>
                      <a:pt x="505110" y="50006"/>
                    </a:lnTo>
                    <a:lnTo>
                      <a:pt x="552890" y="42993"/>
                    </a:lnTo>
                    <a:lnTo>
                      <a:pt x="600456" y="35051"/>
                    </a:lnTo>
                    <a:lnTo>
                      <a:pt x="625602" y="30896"/>
                    </a:lnTo>
                    <a:lnTo>
                      <a:pt x="650748" y="26384"/>
                    </a:lnTo>
                    <a:lnTo>
                      <a:pt x="675894" y="21443"/>
                    </a:lnTo>
                    <a:lnTo>
                      <a:pt x="701040" y="16001"/>
                    </a:lnTo>
                    <a:lnTo>
                      <a:pt x="707136" y="14477"/>
                    </a:lnTo>
                    <a:lnTo>
                      <a:pt x="717042" y="12191"/>
                    </a:lnTo>
                    <a:lnTo>
                      <a:pt x="722376" y="9905"/>
                    </a:lnTo>
                    <a:lnTo>
                      <a:pt x="713994" y="9905"/>
                    </a:lnTo>
                    <a:lnTo>
                      <a:pt x="704850" y="10667"/>
                    </a:lnTo>
                    <a:lnTo>
                      <a:pt x="697992" y="6095"/>
                    </a:lnTo>
                    <a:lnTo>
                      <a:pt x="696468" y="3809"/>
                    </a:lnTo>
                    <a:lnTo>
                      <a:pt x="694182" y="1523"/>
                    </a:lnTo>
                    <a:lnTo>
                      <a:pt x="692658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53" name="Google Shape;253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7745" y="2090355"/>
                <a:ext cx="195347" cy="1494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4" name="Google Shape;254;p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627869" y="2089391"/>
                <a:ext cx="88703" cy="10594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5" name="Google Shape;255;p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755123" y="2056625"/>
                <a:ext cx="78511" cy="1448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6" name="Google Shape;256;p6"/>
              <p:cNvSpPr/>
              <p:nvPr/>
            </p:nvSpPr>
            <p:spPr>
              <a:xfrm>
                <a:off x="4017359" y="2058161"/>
                <a:ext cx="5080" cy="93980"/>
              </a:xfrm>
              <a:custGeom>
                <a:rect b="b" l="l" r="r" t="t"/>
                <a:pathLst>
                  <a:path extrusionOk="0" h="93980" w="5079">
                    <a:moveTo>
                      <a:pt x="1428" y="0"/>
                    </a:moveTo>
                    <a:lnTo>
                      <a:pt x="250" y="11406"/>
                    </a:lnTo>
                    <a:lnTo>
                      <a:pt x="0" y="22098"/>
                    </a:lnTo>
                    <a:lnTo>
                      <a:pt x="464" y="32789"/>
                    </a:lnTo>
                    <a:lnTo>
                      <a:pt x="1428" y="44196"/>
                    </a:lnTo>
                    <a:lnTo>
                      <a:pt x="2119" y="54030"/>
                    </a:lnTo>
                    <a:lnTo>
                      <a:pt x="2952" y="64008"/>
                    </a:lnTo>
                    <a:lnTo>
                      <a:pt x="3786" y="73985"/>
                    </a:lnTo>
                    <a:lnTo>
                      <a:pt x="4476" y="83820"/>
                    </a:lnTo>
                    <a:lnTo>
                      <a:pt x="4476" y="86868"/>
                    </a:lnTo>
                    <a:lnTo>
                      <a:pt x="4476" y="90678"/>
                    </a:lnTo>
                    <a:lnTo>
                      <a:pt x="4476" y="93726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7" name="Google Shape;257;p6"/>
            <p:cNvSpPr/>
            <p:nvPr/>
          </p:nvSpPr>
          <p:spPr>
            <a:xfrm>
              <a:off x="4154066" y="2099310"/>
              <a:ext cx="5080" cy="32384"/>
            </a:xfrm>
            <a:custGeom>
              <a:rect b="b" l="l" r="r" t="t"/>
              <a:pathLst>
                <a:path extrusionOk="0" h="32385" w="5079">
                  <a:moveTo>
                    <a:pt x="4929" y="0"/>
                  </a:moveTo>
                  <a:lnTo>
                    <a:pt x="2714" y="6393"/>
                  </a:lnTo>
                  <a:lnTo>
                    <a:pt x="928" y="12287"/>
                  </a:lnTo>
                  <a:lnTo>
                    <a:pt x="0" y="18323"/>
                  </a:lnTo>
                  <a:lnTo>
                    <a:pt x="357" y="25146"/>
                  </a:lnTo>
                  <a:lnTo>
                    <a:pt x="1119" y="27432"/>
                  </a:lnTo>
                  <a:lnTo>
                    <a:pt x="1119" y="29718"/>
                  </a:lnTo>
                  <a:lnTo>
                    <a:pt x="1881" y="3200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6"/>
            <p:cNvSpPr/>
            <p:nvPr/>
          </p:nvSpPr>
          <p:spPr>
            <a:xfrm>
              <a:off x="4174235" y="2229611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8"/>
                  </a:moveTo>
                  <a:lnTo>
                    <a:pt x="0" y="11430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1430"/>
                  </a:lnTo>
                  <a:lnTo>
                    <a:pt x="15239" y="7620"/>
                  </a:lnTo>
                  <a:lnTo>
                    <a:pt x="15239" y="3048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6"/>
            <p:cNvSpPr/>
            <p:nvPr/>
          </p:nvSpPr>
          <p:spPr>
            <a:xfrm>
              <a:off x="4815328" y="2065020"/>
              <a:ext cx="106045" cy="258445"/>
            </a:xfrm>
            <a:custGeom>
              <a:rect b="b" l="l" r="r" t="t"/>
              <a:pathLst>
                <a:path extrusionOk="0" h="258444" w="106045">
                  <a:moveTo>
                    <a:pt x="71377" y="0"/>
                  </a:moveTo>
                  <a:lnTo>
                    <a:pt x="74295" y="16454"/>
                  </a:lnTo>
                  <a:lnTo>
                    <a:pt x="78140" y="32766"/>
                  </a:lnTo>
                  <a:lnTo>
                    <a:pt x="82415" y="49077"/>
                  </a:lnTo>
                  <a:lnTo>
                    <a:pt x="86617" y="65532"/>
                  </a:lnTo>
                  <a:lnTo>
                    <a:pt x="95666" y="115157"/>
                  </a:lnTo>
                  <a:lnTo>
                    <a:pt x="101857" y="165354"/>
                  </a:lnTo>
                  <a:lnTo>
                    <a:pt x="105394" y="219575"/>
                  </a:lnTo>
                  <a:lnTo>
                    <a:pt x="105667" y="237744"/>
                  </a:lnTo>
                  <a:lnTo>
                    <a:pt x="105667" y="244602"/>
                  </a:lnTo>
                  <a:lnTo>
                    <a:pt x="105667" y="251460"/>
                  </a:lnTo>
                  <a:lnTo>
                    <a:pt x="105667" y="258318"/>
                  </a:lnTo>
                  <a:lnTo>
                    <a:pt x="104143" y="252222"/>
                  </a:lnTo>
                  <a:lnTo>
                    <a:pt x="101095" y="242315"/>
                  </a:lnTo>
                  <a:lnTo>
                    <a:pt x="98809" y="234696"/>
                  </a:lnTo>
                  <a:lnTo>
                    <a:pt x="94940" y="221003"/>
                  </a:lnTo>
                  <a:lnTo>
                    <a:pt x="90142" y="207454"/>
                  </a:lnTo>
                  <a:lnTo>
                    <a:pt x="71258" y="170664"/>
                  </a:lnTo>
                  <a:lnTo>
                    <a:pt x="32468" y="148304"/>
                  </a:lnTo>
                  <a:lnTo>
                    <a:pt x="23181" y="150876"/>
                  </a:lnTo>
                  <a:lnTo>
                    <a:pt x="607" y="186880"/>
                  </a:lnTo>
                  <a:lnTo>
                    <a:pt x="0" y="199096"/>
                  </a:lnTo>
                  <a:lnTo>
                    <a:pt x="2035" y="210311"/>
                  </a:lnTo>
                  <a:lnTo>
                    <a:pt x="28396" y="243637"/>
                  </a:lnTo>
                  <a:lnTo>
                    <a:pt x="59185" y="251174"/>
                  </a:lnTo>
                  <a:lnTo>
                    <a:pt x="68758" y="250567"/>
                  </a:lnTo>
                  <a:lnTo>
                    <a:pt x="77473" y="249174"/>
                  </a:lnTo>
                  <a:lnTo>
                    <a:pt x="85093" y="246804"/>
                  </a:lnTo>
                  <a:lnTo>
                    <a:pt x="92142" y="243363"/>
                  </a:lnTo>
                  <a:lnTo>
                    <a:pt x="98905" y="239208"/>
                  </a:lnTo>
                  <a:lnTo>
                    <a:pt x="105667" y="23469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0" name="Google Shape;260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120627" y="2106155"/>
              <a:ext cx="345973" cy="2042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588435" y="2129110"/>
              <a:ext cx="145626" cy="15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2" name="Google Shape;262;p6"/>
            <p:cNvGrpSpPr/>
            <p:nvPr/>
          </p:nvGrpSpPr>
          <p:grpSpPr>
            <a:xfrm>
              <a:off x="6852653" y="1984842"/>
              <a:ext cx="552462" cy="321173"/>
              <a:chOff x="6852653" y="1984842"/>
              <a:chExt cx="552462" cy="321173"/>
            </a:xfrm>
          </p:grpSpPr>
          <p:pic>
            <p:nvPicPr>
              <p:cNvPr id="263" name="Google Shape;263;p6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6852653" y="2132337"/>
                <a:ext cx="140626" cy="1736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4" name="Google Shape;264;p6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7018138" y="1984842"/>
                <a:ext cx="271166" cy="31594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5" name="Google Shape;265;p6"/>
              <p:cNvSpPr/>
              <p:nvPr/>
            </p:nvSpPr>
            <p:spPr>
              <a:xfrm>
                <a:off x="7309865" y="1986534"/>
                <a:ext cx="95250" cy="253365"/>
              </a:xfrm>
              <a:custGeom>
                <a:rect b="b" l="l" r="r" t="t"/>
                <a:pathLst>
                  <a:path extrusionOk="0" h="253364" w="95250">
                    <a:moveTo>
                      <a:pt x="28194" y="0"/>
                    </a:moveTo>
                    <a:lnTo>
                      <a:pt x="58412" y="31825"/>
                    </a:lnTo>
                    <a:lnTo>
                      <a:pt x="84963" y="76390"/>
                    </a:lnTo>
                    <a:lnTo>
                      <a:pt x="94678" y="132826"/>
                    </a:lnTo>
                    <a:lnTo>
                      <a:pt x="92773" y="152019"/>
                    </a:lnTo>
                    <a:lnTo>
                      <a:pt x="79248" y="188976"/>
                    </a:lnTo>
                    <a:lnTo>
                      <a:pt x="53244" y="222027"/>
                    </a:lnTo>
                    <a:lnTo>
                      <a:pt x="19812" y="247650"/>
                    </a:lnTo>
                    <a:lnTo>
                      <a:pt x="6477" y="252888"/>
                    </a:lnTo>
                    <a:lnTo>
                      <a:pt x="2667" y="250543"/>
                    </a:lnTo>
                    <a:lnTo>
                      <a:pt x="0" y="24384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66" name="Google Shape;266;p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684757" y="2048695"/>
              <a:ext cx="258343" cy="2030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7" name="Google Shape;267;p6"/>
            <p:cNvGrpSpPr/>
            <p:nvPr/>
          </p:nvGrpSpPr>
          <p:grpSpPr>
            <a:xfrm>
              <a:off x="8237207" y="2070341"/>
              <a:ext cx="496754" cy="263058"/>
              <a:chOff x="8237207" y="2070341"/>
              <a:chExt cx="496754" cy="263058"/>
            </a:xfrm>
          </p:grpSpPr>
          <p:pic>
            <p:nvPicPr>
              <p:cNvPr id="268" name="Google Shape;268;p6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8237207" y="2074913"/>
                <a:ext cx="116611" cy="18498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9" name="Google Shape;269;p6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8392655" y="2070341"/>
                <a:ext cx="341306" cy="26305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70" name="Google Shape;270;p6"/>
            <p:cNvGrpSpPr/>
            <p:nvPr/>
          </p:nvGrpSpPr>
          <p:grpSpPr>
            <a:xfrm>
              <a:off x="6919721" y="2008632"/>
              <a:ext cx="2973336" cy="503809"/>
              <a:chOff x="6919721" y="2008632"/>
              <a:chExt cx="2973336" cy="503809"/>
            </a:xfrm>
          </p:grpSpPr>
          <p:pic>
            <p:nvPicPr>
              <p:cNvPr id="271" name="Google Shape;271;p6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8892336" y="2028431"/>
                <a:ext cx="149567" cy="19471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2" name="Google Shape;272;p6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9071596" y="2092439"/>
                <a:ext cx="139471" cy="1181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3" name="Google Shape;273;p6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9243011" y="2080247"/>
                <a:ext cx="127315" cy="990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4" name="Google Shape;274;p6"/>
              <p:cNvSpPr/>
              <p:nvPr/>
            </p:nvSpPr>
            <p:spPr>
              <a:xfrm>
                <a:off x="9380981" y="2018538"/>
                <a:ext cx="69850" cy="249554"/>
              </a:xfrm>
              <a:custGeom>
                <a:rect b="b" l="l" r="r" t="t"/>
                <a:pathLst>
                  <a:path extrusionOk="0" h="249555" w="69850">
                    <a:moveTo>
                      <a:pt x="13716" y="0"/>
                    </a:moveTo>
                    <a:lnTo>
                      <a:pt x="11072" y="20681"/>
                    </a:lnTo>
                    <a:lnTo>
                      <a:pt x="9715" y="40862"/>
                    </a:lnTo>
                    <a:lnTo>
                      <a:pt x="9215" y="61186"/>
                    </a:lnTo>
                    <a:lnTo>
                      <a:pt x="9144" y="82296"/>
                    </a:lnTo>
                    <a:lnTo>
                      <a:pt x="10203" y="104013"/>
                    </a:lnTo>
                    <a:lnTo>
                      <a:pt x="11906" y="125729"/>
                    </a:lnTo>
                    <a:lnTo>
                      <a:pt x="13751" y="147447"/>
                    </a:lnTo>
                    <a:lnTo>
                      <a:pt x="15240" y="169164"/>
                    </a:lnTo>
                    <a:lnTo>
                      <a:pt x="16442" y="185630"/>
                    </a:lnTo>
                    <a:lnTo>
                      <a:pt x="17430" y="202596"/>
                    </a:lnTo>
                    <a:lnTo>
                      <a:pt x="17704" y="219420"/>
                    </a:lnTo>
                    <a:lnTo>
                      <a:pt x="16764" y="235458"/>
                    </a:lnTo>
                    <a:lnTo>
                      <a:pt x="14478" y="243078"/>
                    </a:lnTo>
                    <a:lnTo>
                      <a:pt x="14478" y="245364"/>
                    </a:lnTo>
                    <a:lnTo>
                      <a:pt x="1524" y="215646"/>
                    </a:lnTo>
                    <a:lnTo>
                      <a:pt x="476" y="198143"/>
                    </a:lnTo>
                    <a:lnTo>
                      <a:pt x="3048" y="144780"/>
                    </a:lnTo>
                    <a:lnTo>
                      <a:pt x="28956" y="105918"/>
                    </a:lnTo>
                    <a:lnTo>
                      <a:pt x="44196" y="101346"/>
                    </a:lnTo>
                    <a:lnTo>
                      <a:pt x="52530" y="101417"/>
                    </a:lnTo>
                    <a:lnTo>
                      <a:pt x="59436" y="103632"/>
                    </a:lnTo>
                    <a:lnTo>
                      <a:pt x="65151" y="109120"/>
                    </a:lnTo>
                    <a:lnTo>
                      <a:pt x="68580" y="116681"/>
                    </a:lnTo>
                    <a:lnTo>
                      <a:pt x="69723" y="124956"/>
                    </a:lnTo>
                    <a:lnTo>
                      <a:pt x="68580" y="132588"/>
                    </a:lnTo>
                    <a:lnTo>
                      <a:pt x="35052" y="164592"/>
                    </a:lnTo>
                    <a:lnTo>
                      <a:pt x="19812" y="16916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75" name="Google Shape;275;p6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9454120" y="2057387"/>
                <a:ext cx="160045" cy="11367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6" name="Google Shape;276;p6"/>
              <p:cNvSpPr/>
              <p:nvPr/>
            </p:nvSpPr>
            <p:spPr>
              <a:xfrm>
                <a:off x="9619487" y="2008632"/>
                <a:ext cx="11430" cy="12700"/>
              </a:xfrm>
              <a:custGeom>
                <a:rect b="b" l="l" r="r" t="t"/>
                <a:pathLst>
                  <a:path extrusionOk="0" h="12700" w="11429">
                    <a:moveTo>
                      <a:pt x="11429" y="12191"/>
                    </a:moveTo>
                    <a:lnTo>
                      <a:pt x="4571" y="3809"/>
                    </a:lnTo>
                    <a:lnTo>
                      <a:pt x="6095" y="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77" name="Google Shape;277;p6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9651478" y="2030717"/>
                <a:ext cx="241579" cy="14099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8" name="Google Shape;278;p6"/>
              <p:cNvSpPr/>
              <p:nvPr/>
            </p:nvSpPr>
            <p:spPr>
              <a:xfrm>
                <a:off x="6919721" y="2314956"/>
                <a:ext cx="2883535" cy="197485"/>
              </a:xfrm>
              <a:custGeom>
                <a:rect b="b" l="l" r="r" t="t"/>
                <a:pathLst>
                  <a:path extrusionOk="0" h="197485" w="2883534">
                    <a:moveTo>
                      <a:pt x="0" y="197358"/>
                    </a:moveTo>
                    <a:lnTo>
                      <a:pt x="21597" y="195714"/>
                    </a:lnTo>
                    <a:lnTo>
                      <a:pt x="43053" y="195072"/>
                    </a:lnTo>
                    <a:lnTo>
                      <a:pt x="64508" y="195000"/>
                    </a:lnTo>
                    <a:lnTo>
                      <a:pt x="86106" y="195072"/>
                    </a:lnTo>
                    <a:lnTo>
                      <a:pt x="116967" y="195119"/>
                    </a:lnTo>
                    <a:lnTo>
                      <a:pt x="147828" y="194310"/>
                    </a:lnTo>
                    <a:lnTo>
                      <a:pt x="178689" y="192928"/>
                    </a:lnTo>
                    <a:lnTo>
                      <a:pt x="209550" y="191262"/>
                    </a:lnTo>
                    <a:lnTo>
                      <a:pt x="251829" y="189083"/>
                    </a:lnTo>
                    <a:lnTo>
                      <a:pt x="294036" y="186975"/>
                    </a:lnTo>
                    <a:lnTo>
                      <a:pt x="336101" y="184725"/>
                    </a:lnTo>
                    <a:lnTo>
                      <a:pt x="377952" y="182118"/>
                    </a:lnTo>
                    <a:lnTo>
                      <a:pt x="429387" y="177855"/>
                    </a:lnTo>
                    <a:lnTo>
                      <a:pt x="480822" y="173164"/>
                    </a:lnTo>
                    <a:lnTo>
                      <a:pt x="532257" y="168187"/>
                    </a:lnTo>
                    <a:lnTo>
                      <a:pt x="583692" y="163068"/>
                    </a:lnTo>
                    <a:lnTo>
                      <a:pt x="632079" y="157808"/>
                    </a:lnTo>
                    <a:lnTo>
                      <a:pt x="680466" y="152738"/>
                    </a:lnTo>
                    <a:lnTo>
                      <a:pt x="728853" y="147923"/>
                    </a:lnTo>
                    <a:lnTo>
                      <a:pt x="777240" y="143425"/>
                    </a:lnTo>
                    <a:lnTo>
                      <a:pt x="825627" y="139308"/>
                    </a:lnTo>
                    <a:lnTo>
                      <a:pt x="874013" y="135636"/>
                    </a:lnTo>
                    <a:lnTo>
                      <a:pt x="922477" y="132600"/>
                    </a:lnTo>
                    <a:lnTo>
                      <a:pt x="970940" y="129820"/>
                    </a:lnTo>
                    <a:lnTo>
                      <a:pt x="1019403" y="127186"/>
                    </a:lnTo>
                    <a:lnTo>
                      <a:pt x="1067866" y="124590"/>
                    </a:lnTo>
                    <a:lnTo>
                      <a:pt x="1116330" y="121920"/>
                    </a:lnTo>
                    <a:lnTo>
                      <a:pt x="1162964" y="119542"/>
                    </a:lnTo>
                    <a:lnTo>
                      <a:pt x="1209598" y="116982"/>
                    </a:lnTo>
                    <a:lnTo>
                      <a:pt x="1256233" y="114239"/>
                    </a:lnTo>
                    <a:lnTo>
                      <a:pt x="1302867" y="111312"/>
                    </a:lnTo>
                    <a:lnTo>
                      <a:pt x="1349502" y="108204"/>
                    </a:lnTo>
                    <a:lnTo>
                      <a:pt x="1396057" y="104991"/>
                    </a:lnTo>
                    <a:lnTo>
                      <a:pt x="1442502" y="101705"/>
                    </a:lnTo>
                    <a:lnTo>
                      <a:pt x="1488911" y="98273"/>
                    </a:lnTo>
                    <a:lnTo>
                      <a:pt x="1535356" y="94622"/>
                    </a:lnTo>
                    <a:lnTo>
                      <a:pt x="1581912" y="90677"/>
                    </a:lnTo>
                    <a:lnTo>
                      <a:pt x="1637466" y="85975"/>
                    </a:lnTo>
                    <a:lnTo>
                      <a:pt x="1693164" y="81057"/>
                    </a:lnTo>
                    <a:lnTo>
                      <a:pt x="1748861" y="75997"/>
                    </a:lnTo>
                    <a:lnTo>
                      <a:pt x="1804416" y="70865"/>
                    </a:lnTo>
                    <a:lnTo>
                      <a:pt x="1853872" y="66062"/>
                    </a:lnTo>
                    <a:lnTo>
                      <a:pt x="1903439" y="60966"/>
                    </a:lnTo>
                    <a:lnTo>
                      <a:pt x="1953042" y="55833"/>
                    </a:lnTo>
                    <a:lnTo>
                      <a:pt x="2002609" y="50919"/>
                    </a:lnTo>
                    <a:lnTo>
                      <a:pt x="2052066" y="46481"/>
                    </a:lnTo>
                    <a:lnTo>
                      <a:pt x="2100512" y="42183"/>
                    </a:lnTo>
                    <a:lnTo>
                      <a:pt x="2148744" y="38385"/>
                    </a:lnTo>
                    <a:lnTo>
                      <a:pt x="2196834" y="35016"/>
                    </a:lnTo>
                    <a:lnTo>
                      <a:pt x="2244852" y="32003"/>
                    </a:lnTo>
                    <a:lnTo>
                      <a:pt x="2291023" y="29504"/>
                    </a:lnTo>
                    <a:lnTo>
                      <a:pt x="2337157" y="27371"/>
                    </a:lnTo>
                    <a:lnTo>
                      <a:pt x="2383219" y="25420"/>
                    </a:lnTo>
                    <a:lnTo>
                      <a:pt x="2429170" y="23469"/>
                    </a:lnTo>
                    <a:lnTo>
                      <a:pt x="2474976" y="21335"/>
                    </a:lnTo>
                    <a:lnTo>
                      <a:pt x="2520696" y="19490"/>
                    </a:lnTo>
                    <a:lnTo>
                      <a:pt x="2566416" y="17430"/>
                    </a:lnTo>
                    <a:lnTo>
                      <a:pt x="2612135" y="15228"/>
                    </a:lnTo>
                    <a:lnTo>
                      <a:pt x="2657856" y="12953"/>
                    </a:lnTo>
                    <a:lnTo>
                      <a:pt x="2687454" y="11953"/>
                    </a:lnTo>
                    <a:lnTo>
                      <a:pt x="2716911" y="11239"/>
                    </a:lnTo>
                    <a:lnTo>
                      <a:pt x="2746367" y="10810"/>
                    </a:lnTo>
                    <a:lnTo>
                      <a:pt x="2775966" y="10667"/>
                    </a:lnTo>
                    <a:lnTo>
                      <a:pt x="2798373" y="10370"/>
                    </a:lnTo>
                    <a:lnTo>
                      <a:pt x="2820923" y="10001"/>
                    </a:lnTo>
                    <a:lnTo>
                      <a:pt x="2843474" y="10346"/>
                    </a:lnTo>
                    <a:lnTo>
                      <a:pt x="2865882" y="12191"/>
                    </a:lnTo>
                    <a:lnTo>
                      <a:pt x="2871978" y="12953"/>
                    </a:lnTo>
                    <a:lnTo>
                      <a:pt x="2877312" y="14477"/>
                    </a:lnTo>
                    <a:lnTo>
                      <a:pt x="2883408" y="15239"/>
                    </a:lnTo>
                    <a:lnTo>
                      <a:pt x="2868275" y="13715"/>
                    </a:lnTo>
                    <a:lnTo>
                      <a:pt x="2854928" y="10477"/>
                    </a:lnTo>
                    <a:lnTo>
                      <a:pt x="2841724" y="5810"/>
                    </a:lnTo>
                    <a:lnTo>
                      <a:pt x="2827020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79" name="Google Shape;279;p6"/>
          <p:cNvGrpSpPr/>
          <p:nvPr/>
        </p:nvGrpSpPr>
        <p:grpSpPr>
          <a:xfrm>
            <a:off x="1785080" y="2267796"/>
            <a:ext cx="6518508" cy="1952303"/>
            <a:chOff x="2933687" y="2903220"/>
            <a:chExt cx="5255539" cy="1515165"/>
          </a:xfrm>
        </p:grpSpPr>
        <p:pic>
          <p:nvPicPr>
            <p:cNvPr id="280" name="Google Shape;280;p6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933687" y="3182099"/>
              <a:ext cx="136423" cy="20347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1" name="Google Shape;281;p6"/>
            <p:cNvGrpSpPr/>
            <p:nvPr/>
          </p:nvGrpSpPr>
          <p:grpSpPr>
            <a:xfrm>
              <a:off x="3172206" y="3207257"/>
              <a:ext cx="121285" cy="65151"/>
              <a:chOff x="3172206" y="3207257"/>
              <a:chExt cx="121285" cy="65151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3172206" y="3207257"/>
                <a:ext cx="74930" cy="2540"/>
              </a:xfrm>
              <a:custGeom>
                <a:rect b="b" l="l" r="r" t="t"/>
                <a:pathLst>
                  <a:path extrusionOk="0" h="2539" w="74930">
                    <a:moveTo>
                      <a:pt x="0" y="0"/>
                    </a:moveTo>
                    <a:lnTo>
                      <a:pt x="12453" y="881"/>
                    </a:lnTo>
                    <a:lnTo>
                      <a:pt x="24764" y="1333"/>
                    </a:lnTo>
                    <a:lnTo>
                      <a:pt x="37076" y="1500"/>
                    </a:lnTo>
                    <a:lnTo>
                      <a:pt x="49530" y="1523"/>
                    </a:lnTo>
                    <a:lnTo>
                      <a:pt x="57150" y="1523"/>
                    </a:lnTo>
                    <a:lnTo>
                      <a:pt x="67818" y="1523"/>
                    </a:lnTo>
                    <a:lnTo>
                      <a:pt x="74676" y="2285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3198876" y="3232403"/>
                <a:ext cx="94615" cy="40005"/>
              </a:xfrm>
              <a:custGeom>
                <a:rect b="b" l="l" r="r" t="t"/>
                <a:pathLst>
                  <a:path extrusionOk="0" h="40004" w="94614">
                    <a:moveTo>
                      <a:pt x="0" y="39624"/>
                    </a:moveTo>
                    <a:lnTo>
                      <a:pt x="37183" y="27622"/>
                    </a:lnTo>
                    <a:lnTo>
                      <a:pt x="72009" y="11049"/>
                    </a:lnTo>
                    <a:lnTo>
                      <a:pt x="83177" y="5381"/>
                    </a:lnTo>
                    <a:lnTo>
                      <a:pt x="94488" y="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4" name="Google Shape;284;p6"/>
            <p:cNvSpPr/>
            <p:nvPr/>
          </p:nvSpPr>
          <p:spPr>
            <a:xfrm>
              <a:off x="3717797" y="3072383"/>
              <a:ext cx="40005" cy="284480"/>
            </a:xfrm>
            <a:custGeom>
              <a:rect b="b" l="l" r="r" t="t"/>
              <a:pathLst>
                <a:path extrusionOk="0" h="284479" w="40004">
                  <a:moveTo>
                    <a:pt x="0" y="0"/>
                  </a:moveTo>
                  <a:lnTo>
                    <a:pt x="3333" y="38100"/>
                  </a:lnTo>
                  <a:lnTo>
                    <a:pt x="8382" y="76200"/>
                  </a:lnTo>
                  <a:lnTo>
                    <a:pt x="14525" y="115621"/>
                  </a:lnTo>
                  <a:lnTo>
                    <a:pt x="20383" y="154971"/>
                  </a:lnTo>
                  <a:lnTo>
                    <a:pt x="25955" y="194179"/>
                  </a:lnTo>
                  <a:lnTo>
                    <a:pt x="31242" y="233172"/>
                  </a:lnTo>
                  <a:lnTo>
                    <a:pt x="32861" y="244471"/>
                  </a:lnTo>
                  <a:lnTo>
                    <a:pt x="34480" y="255555"/>
                  </a:lnTo>
                  <a:lnTo>
                    <a:pt x="36385" y="266497"/>
                  </a:lnTo>
                  <a:lnTo>
                    <a:pt x="38862" y="277368"/>
                  </a:lnTo>
                  <a:lnTo>
                    <a:pt x="39624" y="279654"/>
                  </a:lnTo>
                  <a:lnTo>
                    <a:pt x="39624" y="284226"/>
                  </a:lnTo>
                  <a:lnTo>
                    <a:pt x="39624" y="278130"/>
                  </a:lnTo>
                  <a:lnTo>
                    <a:pt x="39624" y="276606"/>
                  </a:lnTo>
                  <a:lnTo>
                    <a:pt x="39624" y="275844"/>
                  </a:lnTo>
                  <a:lnTo>
                    <a:pt x="39624" y="27432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5" name="Google Shape;285;p6"/>
            <p:cNvGrpSpPr/>
            <p:nvPr/>
          </p:nvGrpSpPr>
          <p:grpSpPr>
            <a:xfrm>
              <a:off x="3660635" y="3537191"/>
              <a:ext cx="166240" cy="126517"/>
              <a:chOff x="3660635" y="3537191"/>
              <a:chExt cx="166240" cy="126517"/>
            </a:xfrm>
          </p:grpSpPr>
          <p:pic>
            <p:nvPicPr>
              <p:cNvPr id="286" name="Google Shape;286;p6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3660635" y="3537191"/>
                <a:ext cx="124231" cy="12651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7" name="Google Shape;287;p6"/>
              <p:cNvSpPr/>
              <p:nvPr/>
            </p:nvSpPr>
            <p:spPr>
              <a:xfrm>
                <a:off x="3820525" y="3560064"/>
                <a:ext cx="6350" cy="83185"/>
              </a:xfrm>
              <a:custGeom>
                <a:rect b="b" l="l" r="r" t="t"/>
                <a:pathLst>
                  <a:path extrusionOk="0" h="83185" w="6350">
                    <a:moveTo>
                      <a:pt x="4714" y="0"/>
                    </a:moveTo>
                    <a:lnTo>
                      <a:pt x="2190" y="9572"/>
                    </a:lnTo>
                    <a:lnTo>
                      <a:pt x="523" y="18288"/>
                    </a:lnTo>
                    <a:lnTo>
                      <a:pt x="0" y="27003"/>
                    </a:lnTo>
                    <a:lnTo>
                      <a:pt x="904" y="36576"/>
                    </a:lnTo>
                    <a:lnTo>
                      <a:pt x="2381" y="46755"/>
                    </a:lnTo>
                    <a:lnTo>
                      <a:pt x="4143" y="56864"/>
                    </a:lnTo>
                    <a:lnTo>
                      <a:pt x="5619" y="67115"/>
                    </a:lnTo>
                    <a:lnTo>
                      <a:pt x="6238" y="77724"/>
                    </a:lnTo>
                    <a:lnTo>
                      <a:pt x="6238" y="79248"/>
                    </a:lnTo>
                    <a:lnTo>
                      <a:pt x="6238" y="80772"/>
                    </a:lnTo>
                    <a:lnTo>
                      <a:pt x="6238" y="83058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8" name="Google Shape;288;p6"/>
            <p:cNvGrpSpPr/>
            <p:nvPr/>
          </p:nvGrpSpPr>
          <p:grpSpPr>
            <a:xfrm>
              <a:off x="3442716" y="3017519"/>
              <a:ext cx="370840" cy="1261110"/>
              <a:chOff x="3442716" y="3017519"/>
              <a:chExt cx="370840" cy="1261110"/>
            </a:xfrm>
          </p:grpSpPr>
          <p:sp>
            <p:nvSpPr>
              <p:cNvPr id="289" name="Google Shape;289;p6"/>
              <p:cNvSpPr/>
              <p:nvPr/>
            </p:nvSpPr>
            <p:spPr>
              <a:xfrm>
                <a:off x="3766566" y="3819143"/>
                <a:ext cx="46990" cy="325755"/>
              </a:xfrm>
              <a:custGeom>
                <a:rect b="b" l="l" r="r" t="t"/>
                <a:pathLst>
                  <a:path extrusionOk="0" h="325754" w="46989">
                    <a:moveTo>
                      <a:pt x="0" y="0"/>
                    </a:moveTo>
                    <a:lnTo>
                      <a:pt x="1952" y="16454"/>
                    </a:lnTo>
                    <a:lnTo>
                      <a:pt x="4191" y="32766"/>
                    </a:lnTo>
                    <a:lnTo>
                      <a:pt x="6429" y="49077"/>
                    </a:lnTo>
                    <a:lnTo>
                      <a:pt x="8382" y="65532"/>
                    </a:lnTo>
                    <a:lnTo>
                      <a:pt x="12144" y="95380"/>
                    </a:lnTo>
                    <a:lnTo>
                      <a:pt x="15621" y="125444"/>
                    </a:lnTo>
                    <a:lnTo>
                      <a:pt x="22860" y="185928"/>
                    </a:lnTo>
                    <a:lnTo>
                      <a:pt x="32004" y="249936"/>
                    </a:lnTo>
                    <a:lnTo>
                      <a:pt x="43434" y="313944"/>
                    </a:lnTo>
                    <a:lnTo>
                      <a:pt x="44196" y="318516"/>
                    </a:lnTo>
                    <a:lnTo>
                      <a:pt x="44958" y="321564"/>
                    </a:lnTo>
                    <a:lnTo>
                      <a:pt x="46482" y="325374"/>
                    </a:lnTo>
                    <a:lnTo>
                      <a:pt x="46482" y="320040"/>
                    </a:lnTo>
                    <a:lnTo>
                      <a:pt x="46482" y="313944"/>
                    </a:lnTo>
                    <a:lnTo>
                      <a:pt x="46482" y="30861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6"/>
              <p:cNvSpPr/>
              <p:nvPr/>
            </p:nvSpPr>
            <p:spPr>
              <a:xfrm>
                <a:off x="3442716" y="3017519"/>
                <a:ext cx="307975" cy="1261110"/>
              </a:xfrm>
              <a:custGeom>
                <a:rect b="b" l="l" r="r" t="t"/>
                <a:pathLst>
                  <a:path extrusionOk="0" h="1261110" w="307975">
                    <a:moveTo>
                      <a:pt x="205739" y="0"/>
                    </a:moveTo>
                    <a:lnTo>
                      <a:pt x="161543" y="5334"/>
                    </a:lnTo>
                    <a:lnTo>
                      <a:pt x="144398" y="8501"/>
                    </a:lnTo>
                    <a:lnTo>
                      <a:pt x="127253" y="11239"/>
                    </a:lnTo>
                    <a:lnTo>
                      <a:pt x="75366" y="18276"/>
                    </a:lnTo>
                    <a:lnTo>
                      <a:pt x="22859" y="24384"/>
                    </a:lnTo>
                    <a:lnTo>
                      <a:pt x="16001" y="25146"/>
                    </a:lnTo>
                    <a:lnTo>
                      <a:pt x="4571" y="23622"/>
                    </a:lnTo>
                    <a:lnTo>
                      <a:pt x="0" y="28956"/>
                    </a:lnTo>
                    <a:lnTo>
                      <a:pt x="642" y="34170"/>
                    </a:lnTo>
                    <a:lnTo>
                      <a:pt x="5143" y="42100"/>
                    </a:lnTo>
                    <a:lnTo>
                      <a:pt x="10501" y="49744"/>
                    </a:lnTo>
                    <a:lnTo>
                      <a:pt x="13715" y="54102"/>
                    </a:lnTo>
                    <a:lnTo>
                      <a:pt x="22443" y="70818"/>
                    </a:lnTo>
                    <a:lnTo>
                      <a:pt x="44195" y="122682"/>
                    </a:lnTo>
                    <a:lnTo>
                      <a:pt x="62102" y="176879"/>
                    </a:lnTo>
                    <a:lnTo>
                      <a:pt x="75437" y="231648"/>
                    </a:lnTo>
                    <a:lnTo>
                      <a:pt x="87820" y="301371"/>
                    </a:lnTo>
                    <a:lnTo>
                      <a:pt x="96773" y="371094"/>
                    </a:lnTo>
                    <a:lnTo>
                      <a:pt x="100286" y="411670"/>
                    </a:lnTo>
                    <a:lnTo>
                      <a:pt x="103155" y="452247"/>
                    </a:lnTo>
                    <a:lnTo>
                      <a:pt x="105882" y="492823"/>
                    </a:lnTo>
                    <a:lnTo>
                      <a:pt x="108965" y="533400"/>
                    </a:lnTo>
                    <a:lnTo>
                      <a:pt x="112216" y="575238"/>
                    </a:lnTo>
                    <a:lnTo>
                      <a:pt x="116109" y="617220"/>
                    </a:lnTo>
                    <a:lnTo>
                      <a:pt x="120431" y="659201"/>
                    </a:lnTo>
                    <a:lnTo>
                      <a:pt x="124967" y="701040"/>
                    </a:lnTo>
                    <a:lnTo>
                      <a:pt x="131349" y="755451"/>
                    </a:lnTo>
                    <a:lnTo>
                      <a:pt x="137731" y="810006"/>
                    </a:lnTo>
                    <a:lnTo>
                      <a:pt x="143827" y="864560"/>
                    </a:lnTo>
                    <a:lnTo>
                      <a:pt x="149352" y="918972"/>
                    </a:lnTo>
                    <a:lnTo>
                      <a:pt x="153828" y="969716"/>
                    </a:lnTo>
                    <a:lnTo>
                      <a:pt x="158305" y="1020318"/>
                    </a:lnTo>
                    <a:lnTo>
                      <a:pt x="163068" y="1070919"/>
                    </a:lnTo>
                    <a:lnTo>
                      <a:pt x="168402" y="1121664"/>
                    </a:lnTo>
                    <a:lnTo>
                      <a:pt x="170949" y="1146690"/>
                    </a:lnTo>
                    <a:lnTo>
                      <a:pt x="173926" y="1171575"/>
                    </a:lnTo>
                    <a:lnTo>
                      <a:pt x="177188" y="1196459"/>
                    </a:lnTo>
                    <a:lnTo>
                      <a:pt x="180594" y="1221486"/>
                    </a:lnTo>
                    <a:lnTo>
                      <a:pt x="181725" y="1230189"/>
                    </a:lnTo>
                    <a:lnTo>
                      <a:pt x="182784" y="1239107"/>
                    </a:lnTo>
                    <a:lnTo>
                      <a:pt x="183701" y="1248167"/>
                    </a:lnTo>
                    <a:lnTo>
                      <a:pt x="184404" y="1257300"/>
                    </a:lnTo>
                    <a:lnTo>
                      <a:pt x="184404" y="1258824"/>
                    </a:lnTo>
                    <a:lnTo>
                      <a:pt x="185166" y="1259586"/>
                    </a:lnTo>
                    <a:lnTo>
                      <a:pt x="185166" y="1261110"/>
                    </a:lnTo>
                    <a:lnTo>
                      <a:pt x="187452" y="1260348"/>
                    </a:lnTo>
                    <a:lnTo>
                      <a:pt x="189738" y="1259586"/>
                    </a:lnTo>
                    <a:lnTo>
                      <a:pt x="192786" y="1258824"/>
                    </a:lnTo>
                    <a:lnTo>
                      <a:pt x="202060" y="1254668"/>
                    </a:lnTo>
                    <a:lnTo>
                      <a:pt x="211550" y="1251299"/>
                    </a:lnTo>
                    <a:lnTo>
                      <a:pt x="221182" y="1248644"/>
                    </a:lnTo>
                    <a:lnTo>
                      <a:pt x="230886" y="1246632"/>
                    </a:lnTo>
                    <a:lnTo>
                      <a:pt x="245411" y="1243393"/>
                    </a:lnTo>
                    <a:lnTo>
                      <a:pt x="289560" y="1231392"/>
                    </a:lnTo>
                    <a:lnTo>
                      <a:pt x="303276" y="1224534"/>
                    </a:lnTo>
                    <a:lnTo>
                      <a:pt x="307848" y="121920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1" name="Google Shape;291;p6"/>
            <p:cNvSpPr/>
            <p:nvPr/>
          </p:nvSpPr>
          <p:spPr>
            <a:xfrm>
              <a:off x="4082129" y="3069335"/>
              <a:ext cx="29845" cy="203835"/>
            </a:xfrm>
            <a:custGeom>
              <a:rect b="b" l="l" r="r" t="t"/>
              <a:pathLst>
                <a:path extrusionOk="0" h="203835" w="29845">
                  <a:moveTo>
                    <a:pt x="2190" y="0"/>
                  </a:moveTo>
                  <a:lnTo>
                    <a:pt x="273" y="17371"/>
                  </a:lnTo>
                  <a:lnTo>
                    <a:pt x="0" y="34385"/>
                  </a:lnTo>
                  <a:lnTo>
                    <a:pt x="1012" y="51542"/>
                  </a:lnTo>
                  <a:lnTo>
                    <a:pt x="6536" y="94035"/>
                  </a:lnTo>
                  <a:lnTo>
                    <a:pt x="14847" y="143708"/>
                  </a:lnTo>
                  <a:lnTo>
                    <a:pt x="21895" y="176522"/>
                  </a:lnTo>
                  <a:lnTo>
                    <a:pt x="24003" y="184785"/>
                  </a:lnTo>
                  <a:lnTo>
                    <a:pt x="26253" y="193047"/>
                  </a:lnTo>
                  <a:lnTo>
                    <a:pt x="28860" y="201168"/>
                  </a:lnTo>
                  <a:lnTo>
                    <a:pt x="29622" y="203454"/>
                  </a:lnTo>
                  <a:lnTo>
                    <a:pt x="27336" y="198882"/>
                  </a:lnTo>
                  <a:lnTo>
                    <a:pt x="26574" y="19812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2" name="Google Shape;292;p6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4021823" y="3491471"/>
              <a:ext cx="119659" cy="1150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" name="Google Shape;293;p6"/>
            <p:cNvSpPr/>
            <p:nvPr/>
          </p:nvSpPr>
          <p:spPr>
            <a:xfrm>
              <a:off x="4652771" y="3470909"/>
              <a:ext cx="15240" cy="3810"/>
            </a:xfrm>
            <a:custGeom>
              <a:rect b="b" l="l" r="r" t="t"/>
              <a:pathLst>
                <a:path extrusionOk="0" h="3810" w="15239">
                  <a:moveTo>
                    <a:pt x="15239" y="0"/>
                  </a:moveTo>
                  <a:lnTo>
                    <a:pt x="9905" y="1524"/>
                  </a:lnTo>
                  <a:lnTo>
                    <a:pt x="5333" y="2286"/>
                  </a:lnTo>
                  <a:lnTo>
                    <a:pt x="0" y="381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6"/>
            <p:cNvSpPr/>
            <p:nvPr/>
          </p:nvSpPr>
          <p:spPr>
            <a:xfrm>
              <a:off x="4411217" y="3489197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8"/>
                  </a:moveTo>
                  <a:lnTo>
                    <a:pt x="0" y="11430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1430"/>
                  </a:lnTo>
                  <a:lnTo>
                    <a:pt x="15239" y="7620"/>
                  </a:lnTo>
                  <a:lnTo>
                    <a:pt x="15239" y="3048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5" name="Google Shape;295;p6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4163555" y="3507461"/>
              <a:ext cx="94513" cy="960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6"/>
            <p:cNvSpPr/>
            <p:nvPr/>
          </p:nvSpPr>
          <p:spPr>
            <a:xfrm>
              <a:off x="4562094" y="3477767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810"/>
                  </a:moveTo>
                  <a:lnTo>
                    <a:pt x="0" y="12192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2192"/>
                  </a:lnTo>
                  <a:lnTo>
                    <a:pt x="15239" y="7620"/>
                  </a:lnTo>
                  <a:lnTo>
                    <a:pt x="15239" y="3810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6"/>
            <p:cNvSpPr/>
            <p:nvPr/>
          </p:nvSpPr>
          <p:spPr>
            <a:xfrm>
              <a:off x="4150614" y="3758946"/>
              <a:ext cx="36830" cy="335280"/>
            </a:xfrm>
            <a:custGeom>
              <a:rect b="b" l="l" r="r" t="t"/>
              <a:pathLst>
                <a:path extrusionOk="0" h="335279" w="36829">
                  <a:moveTo>
                    <a:pt x="0" y="0"/>
                  </a:moveTo>
                  <a:lnTo>
                    <a:pt x="1952" y="18978"/>
                  </a:lnTo>
                  <a:lnTo>
                    <a:pt x="4191" y="38099"/>
                  </a:lnTo>
                  <a:lnTo>
                    <a:pt x="6429" y="57221"/>
                  </a:lnTo>
                  <a:lnTo>
                    <a:pt x="8382" y="76200"/>
                  </a:lnTo>
                  <a:lnTo>
                    <a:pt x="11120" y="105918"/>
                  </a:lnTo>
                  <a:lnTo>
                    <a:pt x="13716" y="135636"/>
                  </a:lnTo>
                  <a:lnTo>
                    <a:pt x="16311" y="165354"/>
                  </a:lnTo>
                  <a:lnTo>
                    <a:pt x="21597" y="221801"/>
                  </a:lnTo>
                  <a:lnTo>
                    <a:pt x="27836" y="274689"/>
                  </a:lnTo>
                  <a:lnTo>
                    <a:pt x="31242" y="300990"/>
                  </a:lnTo>
                  <a:lnTo>
                    <a:pt x="31742" y="309455"/>
                  </a:lnTo>
                  <a:lnTo>
                    <a:pt x="32385" y="318420"/>
                  </a:lnTo>
                  <a:lnTo>
                    <a:pt x="33599" y="327243"/>
                  </a:lnTo>
                  <a:lnTo>
                    <a:pt x="35814" y="335280"/>
                  </a:lnTo>
                  <a:lnTo>
                    <a:pt x="36254" y="328862"/>
                  </a:lnTo>
                  <a:lnTo>
                    <a:pt x="36480" y="322230"/>
                  </a:lnTo>
                  <a:lnTo>
                    <a:pt x="36564" y="315456"/>
                  </a:lnTo>
                  <a:lnTo>
                    <a:pt x="36576" y="30861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8" name="Google Shape;298;p6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6520421" y="3243321"/>
              <a:ext cx="128041" cy="15306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9" name="Google Shape;299;p6"/>
            <p:cNvGrpSpPr/>
            <p:nvPr/>
          </p:nvGrpSpPr>
          <p:grpSpPr>
            <a:xfrm>
              <a:off x="6742175" y="3270218"/>
              <a:ext cx="95631" cy="81693"/>
              <a:chOff x="6742175" y="3270218"/>
              <a:chExt cx="95631" cy="81693"/>
            </a:xfrm>
          </p:grpSpPr>
          <p:sp>
            <p:nvSpPr>
              <p:cNvPr id="300" name="Google Shape;300;p6"/>
              <p:cNvSpPr/>
              <p:nvPr/>
            </p:nvSpPr>
            <p:spPr>
              <a:xfrm>
                <a:off x="6742175" y="3270218"/>
                <a:ext cx="77470" cy="11430"/>
              </a:xfrm>
              <a:custGeom>
                <a:rect b="b" l="l" r="r" t="t"/>
                <a:pathLst>
                  <a:path extrusionOk="0" h="11429" w="77470">
                    <a:moveTo>
                      <a:pt x="0" y="10953"/>
                    </a:moveTo>
                    <a:lnTo>
                      <a:pt x="48768" y="2571"/>
                    </a:lnTo>
                    <a:lnTo>
                      <a:pt x="54137" y="1905"/>
                    </a:lnTo>
                    <a:lnTo>
                      <a:pt x="63150" y="666"/>
                    </a:lnTo>
                    <a:lnTo>
                      <a:pt x="72020" y="0"/>
                    </a:lnTo>
                    <a:lnTo>
                      <a:pt x="76962" y="1047"/>
                    </a:lnTo>
                    <a:lnTo>
                      <a:pt x="76962" y="3333"/>
                    </a:lnTo>
                    <a:lnTo>
                      <a:pt x="76962" y="4857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6"/>
              <p:cNvSpPr/>
              <p:nvPr/>
            </p:nvSpPr>
            <p:spPr>
              <a:xfrm>
                <a:off x="6767321" y="3339846"/>
                <a:ext cx="70485" cy="12065"/>
              </a:xfrm>
              <a:custGeom>
                <a:rect b="b" l="l" r="r" t="t"/>
                <a:pathLst>
                  <a:path extrusionOk="0" h="12064" w="70484">
                    <a:moveTo>
                      <a:pt x="0" y="9905"/>
                    </a:moveTo>
                    <a:lnTo>
                      <a:pt x="12739" y="11560"/>
                    </a:lnTo>
                    <a:lnTo>
                      <a:pt x="23622" y="11144"/>
                    </a:lnTo>
                    <a:lnTo>
                      <a:pt x="34504" y="9155"/>
                    </a:lnTo>
                    <a:lnTo>
                      <a:pt x="47244" y="6095"/>
                    </a:lnTo>
                    <a:lnTo>
                      <a:pt x="54102" y="4571"/>
                    </a:lnTo>
                    <a:lnTo>
                      <a:pt x="65532" y="1523"/>
                    </a:lnTo>
                    <a:lnTo>
                      <a:pt x="70104" y="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2" name="Google Shape;302;p6"/>
            <p:cNvGrpSpPr/>
            <p:nvPr/>
          </p:nvGrpSpPr>
          <p:grpSpPr>
            <a:xfrm>
              <a:off x="7059930" y="3210306"/>
              <a:ext cx="142875" cy="181229"/>
              <a:chOff x="7059930" y="3210306"/>
              <a:chExt cx="142875" cy="181229"/>
            </a:xfrm>
          </p:grpSpPr>
          <p:sp>
            <p:nvSpPr>
              <p:cNvPr id="303" name="Google Shape;303;p6"/>
              <p:cNvSpPr/>
              <p:nvPr/>
            </p:nvSpPr>
            <p:spPr>
              <a:xfrm>
                <a:off x="7118544" y="3210306"/>
                <a:ext cx="13335" cy="140335"/>
              </a:xfrm>
              <a:custGeom>
                <a:rect b="b" l="l" r="r" t="t"/>
                <a:pathLst>
                  <a:path extrusionOk="0" h="140335" w="13334">
                    <a:moveTo>
                      <a:pt x="59" y="0"/>
                    </a:moveTo>
                    <a:lnTo>
                      <a:pt x="1881" y="52613"/>
                    </a:lnTo>
                    <a:lnTo>
                      <a:pt x="7072" y="92844"/>
                    </a:lnTo>
                    <a:lnTo>
                      <a:pt x="12537" y="117729"/>
                    </a:lnTo>
                    <a:lnTo>
                      <a:pt x="13287" y="136326"/>
                    </a:lnTo>
                    <a:lnTo>
                      <a:pt x="3107" y="140208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6"/>
              <p:cNvSpPr/>
              <p:nvPr/>
            </p:nvSpPr>
            <p:spPr>
              <a:xfrm>
                <a:off x="7059930" y="3375660"/>
                <a:ext cx="142875" cy="15875"/>
              </a:xfrm>
              <a:custGeom>
                <a:rect b="b" l="l" r="r" t="t"/>
                <a:pathLst>
                  <a:path extrusionOk="0" h="15875" w="142875">
                    <a:moveTo>
                      <a:pt x="0" y="12953"/>
                    </a:moveTo>
                    <a:lnTo>
                      <a:pt x="15525" y="15097"/>
                    </a:lnTo>
                    <a:lnTo>
                      <a:pt x="30480" y="15811"/>
                    </a:lnTo>
                    <a:lnTo>
                      <a:pt x="45434" y="15097"/>
                    </a:lnTo>
                    <a:lnTo>
                      <a:pt x="60960" y="12953"/>
                    </a:lnTo>
                    <a:lnTo>
                      <a:pt x="76402" y="10096"/>
                    </a:lnTo>
                    <a:lnTo>
                      <a:pt x="91916" y="6667"/>
                    </a:lnTo>
                    <a:lnTo>
                      <a:pt x="107572" y="3524"/>
                    </a:lnTo>
                    <a:lnTo>
                      <a:pt x="123444" y="1523"/>
                    </a:lnTo>
                    <a:lnTo>
                      <a:pt x="128778" y="761"/>
                    </a:lnTo>
                    <a:lnTo>
                      <a:pt x="140208" y="0"/>
                    </a:lnTo>
                    <a:lnTo>
                      <a:pt x="142494" y="3809"/>
                    </a:lnTo>
                    <a:lnTo>
                      <a:pt x="142494" y="4571"/>
                    </a:lnTo>
                    <a:lnTo>
                      <a:pt x="142494" y="5333"/>
                    </a:lnTo>
                    <a:lnTo>
                      <a:pt x="142494" y="6095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05" name="Google Shape;305;p6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7095255" y="3497019"/>
              <a:ext cx="126231" cy="14230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6" name="Google Shape;306;p6"/>
            <p:cNvGrpSpPr/>
            <p:nvPr/>
          </p:nvGrpSpPr>
          <p:grpSpPr>
            <a:xfrm>
              <a:off x="7367016" y="3063274"/>
              <a:ext cx="323850" cy="359247"/>
              <a:chOff x="7367016" y="3063274"/>
              <a:chExt cx="323850" cy="359247"/>
            </a:xfrm>
          </p:grpSpPr>
          <p:sp>
            <p:nvSpPr>
              <p:cNvPr id="307" name="Google Shape;307;p6"/>
              <p:cNvSpPr/>
              <p:nvPr/>
            </p:nvSpPr>
            <p:spPr>
              <a:xfrm>
                <a:off x="7367016" y="3172967"/>
                <a:ext cx="323850" cy="249554"/>
              </a:xfrm>
              <a:custGeom>
                <a:rect b="b" l="l" r="r" t="t"/>
                <a:pathLst>
                  <a:path extrusionOk="0" h="249554" w="323850">
                    <a:moveTo>
                      <a:pt x="244601" y="0"/>
                    </a:moveTo>
                    <a:lnTo>
                      <a:pt x="201167" y="6858"/>
                    </a:lnTo>
                    <a:lnTo>
                      <a:pt x="161734" y="16383"/>
                    </a:lnTo>
                    <a:lnTo>
                      <a:pt x="123443" y="28194"/>
                    </a:lnTo>
                    <a:lnTo>
                      <a:pt x="84010" y="43529"/>
                    </a:lnTo>
                    <a:lnTo>
                      <a:pt x="45719" y="61722"/>
                    </a:lnTo>
                    <a:lnTo>
                      <a:pt x="37337" y="66294"/>
                    </a:lnTo>
                    <a:lnTo>
                      <a:pt x="32765" y="67818"/>
                    </a:lnTo>
                    <a:lnTo>
                      <a:pt x="66293" y="82296"/>
                    </a:lnTo>
                    <a:lnTo>
                      <a:pt x="88130" y="83760"/>
                    </a:lnTo>
                    <a:lnTo>
                      <a:pt x="110108" y="84867"/>
                    </a:lnTo>
                    <a:lnTo>
                      <a:pt x="132087" y="85832"/>
                    </a:lnTo>
                    <a:lnTo>
                      <a:pt x="153923" y="86868"/>
                    </a:lnTo>
                    <a:lnTo>
                      <a:pt x="192309" y="89344"/>
                    </a:lnTo>
                    <a:lnTo>
                      <a:pt x="236184" y="93940"/>
                    </a:lnTo>
                    <a:lnTo>
                      <a:pt x="248876" y="100464"/>
                    </a:lnTo>
                    <a:lnTo>
                      <a:pt x="247649" y="107442"/>
                    </a:lnTo>
                    <a:lnTo>
                      <a:pt x="236041" y="119753"/>
                    </a:lnTo>
                    <a:lnTo>
                      <a:pt x="221075" y="130492"/>
                    </a:lnTo>
                    <a:lnTo>
                      <a:pt x="205108" y="139803"/>
                    </a:lnTo>
                    <a:lnTo>
                      <a:pt x="190499" y="147828"/>
                    </a:lnTo>
                    <a:lnTo>
                      <a:pt x="165913" y="161829"/>
                    </a:lnTo>
                    <a:lnTo>
                      <a:pt x="141255" y="175260"/>
                    </a:lnTo>
                    <a:lnTo>
                      <a:pt x="116455" y="188118"/>
                    </a:lnTo>
                    <a:lnTo>
                      <a:pt x="91439" y="200406"/>
                    </a:lnTo>
                    <a:lnTo>
                      <a:pt x="72008" y="210014"/>
                    </a:lnTo>
                    <a:lnTo>
                      <a:pt x="52577" y="219551"/>
                    </a:lnTo>
                    <a:lnTo>
                      <a:pt x="33146" y="229231"/>
                    </a:lnTo>
                    <a:lnTo>
                      <a:pt x="13715" y="239268"/>
                    </a:lnTo>
                    <a:lnTo>
                      <a:pt x="7619" y="242316"/>
                    </a:lnTo>
                    <a:lnTo>
                      <a:pt x="3809" y="245364"/>
                    </a:lnTo>
                    <a:lnTo>
                      <a:pt x="0" y="249174"/>
                    </a:lnTo>
                    <a:lnTo>
                      <a:pt x="17478" y="247935"/>
                    </a:lnTo>
                    <a:lnTo>
                      <a:pt x="34670" y="245554"/>
                    </a:lnTo>
                    <a:lnTo>
                      <a:pt x="51863" y="242316"/>
                    </a:lnTo>
                    <a:lnTo>
                      <a:pt x="69341" y="238506"/>
                    </a:lnTo>
                    <a:lnTo>
                      <a:pt x="103524" y="231302"/>
                    </a:lnTo>
                    <a:lnTo>
                      <a:pt x="171890" y="216324"/>
                    </a:lnTo>
                    <a:lnTo>
                      <a:pt x="233493" y="205049"/>
                    </a:lnTo>
                    <a:lnTo>
                      <a:pt x="288047" y="197762"/>
                    </a:lnTo>
                    <a:lnTo>
                      <a:pt x="315467" y="195833"/>
                    </a:lnTo>
                    <a:lnTo>
                      <a:pt x="316991" y="195833"/>
                    </a:lnTo>
                    <a:lnTo>
                      <a:pt x="319277" y="195833"/>
                    </a:lnTo>
                    <a:lnTo>
                      <a:pt x="321563" y="195833"/>
                    </a:lnTo>
                    <a:lnTo>
                      <a:pt x="323242" y="196203"/>
                    </a:lnTo>
                    <a:lnTo>
                      <a:pt x="317849" y="197072"/>
                    </a:lnTo>
                    <a:lnTo>
                      <a:pt x="310312" y="198084"/>
                    </a:lnTo>
                    <a:lnTo>
                      <a:pt x="305561" y="198882"/>
                    </a:lnTo>
                    <a:lnTo>
                      <a:pt x="297227" y="200453"/>
                    </a:lnTo>
                    <a:lnTo>
                      <a:pt x="289178" y="201739"/>
                    </a:lnTo>
                    <a:lnTo>
                      <a:pt x="281130" y="202739"/>
                    </a:lnTo>
                    <a:lnTo>
                      <a:pt x="272795" y="203454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08" name="Google Shape;308;p6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7425486" y="3063274"/>
                <a:ext cx="85559" cy="9294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09" name="Google Shape;309;p6"/>
            <p:cNvGrpSpPr/>
            <p:nvPr/>
          </p:nvGrpSpPr>
          <p:grpSpPr>
            <a:xfrm>
              <a:off x="7449311" y="3489197"/>
              <a:ext cx="32131" cy="138176"/>
              <a:chOff x="7449311" y="3489197"/>
              <a:chExt cx="32131" cy="138176"/>
            </a:xfrm>
          </p:grpSpPr>
          <p:sp>
            <p:nvSpPr>
              <p:cNvPr id="310" name="Google Shape;310;p6"/>
              <p:cNvSpPr/>
              <p:nvPr/>
            </p:nvSpPr>
            <p:spPr>
              <a:xfrm>
                <a:off x="7449311" y="3489197"/>
                <a:ext cx="15240" cy="15240"/>
              </a:xfrm>
              <a:custGeom>
                <a:rect b="b" l="l" r="r" t="t"/>
                <a:pathLst>
                  <a:path extrusionOk="0" h="15239" w="15240">
                    <a:moveTo>
                      <a:pt x="0" y="3048"/>
                    </a:moveTo>
                    <a:lnTo>
                      <a:pt x="0" y="11430"/>
                    </a:lnTo>
                    <a:lnTo>
                      <a:pt x="3048" y="15240"/>
                    </a:lnTo>
                    <a:lnTo>
                      <a:pt x="11430" y="15240"/>
                    </a:lnTo>
                    <a:lnTo>
                      <a:pt x="15240" y="11430"/>
                    </a:lnTo>
                    <a:lnTo>
                      <a:pt x="15240" y="7620"/>
                    </a:lnTo>
                    <a:lnTo>
                      <a:pt x="15240" y="3048"/>
                    </a:lnTo>
                    <a:lnTo>
                      <a:pt x="11430" y="0"/>
                    </a:lnTo>
                    <a:lnTo>
                      <a:pt x="3048" y="0"/>
                    </a:lnTo>
                    <a:lnTo>
                      <a:pt x="0" y="304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6"/>
              <p:cNvSpPr/>
              <p:nvPr/>
            </p:nvSpPr>
            <p:spPr>
              <a:xfrm>
                <a:off x="7470647" y="3556253"/>
                <a:ext cx="10795" cy="71120"/>
              </a:xfrm>
              <a:custGeom>
                <a:rect b="b" l="l" r="r" t="t"/>
                <a:pathLst>
                  <a:path extrusionOk="0" h="71120" w="10795">
                    <a:moveTo>
                      <a:pt x="0" y="0"/>
                    </a:moveTo>
                    <a:lnTo>
                      <a:pt x="6572" y="40386"/>
                    </a:lnTo>
                    <a:lnTo>
                      <a:pt x="9144" y="50292"/>
                    </a:lnTo>
                    <a:lnTo>
                      <a:pt x="10572" y="60198"/>
                    </a:lnTo>
                    <a:lnTo>
                      <a:pt x="9144" y="67818"/>
                    </a:lnTo>
                    <a:lnTo>
                      <a:pt x="7620" y="70866"/>
                    </a:lnTo>
                    <a:lnTo>
                      <a:pt x="6858" y="68580"/>
                    </a:lnTo>
                    <a:lnTo>
                      <a:pt x="3810" y="6858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2" name="Google Shape;312;p6"/>
            <p:cNvGrpSpPr/>
            <p:nvPr/>
          </p:nvGrpSpPr>
          <p:grpSpPr>
            <a:xfrm>
              <a:off x="7527797" y="3526536"/>
              <a:ext cx="130612" cy="89535"/>
              <a:chOff x="7527797" y="3526536"/>
              <a:chExt cx="130612" cy="89535"/>
            </a:xfrm>
          </p:grpSpPr>
          <p:sp>
            <p:nvSpPr>
              <p:cNvPr id="313" name="Google Shape;313;p6"/>
              <p:cNvSpPr/>
              <p:nvPr/>
            </p:nvSpPr>
            <p:spPr>
              <a:xfrm>
                <a:off x="7551419" y="3575304"/>
                <a:ext cx="53340" cy="29209"/>
              </a:xfrm>
              <a:custGeom>
                <a:rect b="b" l="l" r="r" t="t"/>
                <a:pathLst>
                  <a:path extrusionOk="0" h="29210" w="53340">
                    <a:moveTo>
                      <a:pt x="0" y="28955"/>
                    </a:moveTo>
                    <a:lnTo>
                      <a:pt x="9024" y="23705"/>
                    </a:lnTo>
                    <a:lnTo>
                      <a:pt x="17906" y="18383"/>
                    </a:lnTo>
                    <a:lnTo>
                      <a:pt x="26789" y="13204"/>
                    </a:lnTo>
                    <a:lnTo>
                      <a:pt x="35813" y="8381"/>
                    </a:lnTo>
                    <a:lnTo>
                      <a:pt x="41909" y="5333"/>
                    </a:lnTo>
                    <a:lnTo>
                      <a:pt x="47243" y="3047"/>
                    </a:lnTo>
                    <a:lnTo>
                      <a:pt x="53340" y="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6"/>
              <p:cNvSpPr/>
              <p:nvPr/>
            </p:nvSpPr>
            <p:spPr>
              <a:xfrm>
                <a:off x="7643169" y="3526536"/>
                <a:ext cx="15240" cy="89535"/>
              </a:xfrm>
              <a:custGeom>
                <a:rect b="b" l="l" r="r" t="t"/>
                <a:pathLst>
                  <a:path extrusionOk="0" h="89535" w="15240">
                    <a:moveTo>
                      <a:pt x="1214" y="0"/>
                    </a:moveTo>
                    <a:lnTo>
                      <a:pt x="0" y="12977"/>
                    </a:lnTo>
                    <a:lnTo>
                      <a:pt x="642" y="24384"/>
                    </a:lnTo>
                    <a:lnTo>
                      <a:pt x="2714" y="35790"/>
                    </a:lnTo>
                    <a:lnTo>
                      <a:pt x="5786" y="48768"/>
                    </a:lnTo>
                    <a:lnTo>
                      <a:pt x="8179" y="58483"/>
                    </a:lnTo>
                    <a:lnTo>
                      <a:pt x="10644" y="68199"/>
                    </a:lnTo>
                    <a:lnTo>
                      <a:pt x="12965" y="77914"/>
                    </a:lnTo>
                    <a:lnTo>
                      <a:pt x="14930" y="87630"/>
                    </a:lnTo>
                    <a:lnTo>
                      <a:pt x="14930" y="88392"/>
                    </a:lnTo>
                    <a:lnTo>
                      <a:pt x="14930" y="89154"/>
                    </a:lnTo>
                    <a:lnTo>
                      <a:pt x="14930" y="88392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6"/>
              <p:cNvSpPr/>
              <p:nvPr/>
            </p:nvSpPr>
            <p:spPr>
              <a:xfrm>
                <a:off x="7527797" y="3546348"/>
                <a:ext cx="40005" cy="6350"/>
              </a:xfrm>
              <a:custGeom>
                <a:rect b="b" l="l" r="r" t="t"/>
                <a:pathLst>
                  <a:path extrusionOk="0" h="6350" w="40004">
                    <a:moveTo>
                      <a:pt x="0" y="0"/>
                    </a:moveTo>
                    <a:lnTo>
                      <a:pt x="8215" y="452"/>
                    </a:lnTo>
                    <a:lnTo>
                      <a:pt x="16002" y="761"/>
                    </a:lnTo>
                    <a:lnTo>
                      <a:pt x="23788" y="1071"/>
                    </a:lnTo>
                    <a:lnTo>
                      <a:pt x="32004" y="1523"/>
                    </a:lnTo>
                    <a:lnTo>
                      <a:pt x="36576" y="2285"/>
                    </a:lnTo>
                    <a:lnTo>
                      <a:pt x="36576" y="3809"/>
                    </a:lnTo>
                    <a:lnTo>
                      <a:pt x="39624" y="6095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16" name="Google Shape;316;p6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7699997" y="3188970"/>
              <a:ext cx="159283" cy="1676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6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7952505" y="3051035"/>
              <a:ext cx="236721" cy="2956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6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5193612" y="4256090"/>
              <a:ext cx="111444" cy="1622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6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5487911" y="4198500"/>
              <a:ext cx="159283" cy="1677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0" name="Google Shape;320;p6"/>
            <p:cNvSpPr/>
            <p:nvPr/>
          </p:nvSpPr>
          <p:spPr>
            <a:xfrm>
              <a:off x="5032247" y="2903220"/>
              <a:ext cx="240665" cy="1130935"/>
            </a:xfrm>
            <a:custGeom>
              <a:rect b="b" l="l" r="r" t="t"/>
              <a:pathLst>
                <a:path extrusionOk="0" h="1130935" w="240664">
                  <a:moveTo>
                    <a:pt x="0" y="9906"/>
                  </a:moveTo>
                  <a:lnTo>
                    <a:pt x="14049" y="10156"/>
                  </a:lnTo>
                  <a:lnTo>
                    <a:pt x="27813" y="9048"/>
                  </a:lnTo>
                  <a:lnTo>
                    <a:pt x="41576" y="7227"/>
                  </a:lnTo>
                  <a:lnTo>
                    <a:pt x="55626" y="5334"/>
                  </a:lnTo>
                  <a:lnTo>
                    <a:pt x="70937" y="3869"/>
                  </a:lnTo>
                  <a:lnTo>
                    <a:pt x="86106" y="2762"/>
                  </a:lnTo>
                  <a:lnTo>
                    <a:pt x="101274" y="1797"/>
                  </a:lnTo>
                  <a:lnTo>
                    <a:pt x="116586" y="762"/>
                  </a:lnTo>
                  <a:lnTo>
                    <a:pt x="126182" y="642"/>
                  </a:lnTo>
                  <a:lnTo>
                    <a:pt x="135636" y="381"/>
                  </a:lnTo>
                  <a:lnTo>
                    <a:pt x="145089" y="119"/>
                  </a:lnTo>
                  <a:lnTo>
                    <a:pt x="154686" y="0"/>
                  </a:lnTo>
                  <a:lnTo>
                    <a:pt x="163068" y="0"/>
                  </a:lnTo>
                  <a:lnTo>
                    <a:pt x="162306" y="7620"/>
                  </a:lnTo>
                  <a:lnTo>
                    <a:pt x="162306" y="14478"/>
                  </a:lnTo>
                  <a:lnTo>
                    <a:pt x="162937" y="59507"/>
                  </a:lnTo>
                  <a:lnTo>
                    <a:pt x="163925" y="104394"/>
                  </a:lnTo>
                  <a:lnTo>
                    <a:pt x="165627" y="149280"/>
                  </a:lnTo>
                  <a:lnTo>
                    <a:pt x="168402" y="194310"/>
                  </a:lnTo>
                  <a:lnTo>
                    <a:pt x="172319" y="241042"/>
                  </a:lnTo>
                  <a:lnTo>
                    <a:pt x="176879" y="287559"/>
                  </a:lnTo>
                  <a:lnTo>
                    <a:pt x="181582" y="333934"/>
                  </a:lnTo>
                  <a:lnTo>
                    <a:pt x="185928" y="380238"/>
                  </a:lnTo>
                  <a:lnTo>
                    <a:pt x="190142" y="436947"/>
                  </a:lnTo>
                  <a:lnTo>
                    <a:pt x="193929" y="493871"/>
                  </a:lnTo>
                  <a:lnTo>
                    <a:pt x="197715" y="550937"/>
                  </a:lnTo>
                  <a:lnTo>
                    <a:pt x="201930" y="608076"/>
                  </a:lnTo>
                  <a:lnTo>
                    <a:pt x="205061" y="647509"/>
                  </a:lnTo>
                  <a:lnTo>
                    <a:pt x="208692" y="686943"/>
                  </a:lnTo>
                  <a:lnTo>
                    <a:pt x="212752" y="726376"/>
                  </a:lnTo>
                  <a:lnTo>
                    <a:pt x="217170" y="765810"/>
                  </a:lnTo>
                  <a:lnTo>
                    <a:pt x="225456" y="826389"/>
                  </a:lnTo>
                  <a:lnTo>
                    <a:pt x="229492" y="856678"/>
                  </a:lnTo>
                  <a:lnTo>
                    <a:pt x="233172" y="886968"/>
                  </a:lnTo>
                  <a:lnTo>
                    <a:pt x="235850" y="906410"/>
                  </a:lnTo>
                  <a:lnTo>
                    <a:pt x="238029" y="925925"/>
                  </a:lnTo>
                  <a:lnTo>
                    <a:pt x="239494" y="945582"/>
                  </a:lnTo>
                  <a:lnTo>
                    <a:pt x="240030" y="965454"/>
                  </a:lnTo>
                  <a:lnTo>
                    <a:pt x="240184" y="982932"/>
                  </a:lnTo>
                  <a:lnTo>
                    <a:pt x="239553" y="1000125"/>
                  </a:lnTo>
                  <a:lnTo>
                    <a:pt x="238208" y="1017317"/>
                  </a:lnTo>
                  <a:lnTo>
                    <a:pt x="236220" y="1034796"/>
                  </a:lnTo>
                  <a:lnTo>
                    <a:pt x="235100" y="1043368"/>
                  </a:lnTo>
                  <a:lnTo>
                    <a:pt x="234124" y="1051941"/>
                  </a:lnTo>
                  <a:lnTo>
                    <a:pt x="233433" y="1060513"/>
                  </a:lnTo>
                  <a:lnTo>
                    <a:pt x="233172" y="1069086"/>
                  </a:lnTo>
                  <a:lnTo>
                    <a:pt x="234029" y="1078599"/>
                  </a:lnTo>
                  <a:lnTo>
                    <a:pt x="234886" y="1089183"/>
                  </a:lnTo>
                  <a:lnTo>
                    <a:pt x="234886" y="1099625"/>
                  </a:lnTo>
                  <a:lnTo>
                    <a:pt x="233172" y="1108710"/>
                  </a:lnTo>
                  <a:lnTo>
                    <a:pt x="233172" y="1109472"/>
                  </a:lnTo>
                  <a:lnTo>
                    <a:pt x="233172" y="1110234"/>
                  </a:lnTo>
                  <a:lnTo>
                    <a:pt x="232410" y="1110996"/>
                  </a:lnTo>
                  <a:lnTo>
                    <a:pt x="231648" y="1113282"/>
                  </a:lnTo>
                  <a:lnTo>
                    <a:pt x="230886" y="1117092"/>
                  </a:lnTo>
                  <a:lnTo>
                    <a:pt x="228600" y="1118616"/>
                  </a:lnTo>
                  <a:lnTo>
                    <a:pt x="226314" y="1120902"/>
                  </a:lnTo>
                  <a:lnTo>
                    <a:pt x="222504" y="1120140"/>
                  </a:lnTo>
                  <a:lnTo>
                    <a:pt x="219456" y="1120140"/>
                  </a:lnTo>
                  <a:lnTo>
                    <a:pt x="213157" y="1119532"/>
                  </a:lnTo>
                  <a:lnTo>
                    <a:pt x="206787" y="1118139"/>
                  </a:lnTo>
                  <a:lnTo>
                    <a:pt x="200275" y="1116603"/>
                  </a:lnTo>
                  <a:lnTo>
                    <a:pt x="193548" y="1115568"/>
                  </a:lnTo>
                  <a:lnTo>
                    <a:pt x="152400" y="1120140"/>
                  </a:lnTo>
                  <a:lnTo>
                    <a:pt x="141898" y="1123521"/>
                  </a:lnTo>
                  <a:lnTo>
                    <a:pt x="133540" y="1126045"/>
                  </a:lnTo>
                  <a:lnTo>
                    <a:pt x="126039" y="1128283"/>
                  </a:lnTo>
                  <a:lnTo>
                    <a:pt x="118110" y="1130808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1" name="Google Shape;321;p6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5581470" y="4026299"/>
              <a:ext cx="228030" cy="1288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6"/>
            <p:cNvSpPr/>
            <p:nvPr/>
          </p:nvSpPr>
          <p:spPr>
            <a:xfrm>
              <a:off x="4882134" y="3031998"/>
              <a:ext cx="54610" cy="275590"/>
            </a:xfrm>
            <a:custGeom>
              <a:rect b="b" l="l" r="r" t="t"/>
              <a:pathLst>
                <a:path extrusionOk="0" h="275589" w="54610">
                  <a:moveTo>
                    <a:pt x="0" y="0"/>
                  </a:moveTo>
                  <a:lnTo>
                    <a:pt x="6072" y="17633"/>
                  </a:lnTo>
                  <a:lnTo>
                    <a:pt x="10858" y="35337"/>
                  </a:lnTo>
                  <a:lnTo>
                    <a:pt x="14787" y="53470"/>
                  </a:lnTo>
                  <a:lnTo>
                    <a:pt x="18288" y="72390"/>
                  </a:lnTo>
                  <a:lnTo>
                    <a:pt x="23050" y="97536"/>
                  </a:lnTo>
                  <a:lnTo>
                    <a:pt x="31146" y="147827"/>
                  </a:lnTo>
                  <a:lnTo>
                    <a:pt x="37802" y="192274"/>
                  </a:lnTo>
                  <a:lnTo>
                    <a:pt x="40481" y="211359"/>
                  </a:lnTo>
                  <a:lnTo>
                    <a:pt x="43303" y="230302"/>
                  </a:lnTo>
                  <a:lnTo>
                    <a:pt x="46482" y="249174"/>
                  </a:lnTo>
                  <a:lnTo>
                    <a:pt x="48696" y="256758"/>
                  </a:lnTo>
                  <a:lnTo>
                    <a:pt x="52197" y="264699"/>
                  </a:lnTo>
                  <a:lnTo>
                    <a:pt x="53982" y="271355"/>
                  </a:lnTo>
                  <a:lnTo>
                    <a:pt x="51054" y="275082"/>
                  </a:lnTo>
                  <a:lnTo>
                    <a:pt x="48768" y="273558"/>
                  </a:lnTo>
                  <a:lnTo>
                    <a:pt x="48006" y="272034"/>
                  </a:lnTo>
                  <a:lnTo>
                    <a:pt x="48006" y="269748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3" name="Google Shape;323;p6"/>
            <p:cNvGrpSpPr/>
            <p:nvPr/>
          </p:nvGrpSpPr>
          <p:grpSpPr>
            <a:xfrm>
              <a:off x="4853165" y="3414509"/>
              <a:ext cx="221041" cy="153187"/>
              <a:chOff x="4853165" y="3414509"/>
              <a:chExt cx="221041" cy="153187"/>
            </a:xfrm>
          </p:grpSpPr>
          <p:pic>
            <p:nvPicPr>
              <p:cNvPr id="324" name="Google Shape;324;p6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4853165" y="3414509"/>
                <a:ext cx="122707" cy="1105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5" name="Google Shape;325;p6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5008220" y="3459467"/>
                <a:ext cx="65986" cy="10822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26" name="Google Shape;326;p6"/>
            <p:cNvSpPr/>
            <p:nvPr/>
          </p:nvSpPr>
          <p:spPr>
            <a:xfrm>
              <a:off x="4972050" y="3695700"/>
              <a:ext cx="46990" cy="342265"/>
            </a:xfrm>
            <a:custGeom>
              <a:rect b="b" l="l" r="r" t="t"/>
              <a:pathLst>
                <a:path extrusionOk="0" h="342264" w="46989">
                  <a:moveTo>
                    <a:pt x="0" y="0"/>
                  </a:moveTo>
                  <a:lnTo>
                    <a:pt x="3524" y="41433"/>
                  </a:lnTo>
                  <a:lnTo>
                    <a:pt x="9906" y="82296"/>
                  </a:lnTo>
                  <a:lnTo>
                    <a:pt x="19526" y="138303"/>
                  </a:lnTo>
                  <a:lnTo>
                    <a:pt x="29718" y="194310"/>
                  </a:lnTo>
                  <a:lnTo>
                    <a:pt x="33670" y="217050"/>
                  </a:lnTo>
                  <a:lnTo>
                    <a:pt x="40433" y="262247"/>
                  </a:lnTo>
                  <a:lnTo>
                    <a:pt x="44005" y="308991"/>
                  </a:lnTo>
                  <a:lnTo>
                    <a:pt x="44196" y="332994"/>
                  </a:lnTo>
                  <a:lnTo>
                    <a:pt x="44196" y="336042"/>
                  </a:lnTo>
                  <a:lnTo>
                    <a:pt x="44196" y="339090"/>
                  </a:lnTo>
                  <a:lnTo>
                    <a:pt x="44196" y="342138"/>
                  </a:lnTo>
                  <a:lnTo>
                    <a:pt x="44958" y="336042"/>
                  </a:lnTo>
                  <a:lnTo>
                    <a:pt x="45720" y="329946"/>
                  </a:lnTo>
                  <a:lnTo>
                    <a:pt x="46482" y="324612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7" name="Google Shape;327;p6"/>
          <p:cNvGrpSpPr/>
          <p:nvPr/>
        </p:nvGrpSpPr>
        <p:grpSpPr>
          <a:xfrm>
            <a:off x="2014986" y="5087216"/>
            <a:ext cx="7292563" cy="1831465"/>
            <a:chOff x="3592817" y="4780788"/>
            <a:chExt cx="6215774" cy="1371981"/>
          </a:xfrm>
        </p:grpSpPr>
        <p:grpSp>
          <p:nvGrpSpPr>
            <p:cNvPr id="328" name="Google Shape;328;p6"/>
            <p:cNvGrpSpPr/>
            <p:nvPr/>
          </p:nvGrpSpPr>
          <p:grpSpPr>
            <a:xfrm>
              <a:off x="4242816" y="5205984"/>
              <a:ext cx="98298" cy="63627"/>
              <a:chOff x="4242816" y="5205984"/>
              <a:chExt cx="98298" cy="63627"/>
            </a:xfrm>
          </p:grpSpPr>
          <p:sp>
            <p:nvSpPr>
              <p:cNvPr id="329" name="Google Shape;329;p6"/>
              <p:cNvSpPr/>
              <p:nvPr/>
            </p:nvSpPr>
            <p:spPr>
              <a:xfrm>
                <a:off x="4242816" y="5205984"/>
                <a:ext cx="52069" cy="3810"/>
              </a:xfrm>
              <a:custGeom>
                <a:rect b="b" l="l" r="r" t="t"/>
                <a:pathLst>
                  <a:path extrusionOk="0" h="3810" w="52070">
                    <a:moveTo>
                      <a:pt x="0" y="0"/>
                    </a:moveTo>
                    <a:lnTo>
                      <a:pt x="10501" y="1559"/>
                    </a:lnTo>
                    <a:lnTo>
                      <a:pt x="20574" y="2762"/>
                    </a:lnTo>
                    <a:lnTo>
                      <a:pt x="30646" y="3536"/>
                    </a:lnTo>
                    <a:lnTo>
                      <a:pt x="41148" y="3809"/>
                    </a:lnTo>
                    <a:lnTo>
                      <a:pt x="44958" y="3809"/>
                    </a:lnTo>
                    <a:lnTo>
                      <a:pt x="48768" y="3047"/>
                    </a:lnTo>
                    <a:lnTo>
                      <a:pt x="51816" y="3047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6"/>
              <p:cNvSpPr/>
              <p:nvPr/>
            </p:nvSpPr>
            <p:spPr>
              <a:xfrm>
                <a:off x="4257294" y="5244846"/>
                <a:ext cx="83820" cy="24765"/>
              </a:xfrm>
              <a:custGeom>
                <a:rect b="b" l="l" r="r" t="t"/>
                <a:pathLst>
                  <a:path extrusionOk="0" h="24764" w="83820">
                    <a:moveTo>
                      <a:pt x="0" y="24384"/>
                    </a:moveTo>
                    <a:lnTo>
                      <a:pt x="39540" y="20097"/>
                    </a:lnTo>
                    <a:lnTo>
                      <a:pt x="76378" y="4310"/>
                    </a:lnTo>
                    <a:lnTo>
                      <a:pt x="83820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1" name="Google Shape;331;p6"/>
            <p:cNvSpPr/>
            <p:nvPr/>
          </p:nvSpPr>
          <p:spPr>
            <a:xfrm>
              <a:off x="4892802" y="5049773"/>
              <a:ext cx="4445" cy="113664"/>
            </a:xfrm>
            <a:custGeom>
              <a:rect b="b" l="l" r="r" t="t"/>
              <a:pathLst>
                <a:path extrusionOk="0" h="113664" w="4445">
                  <a:moveTo>
                    <a:pt x="1524" y="0"/>
                  </a:moveTo>
                  <a:lnTo>
                    <a:pt x="1524" y="5334"/>
                  </a:lnTo>
                  <a:lnTo>
                    <a:pt x="1524" y="9144"/>
                  </a:lnTo>
                  <a:lnTo>
                    <a:pt x="1524" y="14478"/>
                  </a:lnTo>
                  <a:lnTo>
                    <a:pt x="2464" y="38742"/>
                  </a:lnTo>
                  <a:lnTo>
                    <a:pt x="3905" y="64579"/>
                  </a:lnTo>
                  <a:lnTo>
                    <a:pt x="3774" y="90130"/>
                  </a:lnTo>
                  <a:lnTo>
                    <a:pt x="0" y="113538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2" name="Google Shape;332;p6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4848593" y="5336273"/>
              <a:ext cx="159283" cy="1196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3" name="Google Shape;333;p6"/>
            <p:cNvSpPr/>
            <p:nvPr/>
          </p:nvSpPr>
          <p:spPr>
            <a:xfrm>
              <a:off x="4923282" y="5669279"/>
              <a:ext cx="28575" cy="180340"/>
            </a:xfrm>
            <a:custGeom>
              <a:rect b="b" l="l" r="r" t="t"/>
              <a:pathLst>
                <a:path extrusionOk="0" h="180339" w="28575">
                  <a:moveTo>
                    <a:pt x="0" y="0"/>
                  </a:moveTo>
                  <a:lnTo>
                    <a:pt x="15240" y="46482"/>
                  </a:lnTo>
                  <a:lnTo>
                    <a:pt x="23169" y="98559"/>
                  </a:lnTo>
                  <a:lnTo>
                    <a:pt x="25824" y="128277"/>
                  </a:lnTo>
                  <a:lnTo>
                    <a:pt x="26574" y="140589"/>
                  </a:lnTo>
                  <a:lnTo>
                    <a:pt x="27181" y="152900"/>
                  </a:lnTo>
                  <a:lnTo>
                    <a:pt x="27432" y="165354"/>
                  </a:lnTo>
                  <a:lnTo>
                    <a:pt x="27432" y="166116"/>
                  </a:lnTo>
                  <a:lnTo>
                    <a:pt x="27432" y="179832"/>
                  </a:lnTo>
                  <a:lnTo>
                    <a:pt x="27432" y="177546"/>
                  </a:lnTo>
                  <a:lnTo>
                    <a:pt x="27432" y="175260"/>
                  </a:lnTo>
                  <a:lnTo>
                    <a:pt x="27432" y="172212"/>
                  </a:lnTo>
                  <a:lnTo>
                    <a:pt x="28194" y="169926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4" name="Google Shape;334;p6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3592817" y="5199875"/>
              <a:ext cx="177571" cy="2149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6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3816845" y="5202923"/>
              <a:ext cx="150139" cy="1737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6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3900665" y="5023091"/>
              <a:ext cx="97561" cy="1082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" name="Google Shape;337;p6"/>
            <p:cNvSpPr/>
            <p:nvPr/>
          </p:nvSpPr>
          <p:spPr>
            <a:xfrm>
              <a:off x="5968269" y="4916138"/>
              <a:ext cx="114935" cy="911225"/>
            </a:xfrm>
            <a:custGeom>
              <a:rect b="b" l="l" r="r" t="t"/>
              <a:pathLst>
                <a:path extrusionOk="0" h="911225" w="114935">
                  <a:moveTo>
                    <a:pt x="96488" y="20097"/>
                  </a:moveTo>
                  <a:lnTo>
                    <a:pt x="60233" y="202"/>
                  </a:lnTo>
                  <a:lnTo>
                    <a:pt x="48768" y="0"/>
                  </a:lnTo>
                  <a:lnTo>
                    <a:pt x="37159" y="511"/>
                  </a:lnTo>
                  <a:lnTo>
                    <a:pt x="273" y="25919"/>
                  </a:lnTo>
                  <a:lnTo>
                    <a:pt x="0" y="38862"/>
                  </a:lnTo>
                  <a:lnTo>
                    <a:pt x="726" y="51946"/>
                  </a:lnTo>
                  <a:lnTo>
                    <a:pt x="1238" y="63531"/>
                  </a:lnTo>
                  <a:lnTo>
                    <a:pt x="3714" y="121062"/>
                  </a:lnTo>
                  <a:lnTo>
                    <a:pt x="7334" y="178593"/>
                  </a:lnTo>
                  <a:lnTo>
                    <a:pt x="9882" y="216753"/>
                  </a:lnTo>
                  <a:lnTo>
                    <a:pt x="16121" y="292500"/>
                  </a:lnTo>
                  <a:lnTo>
                    <a:pt x="23383" y="368534"/>
                  </a:lnTo>
                  <a:lnTo>
                    <a:pt x="26955" y="406908"/>
                  </a:lnTo>
                  <a:lnTo>
                    <a:pt x="30241" y="445424"/>
                  </a:lnTo>
                  <a:lnTo>
                    <a:pt x="33242" y="484155"/>
                  </a:lnTo>
                  <a:lnTo>
                    <a:pt x="37338" y="558546"/>
                  </a:lnTo>
                  <a:lnTo>
                    <a:pt x="38576" y="633507"/>
                  </a:lnTo>
                  <a:lnTo>
                    <a:pt x="38564" y="667345"/>
                  </a:lnTo>
                  <a:lnTo>
                    <a:pt x="38481" y="701325"/>
                  </a:lnTo>
                  <a:lnTo>
                    <a:pt x="38254" y="735306"/>
                  </a:lnTo>
                  <a:lnTo>
                    <a:pt x="37814" y="769143"/>
                  </a:lnTo>
                  <a:lnTo>
                    <a:pt x="37623" y="800123"/>
                  </a:lnTo>
                  <a:lnTo>
                    <a:pt x="37433" y="831246"/>
                  </a:lnTo>
                  <a:lnTo>
                    <a:pt x="37814" y="862369"/>
                  </a:lnTo>
                  <a:lnTo>
                    <a:pt x="39338" y="893349"/>
                  </a:lnTo>
                  <a:lnTo>
                    <a:pt x="39338" y="894873"/>
                  </a:lnTo>
                  <a:lnTo>
                    <a:pt x="39338" y="908589"/>
                  </a:lnTo>
                  <a:lnTo>
                    <a:pt x="41624" y="910113"/>
                  </a:lnTo>
                  <a:lnTo>
                    <a:pt x="43148" y="910875"/>
                  </a:lnTo>
                  <a:lnTo>
                    <a:pt x="52292" y="910875"/>
                  </a:lnTo>
                  <a:lnTo>
                    <a:pt x="53054" y="910113"/>
                  </a:lnTo>
                  <a:lnTo>
                    <a:pt x="64353" y="909661"/>
                  </a:lnTo>
                  <a:lnTo>
                    <a:pt x="75438" y="909351"/>
                  </a:lnTo>
                  <a:lnTo>
                    <a:pt x="86379" y="909042"/>
                  </a:lnTo>
                  <a:lnTo>
                    <a:pt x="97250" y="908589"/>
                  </a:lnTo>
                  <a:lnTo>
                    <a:pt x="106394" y="907065"/>
                  </a:lnTo>
                  <a:lnTo>
                    <a:pt x="109442" y="907065"/>
                  </a:lnTo>
                  <a:lnTo>
                    <a:pt x="114776" y="904017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8" name="Google Shape;338;p6"/>
            <p:cNvGrpSpPr/>
            <p:nvPr/>
          </p:nvGrpSpPr>
          <p:grpSpPr>
            <a:xfrm>
              <a:off x="6012167" y="4928603"/>
              <a:ext cx="392696" cy="131839"/>
              <a:chOff x="6012167" y="4928603"/>
              <a:chExt cx="392696" cy="131839"/>
            </a:xfrm>
          </p:grpSpPr>
          <p:pic>
            <p:nvPicPr>
              <p:cNvPr id="339" name="Google Shape;339;p6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6012167" y="4992611"/>
                <a:ext cx="223291" cy="6479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0" name="Google Shape;340;p6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6266675" y="4928603"/>
                <a:ext cx="90703" cy="1158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1" name="Google Shape;341;p6"/>
              <p:cNvSpPr/>
              <p:nvPr/>
            </p:nvSpPr>
            <p:spPr>
              <a:xfrm>
                <a:off x="6398513" y="4999482"/>
                <a:ext cx="6350" cy="60960"/>
              </a:xfrm>
              <a:custGeom>
                <a:rect b="b" l="l" r="r" t="t"/>
                <a:pathLst>
                  <a:path extrusionOk="0" h="60960" w="6350">
                    <a:moveTo>
                      <a:pt x="0" y="0"/>
                    </a:moveTo>
                    <a:lnTo>
                      <a:pt x="23" y="8453"/>
                    </a:lnTo>
                    <a:lnTo>
                      <a:pt x="190" y="16764"/>
                    </a:lnTo>
                    <a:lnTo>
                      <a:pt x="642" y="25074"/>
                    </a:lnTo>
                    <a:lnTo>
                      <a:pt x="1524" y="33528"/>
                    </a:lnTo>
                    <a:lnTo>
                      <a:pt x="2238" y="40386"/>
                    </a:lnTo>
                    <a:lnTo>
                      <a:pt x="3238" y="47244"/>
                    </a:lnTo>
                    <a:lnTo>
                      <a:pt x="4524" y="54102"/>
                    </a:lnTo>
                    <a:lnTo>
                      <a:pt x="6096" y="6096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2" name="Google Shape;342;p6"/>
            <p:cNvSpPr/>
            <p:nvPr/>
          </p:nvSpPr>
          <p:spPr>
            <a:xfrm>
              <a:off x="6486144" y="4921758"/>
              <a:ext cx="260985" cy="35560"/>
            </a:xfrm>
            <a:custGeom>
              <a:rect b="b" l="l" r="r" t="t"/>
              <a:pathLst>
                <a:path extrusionOk="0" h="35560" w="260984">
                  <a:moveTo>
                    <a:pt x="0" y="35052"/>
                  </a:moveTo>
                  <a:lnTo>
                    <a:pt x="18288" y="31944"/>
                  </a:lnTo>
                  <a:lnTo>
                    <a:pt x="36576" y="28479"/>
                  </a:lnTo>
                  <a:lnTo>
                    <a:pt x="54864" y="24872"/>
                  </a:lnTo>
                  <a:lnTo>
                    <a:pt x="73152" y="21336"/>
                  </a:lnTo>
                  <a:lnTo>
                    <a:pt x="126873" y="13906"/>
                  </a:lnTo>
                  <a:lnTo>
                    <a:pt x="180594" y="7620"/>
                  </a:lnTo>
                  <a:lnTo>
                    <a:pt x="218979" y="4381"/>
                  </a:lnTo>
                  <a:lnTo>
                    <a:pt x="256794" y="2286"/>
                  </a:lnTo>
                  <a:lnTo>
                    <a:pt x="259079" y="2286"/>
                  </a:lnTo>
                  <a:lnTo>
                    <a:pt x="259842" y="2286"/>
                  </a:lnTo>
                  <a:lnTo>
                    <a:pt x="260604" y="1524"/>
                  </a:lnTo>
                  <a:lnTo>
                    <a:pt x="250197" y="1500"/>
                  </a:lnTo>
                  <a:lnTo>
                    <a:pt x="239649" y="1333"/>
                  </a:lnTo>
                  <a:lnTo>
                    <a:pt x="229100" y="881"/>
                  </a:lnTo>
                  <a:lnTo>
                    <a:pt x="218694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6"/>
            <p:cNvSpPr/>
            <p:nvPr/>
          </p:nvSpPr>
          <p:spPr>
            <a:xfrm>
              <a:off x="6816090" y="4780788"/>
              <a:ext cx="176530" cy="949960"/>
            </a:xfrm>
            <a:custGeom>
              <a:rect b="b" l="l" r="r" t="t"/>
              <a:pathLst>
                <a:path extrusionOk="0" h="949960" w="176529">
                  <a:moveTo>
                    <a:pt x="0" y="27432"/>
                  </a:moveTo>
                  <a:lnTo>
                    <a:pt x="48768" y="17526"/>
                  </a:lnTo>
                  <a:lnTo>
                    <a:pt x="82867" y="7334"/>
                  </a:lnTo>
                  <a:lnTo>
                    <a:pt x="100417" y="2845"/>
                  </a:lnTo>
                  <a:lnTo>
                    <a:pt x="118110" y="0"/>
                  </a:lnTo>
                  <a:lnTo>
                    <a:pt x="127896" y="23"/>
                  </a:lnTo>
                  <a:lnTo>
                    <a:pt x="135826" y="1905"/>
                  </a:lnTo>
                  <a:lnTo>
                    <a:pt x="156591" y="51339"/>
                  </a:lnTo>
                  <a:lnTo>
                    <a:pt x="159150" y="122872"/>
                  </a:lnTo>
                  <a:lnTo>
                    <a:pt x="159162" y="156591"/>
                  </a:lnTo>
                  <a:lnTo>
                    <a:pt x="159031" y="190309"/>
                  </a:lnTo>
                  <a:lnTo>
                    <a:pt x="159258" y="224028"/>
                  </a:lnTo>
                  <a:lnTo>
                    <a:pt x="159972" y="261866"/>
                  </a:lnTo>
                  <a:lnTo>
                    <a:pt x="160972" y="299847"/>
                  </a:lnTo>
                  <a:lnTo>
                    <a:pt x="162258" y="337827"/>
                  </a:lnTo>
                  <a:lnTo>
                    <a:pt x="163830" y="375666"/>
                  </a:lnTo>
                  <a:lnTo>
                    <a:pt x="165270" y="423552"/>
                  </a:lnTo>
                  <a:lnTo>
                    <a:pt x="166211" y="471297"/>
                  </a:lnTo>
                  <a:lnTo>
                    <a:pt x="166723" y="519041"/>
                  </a:lnTo>
                  <a:lnTo>
                    <a:pt x="166878" y="566928"/>
                  </a:lnTo>
                  <a:lnTo>
                    <a:pt x="167318" y="611635"/>
                  </a:lnTo>
                  <a:lnTo>
                    <a:pt x="167544" y="656558"/>
                  </a:lnTo>
                  <a:lnTo>
                    <a:pt x="167628" y="701623"/>
                  </a:lnTo>
                  <a:lnTo>
                    <a:pt x="167640" y="746760"/>
                  </a:lnTo>
                  <a:lnTo>
                    <a:pt x="167663" y="773179"/>
                  </a:lnTo>
                  <a:lnTo>
                    <a:pt x="167830" y="799814"/>
                  </a:lnTo>
                  <a:lnTo>
                    <a:pt x="168282" y="826591"/>
                  </a:lnTo>
                  <a:lnTo>
                    <a:pt x="169164" y="853440"/>
                  </a:lnTo>
                  <a:lnTo>
                    <a:pt x="169652" y="869680"/>
                  </a:lnTo>
                  <a:lnTo>
                    <a:pt x="170211" y="886206"/>
                  </a:lnTo>
                  <a:lnTo>
                    <a:pt x="171199" y="902731"/>
                  </a:lnTo>
                  <a:lnTo>
                    <a:pt x="172974" y="918972"/>
                  </a:lnTo>
                  <a:lnTo>
                    <a:pt x="173736" y="925830"/>
                  </a:lnTo>
                  <a:lnTo>
                    <a:pt x="174498" y="932688"/>
                  </a:lnTo>
                  <a:lnTo>
                    <a:pt x="175260" y="939546"/>
                  </a:lnTo>
                  <a:lnTo>
                    <a:pt x="176022" y="941070"/>
                  </a:lnTo>
                  <a:lnTo>
                    <a:pt x="176022" y="941832"/>
                  </a:lnTo>
                  <a:lnTo>
                    <a:pt x="169164" y="938022"/>
                  </a:lnTo>
                  <a:lnTo>
                    <a:pt x="163068" y="934974"/>
                  </a:lnTo>
                  <a:lnTo>
                    <a:pt x="154686" y="933450"/>
                  </a:lnTo>
                  <a:lnTo>
                    <a:pt x="140815" y="931425"/>
                  </a:lnTo>
                  <a:lnTo>
                    <a:pt x="126015" y="930973"/>
                  </a:lnTo>
                  <a:lnTo>
                    <a:pt x="111073" y="931949"/>
                  </a:lnTo>
                  <a:lnTo>
                    <a:pt x="96774" y="934212"/>
                  </a:lnTo>
                  <a:lnTo>
                    <a:pt x="83379" y="938414"/>
                  </a:lnTo>
                  <a:lnTo>
                    <a:pt x="69627" y="943832"/>
                  </a:lnTo>
                  <a:lnTo>
                    <a:pt x="55733" y="948249"/>
                  </a:lnTo>
                  <a:lnTo>
                    <a:pt x="41910" y="949452"/>
                  </a:lnTo>
                  <a:lnTo>
                    <a:pt x="40386" y="948690"/>
                  </a:lnTo>
                  <a:lnTo>
                    <a:pt x="38862" y="947928"/>
                  </a:lnTo>
                  <a:lnTo>
                    <a:pt x="36576" y="947166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4" name="Google Shape;344;p6"/>
            <p:cNvGrpSpPr/>
            <p:nvPr/>
          </p:nvGrpSpPr>
          <p:grpSpPr>
            <a:xfrm>
              <a:off x="7272528" y="5089398"/>
              <a:ext cx="91821" cy="72771"/>
              <a:chOff x="7272528" y="5089398"/>
              <a:chExt cx="91821" cy="72771"/>
            </a:xfrm>
          </p:grpSpPr>
          <p:sp>
            <p:nvSpPr>
              <p:cNvPr id="345" name="Google Shape;345;p6"/>
              <p:cNvSpPr/>
              <p:nvPr/>
            </p:nvSpPr>
            <p:spPr>
              <a:xfrm>
                <a:off x="7272528" y="5089398"/>
                <a:ext cx="59055" cy="16510"/>
              </a:xfrm>
              <a:custGeom>
                <a:rect b="b" l="l" r="r" t="t"/>
                <a:pathLst>
                  <a:path extrusionOk="0" h="16510" w="59054">
                    <a:moveTo>
                      <a:pt x="0" y="16001"/>
                    </a:moveTo>
                    <a:lnTo>
                      <a:pt x="38862" y="6095"/>
                    </a:lnTo>
                    <a:lnTo>
                      <a:pt x="45720" y="3809"/>
                    </a:lnTo>
                    <a:lnTo>
                      <a:pt x="51816" y="2285"/>
                    </a:lnTo>
                    <a:lnTo>
                      <a:pt x="58674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6"/>
              <p:cNvSpPr/>
              <p:nvPr/>
            </p:nvSpPr>
            <p:spPr>
              <a:xfrm>
                <a:off x="7278624" y="5145024"/>
                <a:ext cx="85725" cy="17145"/>
              </a:xfrm>
              <a:custGeom>
                <a:rect b="b" l="l" r="r" t="t"/>
                <a:pathLst>
                  <a:path extrusionOk="0" h="17145" w="85725">
                    <a:moveTo>
                      <a:pt x="0" y="16001"/>
                    </a:moveTo>
                    <a:lnTo>
                      <a:pt x="13001" y="16775"/>
                    </a:lnTo>
                    <a:lnTo>
                      <a:pt x="25146" y="15906"/>
                    </a:lnTo>
                    <a:lnTo>
                      <a:pt x="37290" y="13751"/>
                    </a:lnTo>
                    <a:lnTo>
                      <a:pt x="50292" y="10667"/>
                    </a:lnTo>
                    <a:lnTo>
                      <a:pt x="61972" y="8941"/>
                    </a:lnTo>
                    <a:lnTo>
                      <a:pt x="75723" y="7715"/>
                    </a:lnTo>
                    <a:lnTo>
                      <a:pt x="85332" y="6060"/>
                    </a:lnTo>
                    <a:lnTo>
                      <a:pt x="84582" y="3047"/>
                    </a:lnTo>
                    <a:lnTo>
                      <a:pt x="84582" y="761"/>
                    </a:lnTo>
                    <a:lnTo>
                      <a:pt x="83058" y="0"/>
                    </a:lnTo>
                    <a:lnTo>
                      <a:pt x="78486" y="1523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7" name="Google Shape;347;p6"/>
            <p:cNvSpPr/>
            <p:nvPr/>
          </p:nvSpPr>
          <p:spPr>
            <a:xfrm>
              <a:off x="5666232" y="4890801"/>
              <a:ext cx="186055" cy="1004569"/>
            </a:xfrm>
            <a:custGeom>
              <a:rect b="b" l="l" r="r" t="t"/>
              <a:pathLst>
                <a:path extrusionOk="0" h="1004570" w="186054">
                  <a:moveTo>
                    <a:pt x="0" y="17240"/>
                  </a:moveTo>
                  <a:lnTo>
                    <a:pt x="43612" y="5774"/>
                  </a:lnTo>
                  <a:lnTo>
                    <a:pt x="90487" y="0"/>
                  </a:lnTo>
                  <a:lnTo>
                    <a:pt x="107108" y="631"/>
                  </a:lnTo>
                  <a:lnTo>
                    <a:pt x="135636" y="26860"/>
                  </a:lnTo>
                  <a:lnTo>
                    <a:pt x="139338" y="85236"/>
                  </a:lnTo>
                  <a:lnTo>
                    <a:pt x="139350" y="116585"/>
                  </a:lnTo>
                  <a:lnTo>
                    <a:pt x="139219" y="147792"/>
                  </a:lnTo>
                  <a:lnTo>
                    <a:pt x="139446" y="178784"/>
                  </a:lnTo>
                  <a:lnTo>
                    <a:pt x="140922" y="220825"/>
                  </a:lnTo>
                  <a:lnTo>
                    <a:pt x="143827" y="262508"/>
                  </a:lnTo>
                  <a:lnTo>
                    <a:pt x="147589" y="304049"/>
                  </a:lnTo>
                  <a:lnTo>
                    <a:pt x="151638" y="345662"/>
                  </a:lnTo>
                  <a:lnTo>
                    <a:pt x="156923" y="398325"/>
                  </a:lnTo>
                  <a:lnTo>
                    <a:pt x="161732" y="451135"/>
                  </a:lnTo>
                  <a:lnTo>
                    <a:pt x="165957" y="504054"/>
                  </a:lnTo>
                  <a:lnTo>
                    <a:pt x="169487" y="557047"/>
                  </a:lnTo>
                  <a:lnTo>
                    <a:pt x="172212" y="610076"/>
                  </a:lnTo>
                  <a:lnTo>
                    <a:pt x="174212" y="659784"/>
                  </a:lnTo>
                  <a:lnTo>
                    <a:pt x="175641" y="709421"/>
                  </a:lnTo>
                  <a:lnTo>
                    <a:pt x="176498" y="758916"/>
                  </a:lnTo>
                  <a:lnTo>
                    <a:pt x="176784" y="808196"/>
                  </a:lnTo>
                  <a:lnTo>
                    <a:pt x="176795" y="839497"/>
                  </a:lnTo>
                  <a:lnTo>
                    <a:pt x="176879" y="870584"/>
                  </a:lnTo>
                  <a:lnTo>
                    <a:pt x="177546" y="932402"/>
                  </a:lnTo>
                  <a:lnTo>
                    <a:pt x="183642" y="961358"/>
                  </a:lnTo>
                  <a:lnTo>
                    <a:pt x="185166" y="965930"/>
                  </a:lnTo>
                  <a:lnTo>
                    <a:pt x="185928" y="968216"/>
                  </a:lnTo>
                  <a:lnTo>
                    <a:pt x="185928" y="972788"/>
                  </a:lnTo>
                  <a:lnTo>
                    <a:pt x="185928" y="975074"/>
                  </a:lnTo>
                  <a:lnTo>
                    <a:pt x="185928" y="977360"/>
                  </a:lnTo>
                  <a:lnTo>
                    <a:pt x="185928" y="979646"/>
                  </a:lnTo>
                  <a:lnTo>
                    <a:pt x="183642" y="978884"/>
                  </a:lnTo>
                  <a:lnTo>
                    <a:pt x="182118" y="978122"/>
                  </a:lnTo>
                  <a:lnTo>
                    <a:pt x="180594" y="977360"/>
                  </a:lnTo>
                  <a:lnTo>
                    <a:pt x="173736" y="975836"/>
                  </a:lnTo>
                  <a:lnTo>
                    <a:pt x="132326" y="1001815"/>
                  </a:lnTo>
                  <a:lnTo>
                    <a:pt x="120396" y="1004030"/>
                  </a:lnTo>
                  <a:lnTo>
                    <a:pt x="115062" y="1004030"/>
                  </a:lnTo>
                  <a:lnTo>
                    <a:pt x="109728" y="1004030"/>
                  </a:lnTo>
                  <a:lnTo>
                    <a:pt x="103632" y="100403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6"/>
            <p:cNvSpPr/>
            <p:nvPr/>
          </p:nvSpPr>
          <p:spPr>
            <a:xfrm>
              <a:off x="4686240" y="4920234"/>
              <a:ext cx="199390" cy="1232535"/>
            </a:xfrm>
            <a:custGeom>
              <a:rect b="b" l="l" r="r" t="t"/>
              <a:pathLst>
                <a:path extrusionOk="0" h="1232535" w="199389">
                  <a:moveTo>
                    <a:pt x="198941" y="0"/>
                  </a:moveTo>
                  <a:lnTo>
                    <a:pt x="159317" y="6095"/>
                  </a:lnTo>
                  <a:lnTo>
                    <a:pt x="133707" y="10727"/>
                  </a:lnTo>
                  <a:lnTo>
                    <a:pt x="108168" y="15144"/>
                  </a:lnTo>
                  <a:lnTo>
                    <a:pt x="56447" y="21335"/>
                  </a:lnTo>
                  <a:lnTo>
                    <a:pt x="9203" y="22859"/>
                  </a:lnTo>
                  <a:lnTo>
                    <a:pt x="6155" y="22859"/>
                  </a:lnTo>
                  <a:lnTo>
                    <a:pt x="3107" y="22859"/>
                  </a:lnTo>
                  <a:lnTo>
                    <a:pt x="59" y="22859"/>
                  </a:lnTo>
                  <a:lnTo>
                    <a:pt x="1023" y="61972"/>
                  </a:lnTo>
                  <a:lnTo>
                    <a:pt x="11965" y="115442"/>
                  </a:lnTo>
                  <a:lnTo>
                    <a:pt x="16930" y="135445"/>
                  </a:lnTo>
                  <a:lnTo>
                    <a:pt x="21395" y="155447"/>
                  </a:lnTo>
                  <a:lnTo>
                    <a:pt x="33111" y="222218"/>
                  </a:lnTo>
                  <a:lnTo>
                    <a:pt x="39683" y="289559"/>
                  </a:lnTo>
                  <a:lnTo>
                    <a:pt x="44065" y="352424"/>
                  </a:lnTo>
                  <a:lnTo>
                    <a:pt x="45684" y="383857"/>
                  </a:lnTo>
                  <a:lnTo>
                    <a:pt x="47303" y="415289"/>
                  </a:lnTo>
                  <a:lnTo>
                    <a:pt x="50161" y="486822"/>
                  </a:lnTo>
                  <a:lnTo>
                    <a:pt x="51875" y="557783"/>
                  </a:lnTo>
                  <a:lnTo>
                    <a:pt x="52542" y="633221"/>
                  </a:lnTo>
                  <a:lnTo>
                    <a:pt x="52637" y="708659"/>
                  </a:lnTo>
                  <a:lnTo>
                    <a:pt x="51899" y="763523"/>
                  </a:lnTo>
                  <a:lnTo>
                    <a:pt x="50161" y="818387"/>
                  </a:lnTo>
                  <a:lnTo>
                    <a:pt x="48136" y="873251"/>
                  </a:lnTo>
                  <a:lnTo>
                    <a:pt x="46541" y="928115"/>
                  </a:lnTo>
                  <a:lnTo>
                    <a:pt x="46101" y="960239"/>
                  </a:lnTo>
                  <a:lnTo>
                    <a:pt x="45874" y="992504"/>
                  </a:lnTo>
                  <a:lnTo>
                    <a:pt x="45791" y="1024770"/>
                  </a:lnTo>
                  <a:lnTo>
                    <a:pt x="45779" y="1056893"/>
                  </a:lnTo>
                  <a:lnTo>
                    <a:pt x="45767" y="1081349"/>
                  </a:lnTo>
                  <a:lnTo>
                    <a:pt x="45684" y="1105661"/>
                  </a:lnTo>
                  <a:lnTo>
                    <a:pt x="45458" y="1129974"/>
                  </a:lnTo>
                  <a:lnTo>
                    <a:pt x="45017" y="1154429"/>
                  </a:lnTo>
                  <a:lnTo>
                    <a:pt x="44577" y="1169169"/>
                  </a:lnTo>
                  <a:lnTo>
                    <a:pt x="44350" y="1183766"/>
                  </a:lnTo>
                  <a:lnTo>
                    <a:pt x="44267" y="1198364"/>
                  </a:lnTo>
                  <a:lnTo>
                    <a:pt x="44255" y="1213103"/>
                  </a:lnTo>
                  <a:lnTo>
                    <a:pt x="44255" y="1219199"/>
                  </a:lnTo>
                  <a:lnTo>
                    <a:pt x="44255" y="1226057"/>
                  </a:lnTo>
                  <a:lnTo>
                    <a:pt x="44255" y="1232153"/>
                  </a:lnTo>
                  <a:lnTo>
                    <a:pt x="48827" y="1230629"/>
                  </a:lnTo>
                  <a:lnTo>
                    <a:pt x="52637" y="1228343"/>
                  </a:lnTo>
                  <a:lnTo>
                    <a:pt x="57209" y="1226057"/>
                  </a:lnTo>
                  <a:lnTo>
                    <a:pt x="68091" y="1221140"/>
                  </a:lnTo>
                  <a:lnTo>
                    <a:pt x="79117" y="1217580"/>
                  </a:lnTo>
                  <a:lnTo>
                    <a:pt x="90427" y="1215020"/>
                  </a:lnTo>
                  <a:lnTo>
                    <a:pt x="102167" y="1213103"/>
                  </a:lnTo>
                  <a:lnTo>
                    <a:pt x="113907" y="1211103"/>
                  </a:lnTo>
                  <a:lnTo>
                    <a:pt x="125218" y="1209103"/>
                  </a:lnTo>
                  <a:lnTo>
                    <a:pt x="136243" y="1206245"/>
                  </a:lnTo>
                  <a:lnTo>
                    <a:pt x="147125" y="1201673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6"/>
            <p:cNvSpPr/>
            <p:nvPr/>
          </p:nvSpPr>
          <p:spPr>
            <a:xfrm>
              <a:off x="5132832" y="5313426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810"/>
                  </a:moveTo>
                  <a:lnTo>
                    <a:pt x="0" y="12192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2192"/>
                  </a:lnTo>
                  <a:lnTo>
                    <a:pt x="15239" y="7620"/>
                  </a:lnTo>
                  <a:lnTo>
                    <a:pt x="15239" y="3810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6"/>
            <p:cNvSpPr/>
            <p:nvPr/>
          </p:nvSpPr>
          <p:spPr>
            <a:xfrm>
              <a:off x="5298185" y="5281421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810"/>
                  </a:moveTo>
                  <a:lnTo>
                    <a:pt x="0" y="12192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2192"/>
                  </a:lnTo>
                  <a:lnTo>
                    <a:pt x="15239" y="7620"/>
                  </a:lnTo>
                  <a:lnTo>
                    <a:pt x="15239" y="3810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6"/>
            <p:cNvSpPr/>
            <p:nvPr/>
          </p:nvSpPr>
          <p:spPr>
            <a:xfrm>
              <a:off x="5380482" y="5269229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7"/>
                  </a:moveTo>
                  <a:lnTo>
                    <a:pt x="0" y="11429"/>
                  </a:lnTo>
                  <a:lnTo>
                    <a:pt x="3047" y="15239"/>
                  </a:lnTo>
                  <a:lnTo>
                    <a:pt x="11429" y="15239"/>
                  </a:lnTo>
                  <a:lnTo>
                    <a:pt x="15239" y="11429"/>
                  </a:lnTo>
                  <a:lnTo>
                    <a:pt x="15239" y="7619"/>
                  </a:lnTo>
                  <a:lnTo>
                    <a:pt x="15239" y="3047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6"/>
            <p:cNvSpPr/>
            <p:nvPr/>
          </p:nvSpPr>
          <p:spPr>
            <a:xfrm>
              <a:off x="5564123" y="5042153"/>
              <a:ext cx="28575" cy="168910"/>
            </a:xfrm>
            <a:custGeom>
              <a:rect b="b" l="l" r="r" t="t"/>
              <a:pathLst>
                <a:path extrusionOk="0" h="168910" w="28575">
                  <a:moveTo>
                    <a:pt x="0" y="0"/>
                  </a:moveTo>
                  <a:lnTo>
                    <a:pt x="20383" y="39338"/>
                  </a:lnTo>
                  <a:lnTo>
                    <a:pt x="28194" y="83820"/>
                  </a:lnTo>
                  <a:lnTo>
                    <a:pt x="28479" y="100512"/>
                  </a:lnTo>
                  <a:lnTo>
                    <a:pt x="28194" y="117348"/>
                  </a:lnTo>
                  <a:lnTo>
                    <a:pt x="27336" y="134183"/>
                  </a:lnTo>
                  <a:lnTo>
                    <a:pt x="25908" y="150876"/>
                  </a:lnTo>
                  <a:lnTo>
                    <a:pt x="25146" y="156972"/>
                  </a:lnTo>
                  <a:lnTo>
                    <a:pt x="23622" y="163068"/>
                  </a:lnTo>
                  <a:lnTo>
                    <a:pt x="22098" y="168402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3" name="Google Shape;353;p6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5520677" y="5359895"/>
              <a:ext cx="180881" cy="1265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4" name="Google Shape;354;p6"/>
            <p:cNvSpPr/>
            <p:nvPr/>
          </p:nvSpPr>
          <p:spPr>
            <a:xfrm>
              <a:off x="5628798" y="5632703"/>
              <a:ext cx="14604" cy="271780"/>
            </a:xfrm>
            <a:custGeom>
              <a:rect b="b" l="l" r="r" t="t"/>
              <a:pathLst>
                <a:path extrusionOk="0" h="271779" w="14604">
                  <a:moveTo>
                    <a:pt x="857" y="0"/>
                  </a:moveTo>
                  <a:lnTo>
                    <a:pt x="321" y="19311"/>
                  </a:lnTo>
                  <a:lnTo>
                    <a:pt x="0" y="38481"/>
                  </a:lnTo>
                  <a:lnTo>
                    <a:pt x="107" y="57650"/>
                  </a:lnTo>
                  <a:lnTo>
                    <a:pt x="857" y="76962"/>
                  </a:lnTo>
                  <a:lnTo>
                    <a:pt x="2571" y="103250"/>
                  </a:lnTo>
                  <a:lnTo>
                    <a:pt x="4286" y="129539"/>
                  </a:lnTo>
                  <a:lnTo>
                    <a:pt x="6000" y="155828"/>
                  </a:lnTo>
                  <a:lnTo>
                    <a:pt x="7715" y="182118"/>
                  </a:lnTo>
                  <a:lnTo>
                    <a:pt x="9298" y="199834"/>
                  </a:lnTo>
                  <a:lnTo>
                    <a:pt x="10667" y="217551"/>
                  </a:lnTo>
                  <a:lnTo>
                    <a:pt x="11894" y="235267"/>
                  </a:lnTo>
                  <a:lnTo>
                    <a:pt x="13049" y="252984"/>
                  </a:lnTo>
                  <a:lnTo>
                    <a:pt x="13489" y="259151"/>
                  </a:lnTo>
                  <a:lnTo>
                    <a:pt x="13715" y="266319"/>
                  </a:lnTo>
                  <a:lnTo>
                    <a:pt x="13799" y="271200"/>
                  </a:lnTo>
                  <a:lnTo>
                    <a:pt x="13811" y="270510"/>
                  </a:lnTo>
                  <a:lnTo>
                    <a:pt x="14573" y="266700"/>
                  </a:lnTo>
                  <a:lnTo>
                    <a:pt x="13811" y="262128"/>
                  </a:lnTo>
                  <a:lnTo>
                    <a:pt x="13811" y="258318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5" name="Google Shape;355;p6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5750455" y="6009881"/>
              <a:ext cx="245460" cy="127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p6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6903707" y="5785091"/>
              <a:ext cx="263677" cy="1722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7" name="Google Shape;357;p6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8218919" y="5000993"/>
              <a:ext cx="158508" cy="15471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8" name="Google Shape;358;p6"/>
            <p:cNvGrpSpPr/>
            <p:nvPr/>
          </p:nvGrpSpPr>
          <p:grpSpPr>
            <a:xfrm>
              <a:off x="8445995" y="4853165"/>
              <a:ext cx="211099" cy="267487"/>
              <a:chOff x="8445995" y="4853165"/>
              <a:chExt cx="211099" cy="267487"/>
            </a:xfrm>
          </p:grpSpPr>
          <p:pic>
            <p:nvPicPr>
              <p:cNvPr id="359" name="Google Shape;359;p6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8445995" y="4967465"/>
                <a:ext cx="169189" cy="1531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0" name="Google Shape;360;p6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8576297" y="4853165"/>
                <a:ext cx="80797" cy="9070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61" name="Google Shape;361;p6"/>
            <p:cNvSpPr/>
            <p:nvPr/>
          </p:nvSpPr>
          <p:spPr>
            <a:xfrm>
              <a:off x="6037326" y="5236464"/>
              <a:ext cx="158115" cy="30480"/>
            </a:xfrm>
            <a:custGeom>
              <a:rect b="b" l="l" r="r" t="t"/>
              <a:pathLst>
                <a:path extrusionOk="0" h="30479" w="158114">
                  <a:moveTo>
                    <a:pt x="0" y="30479"/>
                  </a:moveTo>
                  <a:lnTo>
                    <a:pt x="15763" y="30063"/>
                  </a:lnTo>
                  <a:lnTo>
                    <a:pt x="31242" y="28860"/>
                  </a:lnTo>
                  <a:lnTo>
                    <a:pt x="46720" y="26943"/>
                  </a:lnTo>
                  <a:lnTo>
                    <a:pt x="62484" y="24383"/>
                  </a:lnTo>
                  <a:lnTo>
                    <a:pt x="80319" y="21538"/>
                  </a:lnTo>
                  <a:lnTo>
                    <a:pt x="98298" y="18764"/>
                  </a:lnTo>
                  <a:lnTo>
                    <a:pt x="116276" y="16132"/>
                  </a:lnTo>
                  <a:lnTo>
                    <a:pt x="134112" y="13715"/>
                  </a:lnTo>
                  <a:lnTo>
                    <a:pt x="142494" y="12191"/>
                  </a:lnTo>
                  <a:lnTo>
                    <a:pt x="149352" y="11429"/>
                  </a:lnTo>
                  <a:lnTo>
                    <a:pt x="157734" y="10667"/>
                  </a:lnTo>
                  <a:lnTo>
                    <a:pt x="154686" y="9905"/>
                  </a:lnTo>
                  <a:lnTo>
                    <a:pt x="151638" y="10667"/>
                  </a:lnTo>
                  <a:lnTo>
                    <a:pt x="150114" y="7619"/>
                  </a:lnTo>
                  <a:lnTo>
                    <a:pt x="150114" y="3809"/>
                  </a:lnTo>
                  <a:lnTo>
                    <a:pt x="150114" y="2285"/>
                  </a:lnTo>
                  <a:lnTo>
                    <a:pt x="152400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2" name="Google Shape;362;p6"/>
            <p:cNvGrpSpPr/>
            <p:nvPr/>
          </p:nvGrpSpPr>
          <p:grpSpPr>
            <a:xfrm>
              <a:off x="6254483" y="5186934"/>
              <a:ext cx="514109" cy="137934"/>
              <a:chOff x="6254483" y="5186934"/>
              <a:chExt cx="514109" cy="137934"/>
            </a:xfrm>
          </p:grpSpPr>
          <p:pic>
            <p:nvPicPr>
              <p:cNvPr id="363" name="Google Shape;363;p6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6254483" y="5193017"/>
                <a:ext cx="134137" cy="9146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4" name="Google Shape;364;p6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6409169" y="5254739"/>
                <a:ext cx="73177" cy="701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5" name="Google Shape;365;p6"/>
              <p:cNvSpPr/>
              <p:nvPr/>
            </p:nvSpPr>
            <p:spPr>
              <a:xfrm>
                <a:off x="6470142" y="5186934"/>
                <a:ext cx="298450" cy="29209"/>
              </a:xfrm>
              <a:custGeom>
                <a:rect b="b" l="l" r="r" t="t"/>
                <a:pathLst>
                  <a:path extrusionOk="0" h="29210" w="298450">
                    <a:moveTo>
                      <a:pt x="12191" y="23622"/>
                    </a:moveTo>
                    <a:lnTo>
                      <a:pt x="3809" y="26670"/>
                    </a:lnTo>
                    <a:lnTo>
                      <a:pt x="0" y="24384"/>
                    </a:lnTo>
                    <a:lnTo>
                      <a:pt x="761" y="28956"/>
                    </a:lnTo>
                    <a:lnTo>
                      <a:pt x="42671" y="24384"/>
                    </a:lnTo>
                    <a:lnTo>
                      <a:pt x="70103" y="20073"/>
                    </a:lnTo>
                    <a:lnTo>
                      <a:pt x="97535" y="16192"/>
                    </a:lnTo>
                    <a:lnTo>
                      <a:pt x="152399" y="9144"/>
                    </a:lnTo>
                    <a:lnTo>
                      <a:pt x="200405" y="5048"/>
                    </a:lnTo>
                    <a:lnTo>
                      <a:pt x="248411" y="1524"/>
                    </a:lnTo>
                    <a:lnTo>
                      <a:pt x="291083" y="0"/>
                    </a:lnTo>
                    <a:lnTo>
                      <a:pt x="291845" y="0"/>
                    </a:lnTo>
                    <a:lnTo>
                      <a:pt x="297941" y="0"/>
                    </a:lnTo>
                    <a:lnTo>
                      <a:pt x="291845" y="0"/>
                    </a:lnTo>
                    <a:lnTo>
                      <a:pt x="280987" y="797"/>
                    </a:lnTo>
                    <a:lnTo>
                      <a:pt x="270128" y="1809"/>
                    </a:lnTo>
                    <a:lnTo>
                      <a:pt x="259270" y="2678"/>
                    </a:lnTo>
                    <a:lnTo>
                      <a:pt x="248411" y="3048"/>
                    </a:lnTo>
                    <a:lnTo>
                      <a:pt x="242315" y="3048"/>
                    </a:lnTo>
                    <a:lnTo>
                      <a:pt x="236219" y="3048"/>
                    </a:lnTo>
                    <a:lnTo>
                      <a:pt x="230885" y="3048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6" name="Google Shape;366;p6"/>
            <p:cNvSpPr/>
            <p:nvPr/>
          </p:nvSpPr>
          <p:spPr>
            <a:xfrm>
              <a:off x="6363461" y="5441441"/>
              <a:ext cx="12700" cy="10795"/>
            </a:xfrm>
            <a:custGeom>
              <a:rect b="b" l="l" r="r" t="t"/>
              <a:pathLst>
                <a:path extrusionOk="0" h="10795" w="12700">
                  <a:moveTo>
                    <a:pt x="12191" y="0"/>
                  </a:moveTo>
                  <a:lnTo>
                    <a:pt x="8381" y="3810"/>
                  </a:lnTo>
                  <a:lnTo>
                    <a:pt x="3809" y="7620"/>
                  </a:lnTo>
                  <a:lnTo>
                    <a:pt x="0" y="10668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6"/>
            <p:cNvSpPr/>
            <p:nvPr/>
          </p:nvSpPr>
          <p:spPr>
            <a:xfrm>
              <a:off x="6382511" y="5535929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7"/>
                  </a:moveTo>
                  <a:lnTo>
                    <a:pt x="0" y="11429"/>
                  </a:lnTo>
                  <a:lnTo>
                    <a:pt x="3047" y="15239"/>
                  </a:lnTo>
                  <a:lnTo>
                    <a:pt x="11429" y="15239"/>
                  </a:lnTo>
                  <a:lnTo>
                    <a:pt x="15239" y="11429"/>
                  </a:lnTo>
                  <a:lnTo>
                    <a:pt x="15239" y="7619"/>
                  </a:lnTo>
                  <a:lnTo>
                    <a:pt x="15239" y="3047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8" name="Google Shape;368;p6"/>
            <p:cNvGrpSpPr/>
            <p:nvPr/>
          </p:nvGrpSpPr>
          <p:grpSpPr>
            <a:xfrm>
              <a:off x="6156198" y="5628893"/>
              <a:ext cx="672211" cy="162433"/>
              <a:chOff x="6156198" y="5628893"/>
              <a:chExt cx="672211" cy="162433"/>
            </a:xfrm>
          </p:grpSpPr>
          <p:sp>
            <p:nvSpPr>
              <p:cNvPr id="369" name="Google Shape;369;p6"/>
              <p:cNvSpPr/>
              <p:nvPr/>
            </p:nvSpPr>
            <p:spPr>
              <a:xfrm>
                <a:off x="6156198" y="5701379"/>
                <a:ext cx="181610" cy="14604"/>
              </a:xfrm>
              <a:custGeom>
                <a:rect b="b" l="l" r="r" t="t"/>
                <a:pathLst>
                  <a:path extrusionOk="0" h="14604" w="181610">
                    <a:moveTo>
                      <a:pt x="0" y="14382"/>
                    </a:moveTo>
                    <a:lnTo>
                      <a:pt x="41052" y="13716"/>
                    </a:lnTo>
                    <a:lnTo>
                      <a:pt x="81534" y="9048"/>
                    </a:lnTo>
                    <a:lnTo>
                      <a:pt x="100262" y="6238"/>
                    </a:lnTo>
                    <a:lnTo>
                      <a:pt x="118776" y="3714"/>
                    </a:lnTo>
                    <a:lnTo>
                      <a:pt x="137148" y="1762"/>
                    </a:lnTo>
                    <a:lnTo>
                      <a:pt x="155448" y="666"/>
                    </a:lnTo>
                    <a:lnTo>
                      <a:pt x="161960" y="154"/>
                    </a:lnTo>
                    <a:lnTo>
                      <a:pt x="168687" y="0"/>
                    </a:lnTo>
                    <a:lnTo>
                      <a:pt x="175271" y="559"/>
                    </a:lnTo>
                    <a:lnTo>
                      <a:pt x="181356" y="219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70" name="Google Shape;370;p6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6368021" y="5646407"/>
                <a:ext cx="118897" cy="8917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1" name="Google Shape;371;p6"/>
              <p:cNvSpPr/>
              <p:nvPr/>
            </p:nvSpPr>
            <p:spPr>
              <a:xfrm>
                <a:off x="6525006" y="5731001"/>
                <a:ext cx="39370" cy="60325"/>
              </a:xfrm>
              <a:custGeom>
                <a:rect b="b" l="l" r="r" t="t"/>
                <a:pathLst>
                  <a:path extrusionOk="0" h="60325" w="39370">
                    <a:moveTo>
                      <a:pt x="0" y="9906"/>
                    </a:moveTo>
                    <a:lnTo>
                      <a:pt x="2286" y="45720"/>
                    </a:lnTo>
                    <a:lnTo>
                      <a:pt x="3048" y="49530"/>
                    </a:lnTo>
                    <a:lnTo>
                      <a:pt x="3810" y="53340"/>
                    </a:lnTo>
                    <a:lnTo>
                      <a:pt x="3714" y="45910"/>
                    </a:lnTo>
                    <a:lnTo>
                      <a:pt x="3619" y="38481"/>
                    </a:lnTo>
                    <a:lnTo>
                      <a:pt x="12954" y="3048"/>
                    </a:lnTo>
                    <a:lnTo>
                      <a:pt x="17525" y="0"/>
                    </a:lnTo>
                    <a:lnTo>
                      <a:pt x="36576" y="25908"/>
                    </a:lnTo>
                    <a:lnTo>
                      <a:pt x="37457" y="32325"/>
                    </a:lnTo>
                    <a:lnTo>
                      <a:pt x="37909" y="38957"/>
                    </a:lnTo>
                    <a:lnTo>
                      <a:pt x="38076" y="45731"/>
                    </a:lnTo>
                    <a:lnTo>
                      <a:pt x="38100" y="52578"/>
                    </a:lnTo>
                    <a:lnTo>
                      <a:pt x="38862" y="59436"/>
                    </a:lnTo>
                    <a:lnTo>
                      <a:pt x="38862" y="60198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6"/>
              <p:cNvSpPr/>
              <p:nvPr/>
            </p:nvSpPr>
            <p:spPr>
              <a:xfrm>
                <a:off x="6615684" y="5628893"/>
                <a:ext cx="212725" cy="27940"/>
              </a:xfrm>
              <a:custGeom>
                <a:rect b="b" l="l" r="r" t="t"/>
                <a:pathLst>
                  <a:path extrusionOk="0" h="27939" w="212725">
                    <a:moveTo>
                      <a:pt x="0" y="26669"/>
                    </a:moveTo>
                    <a:lnTo>
                      <a:pt x="15192" y="27384"/>
                    </a:lnTo>
                    <a:lnTo>
                      <a:pt x="30099" y="27241"/>
                    </a:lnTo>
                    <a:lnTo>
                      <a:pt x="45005" y="26241"/>
                    </a:lnTo>
                    <a:lnTo>
                      <a:pt x="101346" y="18859"/>
                    </a:lnTo>
                    <a:lnTo>
                      <a:pt x="142494" y="12191"/>
                    </a:lnTo>
                    <a:lnTo>
                      <a:pt x="158496" y="9775"/>
                    </a:lnTo>
                    <a:lnTo>
                      <a:pt x="174498" y="7143"/>
                    </a:lnTo>
                    <a:lnTo>
                      <a:pt x="190500" y="4369"/>
                    </a:lnTo>
                    <a:lnTo>
                      <a:pt x="206502" y="1523"/>
                    </a:lnTo>
                    <a:lnTo>
                      <a:pt x="208788" y="761"/>
                    </a:lnTo>
                    <a:lnTo>
                      <a:pt x="211074" y="761"/>
                    </a:lnTo>
                    <a:lnTo>
                      <a:pt x="212597" y="0"/>
                    </a:lnTo>
                    <a:lnTo>
                      <a:pt x="207264" y="0"/>
                    </a:lnTo>
                    <a:lnTo>
                      <a:pt x="201168" y="0"/>
                    </a:lnTo>
                    <a:lnTo>
                      <a:pt x="195834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3" name="Google Shape;373;p6"/>
            <p:cNvSpPr/>
            <p:nvPr/>
          </p:nvSpPr>
          <p:spPr>
            <a:xfrm>
              <a:off x="7806690" y="4956809"/>
              <a:ext cx="338455" cy="290830"/>
            </a:xfrm>
            <a:custGeom>
              <a:rect b="b" l="l" r="r" t="t"/>
              <a:pathLst>
                <a:path extrusionOk="0" h="290829" w="338454">
                  <a:moveTo>
                    <a:pt x="295655" y="0"/>
                  </a:moveTo>
                  <a:lnTo>
                    <a:pt x="242399" y="11680"/>
                  </a:lnTo>
                  <a:lnTo>
                    <a:pt x="197369" y="25919"/>
                  </a:lnTo>
                  <a:lnTo>
                    <a:pt x="142815" y="44517"/>
                  </a:lnTo>
                  <a:lnTo>
                    <a:pt x="115823" y="54102"/>
                  </a:lnTo>
                  <a:lnTo>
                    <a:pt x="102655" y="58185"/>
                  </a:lnTo>
                  <a:lnTo>
                    <a:pt x="87629" y="62769"/>
                  </a:lnTo>
                  <a:lnTo>
                    <a:pt x="73175" y="68353"/>
                  </a:lnTo>
                  <a:lnTo>
                    <a:pt x="61721" y="75438"/>
                  </a:lnTo>
                  <a:lnTo>
                    <a:pt x="61721" y="76200"/>
                  </a:lnTo>
                  <a:lnTo>
                    <a:pt x="61721" y="76962"/>
                  </a:lnTo>
                  <a:lnTo>
                    <a:pt x="61721" y="77724"/>
                  </a:lnTo>
                  <a:lnTo>
                    <a:pt x="74175" y="79617"/>
                  </a:lnTo>
                  <a:lnTo>
                    <a:pt x="86486" y="80867"/>
                  </a:lnTo>
                  <a:lnTo>
                    <a:pt x="98798" y="81688"/>
                  </a:lnTo>
                  <a:lnTo>
                    <a:pt x="111251" y="82296"/>
                  </a:lnTo>
                  <a:lnTo>
                    <a:pt x="137076" y="83796"/>
                  </a:lnTo>
                  <a:lnTo>
                    <a:pt x="188725" y="86796"/>
                  </a:lnTo>
                  <a:lnTo>
                    <a:pt x="233779" y="91070"/>
                  </a:lnTo>
                  <a:lnTo>
                    <a:pt x="273379" y="97190"/>
                  </a:lnTo>
                  <a:lnTo>
                    <a:pt x="307181" y="116359"/>
                  </a:lnTo>
                  <a:lnTo>
                    <a:pt x="303275" y="124205"/>
                  </a:lnTo>
                  <a:lnTo>
                    <a:pt x="273176" y="149256"/>
                  </a:lnTo>
                  <a:lnTo>
                    <a:pt x="238505" y="169164"/>
                  </a:lnTo>
                  <a:lnTo>
                    <a:pt x="187261" y="195167"/>
                  </a:lnTo>
                  <a:lnTo>
                    <a:pt x="134873" y="219456"/>
                  </a:lnTo>
                  <a:lnTo>
                    <a:pt x="110430" y="231350"/>
                  </a:lnTo>
                  <a:lnTo>
                    <a:pt x="86201" y="243173"/>
                  </a:lnTo>
                  <a:lnTo>
                    <a:pt x="62114" y="255139"/>
                  </a:lnTo>
                  <a:lnTo>
                    <a:pt x="38099" y="267462"/>
                  </a:lnTo>
                  <a:lnTo>
                    <a:pt x="28396" y="272534"/>
                  </a:lnTo>
                  <a:lnTo>
                    <a:pt x="18192" y="277749"/>
                  </a:lnTo>
                  <a:lnTo>
                    <a:pt x="8417" y="283535"/>
                  </a:lnTo>
                  <a:lnTo>
                    <a:pt x="0" y="290322"/>
                  </a:lnTo>
                  <a:lnTo>
                    <a:pt x="10989" y="290619"/>
                  </a:lnTo>
                  <a:lnTo>
                    <a:pt x="22193" y="290417"/>
                  </a:lnTo>
                  <a:lnTo>
                    <a:pt x="33539" y="289786"/>
                  </a:lnTo>
                  <a:lnTo>
                    <a:pt x="44957" y="288798"/>
                  </a:lnTo>
                  <a:lnTo>
                    <a:pt x="96170" y="281501"/>
                  </a:lnTo>
                  <a:lnTo>
                    <a:pt x="147419" y="274313"/>
                  </a:lnTo>
                  <a:lnTo>
                    <a:pt x="198741" y="267346"/>
                  </a:lnTo>
                  <a:lnTo>
                    <a:pt x="250173" y="260707"/>
                  </a:lnTo>
                  <a:lnTo>
                    <a:pt x="301751" y="254508"/>
                  </a:lnTo>
                  <a:lnTo>
                    <a:pt x="310895" y="253924"/>
                  </a:lnTo>
                  <a:lnTo>
                    <a:pt x="320039" y="253269"/>
                  </a:lnTo>
                  <a:lnTo>
                    <a:pt x="329183" y="252472"/>
                  </a:lnTo>
                  <a:lnTo>
                    <a:pt x="338327" y="251460"/>
                  </a:lnTo>
                  <a:lnTo>
                    <a:pt x="330707" y="251460"/>
                  </a:lnTo>
                  <a:lnTo>
                    <a:pt x="323849" y="251460"/>
                  </a:lnTo>
                  <a:lnTo>
                    <a:pt x="316229" y="25146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4" name="Google Shape;374;p6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7873316" y="4811469"/>
              <a:ext cx="82833" cy="8896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5" name="Google Shape;375;p6"/>
            <p:cNvGrpSpPr/>
            <p:nvPr/>
          </p:nvGrpSpPr>
          <p:grpSpPr>
            <a:xfrm>
              <a:off x="9151620" y="4848213"/>
              <a:ext cx="514564" cy="385445"/>
              <a:chOff x="9151620" y="4848213"/>
              <a:chExt cx="514564" cy="385445"/>
            </a:xfrm>
          </p:grpSpPr>
          <p:sp>
            <p:nvSpPr>
              <p:cNvPr id="376" name="Google Shape;376;p6"/>
              <p:cNvSpPr/>
              <p:nvPr/>
            </p:nvSpPr>
            <p:spPr>
              <a:xfrm>
                <a:off x="9151620" y="4848213"/>
                <a:ext cx="102235" cy="385445"/>
              </a:xfrm>
              <a:custGeom>
                <a:rect b="b" l="l" r="r" t="t"/>
                <a:pathLst>
                  <a:path extrusionOk="0" h="385445" w="102234">
                    <a:moveTo>
                      <a:pt x="95250" y="9536"/>
                    </a:moveTo>
                    <a:lnTo>
                      <a:pt x="82819" y="4262"/>
                    </a:lnTo>
                    <a:lnTo>
                      <a:pt x="71818" y="1059"/>
                    </a:lnTo>
                    <a:lnTo>
                      <a:pt x="60531" y="0"/>
                    </a:lnTo>
                    <a:lnTo>
                      <a:pt x="47244" y="1154"/>
                    </a:lnTo>
                    <a:lnTo>
                      <a:pt x="7215" y="23705"/>
                    </a:lnTo>
                    <a:lnTo>
                      <a:pt x="1988" y="69353"/>
                    </a:lnTo>
                    <a:lnTo>
                      <a:pt x="2190" y="86498"/>
                    </a:lnTo>
                    <a:lnTo>
                      <a:pt x="2821" y="103643"/>
                    </a:lnTo>
                    <a:lnTo>
                      <a:pt x="3810" y="120788"/>
                    </a:lnTo>
                    <a:lnTo>
                      <a:pt x="5179" y="144779"/>
                    </a:lnTo>
                    <a:lnTo>
                      <a:pt x="8203" y="192476"/>
                    </a:lnTo>
                    <a:lnTo>
                      <a:pt x="9775" y="239137"/>
                    </a:lnTo>
                    <a:lnTo>
                      <a:pt x="10191" y="262520"/>
                    </a:lnTo>
                    <a:lnTo>
                      <a:pt x="9894" y="285904"/>
                    </a:lnTo>
                    <a:lnTo>
                      <a:pt x="6977" y="324552"/>
                    </a:lnTo>
                    <a:lnTo>
                      <a:pt x="762" y="371486"/>
                    </a:lnTo>
                    <a:lnTo>
                      <a:pt x="762" y="376820"/>
                    </a:lnTo>
                    <a:lnTo>
                      <a:pt x="0" y="380630"/>
                    </a:lnTo>
                    <a:lnTo>
                      <a:pt x="0" y="385202"/>
                    </a:lnTo>
                    <a:lnTo>
                      <a:pt x="6727" y="383440"/>
                    </a:lnTo>
                    <a:lnTo>
                      <a:pt x="13239" y="380821"/>
                    </a:lnTo>
                    <a:lnTo>
                      <a:pt x="19609" y="377916"/>
                    </a:lnTo>
                    <a:lnTo>
                      <a:pt x="25908" y="375296"/>
                    </a:lnTo>
                    <a:lnTo>
                      <a:pt x="40100" y="370522"/>
                    </a:lnTo>
                    <a:lnTo>
                      <a:pt x="54292" y="367391"/>
                    </a:lnTo>
                    <a:lnTo>
                      <a:pt x="68770" y="365545"/>
                    </a:lnTo>
                    <a:lnTo>
                      <a:pt x="83820" y="364628"/>
                    </a:lnTo>
                    <a:lnTo>
                      <a:pt x="91440" y="364628"/>
                    </a:lnTo>
                    <a:lnTo>
                      <a:pt x="95250" y="364628"/>
                    </a:lnTo>
                    <a:lnTo>
                      <a:pt x="102108" y="36767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77" name="Google Shape;377;p6"/>
              <p:cNvPicPr preferRelativeResize="0"/>
              <p:nvPr/>
            </p:nvPicPr>
            <p:blipFill rotWithShape="1">
              <a:blip r:embed="rId49">
                <a:alphaModFix/>
              </a:blip>
              <a:srcRect b="0" l="0" r="0" t="0"/>
              <a:stretch/>
            </p:blipFill>
            <p:spPr>
              <a:xfrm>
                <a:off x="9258216" y="4917935"/>
                <a:ext cx="276571" cy="15471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8" name="Google Shape;378;p6"/>
              <p:cNvPicPr preferRelativeResize="0"/>
              <p:nvPr/>
            </p:nvPicPr>
            <p:blipFill rotWithShape="1">
              <a:blip r:embed="rId50">
                <a:alphaModFix/>
              </a:blip>
              <a:srcRect b="0" l="0" r="0" t="0"/>
              <a:stretch/>
            </p:blipFill>
            <p:spPr>
              <a:xfrm>
                <a:off x="9556991" y="4918697"/>
                <a:ext cx="109193" cy="11965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79" name="Google Shape;379;p6"/>
            <p:cNvGrpSpPr/>
            <p:nvPr/>
          </p:nvGrpSpPr>
          <p:grpSpPr>
            <a:xfrm>
              <a:off x="7847837" y="5333237"/>
              <a:ext cx="224790" cy="113157"/>
              <a:chOff x="7847837" y="5333237"/>
              <a:chExt cx="224790" cy="113157"/>
            </a:xfrm>
          </p:grpSpPr>
          <p:sp>
            <p:nvSpPr>
              <p:cNvPr id="380" name="Google Shape;380;p6"/>
              <p:cNvSpPr/>
              <p:nvPr/>
            </p:nvSpPr>
            <p:spPr>
              <a:xfrm>
                <a:off x="7852409" y="5375909"/>
                <a:ext cx="43180" cy="70485"/>
              </a:xfrm>
              <a:custGeom>
                <a:rect b="b" l="l" r="r" t="t"/>
                <a:pathLst>
                  <a:path extrusionOk="0" h="70485" w="43179">
                    <a:moveTo>
                      <a:pt x="0" y="0"/>
                    </a:moveTo>
                    <a:lnTo>
                      <a:pt x="4500" y="44291"/>
                    </a:lnTo>
                    <a:lnTo>
                      <a:pt x="24384" y="70104"/>
                    </a:lnTo>
                    <a:lnTo>
                      <a:pt x="30480" y="68580"/>
                    </a:lnTo>
                    <a:lnTo>
                      <a:pt x="36349" y="64996"/>
                    </a:lnTo>
                    <a:lnTo>
                      <a:pt x="39719" y="58769"/>
                    </a:lnTo>
                    <a:lnTo>
                      <a:pt x="41517" y="51542"/>
                    </a:lnTo>
                    <a:lnTo>
                      <a:pt x="42672" y="44957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6"/>
              <p:cNvSpPr/>
              <p:nvPr/>
            </p:nvSpPr>
            <p:spPr>
              <a:xfrm>
                <a:off x="7847837" y="5333237"/>
                <a:ext cx="15240" cy="2540"/>
              </a:xfrm>
              <a:custGeom>
                <a:rect b="b" l="l" r="r" t="t"/>
                <a:pathLst>
                  <a:path extrusionOk="0" h="2539" w="15240">
                    <a:moveTo>
                      <a:pt x="0" y="0"/>
                    </a:moveTo>
                    <a:lnTo>
                      <a:pt x="4572" y="761"/>
                    </a:lnTo>
                    <a:lnTo>
                      <a:pt x="9906" y="1523"/>
                    </a:lnTo>
                    <a:lnTo>
                      <a:pt x="15240" y="2285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6"/>
              <p:cNvSpPr/>
              <p:nvPr/>
            </p:nvSpPr>
            <p:spPr>
              <a:xfrm>
                <a:off x="7936991" y="5365241"/>
                <a:ext cx="46990" cy="3175"/>
              </a:xfrm>
              <a:custGeom>
                <a:rect b="b" l="l" r="r" t="t"/>
                <a:pathLst>
                  <a:path extrusionOk="0" h="3175" w="46990">
                    <a:moveTo>
                      <a:pt x="0" y="0"/>
                    </a:moveTo>
                    <a:lnTo>
                      <a:pt x="10156" y="440"/>
                    </a:lnTo>
                    <a:lnTo>
                      <a:pt x="20097" y="666"/>
                    </a:lnTo>
                    <a:lnTo>
                      <a:pt x="29896" y="750"/>
                    </a:lnTo>
                    <a:lnTo>
                      <a:pt x="39624" y="761"/>
                    </a:lnTo>
                    <a:lnTo>
                      <a:pt x="44958" y="761"/>
                    </a:lnTo>
                    <a:lnTo>
                      <a:pt x="44196" y="1523"/>
                    </a:lnTo>
                    <a:lnTo>
                      <a:pt x="46482" y="3047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6"/>
              <p:cNvSpPr/>
              <p:nvPr/>
            </p:nvSpPr>
            <p:spPr>
              <a:xfrm>
                <a:off x="7943087" y="5400293"/>
                <a:ext cx="66040" cy="16510"/>
              </a:xfrm>
              <a:custGeom>
                <a:rect b="b" l="l" r="r" t="t"/>
                <a:pathLst>
                  <a:path extrusionOk="0" h="16510" w="66040">
                    <a:moveTo>
                      <a:pt x="0" y="16001"/>
                    </a:moveTo>
                    <a:lnTo>
                      <a:pt x="10608" y="14573"/>
                    </a:lnTo>
                    <a:lnTo>
                      <a:pt x="20859" y="12572"/>
                    </a:lnTo>
                    <a:lnTo>
                      <a:pt x="30968" y="10001"/>
                    </a:lnTo>
                    <a:lnTo>
                      <a:pt x="41148" y="6857"/>
                    </a:lnTo>
                    <a:lnTo>
                      <a:pt x="49530" y="4571"/>
                    </a:lnTo>
                    <a:lnTo>
                      <a:pt x="57150" y="2285"/>
                    </a:lnTo>
                    <a:lnTo>
                      <a:pt x="65532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6"/>
              <p:cNvSpPr/>
              <p:nvPr/>
            </p:nvSpPr>
            <p:spPr>
              <a:xfrm>
                <a:off x="8061197" y="5343143"/>
                <a:ext cx="11430" cy="71120"/>
              </a:xfrm>
              <a:custGeom>
                <a:rect b="b" l="l" r="r" t="t"/>
                <a:pathLst>
                  <a:path extrusionOk="0" h="71120" w="11429">
                    <a:moveTo>
                      <a:pt x="0" y="0"/>
                    </a:moveTo>
                    <a:lnTo>
                      <a:pt x="1285" y="13013"/>
                    </a:lnTo>
                    <a:lnTo>
                      <a:pt x="2857" y="25812"/>
                    </a:lnTo>
                    <a:lnTo>
                      <a:pt x="4714" y="38469"/>
                    </a:lnTo>
                    <a:lnTo>
                      <a:pt x="6858" y="51053"/>
                    </a:lnTo>
                    <a:lnTo>
                      <a:pt x="7620" y="57912"/>
                    </a:lnTo>
                    <a:lnTo>
                      <a:pt x="9906" y="64008"/>
                    </a:lnTo>
                    <a:lnTo>
                      <a:pt x="11430" y="70866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5" name="Google Shape;385;p6"/>
            <p:cNvGrpSpPr/>
            <p:nvPr/>
          </p:nvGrpSpPr>
          <p:grpSpPr>
            <a:xfrm>
              <a:off x="9397733" y="5089207"/>
              <a:ext cx="410858" cy="259079"/>
              <a:chOff x="9397733" y="5089207"/>
              <a:chExt cx="410858" cy="259079"/>
            </a:xfrm>
          </p:grpSpPr>
          <p:pic>
            <p:nvPicPr>
              <p:cNvPr id="386" name="Google Shape;386;p6"/>
              <p:cNvPicPr preferRelativeResize="0"/>
              <p:nvPr/>
            </p:nvPicPr>
            <p:blipFill rotWithShape="1">
              <a:blip r:embed="rId51">
                <a:alphaModFix/>
              </a:blip>
              <a:srcRect b="0" l="0" r="0" t="0"/>
              <a:stretch/>
            </p:blipFill>
            <p:spPr>
              <a:xfrm>
                <a:off x="9397733" y="5132057"/>
                <a:ext cx="310159" cy="14785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7" name="Google Shape;387;p6"/>
              <p:cNvSpPr/>
              <p:nvPr/>
            </p:nvSpPr>
            <p:spPr>
              <a:xfrm>
                <a:off x="9660636" y="5089207"/>
                <a:ext cx="147955" cy="259079"/>
              </a:xfrm>
              <a:custGeom>
                <a:rect b="b" l="l" r="r" t="t"/>
                <a:pathLst>
                  <a:path extrusionOk="0" h="259079" w="147954">
                    <a:moveTo>
                      <a:pt x="63246" y="952"/>
                    </a:moveTo>
                    <a:lnTo>
                      <a:pt x="79950" y="547"/>
                    </a:lnTo>
                    <a:lnTo>
                      <a:pt x="97440" y="0"/>
                    </a:lnTo>
                    <a:lnTo>
                      <a:pt x="114788" y="309"/>
                    </a:lnTo>
                    <a:lnTo>
                      <a:pt x="147828" y="24574"/>
                    </a:lnTo>
                    <a:lnTo>
                      <a:pt x="147958" y="39302"/>
                    </a:lnTo>
                    <a:lnTo>
                      <a:pt x="146589" y="53816"/>
                    </a:lnTo>
                    <a:lnTo>
                      <a:pt x="144506" y="68187"/>
                    </a:lnTo>
                    <a:lnTo>
                      <a:pt x="142494" y="82486"/>
                    </a:lnTo>
                    <a:lnTo>
                      <a:pt x="140481" y="101917"/>
                    </a:lnTo>
                    <a:lnTo>
                      <a:pt x="138969" y="121348"/>
                    </a:lnTo>
                    <a:lnTo>
                      <a:pt x="137886" y="140779"/>
                    </a:lnTo>
                    <a:lnTo>
                      <a:pt x="137160" y="160210"/>
                    </a:lnTo>
                    <a:lnTo>
                      <a:pt x="137576" y="173116"/>
                    </a:lnTo>
                    <a:lnTo>
                      <a:pt x="138779" y="185737"/>
                    </a:lnTo>
                    <a:lnTo>
                      <a:pt x="140696" y="198358"/>
                    </a:lnTo>
                    <a:lnTo>
                      <a:pt x="143256" y="211264"/>
                    </a:lnTo>
                    <a:lnTo>
                      <a:pt x="144018" y="212788"/>
                    </a:lnTo>
                    <a:lnTo>
                      <a:pt x="147828" y="221932"/>
                    </a:lnTo>
                    <a:lnTo>
                      <a:pt x="144780" y="224218"/>
                    </a:lnTo>
                    <a:lnTo>
                      <a:pt x="133147" y="229719"/>
                    </a:lnTo>
                    <a:lnTo>
                      <a:pt x="119157" y="233933"/>
                    </a:lnTo>
                    <a:lnTo>
                      <a:pt x="105025" y="237291"/>
                    </a:lnTo>
                    <a:lnTo>
                      <a:pt x="92964" y="240220"/>
                    </a:lnTo>
                    <a:lnTo>
                      <a:pt x="74080" y="246506"/>
                    </a:lnTo>
                    <a:lnTo>
                      <a:pt x="55054" y="252221"/>
                    </a:lnTo>
                    <a:lnTo>
                      <a:pt x="35742" y="256508"/>
                    </a:lnTo>
                    <a:lnTo>
                      <a:pt x="16002" y="258508"/>
                    </a:lnTo>
                    <a:lnTo>
                      <a:pt x="10668" y="258508"/>
                    </a:lnTo>
                    <a:lnTo>
                      <a:pt x="5334" y="258508"/>
                    </a:lnTo>
                    <a:lnTo>
                      <a:pt x="0" y="258508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7"/>
          <p:cNvGrpSpPr/>
          <p:nvPr/>
        </p:nvGrpSpPr>
        <p:grpSpPr>
          <a:xfrm>
            <a:off x="3207556" y="744627"/>
            <a:ext cx="4002018" cy="1397431"/>
            <a:chOff x="3960101" y="1916334"/>
            <a:chExt cx="2257596" cy="795655"/>
          </a:xfrm>
        </p:grpSpPr>
        <p:pic>
          <p:nvPicPr>
            <p:cNvPr id="393" name="Google Shape;393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60101" y="2184641"/>
              <a:ext cx="177571" cy="131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4" name="Google Shape;39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78382" y="2180259"/>
              <a:ext cx="146257" cy="18138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95" name="Google Shape;395;p7"/>
            <p:cNvGrpSpPr/>
            <p:nvPr/>
          </p:nvGrpSpPr>
          <p:grpSpPr>
            <a:xfrm>
              <a:off x="5119116" y="2227326"/>
              <a:ext cx="88773" cy="68326"/>
              <a:chOff x="5119116" y="2227326"/>
              <a:chExt cx="88773" cy="68326"/>
            </a:xfrm>
          </p:grpSpPr>
          <p:sp>
            <p:nvSpPr>
              <p:cNvPr id="396" name="Google Shape;396;p7"/>
              <p:cNvSpPr/>
              <p:nvPr/>
            </p:nvSpPr>
            <p:spPr>
              <a:xfrm>
                <a:off x="5119116" y="2227326"/>
                <a:ext cx="55244" cy="1905"/>
              </a:xfrm>
              <a:custGeom>
                <a:rect b="b" l="l" r="r" t="t"/>
                <a:pathLst>
                  <a:path extrusionOk="0" h="1905" w="55245">
                    <a:moveTo>
                      <a:pt x="0" y="0"/>
                    </a:moveTo>
                    <a:lnTo>
                      <a:pt x="11310" y="440"/>
                    </a:lnTo>
                    <a:lnTo>
                      <a:pt x="22478" y="666"/>
                    </a:lnTo>
                    <a:lnTo>
                      <a:pt x="33647" y="750"/>
                    </a:lnTo>
                    <a:lnTo>
                      <a:pt x="44958" y="761"/>
                    </a:lnTo>
                    <a:lnTo>
                      <a:pt x="48006" y="761"/>
                    </a:lnTo>
                    <a:lnTo>
                      <a:pt x="52577" y="1523"/>
                    </a:lnTo>
                    <a:lnTo>
                      <a:pt x="54864" y="1523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7"/>
              <p:cNvSpPr/>
              <p:nvPr/>
            </p:nvSpPr>
            <p:spPr>
              <a:xfrm>
                <a:off x="5125974" y="2275332"/>
                <a:ext cx="81915" cy="20320"/>
              </a:xfrm>
              <a:custGeom>
                <a:rect b="b" l="l" r="r" t="t"/>
                <a:pathLst>
                  <a:path extrusionOk="0" h="20319" w="81914">
                    <a:moveTo>
                      <a:pt x="0" y="19812"/>
                    </a:moveTo>
                    <a:lnTo>
                      <a:pt x="12311" y="19478"/>
                    </a:lnTo>
                    <a:lnTo>
                      <a:pt x="23622" y="17716"/>
                    </a:lnTo>
                    <a:lnTo>
                      <a:pt x="34932" y="15097"/>
                    </a:lnTo>
                    <a:lnTo>
                      <a:pt x="47244" y="12192"/>
                    </a:lnTo>
                    <a:lnTo>
                      <a:pt x="56780" y="10608"/>
                    </a:lnTo>
                    <a:lnTo>
                      <a:pt x="65246" y="8667"/>
                    </a:lnTo>
                    <a:lnTo>
                      <a:pt x="73282" y="5441"/>
                    </a:lnTo>
                    <a:lnTo>
                      <a:pt x="81534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8" name="Google Shape;398;p7"/>
            <p:cNvGrpSpPr/>
            <p:nvPr/>
          </p:nvGrpSpPr>
          <p:grpSpPr>
            <a:xfrm>
              <a:off x="5420868" y="2209038"/>
              <a:ext cx="144030" cy="344436"/>
              <a:chOff x="5420868" y="2209038"/>
              <a:chExt cx="144030" cy="344436"/>
            </a:xfrm>
          </p:grpSpPr>
          <p:sp>
            <p:nvSpPr>
              <p:cNvPr id="399" name="Google Shape;399;p7"/>
              <p:cNvSpPr/>
              <p:nvPr/>
            </p:nvSpPr>
            <p:spPr>
              <a:xfrm>
                <a:off x="5472755" y="2209038"/>
                <a:ext cx="6350" cy="107950"/>
              </a:xfrm>
              <a:custGeom>
                <a:rect b="b" l="l" r="r" t="t"/>
                <a:pathLst>
                  <a:path extrusionOk="0" h="107950" w="6350">
                    <a:moveTo>
                      <a:pt x="4500" y="0"/>
                    </a:moveTo>
                    <a:lnTo>
                      <a:pt x="3000" y="24348"/>
                    </a:lnTo>
                    <a:lnTo>
                      <a:pt x="500" y="53054"/>
                    </a:lnTo>
                    <a:lnTo>
                      <a:pt x="0" y="81331"/>
                    </a:lnTo>
                    <a:lnTo>
                      <a:pt x="4500" y="104394"/>
                    </a:lnTo>
                    <a:lnTo>
                      <a:pt x="6024" y="107442"/>
                    </a:lnTo>
                    <a:lnTo>
                      <a:pt x="6024" y="106680"/>
                    </a:lnTo>
                    <a:lnTo>
                      <a:pt x="6024" y="104394"/>
                    </a:lnTo>
                    <a:lnTo>
                      <a:pt x="6024" y="103632"/>
                    </a:lnTo>
                    <a:lnTo>
                      <a:pt x="6024" y="102870"/>
                    </a:lnTo>
                    <a:lnTo>
                      <a:pt x="6024" y="10134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7"/>
              <p:cNvSpPr/>
              <p:nvPr/>
            </p:nvSpPr>
            <p:spPr>
              <a:xfrm>
                <a:off x="5420868" y="2363724"/>
                <a:ext cx="118110" cy="22860"/>
              </a:xfrm>
              <a:custGeom>
                <a:rect b="b" l="l" r="r" t="t"/>
                <a:pathLst>
                  <a:path extrusionOk="0" h="22860" w="118110">
                    <a:moveTo>
                      <a:pt x="0" y="22860"/>
                    </a:moveTo>
                    <a:lnTo>
                      <a:pt x="14739" y="20193"/>
                    </a:lnTo>
                    <a:lnTo>
                      <a:pt x="29337" y="16954"/>
                    </a:lnTo>
                    <a:lnTo>
                      <a:pt x="43934" y="13430"/>
                    </a:lnTo>
                    <a:lnTo>
                      <a:pt x="58674" y="9906"/>
                    </a:lnTo>
                    <a:lnTo>
                      <a:pt x="71711" y="6774"/>
                    </a:lnTo>
                    <a:lnTo>
                      <a:pt x="84677" y="4286"/>
                    </a:lnTo>
                    <a:lnTo>
                      <a:pt x="97786" y="2512"/>
                    </a:lnTo>
                    <a:lnTo>
                      <a:pt x="111252" y="1524"/>
                    </a:lnTo>
                    <a:lnTo>
                      <a:pt x="112014" y="1524"/>
                    </a:lnTo>
                    <a:lnTo>
                      <a:pt x="118110" y="0"/>
                    </a:lnTo>
                    <a:lnTo>
                      <a:pt x="115823" y="3810"/>
                    </a:lnTo>
                    <a:lnTo>
                      <a:pt x="115062" y="4572"/>
                    </a:lnTo>
                    <a:lnTo>
                      <a:pt x="113538" y="5334"/>
                    </a:lnTo>
                    <a:lnTo>
                      <a:pt x="112776" y="609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01" name="Google Shape;401;p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448287" y="2436006"/>
                <a:ext cx="116611" cy="11746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02" name="Google Shape;402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696699" y="2180831"/>
              <a:ext cx="111277" cy="1509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03" name="Google Shape;403;p7"/>
            <p:cNvGrpSpPr/>
            <p:nvPr/>
          </p:nvGrpSpPr>
          <p:grpSpPr>
            <a:xfrm>
              <a:off x="4706397" y="1916334"/>
              <a:ext cx="1511300" cy="795655"/>
              <a:chOff x="4706397" y="1916334"/>
              <a:chExt cx="1511300" cy="795655"/>
            </a:xfrm>
          </p:grpSpPr>
          <p:pic>
            <p:nvPicPr>
              <p:cNvPr id="404" name="Google Shape;404;p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872721" y="2165591"/>
                <a:ext cx="112039" cy="1455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5" name="Google Shape;405;p7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925299" y="2037575"/>
                <a:ext cx="95275" cy="8841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6" name="Google Shape;406;p7"/>
              <p:cNvSpPr/>
              <p:nvPr/>
            </p:nvSpPr>
            <p:spPr>
              <a:xfrm>
                <a:off x="4706397" y="1916334"/>
                <a:ext cx="1511300" cy="795655"/>
              </a:xfrm>
              <a:custGeom>
                <a:rect b="b" l="l" r="r" t="t"/>
                <a:pathLst>
                  <a:path extrusionOk="0" h="795655" w="1511300">
                    <a:moveTo>
                      <a:pt x="11906" y="708755"/>
                    </a:moveTo>
                    <a:lnTo>
                      <a:pt x="8810" y="694015"/>
                    </a:lnTo>
                    <a:lnTo>
                      <a:pt x="7143" y="679418"/>
                    </a:lnTo>
                    <a:lnTo>
                      <a:pt x="6334" y="664821"/>
                    </a:lnTo>
                    <a:lnTo>
                      <a:pt x="5810" y="650081"/>
                    </a:lnTo>
                    <a:lnTo>
                      <a:pt x="4560" y="628923"/>
                    </a:lnTo>
                    <a:lnTo>
                      <a:pt x="3238" y="607695"/>
                    </a:lnTo>
                    <a:lnTo>
                      <a:pt x="2059" y="586323"/>
                    </a:lnTo>
                    <a:lnTo>
                      <a:pt x="1238" y="564737"/>
                    </a:lnTo>
                    <a:lnTo>
                      <a:pt x="1035" y="510325"/>
                    </a:lnTo>
                    <a:lnTo>
                      <a:pt x="1333" y="455771"/>
                    </a:lnTo>
                    <a:lnTo>
                      <a:pt x="1774" y="401216"/>
                    </a:lnTo>
                    <a:lnTo>
                      <a:pt x="2000" y="346805"/>
                    </a:lnTo>
                    <a:lnTo>
                      <a:pt x="1881" y="315825"/>
                    </a:lnTo>
                    <a:lnTo>
                      <a:pt x="1619" y="284702"/>
                    </a:lnTo>
                    <a:lnTo>
                      <a:pt x="1357" y="253579"/>
                    </a:lnTo>
                    <a:lnTo>
                      <a:pt x="1238" y="222599"/>
                    </a:lnTo>
                    <a:lnTo>
                      <a:pt x="1226" y="208311"/>
                    </a:lnTo>
                    <a:lnTo>
                      <a:pt x="1142" y="194024"/>
                    </a:lnTo>
                    <a:lnTo>
                      <a:pt x="916" y="179736"/>
                    </a:lnTo>
                    <a:lnTo>
                      <a:pt x="476" y="165449"/>
                    </a:lnTo>
                    <a:lnTo>
                      <a:pt x="273" y="158936"/>
                    </a:lnTo>
                    <a:lnTo>
                      <a:pt x="0" y="152209"/>
                    </a:lnTo>
                    <a:lnTo>
                      <a:pt x="154" y="145625"/>
                    </a:lnTo>
                    <a:lnTo>
                      <a:pt x="1238" y="139541"/>
                    </a:lnTo>
                    <a:lnTo>
                      <a:pt x="2000" y="138779"/>
                    </a:lnTo>
                    <a:lnTo>
                      <a:pt x="2762" y="134969"/>
                    </a:lnTo>
                    <a:lnTo>
                      <a:pt x="6572" y="132683"/>
                    </a:lnTo>
                    <a:lnTo>
                      <a:pt x="14954" y="133445"/>
                    </a:lnTo>
                    <a:lnTo>
                      <a:pt x="18764" y="133445"/>
                    </a:lnTo>
                    <a:lnTo>
                      <a:pt x="29741" y="132421"/>
                    </a:lnTo>
                    <a:lnTo>
                      <a:pt x="40862" y="131540"/>
                    </a:lnTo>
                    <a:lnTo>
                      <a:pt x="51982" y="130659"/>
                    </a:lnTo>
                    <a:lnTo>
                      <a:pt x="62960" y="129635"/>
                    </a:lnTo>
                    <a:lnTo>
                      <a:pt x="77938" y="128349"/>
                    </a:lnTo>
                    <a:lnTo>
                      <a:pt x="123158" y="122777"/>
                    </a:lnTo>
                    <a:lnTo>
                      <a:pt x="177379" y="112275"/>
                    </a:lnTo>
                    <a:lnTo>
                      <a:pt x="218420" y="103167"/>
                    </a:lnTo>
                    <a:lnTo>
                      <a:pt x="241363" y="98107"/>
                    </a:lnTo>
                    <a:lnTo>
                      <a:pt x="287750" y="88487"/>
                    </a:lnTo>
                    <a:lnTo>
                      <a:pt x="356806" y="77628"/>
                    </a:lnTo>
                    <a:lnTo>
                      <a:pt x="426434" y="72485"/>
                    </a:lnTo>
                    <a:lnTo>
                      <a:pt x="482441" y="70580"/>
                    </a:lnTo>
                    <a:lnTo>
                      <a:pt x="510444" y="69913"/>
                    </a:lnTo>
                    <a:lnTo>
                      <a:pt x="567463" y="65853"/>
                    </a:lnTo>
                    <a:lnTo>
                      <a:pt x="624923" y="57638"/>
                    </a:lnTo>
                    <a:lnTo>
                      <a:pt x="684823" y="46291"/>
                    </a:lnTo>
                    <a:lnTo>
                      <a:pt x="715994" y="39909"/>
                    </a:lnTo>
                    <a:lnTo>
                      <a:pt x="747164" y="33813"/>
                    </a:lnTo>
                    <a:lnTo>
                      <a:pt x="807755" y="24038"/>
                    </a:lnTo>
                    <a:lnTo>
                      <a:pt x="866882" y="18109"/>
                    </a:lnTo>
                    <a:lnTo>
                      <a:pt x="929747" y="16466"/>
                    </a:lnTo>
                    <a:lnTo>
                      <a:pt x="962977" y="17144"/>
                    </a:lnTo>
                    <a:lnTo>
                      <a:pt x="996350" y="18252"/>
                    </a:lnTo>
                    <a:lnTo>
                      <a:pt x="1029938" y="19145"/>
                    </a:lnTo>
                    <a:lnTo>
                      <a:pt x="1087088" y="18859"/>
                    </a:lnTo>
                    <a:lnTo>
                      <a:pt x="1144238" y="14573"/>
                    </a:lnTo>
                    <a:lnTo>
                      <a:pt x="1199864" y="7524"/>
                    </a:lnTo>
                    <a:lnTo>
                      <a:pt x="1227605" y="4286"/>
                    </a:lnTo>
                    <a:lnTo>
                      <a:pt x="1255490" y="1619"/>
                    </a:lnTo>
                    <a:lnTo>
                      <a:pt x="1278219" y="416"/>
                    </a:lnTo>
                    <a:lnTo>
                      <a:pt x="1300733" y="0"/>
                    </a:lnTo>
                    <a:lnTo>
                      <a:pt x="1323105" y="11"/>
                    </a:lnTo>
                    <a:lnTo>
                      <a:pt x="1345406" y="95"/>
                    </a:lnTo>
                    <a:lnTo>
                      <a:pt x="1362551" y="476"/>
                    </a:lnTo>
                    <a:lnTo>
                      <a:pt x="1379696" y="1428"/>
                    </a:lnTo>
                    <a:lnTo>
                      <a:pt x="1396841" y="2666"/>
                    </a:lnTo>
                    <a:lnTo>
                      <a:pt x="1413986" y="3905"/>
                    </a:lnTo>
                    <a:lnTo>
                      <a:pt x="1427130" y="4464"/>
                    </a:lnTo>
                    <a:lnTo>
                      <a:pt x="1440275" y="4952"/>
                    </a:lnTo>
                    <a:lnTo>
                      <a:pt x="1453419" y="5298"/>
                    </a:lnTo>
                    <a:lnTo>
                      <a:pt x="1466564" y="5429"/>
                    </a:lnTo>
                    <a:lnTo>
                      <a:pt x="1473993" y="5286"/>
                    </a:lnTo>
                    <a:lnTo>
                      <a:pt x="1481423" y="4857"/>
                    </a:lnTo>
                    <a:lnTo>
                      <a:pt x="1488852" y="4143"/>
                    </a:lnTo>
                    <a:lnTo>
                      <a:pt x="1496282" y="3143"/>
                    </a:lnTo>
                    <a:lnTo>
                      <a:pt x="1498568" y="3143"/>
                    </a:lnTo>
                    <a:lnTo>
                      <a:pt x="1500854" y="2381"/>
                    </a:lnTo>
                    <a:lnTo>
                      <a:pt x="1502378" y="2381"/>
                    </a:lnTo>
                    <a:lnTo>
                      <a:pt x="1502640" y="17240"/>
                    </a:lnTo>
                    <a:lnTo>
                      <a:pt x="1503330" y="32099"/>
                    </a:lnTo>
                    <a:lnTo>
                      <a:pt x="1504307" y="46958"/>
                    </a:lnTo>
                    <a:lnTo>
                      <a:pt x="1505426" y="61817"/>
                    </a:lnTo>
                    <a:lnTo>
                      <a:pt x="1506664" y="81807"/>
                    </a:lnTo>
                    <a:lnTo>
                      <a:pt x="1507902" y="101726"/>
                    </a:lnTo>
                    <a:lnTo>
                      <a:pt x="1508855" y="121503"/>
                    </a:lnTo>
                    <a:lnTo>
                      <a:pt x="1509236" y="141065"/>
                    </a:lnTo>
                    <a:lnTo>
                      <a:pt x="1509355" y="164937"/>
                    </a:lnTo>
                    <a:lnTo>
                      <a:pt x="1509617" y="188594"/>
                    </a:lnTo>
                    <a:lnTo>
                      <a:pt x="1509879" y="212109"/>
                    </a:lnTo>
                    <a:lnTo>
                      <a:pt x="1509998" y="235553"/>
                    </a:lnTo>
                    <a:lnTo>
                      <a:pt x="1509998" y="259437"/>
                    </a:lnTo>
                    <a:lnTo>
                      <a:pt x="1509998" y="283178"/>
                    </a:lnTo>
                    <a:lnTo>
                      <a:pt x="1509998" y="306919"/>
                    </a:lnTo>
                    <a:lnTo>
                      <a:pt x="1509998" y="330803"/>
                    </a:lnTo>
                    <a:lnTo>
                      <a:pt x="1510522" y="353091"/>
                    </a:lnTo>
                    <a:lnTo>
                      <a:pt x="1510426" y="397668"/>
                    </a:lnTo>
                    <a:lnTo>
                      <a:pt x="1507045" y="447139"/>
                    </a:lnTo>
                    <a:lnTo>
                      <a:pt x="1501521" y="500645"/>
                    </a:lnTo>
                    <a:lnTo>
                      <a:pt x="1499330" y="527399"/>
                    </a:lnTo>
                    <a:lnTo>
                      <a:pt x="1498889" y="544663"/>
                    </a:lnTo>
                    <a:lnTo>
                      <a:pt x="1498663" y="562070"/>
                    </a:lnTo>
                    <a:lnTo>
                      <a:pt x="1498580" y="579477"/>
                    </a:lnTo>
                    <a:lnTo>
                      <a:pt x="1498568" y="596741"/>
                    </a:lnTo>
                    <a:lnTo>
                      <a:pt x="1498663" y="607718"/>
                    </a:lnTo>
                    <a:lnTo>
                      <a:pt x="1498758" y="618839"/>
                    </a:lnTo>
                    <a:lnTo>
                      <a:pt x="1498568" y="629959"/>
                    </a:lnTo>
                    <a:lnTo>
                      <a:pt x="1497806" y="640937"/>
                    </a:lnTo>
                    <a:lnTo>
                      <a:pt x="1497806" y="646271"/>
                    </a:lnTo>
                    <a:lnTo>
                      <a:pt x="1497044" y="651605"/>
                    </a:lnTo>
                    <a:lnTo>
                      <a:pt x="1494758" y="656177"/>
                    </a:lnTo>
                    <a:lnTo>
                      <a:pt x="1493996" y="659225"/>
                    </a:lnTo>
                    <a:lnTo>
                      <a:pt x="1491710" y="659225"/>
                    </a:lnTo>
                    <a:lnTo>
                      <a:pt x="1488662" y="660749"/>
                    </a:lnTo>
                    <a:lnTo>
                      <a:pt x="1481661" y="664678"/>
                    </a:lnTo>
                    <a:lnTo>
                      <a:pt x="1474374" y="667607"/>
                    </a:lnTo>
                    <a:lnTo>
                      <a:pt x="1427118" y="678287"/>
                    </a:lnTo>
                    <a:lnTo>
                      <a:pt x="1416272" y="679799"/>
                    </a:lnTo>
                    <a:lnTo>
                      <a:pt x="1401294" y="682085"/>
                    </a:lnTo>
                    <a:lnTo>
                      <a:pt x="1386173" y="684371"/>
                    </a:lnTo>
                    <a:lnTo>
                      <a:pt x="1371052" y="686657"/>
                    </a:lnTo>
                    <a:lnTo>
                      <a:pt x="1356074" y="688943"/>
                    </a:lnTo>
                    <a:lnTo>
                      <a:pt x="1336190" y="692491"/>
                    </a:lnTo>
                    <a:lnTo>
                      <a:pt x="1316450" y="696182"/>
                    </a:lnTo>
                    <a:lnTo>
                      <a:pt x="1296709" y="699873"/>
                    </a:lnTo>
                    <a:lnTo>
                      <a:pt x="1253501" y="707409"/>
                    </a:lnTo>
                    <a:lnTo>
                      <a:pt x="1206853" y="715101"/>
                    </a:lnTo>
                    <a:lnTo>
                      <a:pt x="1157954" y="721947"/>
                    </a:lnTo>
                    <a:lnTo>
                      <a:pt x="1107662" y="727662"/>
                    </a:lnTo>
                    <a:lnTo>
                      <a:pt x="1054512" y="732508"/>
                    </a:lnTo>
                    <a:lnTo>
                      <a:pt x="1026509" y="735139"/>
                    </a:lnTo>
                    <a:lnTo>
                      <a:pt x="998505" y="737913"/>
                    </a:lnTo>
                    <a:lnTo>
                      <a:pt x="970502" y="740759"/>
                    </a:lnTo>
                    <a:lnTo>
                      <a:pt x="941224" y="743950"/>
                    </a:lnTo>
                    <a:lnTo>
                      <a:pt x="911733" y="746855"/>
                    </a:lnTo>
                    <a:lnTo>
                      <a:pt x="882098" y="749760"/>
                    </a:lnTo>
                    <a:lnTo>
                      <a:pt x="852392" y="752951"/>
                    </a:lnTo>
                    <a:lnTo>
                      <a:pt x="821412" y="756380"/>
                    </a:lnTo>
                    <a:lnTo>
                      <a:pt x="790289" y="759809"/>
                    </a:lnTo>
                    <a:lnTo>
                      <a:pt x="759166" y="763238"/>
                    </a:lnTo>
                    <a:lnTo>
                      <a:pt x="728186" y="766667"/>
                    </a:lnTo>
                    <a:lnTo>
                      <a:pt x="697444" y="769631"/>
                    </a:lnTo>
                    <a:lnTo>
                      <a:pt x="636246" y="775561"/>
                    </a:lnTo>
                    <a:lnTo>
                      <a:pt x="578060" y="780109"/>
                    </a:lnTo>
                    <a:lnTo>
                      <a:pt x="522886" y="782704"/>
                    </a:lnTo>
                    <a:lnTo>
                      <a:pt x="495014" y="783431"/>
                    </a:lnTo>
                    <a:lnTo>
                      <a:pt x="469987" y="784443"/>
                    </a:lnTo>
                    <a:lnTo>
                      <a:pt x="445103" y="785241"/>
                    </a:lnTo>
                    <a:lnTo>
                      <a:pt x="420219" y="785895"/>
                    </a:lnTo>
                    <a:lnTo>
                      <a:pt x="395192" y="786479"/>
                    </a:lnTo>
                    <a:lnTo>
                      <a:pt x="372344" y="787491"/>
                    </a:lnTo>
                    <a:lnTo>
                      <a:pt x="349567" y="788289"/>
                    </a:lnTo>
                    <a:lnTo>
                      <a:pt x="326933" y="788943"/>
                    </a:lnTo>
                    <a:lnTo>
                      <a:pt x="304514" y="789527"/>
                    </a:lnTo>
                    <a:lnTo>
                      <a:pt x="285535" y="789848"/>
                    </a:lnTo>
                    <a:lnTo>
                      <a:pt x="266414" y="789813"/>
                    </a:lnTo>
                    <a:lnTo>
                      <a:pt x="247292" y="789634"/>
                    </a:lnTo>
                    <a:lnTo>
                      <a:pt x="228314" y="789527"/>
                    </a:lnTo>
                    <a:lnTo>
                      <a:pt x="211740" y="790098"/>
                    </a:lnTo>
                    <a:lnTo>
                      <a:pt x="195167" y="790670"/>
                    </a:lnTo>
                    <a:lnTo>
                      <a:pt x="178593" y="791241"/>
                    </a:lnTo>
                    <a:lnTo>
                      <a:pt x="162020" y="791813"/>
                    </a:lnTo>
                    <a:lnTo>
                      <a:pt x="146601" y="792491"/>
                    </a:lnTo>
                    <a:lnTo>
                      <a:pt x="131254" y="793242"/>
                    </a:lnTo>
                    <a:lnTo>
                      <a:pt x="116050" y="793849"/>
                    </a:lnTo>
                    <a:lnTo>
                      <a:pt x="101060" y="794099"/>
                    </a:lnTo>
                    <a:lnTo>
                      <a:pt x="89511" y="794539"/>
                    </a:lnTo>
                    <a:lnTo>
                      <a:pt x="77819" y="794766"/>
                    </a:lnTo>
                    <a:lnTo>
                      <a:pt x="66127" y="794849"/>
                    </a:lnTo>
                    <a:lnTo>
                      <a:pt x="54578" y="794861"/>
                    </a:lnTo>
                    <a:lnTo>
                      <a:pt x="47470" y="794956"/>
                    </a:lnTo>
                    <a:lnTo>
                      <a:pt x="40005" y="795051"/>
                    </a:lnTo>
                    <a:lnTo>
                      <a:pt x="32396" y="794861"/>
                    </a:lnTo>
                    <a:lnTo>
                      <a:pt x="24860" y="794099"/>
                    </a:lnTo>
                    <a:lnTo>
                      <a:pt x="23336" y="794099"/>
                    </a:lnTo>
                    <a:lnTo>
                      <a:pt x="19526" y="794099"/>
                    </a:lnTo>
                    <a:lnTo>
                      <a:pt x="19526" y="793337"/>
                    </a:lnTo>
                    <a:lnTo>
                      <a:pt x="18002" y="791051"/>
                    </a:lnTo>
                    <a:lnTo>
                      <a:pt x="18764" y="785717"/>
                    </a:lnTo>
                    <a:lnTo>
                      <a:pt x="18002" y="782669"/>
                    </a:lnTo>
                    <a:lnTo>
                      <a:pt x="17430" y="770667"/>
                    </a:lnTo>
                    <a:lnTo>
                      <a:pt x="16859" y="758666"/>
                    </a:lnTo>
                    <a:lnTo>
                      <a:pt x="16287" y="746664"/>
                    </a:lnTo>
                    <a:lnTo>
                      <a:pt x="15716" y="734663"/>
                    </a:lnTo>
                    <a:lnTo>
                      <a:pt x="14835" y="709505"/>
                    </a:lnTo>
                    <a:lnTo>
                      <a:pt x="14382" y="684276"/>
                    </a:lnTo>
                    <a:lnTo>
                      <a:pt x="14216" y="658903"/>
                    </a:lnTo>
                    <a:lnTo>
                      <a:pt x="14192" y="633317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07" name="Google Shape;407;p7"/>
          <p:cNvGrpSpPr/>
          <p:nvPr/>
        </p:nvGrpSpPr>
        <p:grpSpPr>
          <a:xfrm>
            <a:off x="1706826" y="2440854"/>
            <a:ext cx="6952619" cy="1518902"/>
            <a:chOff x="4300405" y="2718803"/>
            <a:chExt cx="4938214" cy="1082065"/>
          </a:xfrm>
        </p:grpSpPr>
        <p:pic>
          <p:nvPicPr>
            <p:cNvPr id="408" name="Google Shape;408;p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300405" y="3166859"/>
              <a:ext cx="300562" cy="1783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996230" y="3147809"/>
              <a:ext cx="118552" cy="1326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" name="Google Shape;410;p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468099" y="3088373"/>
              <a:ext cx="184429" cy="14709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1" name="Google Shape;411;p7"/>
            <p:cNvGrpSpPr/>
            <p:nvPr/>
          </p:nvGrpSpPr>
          <p:grpSpPr>
            <a:xfrm>
              <a:off x="5771387" y="3055619"/>
              <a:ext cx="222885" cy="116839"/>
              <a:chOff x="5771387" y="3055619"/>
              <a:chExt cx="222885" cy="116839"/>
            </a:xfrm>
          </p:grpSpPr>
          <p:sp>
            <p:nvSpPr>
              <p:cNvPr id="412" name="Google Shape;412;p7"/>
              <p:cNvSpPr/>
              <p:nvPr/>
            </p:nvSpPr>
            <p:spPr>
              <a:xfrm>
                <a:off x="5806880" y="3055619"/>
                <a:ext cx="635" cy="116839"/>
              </a:xfrm>
              <a:custGeom>
                <a:rect b="b" l="l" r="r" t="t"/>
                <a:pathLst>
                  <a:path extrusionOk="0" h="116839" w="635">
                    <a:moveTo>
                      <a:pt x="321" y="0"/>
                    </a:moveTo>
                    <a:lnTo>
                      <a:pt x="321" y="21717"/>
                    </a:lnTo>
                    <a:lnTo>
                      <a:pt x="321" y="43434"/>
                    </a:lnTo>
                    <a:lnTo>
                      <a:pt x="321" y="65151"/>
                    </a:lnTo>
                    <a:lnTo>
                      <a:pt x="321" y="86868"/>
                    </a:lnTo>
                    <a:lnTo>
                      <a:pt x="0" y="94297"/>
                    </a:lnTo>
                    <a:lnTo>
                      <a:pt x="35" y="101727"/>
                    </a:lnTo>
                    <a:lnTo>
                      <a:pt x="214" y="109156"/>
                    </a:lnTo>
                    <a:lnTo>
                      <a:pt x="321" y="11658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7"/>
              <p:cNvSpPr/>
              <p:nvPr/>
            </p:nvSpPr>
            <p:spPr>
              <a:xfrm>
                <a:off x="5771387" y="3064763"/>
                <a:ext cx="222885" cy="99060"/>
              </a:xfrm>
              <a:custGeom>
                <a:rect b="b" l="l" r="r" t="t"/>
                <a:pathLst>
                  <a:path extrusionOk="0" h="99060" w="222885">
                    <a:moveTo>
                      <a:pt x="0" y="37337"/>
                    </a:moveTo>
                    <a:lnTo>
                      <a:pt x="11227" y="30218"/>
                    </a:lnTo>
                    <a:lnTo>
                      <a:pt x="22383" y="24383"/>
                    </a:lnTo>
                    <a:lnTo>
                      <a:pt x="33968" y="19121"/>
                    </a:lnTo>
                    <a:lnTo>
                      <a:pt x="46481" y="13715"/>
                    </a:lnTo>
                    <a:lnTo>
                      <a:pt x="55316" y="9751"/>
                    </a:lnTo>
                    <a:lnTo>
                      <a:pt x="64579" y="5429"/>
                    </a:lnTo>
                    <a:lnTo>
                      <a:pt x="74128" y="1821"/>
                    </a:lnTo>
                    <a:lnTo>
                      <a:pt x="83819" y="0"/>
                    </a:lnTo>
                    <a:lnTo>
                      <a:pt x="84581" y="0"/>
                    </a:lnTo>
                    <a:lnTo>
                      <a:pt x="85796" y="7548"/>
                    </a:lnTo>
                    <a:lnTo>
                      <a:pt x="86296" y="15239"/>
                    </a:lnTo>
                    <a:lnTo>
                      <a:pt x="86510" y="22931"/>
                    </a:lnTo>
                    <a:lnTo>
                      <a:pt x="86868" y="30479"/>
                    </a:lnTo>
                    <a:lnTo>
                      <a:pt x="87522" y="43755"/>
                    </a:lnTo>
                    <a:lnTo>
                      <a:pt x="88106" y="57245"/>
                    </a:lnTo>
                    <a:lnTo>
                      <a:pt x="88261" y="70877"/>
                    </a:lnTo>
                    <a:lnTo>
                      <a:pt x="87630" y="84581"/>
                    </a:lnTo>
                    <a:lnTo>
                      <a:pt x="86868" y="89153"/>
                    </a:lnTo>
                    <a:lnTo>
                      <a:pt x="85344" y="91439"/>
                    </a:lnTo>
                    <a:lnTo>
                      <a:pt x="84582" y="95249"/>
                    </a:lnTo>
                    <a:lnTo>
                      <a:pt x="80010" y="93725"/>
                    </a:lnTo>
                    <a:lnTo>
                      <a:pt x="79248" y="92963"/>
                    </a:lnTo>
                    <a:lnTo>
                      <a:pt x="78486" y="86867"/>
                    </a:lnTo>
                    <a:lnTo>
                      <a:pt x="78521" y="79378"/>
                    </a:lnTo>
                    <a:lnTo>
                      <a:pt x="105525" y="47232"/>
                    </a:lnTo>
                    <a:lnTo>
                      <a:pt x="128016" y="44957"/>
                    </a:lnTo>
                    <a:lnTo>
                      <a:pt x="131826" y="52577"/>
                    </a:lnTo>
                    <a:lnTo>
                      <a:pt x="134231" y="58781"/>
                    </a:lnTo>
                    <a:lnTo>
                      <a:pt x="135064" y="65627"/>
                    </a:lnTo>
                    <a:lnTo>
                      <a:pt x="135040" y="72616"/>
                    </a:lnTo>
                    <a:lnTo>
                      <a:pt x="134874" y="79247"/>
                    </a:lnTo>
                    <a:lnTo>
                      <a:pt x="134874" y="83819"/>
                    </a:lnTo>
                    <a:lnTo>
                      <a:pt x="132588" y="94487"/>
                    </a:lnTo>
                    <a:lnTo>
                      <a:pt x="137160" y="96773"/>
                    </a:lnTo>
                    <a:lnTo>
                      <a:pt x="143696" y="98655"/>
                    </a:lnTo>
                    <a:lnTo>
                      <a:pt x="151161" y="98107"/>
                    </a:lnTo>
                    <a:lnTo>
                      <a:pt x="191273" y="76259"/>
                    </a:lnTo>
                    <a:lnTo>
                      <a:pt x="192024" y="42481"/>
                    </a:lnTo>
                    <a:lnTo>
                      <a:pt x="185166" y="43243"/>
                    </a:lnTo>
                    <a:lnTo>
                      <a:pt x="172593" y="81438"/>
                    </a:lnTo>
                    <a:lnTo>
                      <a:pt x="213252" y="91725"/>
                    </a:lnTo>
                    <a:lnTo>
                      <a:pt x="222504" y="90677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4" name="Google Shape;414;p7"/>
            <p:cNvGrpSpPr/>
            <p:nvPr/>
          </p:nvGrpSpPr>
          <p:grpSpPr>
            <a:xfrm>
              <a:off x="6382142" y="2959595"/>
              <a:ext cx="653416" cy="243091"/>
              <a:chOff x="6382142" y="2959595"/>
              <a:chExt cx="653416" cy="243091"/>
            </a:xfrm>
          </p:grpSpPr>
          <p:sp>
            <p:nvSpPr>
              <p:cNvPr id="415" name="Google Shape;415;p7"/>
              <p:cNvSpPr/>
              <p:nvPr/>
            </p:nvSpPr>
            <p:spPr>
              <a:xfrm>
                <a:off x="6382142" y="3017520"/>
                <a:ext cx="57785" cy="133350"/>
              </a:xfrm>
              <a:custGeom>
                <a:rect b="b" l="l" r="r" t="t"/>
                <a:pathLst>
                  <a:path extrusionOk="0" h="133350" w="57785">
                    <a:moveTo>
                      <a:pt x="22467" y="0"/>
                    </a:moveTo>
                    <a:lnTo>
                      <a:pt x="6929" y="38790"/>
                    </a:lnTo>
                    <a:lnTo>
                      <a:pt x="654" y="84963"/>
                    </a:lnTo>
                    <a:lnTo>
                      <a:pt x="0" y="101131"/>
                    </a:lnTo>
                    <a:lnTo>
                      <a:pt x="1131" y="116586"/>
                    </a:lnTo>
                    <a:lnTo>
                      <a:pt x="4441" y="125313"/>
                    </a:lnTo>
                    <a:lnTo>
                      <a:pt x="10465" y="130397"/>
                    </a:lnTo>
                    <a:lnTo>
                      <a:pt x="18490" y="132766"/>
                    </a:lnTo>
                    <a:lnTo>
                      <a:pt x="27801" y="133350"/>
                    </a:lnTo>
                    <a:lnTo>
                      <a:pt x="36730" y="131956"/>
                    </a:lnTo>
                    <a:lnTo>
                      <a:pt x="43803" y="129063"/>
                    </a:lnTo>
                    <a:lnTo>
                      <a:pt x="50303" y="124884"/>
                    </a:lnTo>
                    <a:lnTo>
                      <a:pt x="57519" y="11963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7"/>
              <p:cNvSpPr/>
              <p:nvPr/>
            </p:nvSpPr>
            <p:spPr>
              <a:xfrm>
                <a:off x="6390893" y="3029438"/>
                <a:ext cx="75565" cy="42545"/>
              </a:xfrm>
              <a:custGeom>
                <a:rect b="b" l="l" r="r" t="t"/>
                <a:pathLst>
                  <a:path extrusionOk="0" h="42544" w="75564">
                    <a:moveTo>
                      <a:pt x="0" y="32277"/>
                    </a:moveTo>
                    <a:lnTo>
                      <a:pt x="12001" y="37790"/>
                    </a:lnTo>
                    <a:lnTo>
                      <a:pt x="22860" y="40945"/>
                    </a:lnTo>
                    <a:lnTo>
                      <a:pt x="34290" y="42243"/>
                    </a:lnTo>
                    <a:lnTo>
                      <a:pt x="48006" y="42183"/>
                    </a:lnTo>
                    <a:lnTo>
                      <a:pt x="75545" y="22609"/>
                    </a:lnTo>
                    <a:lnTo>
                      <a:pt x="72294" y="17418"/>
                    </a:lnTo>
                    <a:lnTo>
                      <a:pt x="34611" y="0"/>
                    </a:lnTo>
                    <a:lnTo>
                      <a:pt x="25145" y="273"/>
                    </a:lnTo>
                    <a:lnTo>
                      <a:pt x="25146" y="29229"/>
                    </a:lnTo>
                    <a:lnTo>
                      <a:pt x="32004" y="33801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7"/>
              <p:cNvSpPr/>
              <p:nvPr/>
            </p:nvSpPr>
            <p:spPr>
              <a:xfrm>
                <a:off x="6515861" y="3042666"/>
                <a:ext cx="6985" cy="83185"/>
              </a:xfrm>
              <a:custGeom>
                <a:rect b="b" l="l" r="r" t="t"/>
                <a:pathLst>
                  <a:path extrusionOk="0" h="83185" w="6984">
                    <a:moveTo>
                      <a:pt x="0" y="0"/>
                    </a:moveTo>
                    <a:lnTo>
                      <a:pt x="1881" y="12096"/>
                    </a:lnTo>
                    <a:lnTo>
                      <a:pt x="3048" y="23622"/>
                    </a:lnTo>
                    <a:lnTo>
                      <a:pt x="3643" y="35147"/>
                    </a:lnTo>
                    <a:lnTo>
                      <a:pt x="3810" y="47244"/>
                    </a:lnTo>
                    <a:lnTo>
                      <a:pt x="3298" y="54875"/>
                    </a:lnTo>
                    <a:lnTo>
                      <a:pt x="2571" y="66008"/>
                    </a:lnTo>
                    <a:lnTo>
                      <a:pt x="2845" y="76711"/>
                    </a:lnTo>
                    <a:lnTo>
                      <a:pt x="5334" y="83058"/>
                    </a:lnTo>
                    <a:lnTo>
                      <a:pt x="6096" y="83058"/>
                    </a:lnTo>
                    <a:lnTo>
                      <a:pt x="6858" y="83058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7"/>
              <p:cNvSpPr/>
              <p:nvPr/>
            </p:nvSpPr>
            <p:spPr>
              <a:xfrm>
                <a:off x="6499859" y="2982468"/>
                <a:ext cx="29209" cy="11430"/>
              </a:xfrm>
              <a:custGeom>
                <a:rect b="b" l="l" r="r" t="t"/>
                <a:pathLst>
                  <a:path extrusionOk="0" h="11430" w="29209">
                    <a:moveTo>
                      <a:pt x="0" y="0"/>
                    </a:moveTo>
                    <a:lnTo>
                      <a:pt x="9989" y="3286"/>
                    </a:lnTo>
                    <a:lnTo>
                      <a:pt x="17049" y="5714"/>
                    </a:lnTo>
                    <a:lnTo>
                      <a:pt x="22824" y="8143"/>
                    </a:lnTo>
                    <a:lnTo>
                      <a:pt x="28956" y="11429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7"/>
              <p:cNvSpPr/>
              <p:nvPr/>
            </p:nvSpPr>
            <p:spPr>
              <a:xfrm>
                <a:off x="6559295" y="2993136"/>
                <a:ext cx="168910" cy="209550"/>
              </a:xfrm>
              <a:custGeom>
                <a:rect b="b" l="l" r="r" t="t"/>
                <a:pathLst>
                  <a:path extrusionOk="0" h="209550" w="168909">
                    <a:moveTo>
                      <a:pt x="34290" y="89915"/>
                    </a:moveTo>
                    <a:lnTo>
                      <a:pt x="31468" y="77926"/>
                    </a:lnTo>
                    <a:lnTo>
                      <a:pt x="30003" y="66579"/>
                    </a:lnTo>
                    <a:lnTo>
                      <a:pt x="30110" y="55090"/>
                    </a:lnTo>
                    <a:lnTo>
                      <a:pt x="32004" y="42671"/>
                    </a:lnTo>
                    <a:lnTo>
                      <a:pt x="34492" y="32623"/>
                    </a:lnTo>
                    <a:lnTo>
                      <a:pt x="37052" y="22859"/>
                    </a:lnTo>
                    <a:lnTo>
                      <a:pt x="39183" y="13096"/>
                    </a:lnTo>
                    <a:lnTo>
                      <a:pt x="40386" y="3047"/>
                    </a:lnTo>
                    <a:lnTo>
                      <a:pt x="40386" y="1523"/>
                    </a:lnTo>
                    <a:lnTo>
                      <a:pt x="40386" y="761"/>
                    </a:lnTo>
                    <a:lnTo>
                      <a:pt x="40386" y="0"/>
                    </a:lnTo>
                    <a:lnTo>
                      <a:pt x="33397" y="1214"/>
                    </a:lnTo>
                    <a:lnTo>
                      <a:pt x="6000" y="37337"/>
                    </a:lnTo>
                    <a:lnTo>
                      <a:pt x="0" y="60959"/>
                    </a:lnTo>
                    <a:lnTo>
                      <a:pt x="857" y="69818"/>
                    </a:lnTo>
                    <a:lnTo>
                      <a:pt x="5143" y="75247"/>
                    </a:lnTo>
                    <a:lnTo>
                      <a:pt x="12001" y="78104"/>
                    </a:lnTo>
                    <a:lnTo>
                      <a:pt x="20574" y="79247"/>
                    </a:lnTo>
                    <a:lnTo>
                      <a:pt x="27920" y="79093"/>
                    </a:lnTo>
                    <a:lnTo>
                      <a:pt x="37623" y="78581"/>
                    </a:lnTo>
                    <a:lnTo>
                      <a:pt x="46612" y="79355"/>
                    </a:lnTo>
                    <a:lnTo>
                      <a:pt x="53959" y="127527"/>
                    </a:lnTo>
                    <a:lnTo>
                      <a:pt x="48387" y="168687"/>
                    </a:lnTo>
                    <a:lnTo>
                      <a:pt x="37242" y="205644"/>
                    </a:lnTo>
                    <a:lnTo>
                      <a:pt x="32801" y="209228"/>
                    </a:lnTo>
                    <a:lnTo>
                      <a:pt x="27432" y="208025"/>
                    </a:lnTo>
                    <a:lnTo>
                      <a:pt x="7179" y="169342"/>
                    </a:lnTo>
                    <a:lnTo>
                      <a:pt x="4357" y="143625"/>
                    </a:lnTo>
                    <a:lnTo>
                      <a:pt x="5524" y="132111"/>
                    </a:lnTo>
                    <a:lnTo>
                      <a:pt x="41910" y="99250"/>
                    </a:lnTo>
                    <a:lnTo>
                      <a:pt x="55149" y="94654"/>
                    </a:lnTo>
                    <a:lnTo>
                      <a:pt x="67818" y="89915"/>
                    </a:lnTo>
                    <a:lnTo>
                      <a:pt x="106930" y="70627"/>
                    </a:lnTo>
                    <a:lnTo>
                      <a:pt x="129790" y="37707"/>
                    </a:lnTo>
                    <a:lnTo>
                      <a:pt x="102870" y="15239"/>
                    </a:lnTo>
                    <a:lnTo>
                      <a:pt x="93773" y="17585"/>
                    </a:lnTo>
                    <a:lnTo>
                      <a:pt x="85725" y="64674"/>
                    </a:lnTo>
                    <a:lnTo>
                      <a:pt x="121348" y="89820"/>
                    </a:lnTo>
                    <a:lnTo>
                      <a:pt x="133040" y="90761"/>
                    </a:lnTo>
                    <a:lnTo>
                      <a:pt x="144018" y="89915"/>
                    </a:lnTo>
                    <a:lnTo>
                      <a:pt x="151257" y="87653"/>
                    </a:lnTo>
                    <a:lnTo>
                      <a:pt x="157353" y="84391"/>
                    </a:lnTo>
                    <a:lnTo>
                      <a:pt x="162877" y="80271"/>
                    </a:lnTo>
                    <a:lnTo>
                      <a:pt x="168402" y="75437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7"/>
              <p:cNvSpPr/>
              <p:nvPr/>
            </p:nvSpPr>
            <p:spPr>
              <a:xfrm>
                <a:off x="6733031" y="3005328"/>
                <a:ext cx="79375" cy="85090"/>
              </a:xfrm>
              <a:custGeom>
                <a:rect b="b" l="l" r="r" t="t"/>
                <a:pathLst>
                  <a:path extrusionOk="0" h="85089" w="79375">
                    <a:moveTo>
                      <a:pt x="0" y="22860"/>
                    </a:moveTo>
                    <a:lnTo>
                      <a:pt x="3048" y="65532"/>
                    </a:lnTo>
                    <a:lnTo>
                      <a:pt x="4572" y="71628"/>
                    </a:lnTo>
                    <a:lnTo>
                      <a:pt x="6096" y="78486"/>
                    </a:lnTo>
                    <a:lnTo>
                      <a:pt x="6858" y="84582"/>
                    </a:lnTo>
                    <a:lnTo>
                      <a:pt x="6167" y="77843"/>
                    </a:lnTo>
                    <a:lnTo>
                      <a:pt x="5334" y="71247"/>
                    </a:lnTo>
                    <a:lnTo>
                      <a:pt x="4500" y="64650"/>
                    </a:lnTo>
                    <a:lnTo>
                      <a:pt x="3810" y="57912"/>
                    </a:lnTo>
                    <a:lnTo>
                      <a:pt x="2928" y="46505"/>
                    </a:lnTo>
                    <a:lnTo>
                      <a:pt x="3048" y="35242"/>
                    </a:lnTo>
                    <a:lnTo>
                      <a:pt x="4881" y="24264"/>
                    </a:lnTo>
                    <a:lnTo>
                      <a:pt x="41148" y="0"/>
                    </a:lnTo>
                    <a:lnTo>
                      <a:pt x="50422" y="571"/>
                    </a:lnTo>
                    <a:lnTo>
                      <a:pt x="78962" y="34099"/>
                    </a:lnTo>
                    <a:lnTo>
                      <a:pt x="79355" y="43648"/>
                    </a:lnTo>
                    <a:lnTo>
                      <a:pt x="79248" y="53340"/>
                    </a:lnTo>
                    <a:lnTo>
                      <a:pt x="78355" y="60233"/>
                    </a:lnTo>
                    <a:lnTo>
                      <a:pt x="76676" y="68484"/>
                    </a:lnTo>
                    <a:lnTo>
                      <a:pt x="75711" y="76592"/>
                    </a:lnTo>
                    <a:lnTo>
                      <a:pt x="76962" y="83058"/>
                    </a:lnTo>
                    <a:lnTo>
                      <a:pt x="77724" y="83820"/>
                    </a:lnTo>
                    <a:lnTo>
                      <a:pt x="78486" y="83820"/>
                    </a:lnTo>
                    <a:lnTo>
                      <a:pt x="79248" y="8382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21" name="Google Shape;421;p7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6843509" y="2959595"/>
                <a:ext cx="192049" cy="133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22" name="Google Shape;422;p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087349" y="2918447"/>
              <a:ext cx="286537" cy="1461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3" name="Google Shape;423;p7"/>
            <p:cNvGrpSpPr/>
            <p:nvPr/>
          </p:nvGrpSpPr>
          <p:grpSpPr>
            <a:xfrm>
              <a:off x="7736573" y="2783573"/>
              <a:ext cx="1173695" cy="305828"/>
              <a:chOff x="7736573" y="2783573"/>
              <a:chExt cx="1173695" cy="305828"/>
            </a:xfrm>
          </p:grpSpPr>
          <p:pic>
            <p:nvPicPr>
              <p:cNvPr id="424" name="Google Shape;424;p7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736573" y="2878061"/>
                <a:ext cx="494563" cy="18214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5" name="Google Shape;425;p7"/>
              <p:cNvSpPr/>
              <p:nvPr/>
            </p:nvSpPr>
            <p:spPr>
              <a:xfrm>
                <a:off x="8252460" y="2843022"/>
                <a:ext cx="9525" cy="246379"/>
              </a:xfrm>
              <a:custGeom>
                <a:rect b="b" l="l" r="r" t="t"/>
                <a:pathLst>
                  <a:path extrusionOk="0" h="246380" w="9525">
                    <a:moveTo>
                      <a:pt x="9144" y="0"/>
                    </a:moveTo>
                    <a:lnTo>
                      <a:pt x="6417" y="15978"/>
                    </a:lnTo>
                    <a:lnTo>
                      <a:pt x="5619" y="31242"/>
                    </a:lnTo>
                    <a:lnTo>
                      <a:pt x="5822" y="46505"/>
                    </a:lnTo>
                    <a:lnTo>
                      <a:pt x="6096" y="62484"/>
                    </a:lnTo>
                    <a:lnTo>
                      <a:pt x="6750" y="85463"/>
                    </a:lnTo>
                    <a:lnTo>
                      <a:pt x="7334" y="108585"/>
                    </a:lnTo>
                    <a:lnTo>
                      <a:pt x="7489" y="131706"/>
                    </a:lnTo>
                    <a:lnTo>
                      <a:pt x="6858" y="154686"/>
                    </a:lnTo>
                    <a:lnTo>
                      <a:pt x="5250" y="174117"/>
                    </a:lnTo>
                    <a:lnTo>
                      <a:pt x="3143" y="193548"/>
                    </a:lnTo>
                    <a:lnTo>
                      <a:pt x="1178" y="212979"/>
                    </a:lnTo>
                    <a:lnTo>
                      <a:pt x="0" y="232410"/>
                    </a:lnTo>
                    <a:lnTo>
                      <a:pt x="0" y="240029"/>
                    </a:lnTo>
                    <a:lnTo>
                      <a:pt x="0" y="241554"/>
                    </a:lnTo>
                    <a:lnTo>
                      <a:pt x="0" y="24612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26" name="Google Shape;426;p7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8241017" y="2783573"/>
                <a:ext cx="474751" cy="20043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7" name="Google Shape;427;p7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8740127" y="2806207"/>
                <a:ext cx="170141" cy="2128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28" name="Google Shape;428;p7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9082265" y="2718803"/>
              <a:ext cx="156354" cy="1440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9" name="Google Shape;429;p7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5142725" y="3236201"/>
              <a:ext cx="140995" cy="147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0" name="Google Shape;430;p7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5217401" y="3518141"/>
              <a:ext cx="185512" cy="28272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31" name="Google Shape;431;p7"/>
            <p:cNvGrpSpPr/>
            <p:nvPr/>
          </p:nvGrpSpPr>
          <p:grpSpPr>
            <a:xfrm>
              <a:off x="5644134" y="3503675"/>
              <a:ext cx="569975" cy="235966"/>
              <a:chOff x="5644134" y="3503675"/>
              <a:chExt cx="569975" cy="235966"/>
            </a:xfrm>
          </p:grpSpPr>
          <p:sp>
            <p:nvSpPr>
              <p:cNvPr id="432" name="Google Shape;432;p7"/>
              <p:cNvSpPr/>
              <p:nvPr/>
            </p:nvSpPr>
            <p:spPr>
              <a:xfrm>
                <a:off x="5644134" y="3523487"/>
                <a:ext cx="40005" cy="144145"/>
              </a:xfrm>
              <a:custGeom>
                <a:rect b="b" l="l" r="r" t="t"/>
                <a:pathLst>
                  <a:path extrusionOk="0" h="144145" w="40004">
                    <a:moveTo>
                      <a:pt x="0" y="0"/>
                    </a:moveTo>
                    <a:lnTo>
                      <a:pt x="18966" y="41040"/>
                    </a:lnTo>
                    <a:lnTo>
                      <a:pt x="28670" y="85344"/>
                    </a:lnTo>
                    <a:lnTo>
                      <a:pt x="30158" y="100203"/>
                    </a:lnTo>
                    <a:lnTo>
                      <a:pt x="32004" y="115062"/>
                    </a:lnTo>
                    <a:lnTo>
                      <a:pt x="33301" y="122693"/>
                    </a:lnTo>
                    <a:lnTo>
                      <a:pt x="34956" y="129825"/>
                    </a:lnTo>
                    <a:lnTo>
                      <a:pt x="37040" y="136814"/>
                    </a:lnTo>
                    <a:lnTo>
                      <a:pt x="39624" y="144018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7"/>
              <p:cNvSpPr/>
              <p:nvPr/>
            </p:nvSpPr>
            <p:spPr>
              <a:xfrm>
                <a:off x="5706296" y="3548895"/>
                <a:ext cx="95250" cy="102870"/>
              </a:xfrm>
              <a:custGeom>
                <a:rect b="b" l="l" r="r" t="t"/>
                <a:pathLst>
                  <a:path extrusionOk="0" h="102870" w="95250">
                    <a:moveTo>
                      <a:pt x="60519" y="37838"/>
                    </a:moveTo>
                    <a:lnTo>
                      <a:pt x="37659" y="1262"/>
                    </a:lnTo>
                    <a:lnTo>
                      <a:pt x="29027" y="0"/>
                    </a:lnTo>
                    <a:lnTo>
                      <a:pt x="22324" y="3167"/>
                    </a:lnTo>
                    <a:lnTo>
                      <a:pt x="3940" y="44124"/>
                    </a:lnTo>
                    <a:lnTo>
                      <a:pt x="0" y="82677"/>
                    </a:lnTo>
                    <a:lnTo>
                      <a:pt x="1178" y="91749"/>
                    </a:lnTo>
                    <a:lnTo>
                      <a:pt x="5357" y="98821"/>
                    </a:lnTo>
                    <a:lnTo>
                      <a:pt x="14037" y="102608"/>
                    </a:lnTo>
                    <a:lnTo>
                      <a:pt x="24169" y="101262"/>
                    </a:lnTo>
                    <a:lnTo>
                      <a:pt x="49922" y="68008"/>
                    </a:lnTo>
                    <a:lnTo>
                      <a:pt x="53661" y="27932"/>
                    </a:lnTo>
                    <a:lnTo>
                      <a:pt x="53661" y="26408"/>
                    </a:lnTo>
                    <a:lnTo>
                      <a:pt x="53661" y="21836"/>
                    </a:lnTo>
                    <a:lnTo>
                      <a:pt x="53661" y="15740"/>
                    </a:lnTo>
                    <a:lnTo>
                      <a:pt x="53661" y="27170"/>
                    </a:lnTo>
                    <a:lnTo>
                      <a:pt x="54423" y="32504"/>
                    </a:lnTo>
                    <a:lnTo>
                      <a:pt x="68353" y="68508"/>
                    </a:lnTo>
                    <a:lnTo>
                      <a:pt x="87189" y="88892"/>
                    </a:lnTo>
                    <a:lnTo>
                      <a:pt x="94809" y="9346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7"/>
              <p:cNvSpPr/>
              <p:nvPr/>
            </p:nvSpPr>
            <p:spPr>
              <a:xfrm>
                <a:off x="5806439" y="3548633"/>
                <a:ext cx="59055" cy="97155"/>
              </a:xfrm>
              <a:custGeom>
                <a:rect b="b" l="l" r="r" t="t"/>
                <a:pathLst>
                  <a:path extrusionOk="0" h="97154" w="59054">
                    <a:moveTo>
                      <a:pt x="1524" y="34289"/>
                    </a:moveTo>
                    <a:lnTo>
                      <a:pt x="762" y="20573"/>
                    </a:lnTo>
                    <a:lnTo>
                      <a:pt x="762" y="19049"/>
                    </a:lnTo>
                    <a:lnTo>
                      <a:pt x="0" y="11429"/>
                    </a:lnTo>
                    <a:lnTo>
                      <a:pt x="8382" y="7619"/>
                    </a:lnTo>
                    <a:lnTo>
                      <a:pt x="13716" y="9143"/>
                    </a:lnTo>
                    <a:lnTo>
                      <a:pt x="20574" y="16763"/>
                    </a:lnTo>
                    <a:lnTo>
                      <a:pt x="42672" y="61721"/>
                    </a:lnTo>
                    <a:lnTo>
                      <a:pt x="49530" y="96773"/>
                    </a:lnTo>
                    <a:lnTo>
                      <a:pt x="47577" y="87749"/>
                    </a:lnTo>
                    <a:lnTo>
                      <a:pt x="45339" y="78866"/>
                    </a:lnTo>
                    <a:lnTo>
                      <a:pt x="38195" y="37814"/>
                    </a:lnTo>
                    <a:lnTo>
                      <a:pt x="37611" y="26348"/>
                    </a:lnTo>
                    <a:lnTo>
                      <a:pt x="38100" y="15239"/>
                    </a:lnTo>
                    <a:lnTo>
                      <a:pt x="38862" y="5333"/>
                    </a:lnTo>
                    <a:lnTo>
                      <a:pt x="43434" y="761"/>
                    </a:lnTo>
                    <a:lnTo>
                      <a:pt x="52578" y="0"/>
                    </a:lnTo>
                    <a:lnTo>
                      <a:pt x="54864" y="0"/>
                    </a:lnTo>
                    <a:lnTo>
                      <a:pt x="57150" y="0"/>
                    </a:lnTo>
                    <a:lnTo>
                      <a:pt x="58674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7"/>
              <p:cNvSpPr/>
              <p:nvPr/>
            </p:nvSpPr>
            <p:spPr>
              <a:xfrm>
                <a:off x="5888497" y="3544061"/>
                <a:ext cx="70485" cy="195580"/>
              </a:xfrm>
              <a:custGeom>
                <a:rect b="b" l="l" r="r" t="t"/>
                <a:pathLst>
                  <a:path extrusionOk="0" h="195579" w="70485">
                    <a:moveTo>
                      <a:pt x="61198" y="49529"/>
                    </a:moveTo>
                    <a:lnTo>
                      <a:pt x="56435" y="40612"/>
                    </a:lnTo>
                    <a:lnTo>
                      <a:pt x="52244" y="31908"/>
                    </a:lnTo>
                    <a:lnTo>
                      <a:pt x="48339" y="23062"/>
                    </a:lnTo>
                    <a:lnTo>
                      <a:pt x="44434" y="13715"/>
                    </a:lnTo>
                    <a:lnTo>
                      <a:pt x="41826" y="8893"/>
                    </a:lnTo>
                    <a:lnTo>
                      <a:pt x="38433" y="3714"/>
                    </a:lnTo>
                    <a:lnTo>
                      <a:pt x="34039" y="107"/>
                    </a:lnTo>
                    <a:lnTo>
                      <a:pt x="28432" y="0"/>
                    </a:lnTo>
                    <a:lnTo>
                      <a:pt x="20574" y="5333"/>
                    </a:lnTo>
                    <a:lnTo>
                      <a:pt x="2952" y="41874"/>
                    </a:lnTo>
                    <a:lnTo>
                      <a:pt x="0" y="64377"/>
                    </a:lnTo>
                    <a:lnTo>
                      <a:pt x="2524" y="73913"/>
                    </a:lnTo>
                    <a:lnTo>
                      <a:pt x="7536" y="78521"/>
                    </a:lnTo>
                    <a:lnTo>
                      <a:pt x="14620" y="81057"/>
                    </a:lnTo>
                    <a:lnTo>
                      <a:pt x="22133" y="81736"/>
                    </a:lnTo>
                    <a:lnTo>
                      <a:pt x="28432" y="80771"/>
                    </a:lnTo>
                    <a:lnTo>
                      <a:pt x="49768" y="57149"/>
                    </a:lnTo>
                    <a:lnTo>
                      <a:pt x="48244" y="56387"/>
                    </a:lnTo>
                    <a:lnTo>
                      <a:pt x="52816" y="54863"/>
                    </a:lnTo>
                    <a:lnTo>
                      <a:pt x="68294" y="100179"/>
                    </a:lnTo>
                    <a:lnTo>
                      <a:pt x="70485" y="133754"/>
                    </a:lnTo>
                    <a:lnTo>
                      <a:pt x="69580" y="150113"/>
                    </a:lnTo>
                    <a:lnTo>
                      <a:pt x="49006" y="192785"/>
                    </a:lnTo>
                    <a:lnTo>
                      <a:pt x="39731" y="195512"/>
                    </a:lnTo>
                    <a:lnTo>
                      <a:pt x="30813" y="194595"/>
                    </a:lnTo>
                    <a:lnTo>
                      <a:pt x="14442" y="158222"/>
                    </a:lnTo>
                    <a:lnTo>
                      <a:pt x="14716" y="150875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7"/>
              <p:cNvSpPr/>
              <p:nvPr/>
            </p:nvSpPr>
            <p:spPr>
              <a:xfrm>
                <a:off x="5990796" y="3541775"/>
                <a:ext cx="59690" cy="92710"/>
              </a:xfrm>
              <a:custGeom>
                <a:rect b="b" l="l" r="r" t="t"/>
                <a:pathLst>
                  <a:path extrusionOk="0" h="92710" w="59689">
                    <a:moveTo>
                      <a:pt x="6143" y="0"/>
                    </a:moveTo>
                    <a:lnTo>
                      <a:pt x="809" y="45720"/>
                    </a:lnTo>
                    <a:lnTo>
                      <a:pt x="0" y="56792"/>
                    </a:lnTo>
                    <a:lnTo>
                      <a:pt x="47" y="69151"/>
                    </a:lnTo>
                    <a:lnTo>
                      <a:pt x="2952" y="80652"/>
                    </a:lnTo>
                    <a:lnTo>
                      <a:pt x="10715" y="89154"/>
                    </a:lnTo>
                    <a:lnTo>
                      <a:pt x="20657" y="92249"/>
                    </a:lnTo>
                    <a:lnTo>
                      <a:pt x="31384" y="91059"/>
                    </a:lnTo>
                    <a:lnTo>
                      <a:pt x="41683" y="87010"/>
                    </a:lnTo>
                    <a:lnTo>
                      <a:pt x="50339" y="81533"/>
                    </a:lnTo>
                    <a:lnTo>
                      <a:pt x="53387" y="78485"/>
                    </a:lnTo>
                    <a:lnTo>
                      <a:pt x="56435" y="76199"/>
                    </a:lnTo>
                    <a:lnTo>
                      <a:pt x="59483" y="73151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7"/>
              <p:cNvSpPr/>
              <p:nvPr/>
            </p:nvSpPr>
            <p:spPr>
              <a:xfrm>
                <a:off x="5993892" y="3536251"/>
                <a:ext cx="54610" cy="38100"/>
              </a:xfrm>
              <a:custGeom>
                <a:rect b="b" l="l" r="r" t="t"/>
                <a:pathLst>
                  <a:path extrusionOk="0" h="38100" w="54610">
                    <a:moveTo>
                      <a:pt x="0" y="37528"/>
                    </a:moveTo>
                    <a:lnTo>
                      <a:pt x="37719" y="29706"/>
                    </a:lnTo>
                    <a:lnTo>
                      <a:pt x="54006" y="9715"/>
                    </a:lnTo>
                    <a:lnTo>
                      <a:pt x="52518" y="5000"/>
                    </a:lnTo>
                    <a:lnTo>
                      <a:pt x="47243" y="1714"/>
                    </a:lnTo>
                    <a:lnTo>
                      <a:pt x="40600" y="357"/>
                    </a:lnTo>
                    <a:lnTo>
                      <a:pt x="32956" y="0"/>
                    </a:lnTo>
                    <a:lnTo>
                      <a:pt x="25598" y="1071"/>
                    </a:lnTo>
                    <a:lnTo>
                      <a:pt x="19811" y="4000"/>
                    </a:lnTo>
                    <a:lnTo>
                      <a:pt x="13715" y="9334"/>
                    </a:lnTo>
                    <a:lnTo>
                      <a:pt x="16001" y="16192"/>
                    </a:lnTo>
                    <a:lnTo>
                      <a:pt x="16001" y="22288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7"/>
              <p:cNvSpPr/>
              <p:nvPr/>
            </p:nvSpPr>
            <p:spPr>
              <a:xfrm>
                <a:off x="6067829" y="3528059"/>
                <a:ext cx="80010" cy="104775"/>
              </a:xfrm>
              <a:custGeom>
                <a:rect b="b" l="l" r="r" t="t"/>
                <a:pathLst>
                  <a:path extrusionOk="0" h="104775" w="80010">
                    <a:moveTo>
                      <a:pt x="57126" y="18287"/>
                    </a:moveTo>
                    <a:lnTo>
                      <a:pt x="51196" y="9429"/>
                    </a:lnTo>
                    <a:lnTo>
                      <a:pt x="45696" y="4000"/>
                    </a:lnTo>
                    <a:lnTo>
                      <a:pt x="38481" y="1142"/>
                    </a:lnTo>
                    <a:lnTo>
                      <a:pt x="27408" y="0"/>
                    </a:lnTo>
                    <a:lnTo>
                      <a:pt x="18859" y="1035"/>
                    </a:lnTo>
                    <a:lnTo>
                      <a:pt x="11596" y="4286"/>
                    </a:lnTo>
                    <a:lnTo>
                      <a:pt x="5762" y="9965"/>
                    </a:lnTo>
                    <a:lnTo>
                      <a:pt x="1500" y="18287"/>
                    </a:lnTo>
                    <a:lnTo>
                      <a:pt x="0" y="28217"/>
                    </a:lnTo>
                    <a:lnTo>
                      <a:pt x="2071" y="36575"/>
                    </a:lnTo>
                    <a:lnTo>
                      <a:pt x="37980" y="61150"/>
                    </a:lnTo>
                    <a:lnTo>
                      <a:pt x="50256" y="64865"/>
                    </a:lnTo>
                    <a:lnTo>
                      <a:pt x="62460" y="68579"/>
                    </a:lnTo>
                    <a:lnTo>
                      <a:pt x="67437" y="70103"/>
                    </a:lnTo>
                    <a:lnTo>
                      <a:pt x="74271" y="73342"/>
                    </a:lnTo>
                    <a:lnTo>
                      <a:pt x="79390" y="78009"/>
                    </a:lnTo>
                    <a:lnTo>
                      <a:pt x="79224" y="83819"/>
                    </a:lnTo>
                    <a:lnTo>
                      <a:pt x="42648" y="102869"/>
                    </a:lnTo>
                    <a:lnTo>
                      <a:pt x="34373" y="104227"/>
                    </a:lnTo>
                    <a:lnTo>
                      <a:pt x="27312" y="104012"/>
                    </a:lnTo>
                    <a:lnTo>
                      <a:pt x="22395" y="100941"/>
                    </a:lnTo>
                    <a:lnTo>
                      <a:pt x="20550" y="93725"/>
                    </a:lnTo>
                    <a:lnTo>
                      <a:pt x="21312" y="82295"/>
                    </a:lnTo>
                    <a:lnTo>
                      <a:pt x="22836" y="77723"/>
                    </a:lnTo>
                    <a:lnTo>
                      <a:pt x="27408" y="70865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7"/>
              <p:cNvSpPr/>
              <p:nvPr/>
            </p:nvSpPr>
            <p:spPr>
              <a:xfrm>
                <a:off x="6162294" y="3503675"/>
                <a:ext cx="12065" cy="127000"/>
              </a:xfrm>
              <a:custGeom>
                <a:rect b="b" l="l" r="r" t="t"/>
                <a:pathLst>
                  <a:path extrusionOk="0" h="127000" w="12064">
                    <a:moveTo>
                      <a:pt x="0" y="0"/>
                    </a:moveTo>
                    <a:lnTo>
                      <a:pt x="10608" y="38576"/>
                    </a:lnTo>
                    <a:lnTo>
                      <a:pt x="11727" y="65734"/>
                    </a:lnTo>
                    <a:lnTo>
                      <a:pt x="11525" y="78962"/>
                    </a:lnTo>
                    <a:lnTo>
                      <a:pt x="10894" y="92332"/>
                    </a:lnTo>
                    <a:lnTo>
                      <a:pt x="9906" y="105918"/>
                    </a:lnTo>
                    <a:lnTo>
                      <a:pt x="9144" y="112776"/>
                    </a:lnTo>
                    <a:lnTo>
                      <a:pt x="9144" y="119634"/>
                    </a:lnTo>
                    <a:lnTo>
                      <a:pt x="9144" y="12649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7"/>
              <p:cNvSpPr/>
              <p:nvPr/>
            </p:nvSpPr>
            <p:spPr>
              <a:xfrm>
                <a:off x="6149340" y="3546347"/>
                <a:ext cx="64769" cy="22860"/>
              </a:xfrm>
              <a:custGeom>
                <a:rect b="b" l="l" r="r" t="t"/>
                <a:pathLst>
                  <a:path extrusionOk="0" h="22860" w="64770">
                    <a:moveTo>
                      <a:pt x="0" y="22860"/>
                    </a:moveTo>
                    <a:lnTo>
                      <a:pt x="12001" y="19085"/>
                    </a:lnTo>
                    <a:lnTo>
                      <a:pt x="24003" y="15525"/>
                    </a:lnTo>
                    <a:lnTo>
                      <a:pt x="36004" y="11822"/>
                    </a:lnTo>
                    <a:lnTo>
                      <a:pt x="48006" y="7620"/>
                    </a:lnTo>
                    <a:lnTo>
                      <a:pt x="57150" y="3810"/>
                    </a:lnTo>
                    <a:lnTo>
                      <a:pt x="59436" y="3048"/>
                    </a:lnTo>
                    <a:lnTo>
                      <a:pt x="64769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1" name="Google Shape;441;p7"/>
            <p:cNvGrpSpPr/>
            <p:nvPr/>
          </p:nvGrpSpPr>
          <p:grpSpPr>
            <a:xfrm>
              <a:off x="6506895" y="3463289"/>
              <a:ext cx="229185" cy="162414"/>
              <a:chOff x="6506895" y="3463289"/>
              <a:chExt cx="229185" cy="162414"/>
            </a:xfrm>
          </p:grpSpPr>
          <p:pic>
            <p:nvPicPr>
              <p:cNvPr id="442" name="Google Shape;442;p7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6506895" y="3483851"/>
                <a:ext cx="87464" cy="1418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3" name="Google Shape;443;p7"/>
              <p:cNvSpPr/>
              <p:nvPr/>
            </p:nvSpPr>
            <p:spPr>
              <a:xfrm>
                <a:off x="6636258" y="3521963"/>
                <a:ext cx="6985" cy="5080"/>
              </a:xfrm>
              <a:custGeom>
                <a:rect b="b" l="l" r="r" t="t"/>
                <a:pathLst>
                  <a:path extrusionOk="0" h="5079" w="6984">
                    <a:moveTo>
                      <a:pt x="6857" y="4572"/>
                    </a:moveTo>
                    <a:lnTo>
                      <a:pt x="4571" y="3048"/>
                    </a:lnTo>
                    <a:lnTo>
                      <a:pt x="2285" y="1524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7"/>
              <p:cNvSpPr/>
              <p:nvPr/>
            </p:nvSpPr>
            <p:spPr>
              <a:xfrm>
                <a:off x="6690360" y="3463289"/>
                <a:ext cx="45720" cy="100965"/>
              </a:xfrm>
              <a:custGeom>
                <a:rect b="b" l="l" r="r" t="t"/>
                <a:pathLst>
                  <a:path extrusionOk="0" h="100964" w="45720">
                    <a:moveTo>
                      <a:pt x="0" y="34289"/>
                    </a:moveTo>
                    <a:lnTo>
                      <a:pt x="17145" y="72389"/>
                    </a:lnTo>
                    <a:lnTo>
                      <a:pt x="20574" y="79247"/>
                    </a:lnTo>
                    <a:lnTo>
                      <a:pt x="24003" y="86105"/>
                    </a:lnTo>
                    <a:lnTo>
                      <a:pt x="27432" y="92963"/>
                    </a:lnTo>
                    <a:lnTo>
                      <a:pt x="28956" y="96011"/>
                    </a:lnTo>
                    <a:lnTo>
                      <a:pt x="30480" y="98297"/>
                    </a:lnTo>
                    <a:lnTo>
                      <a:pt x="32766" y="100583"/>
                    </a:lnTo>
                    <a:lnTo>
                      <a:pt x="34290" y="94487"/>
                    </a:lnTo>
                    <a:lnTo>
                      <a:pt x="35814" y="86867"/>
                    </a:lnTo>
                    <a:lnTo>
                      <a:pt x="35814" y="80009"/>
                    </a:lnTo>
                    <a:lnTo>
                      <a:pt x="36278" y="66865"/>
                    </a:lnTo>
                    <a:lnTo>
                      <a:pt x="38100" y="27431"/>
                    </a:lnTo>
                    <a:lnTo>
                      <a:pt x="42493" y="6643"/>
                    </a:lnTo>
                    <a:lnTo>
                      <a:pt x="45719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45" name="Google Shape;445;p7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6942366" y="3364979"/>
              <a:ext cx="171677" cy="2429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6" name="Google Shape;446;p7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7267276" y="3376314"/>
              <a:ext cx="109658" cy="12594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47" name="Google Shape;447;p7"/>
            <p:cNvGrpSpPr/>
            <p:nvPr/>
          </p:nvGrpSpPr>
          <p:grpSpPr>
            <a:xfrm>
              <a:off x="7652742" y="3282695"/>
              <a:ext cx="260640" cy="274320"/>
              <a:chOff x="7652742" y="3282695"/>
              <a:chExt cx="260640" cy="274320"/>
            </a:xfrm>
          </p:grpSpPr>
          <p:sp>
            <p:nvSpPr>
              <p:cNvPr id="448" name="Google Shape;448;p7"/>
              <p:cNvSpPr/>
              <p:nvPr/>
            </p:nvSpPr>
            <p:spPr>
              <a:xfrm>
                <a:off x="7652742" y="3282695"/>
                <a:ext cx="123189" cy="274320"/>
              </a:xfrm>
              <a:custGeom>
                <a:rect b="b" l="l" r="r" t="t"/>
                <a:pathLst>
                  <a:path extrusionOk="0" h="274320" w="123190">
                    <a:moveTo>
                      <a:pt x="46505" y="0"/>
                    </a:moveTo>
                    <a:lnTo>
                      <a:pt x="25931" y="43624"/>
                    </a:lnTo>
                    <a:lnTo>
                      <a:pt x="12215" y="90678"/>
                    </a:lnTo>
                    <a:lnTo>
                      <a:pt x="2119" y="149066"/>
                    </a:lnTo>
                    <a:lnTo>
                      <a:pt x="0" y="178438"/>
                    </a:lnTo>
                    <a:lnTo>
                      <a:pt x="23" y="208026"/>
                    </a:lnTo>
                    <a:lnTo>
                      <a:pt x="12668" y="254960"/>
                    </a:lnTo>
                    <a:lnTo>
                      <a:pt x="51649" y="274129"/>
                    </a:lnTo>
                    <a:lnTo>
                      <a:pt x="66103" y="273772"/>
                    </a:lnTo>
                    <a:lnTo>
                      <a:pt x="79271" y="271272"/>
                    </a:lnTo>
                    <a:lnTo>
                      <a:pt x="92166" y="265652"/>
                    </a:lnTo>
                    <a:lnTo>
                      <a:pt x="102989" y="258318"/>
                    </a:lnTo>
                    <a:lnTo>
                      <a:pt x="112811" y="249840"/>
                    </a:lnTo>
                    <a:lnTo>
                      <a:pt x="122705" y="24079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49" name="Google Shape;449;p7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7810487" y="3307829"/>
                <a:ext cx="102895" cy="15699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50" name="Google Shape;450;p7"/>
            <p:cNvGrpSpPr/>
            <p:nvPr/>
          </p:nvGrpSpPr>
          <p:grpSpPr>
            <a:xfrm>
              <a:off x="7920976" y="3206495"/>
              <a:ext cx="211849" cy="317767"/>
              <a:chOff x="7920976" y="3206495"/>
              <a:chExt cx="211849" cy="317767"/>
            </a:xfrm>
          </p:grpSpPr>
          <p:sp>
            <p:nvSpPr>
              <p:cNvPr id="451" name="Google Shape;451;p7"/>
              <p:cNvSpPr/>
              <p:nvPr/>
            </p:nvSpPr>
            <p:spPr>
              <a:xfrm>
                <a:off x="8037575" y="3206495"/>
                <a:ext cx="95250" cy="276225"/>
              </a:xfrm>
              <a:custGeom>
                <a:rect b="b" l="l" r="r" t="t"/>
                <a:pathLst>
                  <a:path extrusionOk="0" h="276225" w="95250">
                    <a:moveTo>
                      <a:pt x="0" y="0"/>
                    </a:moveTo>
                    <a:lnTo>
                      <a:pt x="39326" y="31825"/>
                    </a:lnTo>
                    <a:lnTo>
                      <a:pt x="74390" y="77628"/>
                    </a:lnTo>
                    <a:lnTo>
                      <a:pt x="89154" y="115061"/>
                    </a:lnTo>
                    <a:lnTo>
                      <a:pt x="95250" y="153447"/>
                    </a:lnTo>
                    <a:lnTo>
                      <a:pt x="94297" y="172819"/>
                    </a:lnTo>
                    <a:lnTo>
                      <a:pt x="73437" y="222789"/>
                    </a:lnTo>
                    <a:lnTo>
                      <a:pt x="41695" y="255865"/>
                    </a:lnTo>
                    <a:lnTo>
                      <a:pt x="7620" y="275844"/>
                    </a:lnTo>
                    <a:lnTo>
                      <a:pt x="11430" y="274320"/>
                    </a:lnTo>
                    <a:lnTo>
                      <a:pt x="9144" y="27051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52" name="Google Shape;452;p7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7920976" y="3382505"/>
                <a:ext cx="100609" cy="1417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53" name="Google Shape;453;p7"/>
          <p:cNvGrpSpPr/>
          <p:nvPr/>
        </p:nvGrpSpPr>
        <p:grpSpPr>
          <a:xfrm>
            <a:off x="1159881" y="4692819"/>
            <a:ext cx="4805367" cy="2603693"/>
            <a:chOff x="4565618" y="4288523"/>
            <a:chExt cx="3635038" cy="2036089"/>
          </a:xfrm>
        </p:grpSpPr>
        <p:pic>
          <p:nvPicPr>
            <p:cNvPr id="454" name="Google Shape;454;p7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5751563" y="4301667"/>
              <a:ext cx="249961" cy="2932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5" name="Google Shape;455;p7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6100749" y="4288523"/>
              <a:ext cx="268820" cy="228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56" name="Google Shape;456;p7"/>
            <p:cNvGrpSpPr/>
            <p:nvPr/>
          </p:nvGrpSpPr>
          <p:grpSpPr>
            <a:xfrm>
              <a:off x="4576154" y="4408466"/>
              <a:ext cx="229017" cy="214885"/>
              <a:chOff x="4576154" y="4408466"/>
              <a:chExt cx="229017" cy="214885"/>
            </a:xfrm>
          </p:grpSpPr>
          <p:pic>
            <p:nvPicPr>
              <p:cNvPr id="457" name="Google Shape;457;p7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4576154" y="4408466"/>
                <a:ext cx="180262" cy="2148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8" name="Google Shape;458;p7"/>
              <p:cNvSpPr/>
              <p:nvPr/>
            </p:nvSpPr>
            <p:spPr>
              <a:xfrm>
                <a:off x="4789931" y="4507230"/>
                <a:ext cx="15240" cy="16510"/>
              </a:xfrm>
              <a:custGeom>
                <a:rect b="b" l="l" r="r" t="t"/>
                <a:pathLst>
                  <a:path extrusionOk="0" h="16510" w="15239">
                    <a:moveTo>
                      <a:pt x="0" y="3810"/>
                    </a:moveTo>
                    <a:lnTo>
                      <a:pt x="0" y="12192"/>
                    </a:lnTo>
                    <a:lnTo>
                      <a:pt x="3809" y="16002"/>
                    </a:lnTo>
                    <a:lnTo>
                      <a:pt x="12191" y="16002"/>
                    </a:lnTo>
                    <a:lnTo>
                      <a:pt x="15239" y="12192"/>
                    </a:lnTo>
                    <a:lnTo>
                      <a:pt x="15239" y="7620"/>
                    </a:lnTo>
                    <a:lnTo>
                      <a:pt x="15239" y="3810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59" name="Google Shape;459;p7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4895837" y="4395965"/>
              <a:ext cx="287299" cy="29263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60" name="Google Shape;460;p7"/>
            <p:cNvGrpSpPr/>
            <p:nvPr/>
          </p:nvGrpSpPr>
          <p:grpSpPr>
            <a:xfrm>
              <a:off x="5363718" y="4404360"/>
              <a:ext cx="84963" cy="67310"/>
              <a:chOff x="5363718" y="4404360"/>
              <a:chExt cx="84963" cy="67310"/>
            </a:xfrm>
          </p:grpSpPr>
          <p:sp>
            <p:nvSpPr>
              <p:cNvPr id="461" name="Google Shape;461;p7"/>
              <p:cNvSpPr/>
              <p:nvPr/>
            </p:nvSpPr>
            <p:spPr>
              <a:xfrm>
                <a:off x="5363718" y="4404360"/>
                <a:ext cx="52069" cy="3810"/>
              </a:xfrm>
              <a:custGeom>
                <a:rect b="b" l="l" r="r" t="t"/>
                <a:pathLst>
                  <a:path extrusionOk="0" h="3810" w="52070">
                    <a:moveTo>
                      <a:pt x="0" y="762"/>
                    </a:moveTo>
                    <a:lnTo>
                      <a:pt x="9120" y="2178"/>
                    </a:lnTo>
                    <a:lnTo>
                      <a:pt x="17526" y="2952"/>
                    </a:lnTo>
                    <a:lnTo>
                      <a:pt x="25931" y="3012"/>
                    </a:lnTo>
                    <a:lnTo>
                      <a:pt x="35052" y="2286"/>
                    </a:lnTo>
                    <a:lnTo>
                      <a:pt x="35814" y="2286"/>
                    </a:lnTo>
                    <a:lnTo>
                      <a:pt x="51816" y="0"/>
                    </a:lnTo>
                    <a:lnTo>
                      <a:pt x="51816" y="762"/>
                    </a:lnTo>
                    <a:lnTo>
                      <a:pt x="51816" y="2286"/>
                    </a:lnTo>
                    <a:lnTo>
                      <a:pt x="51053" y="3048"/>
                    </a:lnTo>
                    <a:lnTo>
                      <a:pt x="48768" y="381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7"/>
              <p:cNvSpPr/>
              <p:nvPr/>
            </p:nvSpPr>
            <p:spPr>
              <a:xfrm>
                <a:off x="5366766" y="4465320"/>
                <a:ext cx="81915" cy="6350"/>
              </a:xfrm>
              <a:custGeom>
                <a:rect b="b" l="l" r="r" t="t"/>
                <a:pathLst>
                  <a:path extrusionOk="0" h="6350" w="81914">
                    <a:moveTo>
                      <a:pt x="0" y="0"/>
                    </a:moveTo>
                    <a:lnTo>
                      <a:pt x="13573" y="2976"/>
                    </a:lnTo>
                    <a:lnTo>
                      <a:pt x="26289" y="4952"/>
                    </a:lnTo>
                    <a:lnTo>
                      <a:pt x="39004" y="5786"/>
                    </a:lnTo>
                    <a:lnTo>
                      <a:pt x="52577" y="5333"/>
                    </a:lnTo>
                    <a:lnTo>
                      <a:pt x="60102" y="4976"/>
                    </a:lnTo>
                    <a:lnTo>
                      <a:pt x="72199" y="4190"/>
                    </a:lnTo>
                    <a:lnTo>
                      <a:pt x="81724" y="3405"/>
                    </a:lnTo>
                    <a:lnTo>
                      <a:pt x="81534" y="3047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3" name="Google Shape;463;p7"/>
            <p:cNvSpPr/>
            <p:nvPr/>
          </p:nvSpPr>
          <p:spPr>
            <a:xfrm>
              <a:off x="4565618" y="4945379"/>
              <a:ext cx="189865" cy="582295"/>
            </a:xfrm>
            <a:custGeom>
              <a:rect b="b" l="l" r="r" t="t"/>
              <a:pathLst>
                <a:path extrusionOk="0" h="582295" w="189864">
                  <a:moveTo>
                    <a:pt x="77247" y="0"/>
                  </a:moveTo>
                  <a:lnTo>
                    <a:pt x="46922" y="28396"/>
                  </a:lnTo>
                  <a:lnTo>
                    <a:pt x="29694" y="70937"/>
                  </a:lnTo>
                  <a:lnTo>
                    <a:pt x="15263" y="128516"/>
                  </a:lnTo>
                  <a:lnTo>
                    <a:pt x="3559" y="208859"/>
                  </a:lnTo>
                  <a:lnTo>
                    <a:pt x="0" y="260984"/>
                  </a:lnTo>
                  <a:lnTo>
                    <a:pt x="11" y="313110"/>
                  </a:lnTo>
                  <a:lnTo>
                    <a:pt x="4095" y="364235"/>
                  </a:lnTo>
                  <a:lnTo>
                    <a:pt x="19526" y="432434"/>
                  </a:lnTo>
                  <a:lnTo>
                    <a:pt x="47529" y="496061"/>
                  </a:lnTo>
                  <a:lnTo>
                    <a:pt x="88010" y="548258"/>
                  </a:lnTo>
                  <a:lnTo>
                    <a:pt x="145065" y="579881"/>
                  </a:lnTo>
                  <a:lnTo>
                    <a:pt x="179034" y="582132"/>
                  </a:lnTo>
                  <a:lnTo>
                    <a:pt x="189261" y="581405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4" name="Google Shape;464;p7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4575035" y="5895581"/>
              <a:ext cx="244627" cy="14251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65" name="Google Shape;465;p7"/>
            <p:cNvGrpSpPr/>
            <p:nvPr/>
          </p:nvGrpSpPr>
          <p:grpSpPr>
            <a:xfrm>
              <a:off x="5016995" y="4752581"/>
              <a:ext cx="3183661" cy="1572031"/>
              <a:chOff x="5016995" y="4752581"/>
              <a:chExt cx="3183661" cy="1572031"/>
            </a:xfrm>
          </p:grpSpPr>
          <p:pic>
            <p:nvPicPr>
              <p:cNvPr id="466" name="Google Shape;466;p7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5016995" y="4799063"/>
                <a:ext cx="3183661" cy="15255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7" name="Google Shape;467;p7"/>
              <p:cNvSpPr/>
              <p:nvPr/>
            </p:nvSpPr>
            <p:spPr>
              <a:xfrm>
                <a:off x="6417563" y="4882133"/>
                <a:ext cx="52705" cy="3175"/>
              </a:xfrm>
              <a:custGeom>
                <a:rect b="b" l="l" r="r" t="t"/>
                <a:pathLst>
                  <a:path extrusionOk="0" h="3175" w="52704">
                    <a:moveTo>
                      <a:pt x="0" y="2286"/>
                    </a:moveTo>
                    <a:lnTo>
                      <a:pt x="11060" y="2702"/>
                    </a:lnTo>
                    <a:lnTo>
                      <a:pt x="21621" y="2762"/>
                    </a:lnTo>
                    <a:lnTo>
                      <a:pt x="32039" y="2393"/>
                    </a:lnTo>
                    <a:lnTo>
                      <a:pt x="42672" y="1524"/>
                    </a:lnTo>
                    <a:lnTo>
                      <a:pt x="48006" y="0"/>
                    </a:lnTo>
                    <a:lnTo>
                      <a:pt x="49530" y="0"/>
                    </a:lnTo>
                    <a:lnTo>
                      <a:pt x="52577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7"/>
              <p:cNvSpPr/>
              <p:nvPr/>
            </p:nvSpPr>
            <p:spPr>
              <a:xfrm>
                <a:off x="6425183" y="4923281"/>
                <a:ext cx="53340" cy="6985"/>
              </a:xfrm>
              <a:custGeom>
                <a:rect b="b" l="l" r="r" t="t"/>
                <a:pathLst>
                  <a:path extrusionOk="0" h="6985" w="53339">
                    <a:moveTo>
                      <a:pt x="0" y="1524"/>
                    </a:moveTo>
                    <a:lnTo>
                      <a:pt x="9834" y="4155"/>
                    </a:lnTo>
                    <a:lnTo>
                      <a:pt x="19240" y="6000"/>
                    </a:lnTo>
                    <a:lnTo>
                      <a:pt x="28932" y="6560"/>
                    </a:lnTo>
                    <a:lnTo>
                      <a:pt x="39624" y="5334"/>
                    </a:lnTo>
                    <a:lnTo>
                      <a:pt x="46482" y="3048"/>
                    </a:lnTo>
                    <a:lnTo>
                      <a:pt x="48768" y="2286"/>
                    </a:lnTo>
                    <a:lnTo>
                      <a:pt x="53340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69" name="Google Shape;469;p7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6708635" y="4768071"/>
                <a:ext cx="139471" cy="2268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0" name="Google Shape;470;p7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6884657" y="4907267"/>
                <a:ext cx="89179" cy="15547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1" name="Google Shape;471;p7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7050868" y="4752581"/>
                <a:ext cx="259772" cy="26215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72" name="Google Shape;472;p7"/>
              <p:cNvSpPr/>
              <p:nvPr/>
            </p:nvSpPr>
            <p:spPr>
              <a:xfrm>
                <a:off x="7141464" y="5070347"/>
                <a:ext cx="163195" cy="29845"/>
              </a:xfrm>
              <a:custGeom>
                <a:rect b="b" l="l" r="r" t="t"/>
                <a:pathLst>
                  <a:path extrusionOk="0" h="29845" w="163195">
                    <a:moveTo>
                      <a:pt x="31242" y="16764"/>
                    </a:moveTo>
                    <a:lnTo>
                      <a:pt x="46398" y="17216"/>
                    </a:lnTo>
                    <a:lnTo>
                      <a:pt x="60483" y="16383"/>
                    </a:lnTo>
                    <a:lnTo>
                      <a:pt x="74425" y="14406"/>
                    </a:lnTo>
                    <a:lnTo>
                      <a:pt x="89154" y="11430"/>
                    </a:lnTo>
                    <a:lnTo>
                      <a:pt x="101607" y="9024"/>
                    </a:lnTo>
                    <a:lnTo>
                      <a:pt x="113919" y="6477"/>
                    </a:lnTo>
                    <a:lnTo>
                      <a:pt x="126230" y="3929"/>
                    </a:lnTo>
                    <a:lnTo>
                      <a:pt x="138684" y="1524"/>
                    </a:lnTo>
                    <a:lnTo>
                      <a:pt x="144018" y="762"/>
                    </a:lnTo>
                    <a:lnTo>
                      <a:pt x="145542" y="0"/>
                    </a:lnTo>
                    <a:lnTo>
                      <a:pt x="149352" y="0"/>
                    </a:lnTo>
                    <a:lnTo>
                      <a:pt x="140208" y="261"/>
                    </a:lnTo>
                    <a:lnTo>
                      <a:pt x="131064" y="952"/>
                    </a:lnTo>
                    <a:lnTo>
                      <a:pt x="121920" y="1928"/>
                    </a:lnTo>
                    <a:lnTo>
                      <a:pt x="112776" y="3048"/>
                    </a:lnTo>
                    <a:lnTo>
                      <a:pt x="93928" y="6226"/>
                    </a:lnTo>
                    <a:lnTo>
                      <a:pt x="75152" y="9048"/>
                    </a:lnTo>
                    <a:lnTo>
                      <a:pt x="56518" y="11727"/>
                    </a:lnTo>
                    <a:lnTo>
                      <a:pt x="38100" y="14478"/>
                    </a:lnTo>
                    <a:lnTo>
                      <a:pt x="28503" y="16073"/>
                    </a:lnTo>
                    <a:lnTo>
                      <a:pt x="19050" y="17526"/>
                    </a:lnTo>
                    <a:lnTo>
                      <a:pt x="9596" y="18978"/>
                    </a:lnTo>
                    <a:lnTo>
                      <a:pt x="0" y="20574"/>
                    </a:lnTo>
                    <a:lnTo>
                      <a:pt x="12334" y="19942"/>
                    </a:lnTo>
                    <a:lnTo>
                      <a:pt x="24384" y="18383"/>
                    </a:lnTo>
                    <a:lnTo>
                      <a:pt x="36433" y="16394"/>
                    </a:lnTo>
                    <a:lnTo>
                      <a:pt x="48768" y="14478"/>
                    </a:lnTo>
                    <a:lnTo>
                      <a:pt x="89630" y="8953"/>
                    </a:lnTo>
                    <a:lnTo>
                      <a:pt x="131064" y="4572"/>
                    </a:lnTo>
                    <a:lnTo>
                      <a:pt x="163068" y="3048"/>
                    </a:lnTo>
                    <a:lnTo>
                      <a:pt x="151066" y="4321"/>
                    </a:lnTo>
                    <a:lnTo>
                      <a:pt x="139065" y="5810"/>
                    </a:lnTo>
                    <a:lnTo>
                      <a:pt x="127063" y="7441"/>
                    </a:lnTo>
                    <a:lnTo>
                      <a:pt x="115062" y="9144"/>
                    </a:lnTo>
                    <a:lnTo>
                      <a:pt x="93345" y="11989"/>
                    </a:lnTo>
                    <a:lnTo>
                      <a:pt x="71628" y="14763"/>
                    </a:lnTo>
                    <a:lnTo>
                      <a:pt x="49911" y="17395"/>
                    </a:lnTo>
                    <a:lnTo>
                      <a:pt x="28194" y="19812"/>
                    </a:lnTo>
                    <a:lnTo>
                      <a:pt x="19812" y="20574"/>
                    </a:lnTo>
                    <a:lnTo>
                      <a:pt x="11430" y="20574"/>
                    </a:lnTo>
                    <a:lnTo>
                      <a:pt x="3048" y="21336"/>
                    </a:lnTo>
                    <a:lnTo>
                      <a:pt x="16764" y="20264"/>
                    </a:lnTo>
                    <a:lnTo>
                      <a:pt x="30480" y="18478"/>
                    </a:lnTo>
                    <a:lnTo>
                      <a:pt x="44196" y="16406"/>
                    </a:lnTo>
                    <a:lnTo>
                      <a:pt x="57912" y="14478"/>
                    </a:lnTo>
                    <a:lnTo>
                      <a:pt x="111704" y="7620"/>
                    </a:lnTo>
                    <a:lnTo>
                      <a:pt x="136398" y="6096"/>
                    </a:lnTo>
                    <a:lnTo>
                      <a:pt x="137922" y="6096"/>
                    </a:lnTo>
                    <a:lnTo>
                      <a:pt x="141732" y="6096"/>
                    </a:lnTo>
                    <a:lnTo>
                      <a:pt x="128575" y="8322"/>
                    </a:lnTo>
                    <a:lnTo>
                      <a:pt x="115347" y="11334"/>
                    </a:lnTo>
                    <a:lnTo>
                      <a:pt x="101977" y="14775"/>
                    </a:lnTo>
                    <a:lnTo>
                      <a:pt x="88392" y="18288"/>
                    </a:lnTo>
                    <a:lnTo>
                      <a:pt x="76390" y="21026"/>
                    </a:lnTo>
                    <a:lnTo>
                      <a:pt x="64389" y="23622"/>
                    </a:lnTo>
                    <a:lnTo>
                      <a:pt x="52387" y="26217"/>
                    </a:lnTo>
                    <a:lnTo>
                      <a:pt x="40386" y="28956"/>
                    </a:lnTo>
                    <a:lnTo>
                      <a:pt x="39624" y="29718"/>
                    </a:lnTo>
                    <a:lnTo>
                      <a:pt x="38862" y="29718"/>
                    </a:lnTo>
                    <a:lnTo>
                      <a:pt x="48458" y="29444"/>
                    </a:lnTo>
                    <a:lnTo>
                      <a:pt x="57912" y="28670"/>
                    </a:lnTo>
                    <a:lnTo>
                      <a:pt x="67365" y="27467"/>
                    </a:lnTo>
                    <a:lnTo>
                      <a:pt x="76962" y="25908"/>
                    </a:lnTo>
                    <a:lnTo>
                      <a:pt x="81748" y="25729"/>
                    </a:lnTo>
                    <a:lnTo>
                      <a:pt x="89535" y="25050"/>
                    </a:lnTo>
                    <a:lnTo>
                      <a:pt x="97321" y="23657"/>
                    </a:lnTo>
                    <a:lnTo>
                      <a:pt x="102108" y="21336"/>
                    </a:lnTo>
                    <a:lnTo>
                      <a:pt x="102108" y="19050"/>
                    </a:lnTo>
                    <a:lnTo>
                      <a:pt x="101346" y="18288"/>
                    </a:lnTo>
                    <a:lnTo>
                      <a:pt x="99822" y="1752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3" name="Google Shape;473;p7"/>
            <p:cNvGrpSpPr/>
            <p:nvPr/>
          </p:nvGrpSpPr>
          <p:grpSpPr>
            <a:xfrm>
              <a:off x="4709160" y="5048249"/>
              <a:ext cx="170815" cy="174498"/>
              <a:chOff x="4709160" y="5048249"/>
              <a:chExt cx="170815" cy="174498"/>
            </a:xfrm>
          </p:grpSpPr>
          <p:sp>
            <p:nvSpPr>
              <p:cNvPr id="474" name="Google Shape;474;p7"/>
              <p:cNvSpPr/>
              <p:nvPr/>
            </p:nvSpPr>
            <p:spPr>
              <a:xfrm>
                <a:off x="4783836" y="5048249"/>
                <a:ext cx="13970" cy="108585"/>
              </a:xfrm>
              <a:custGeom>
                <a:rect b="b" l="l" r="r" t="t"/>
                <a:pathLst>
                  <a:path extrusionOk="0" h="108585" w="13970">
                    <a:moveTo>
                      <a:pt x="1524" y="0"/>
                    </a:moveTo>
                    <a:lnTo>
                      <a:pt x="0" y="3810"/>
                    </a:lnTo>
                    <a:lnTo>
                      <a:pt x="0" y="9906"/>
                    </a:lnTo>
                    <a:lnTo>
                      <a:pt x="0" y="16002"/>
                    </a:lnTo>
                    <a:lnTo>
                      <a:pt x="3048" y="61722"/>
                    </a:lnTo>
                    <a:lnTo>
                      <a:pt x="4655" y="69961"/>
                    </a:lnTo>
                    <a:lnTo>
                      <a:pt x="6191" y="78486"/>
                    </a:lnTo>
                    <a:lnTo>
                      <a:pt x="7870" y="87010"/>
                    </a:lnTo>
                    <a:lnTo>
                      <a:pt x="9906" y="95250"/>
                    </a:lnTo>
                    <a:lnTo>
                      <a:pt x="10668" y="96774"/>
                    </a:lnTo>
                    <a:lnTo>
                      <a:pt x="13716" y="104394"/>
                    </a:lnTo>
                    <a:lnTo>
                      <a:pt x="12192" y="106680"/>
                    </a:lnTo>
                    <a:lnTo>
                      <a:pt x="12192" y="108204"/>
                    </a:lnTo>
                    <a:lnTo>
                      <a:pt x="11430" y="108204"/>
                    </a:lnTo>
                    <a:lnTo>
                      <a:pt x="8382" y="10668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7"/>
              <p:cNvSpPr/>
              <p:nvPr/>
            </p:nvSpPr>
            <p:spPr>
              <a:xfrm>
                <a:off x="4709160" y="5199887"/>
                <a:ext cx="170815" cy="22860"/>
              </a:xfrm>
              <a:custGeom>
                <a:rect b="b" l="l" r="r" t="t"/>
                <a:pathLst>
                  <a:path extrusionOk="0" h="22860" w="170814">
                    <a:moveTo>
                      <a:pt x="0" y="22098"/>
                    </a:moveTo>
                    <a:lnTo>
                      <a:pt x="49934" y="19740"/>
                    </a:lnTo>
                    <a:lnTo>
                      <a:pt x="104775" y="9239"/>
                    </a:lnTo>
                    <a:lnTo>
                      <a:pt x="123634" y="5512"/>
                    </a:lnTo>
                    <a:lnTo>
                      <a:pt x="163818" y="142"/>
                    </a:lnTo>
                    <a:lnTo>
                      <a:pt x="170688" y="0"/>
                    </a:lnTo>
                    <a:lnTo>
                      <a:pt x="167640" y="5334"/>
                    </a:lnTo>
                    <a:lnTo>
                      <a:pt x="166116" y="6096"/>
                    </a:lnTo>
                    <a:lnTo>
                      <a:pt x="159258" y="7620"/>
                    </a:lnTo>
                    <a:lnTo>
                      <a:pt x="156972" y="8382"/>
                    </a:lnTo>
                    <a:lnTo>
                      <a:pt x="154686" y="8382"/>
                    </a:lnTo>
                    <a:lnTo>
                      <a:pt x="152400" y="914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76" name="Google Shape;476;p7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4753343" y="5314937"/>
              <a:ext cx="136423" cy="9756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7" name="Google Shape;477;p7"/>
          <p:cNvGrpSpPr/>
          <p:nvPr/>
        </p:nvGrpSpPr>
        <p:grpSpPr>
          <a:xfrm>
            <a:off x="7284421" y="5095870"/>
            <a:ext cx="1919642" cy="1967254"/>
            <a:chOff x="8740888" y="4920995"/>
            <a:chExt cx="1102354" cy="1328420"/>
          </a:xfrm>
        </p:grpSpPr>
        <p:pic>
          <p:nvPicPr>
            <p:cNvPr id="478" name="Google Shape;478;p7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8740888" y="4983467"/>
              <a:ext cx="272059" cy="19585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79" name="Google Shape;479;p7"/>
            <p:cNvGrpSpPr/>
            <p:nvPr/>
          </p:nvGrpSpPr>
          <p:grpSpPr>
            <a:xfrm>
              <a:off x="9198863" y="4920995"/>
              <a:ext cx="115837" cy="150889"/>
              <a:chOff x="9198863" y="4920995"/>
              <a:chExt cx="115837" cy="150889"/>
            </a:xfrm>
          </p:grpSpPr>
          <p:sp>
            <p:nvSpPr>
              <p:cNvPr id="480" name="Google Shape;480;p7"/>
              <p:cNvSpPr/>
              <p:nvPr/>
            </p:nvSpPr>
            <p:spPr>
              <a:xfrm>
                <a:off x="9203435" y="4989575"/>
                <a:ext cx="13335" cy="76200"/>
              </a:xfrm>
              <a:custGeom>
                <a:rect b="b" l="l" r="r" t="t"/>
                <a:pathLst>
                  <a:path extrusionOk="0" h="76200" w="13334">
                    <a:moveTo>
                      <a:pt x="0" y="0"/>
                    </a:moveTo>
                    <a:lnTo>
                      <a:pt x="2631" y="9858"/>
                    </a:lnTo>
                    <a:lnTo>
                      <a:pt x="5619" y="20002"/>
                    </a:lnTo>
                    <a:lnTo>
                      <a:pt x="8465" y="30432"/>
                    </a:lnTo>
                    <a:lnTo>
                      <a:pt x="12192" y="73152"/>
                    </a:lnTo>
                    <a:lnTo>
                      <a:pt x="12192" y="75438"/>
                    </a:lnTo>
                    <a:lnTo>
                      <a:pt x="12954" y="76200"/>
                    </a:lnTo>
                    <a:lnTo>
                      <a:pt x="11430" y="7620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7"/>
              <p:cNvSpPr/>
              <p:nvPr/>
            </p:nvSpPr>
            <p:spPr>
              <a:xfrm>
                <a:off x="9198863" y="4920995"/>
                <a:ext cx="3175" cy="11430"/>
              </a:xfrm>
              <a:custGeom>
                <a:rect b="b" l="l" r="r" t="t"/>
                <a:pathLst>
                  <a:path extrusionOk="0" h="11429" w="3175">
                    <a:moveTo>
                      <a:pt x="0" y="0"/>
                    </a:moveTo>
                    <a:lnTo>
                      <a:pt x="762" y="3810"/>
                    </a:lnTo>
                    <a:lnTo>
                      <a:pt x="1524" y="7620"/>
                    </a:lnTo>
                    <a:lnTo>
                      <a:pt x="3048" y="1143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82" name="Google Shape;482;p7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9244571" y="4952987"/>
                <a:ext cx="70129" cy="11889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83" name="Google Shape;483;p7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9502151" y="4942057"/>
              <a:ext cx="165355" cy="9807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84" name="Google Shape;484;p7"/>
            <p:cNvGrpSpPr/>
            <p:nvPr/>
          </p:nvGrpSpPr>
          <p:grpSpPr>
            <a:xfrm>
              <a:off x="8870238" y="5320842"/>
              <a:ext cx="564857" cy="189287"/>
              <a:chOff x="8870238" y="5320842"/>
              <a:chExt cx="564857" cy="189287"/>
            </a:xfrm>
          </p:grpSpPr>
          <p:pic>
            <p:nvPicPr>
              <p:cNvPr id="485" name="Google Shape;485;p7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8870238" y="5341607"/>
                <a:ext cx="148805" cy="1685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6" name="Google Shape;486;p7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9049498" y="5320842"/>
                <a:ext cx="385597" cy="14499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87" name="Google Shape;487;p7"/>
            <p:cNvGrpSpPr/>
            <p:nvPr/>
          </p:nvGrpSpPr>
          <p:grpSpPr>
            <a:xfrm>
              <a:off x="8922245" y="5521439"/>
              <a:ext cx="920997" cy="219386"/>
              <a:chOff x="8922245" y="5521439"/>
              <a:chExt cx="920997" cy="219386"/>
            </a:xfrm>
          </p:grpSpPr>
          <p:pic>
            <p:nvPicPr>
              <p:cNvPr id="488" name="Google Shape;488;p7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8922245" y="5597639"/>
                <a:ext cx="375691" cy="14318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9" name="Google Shape;489;p7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9324116" y="5579351"/>
                <a:ext cx="294943" cy="1303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0" name="Google Shape;490;p7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9644418" y="5586971"/>
                <a:ext cx="69950" cy="974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1" name="Google Shape;491;p7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9736823" y="5521439"/>
                <a:ext cx="106419" cy="14861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92" name="Google Shape;492;p7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9072359" y="5830049"/>
              <a:ext cx="154711" cy="14861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93" name="Google Shape;493;p7"/>
            <p:cNvGrpSpPr/>
            <p:nvPr/>
          </p:nvGrpSpPr>
          <p:grpSpPr>
            <a:xfrm>
              <a:off x="8991682" y="6025895"/>
              <a:ext cx="851071" cy="223520"/>
              <a:chOff x="8991682" y="6025895"/>
              <a:chExt cx="851071" cy="223520"/>
            </a:xfrm>
          </p:grpSpPr>
          <p:pic>
            <p:nvPicPr>
              <p:cNvPr id="494" name="Google Shape;494;p7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8991682" y="6054839"/>
                <a:ext cx="351212" cy="1588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5" name="Google Shape;495;p7"/>
              <p:cNvSpPr/>
              <p:nvPr/>
            </p:nvSpPr>
            <p:spPr>
              <a:xfrm>
                <a:off x="9384791" y="6025895"/>
                <a:ext cx="6350" cy="223520"/>
              </a:xfrm>
              <a:custGeom>
                <a:rect b="b" l="l" r="r" t="t"/>
                <a:pathLst>
                  <a:path extrusionOk="0" h="223520" w="6350">
                    <a:moveTo>
                      <a:pt x="6096" y="0"/>
                    </a:moveTo>
                    <a:lnTo>
                      <a:pt x="3631" y="56257"/>
                    </a:lnTo>
                    <a:lnTo>
                      <a:pt x="2357" y="102548"/>
                    </a:lnTo>
                    <a:lnTo>
                      <a:pt x="1524" y="130206"/>
                    </a:lnTo>
                    <a:lnTo>
                      <a:pt x="690" y="157722"/>
                    </a:lnTo>
                    <a:lnTo>
                      <a:pt x="0" y="185166"/>
                    </a:lnTo>
                    <a:lnTo>
                      <a:pt x="0" y="194440"/>
                    </a:lnTo>
                    <a:lnTo>
                      <a:pt x="0" y="203930"/>
                    </a:lnTo>
                    <a:lnTo>
                      <a:pt x="0" y="213562"/>
                    </a:lnTo>
                    <a:lnTo>
                      <a:pt x="0" y="223265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7"/>
              <p:cNvSpPr/>
              <p:nvPr/>
            </p:nvSpPr>
            <p:spPr>
              <a:xfrm>
                <a:off x="9384029" y="6089761"/>
                <a:ext cx="62230" cy="78105"/>
              </a:xfrm>
              <a:custGeom>
                <a:rect b="b" l="l" r="r" t="t"/>
                <a:pathLst>
                  <a:path extrusionOk="0" h="78104" w="62229">
                    <a:moveTo>
                      <a:pt x="0" y="21478"/>
                    </a:moveTo>
                    <a:lnTo>
                      <a:pt x="37885" y="0"/>
                    </a:lnTo>
                    <a:lnTo>
                      <a:pt x="46100" y="1285"/>
                    </a:lnTo>
                    <a:lnTo>
                      <a:pt x="53173" y="4857"/>
                    </a:lnTo>
                    <a:lnTo>
                      <a:pt x="58674" y="11572"/>
                    </a:lnTo>
                    <a:lnTo>
                      <a:pt x="61626" y="21455"/>
                    </a:lnTo>
                    <a:lnTo>
                      <a:pt x="60007" y="30622"/>
                    </a:lnTo>
                    <a:lnTo>
                      <a:pt x="33147" y="62912"/>
                    </a:lnTo>
                    <a:lnTo>
                      <a:pt x="11430" y="77104"/>
                    </a:lnTo>
                    <a:lnTo>
                      <a:pt x="10668" y="77866"/>
                    </a:lnTo>
                    <a:lnTo>
                      <a:pt x="12954" y="7329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7"/>
              <p:cNvSpPr/>
              <p:nvPr/>
            </p:nvSpPr>
            <p:spPr>
              <a:xfrm>
                <a:off x="9470135" y="6088379"/>
                <a:ext cx="42545" cy="76200"/>
              </a:xfrm>
              <a:custGeom>
                <a:rect b="b" l="l" r="r" t="t"/>
                <a:pathLst>
                  <a:path extrusionOk="0" h="76200" w="42545">
                    <a:moveTo>
                      <a:pt x="8381" y="0"/>
                    </a:moveTo>
                    <a:lnTo>
                      <a:pt x="5572" y="13942"/>
                    </a:lnTo>
                    <a:lnTo>
                      <a:pt x="3047" y="27527"/>
                    </a:lnTo>
                    <a:lnTo>
                      <a:pt x="1095" y="41255"/>
                    </a:lnTo>
                    <a:lnTo>
                      <a:pt x="0" y="55625"/>
                    </a:lnTo>
                    <a:lnTo>
                      <a:pt x="0" y="67055"/>
                    </a:lnTo>
                    <a:lnTo>
                      <a:pt x="0" y="76199"/>
                    </a:lnTo>
                    <a:lnTo>
                      <a:pt x="13715" y="76199"/>
                    </a:lnTo>
                    <a:lnTo>
                      <a:pt x="23455" y="73509"/>
                    </a:lnTo>
                    <a:lnTo>
                      <a:pt x="31051" y="66674"/>
                    </a:lnTo>
                    <a:lnTo>
                      <a:pt x="36647" y="57554"/>
                    </a:lnTo>
                    <a:lnTo>
                      <a:pt x="40385" y="48005"/>
                    </a:lnTo>
                    <a:lnTo>
                      <a:pt x="42314" y="37778"/>
                    </a:lnTo>
                    <a:lnTo>
                      <a:pt x="42100" y="27908"/>
                    </a:lnTo>
                    <a:lnTo>
                      <a:pt x="12191" y="761"/>
                    </a:lnTo>
                    <a:lnTo>
                      <a:pt x="8381" y="761"/>
                    </a:lnTo>
                    <a:lnTo>
                      <a:pt x="18287" y="2285"/>
                    </a:lnTo>
                    <a:lnTo>
                      <a:pt x="22097" y="2285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7"/>
              <p:cNvSpPr/>
              <p:nvPr/>
            </p:nvSpPr>
            <p:spPr>
              <a:xfrm>
                <a:off x="9560051" y="6089141"/>
                <a:ext cx="1905" cy="69215"/>
              </a:xfrm>
              <a:custGeom>
                <a:rect b="b" l="l" r="r" t="t"/>
                <a:pathLst>
                  <a:path extrusionOk="0" h="69214" w="1904">
                    <a:moveTo>
                      <a:pt x="0" y="0"/>
                    </a:moveTo>
                    <a:lnTo>
                      <a:pt x="988" y="11882"/>
                    </a:lnTo>
                    <a:lnTo>
                      <a:pt x="1619" y="23622"/>
                    </a:lnTo>
                    <a:lnTo>
                      <a:pt x="1821" y="35361"/>
                    </a:lnTo>
                    <a:lnTo>
                      <a:pt x="1524" y="47244"/>
                    </a:lnTo>
                    <a:lnTo>
                      <a:pt x="1524" y="52804"/>
                    </a:lnTo>
                    <a:lnTo>
                      <a:pt x="1524" y="62007"/>
                    </a:lnTo>
                    <a:lnTo>
                      <a:pt x="1524" y="68782"/>
                    </a:lnTo>
                    <a:lnTo>
                      <a:pt x="1524" y="6705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7"/>
              <p:cNvSpPr/>
              <p:nvPr/>
            </p:nvSpPr>
            <p:spPr>
              <a:xfrm>
                <a:off x="9527285" y="6030467"/>
                <a:ext cx="15240" cy="15240"/>
              </a:xfrm>
              <a:custGeom>
                <a:rect b="b" l="l" r="r" t="t"/>
                <a:pathLst>
                  <a:path extrusionOk="0" h="15239" w="15240">
                    <a:moveTo>
                      <a:pt x="0" y="3809"/>
                    </a:moveTo>
                    <a:lnTo>
                      <a:pt x="0" y="12191"/>
                    </a:lnTo>
                    <a:lnTo>
                      <a:pt x="3048" y="15239"/>
                    </a:lnTo>
                    <a:lnTo>
                      <a:pt x="11430" y="15239"/>
                    </a:lnTo>
                    <a:lnTo>
                      <a:pt x="15240" y="12191"/>
                    </a:lnTo>
                    <a:lnTo>
                      <a:pt x="15240" y="7619"/>
                    </a:lnTo>
                    <a:lnTo>
                      <a:pt x="15240" y="3809"/>
                    </a:lnTo>
                    <a:lnTo>
                      <a:pt x="11430" y="0"/>
                    </a:lnTo>
                    <a:lnTo>
                      <a:pt x="3048" y="0"/>
                    </a:lnTo>
                    <a:lnTo>
                      <a:pt x="0" y="380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00" name="Google Shape;500;p7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9606032" y="6029693"/>
                <a:ext cx="191013" cy="12423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1" name="Google Shape;501;p7"/>
              <p:cNvSpPr/>
              <p:nvPr/>
            </p:nvSpPr>
            <p:spPr>
              <a:xfrm>
                <a:off x="9827513" y="6102857"/>
                <a:ext cx="15240" cy="15240"/>
              </a:xfrm>
              <a:custGeom>
                <a:rect b="b" l="l" r="r" t="t"/>
                <a:pathLst>
                  <a:path extrusionOk="0" h="15239" w="15240">
                    <a:moveTo>
                      <a:pt x="0" y="3809"/>
                    </a:moveTo>
                    <a:lnTo>
                      <a:pt x="0" y="12191"/>
                    </a:lnTo>
                    <a:lnTo>
                      <a:pt x="3810" y="15239"/>
                    </a:lnTo>
                    <a:lnTo>
                      <a:pt x="12192" y="15239"/>
                    </a:lnTo>
                    <a:lnTo>
                      <a:pt x="15240" y="12191"/>
                    </a:lnTo>
                    <a:lnTo>
                      <a:pt x="15240" y="7619"/>
                    </a:lnTo>
                    <a:lnTo>
                      <a:pt x="15240" y="3809"/>
                    </a:lnTo>
                    <a:lnTo>
                      <a:pt x="12192" y="0"/>
                    </a:lnTo>
                    <a:lnTo>
                      <a:pt x="3810" y="0"/>
                    </a:lnTo>
                    <a:lnTo>
                      <a:pt x="0" y="380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6" name="Google Shape;506;p8"/>
          <p:cNvGrpSpPr/>
          <p:nvPr/>
        </p:nvGrpSpPr>
        <p:grpSpPr>
          <a:xfrm>
            <a:off x="3883520" y="4642104"/>
            <a:ext cx="2510434" cy="404312"/>
            <a:chOff x="3883520" y="4642104"/>
            <a:chExt cx="2510434" cy="404312"/>
          </a:xfrm>
        </p:grpSpPr>
        <p:pic>
          <p:nvPicPr>
            <p:cNvPr id="507" name="Google Shape;507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83520" y="4755629"/>
              <a:ext cx="403504" cy="2907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8" name="Google Shape;508;p8"/>
            <p:cNvSpPr/>
            <p:nvPr/>
          </p:nvSpPr>
          <p:spPr>
            <a:xfrm>
              <a:off x="4672584" y="4809744"/>
              <a:ext cx="1905" cy="91440"/>
            </a:xfrm>
            <a:custGeom>
              <a:rect b="b" l="l" r="r" t="t"/>
              <a:pathLst>
                <a:path extrusionOk="0" h="91439" w="1904">
                  <a:moveTo>
                    <a:pt x="0" y="0"/>
                  </a:moveTo>
                  <a:lnTo>
                    <a:pt x="11" y="14287"/>
                  </a:lnTo>
                  <a:lnTo>
                    <a:pt x="95" y="28575"/>
                  </a:lnTo>
                  <a:lnTo>
                    <a:pt x="321" y="42862"/>
                  </a:lnTo>
                  <a:lnTo>
                    <a:pt x="762" y="57150"/>
                  </a:lnTo>
                  <a:lnTo>
                    <a:pt x="881" y="65281"/>
                  </a:lnTo>
                  <a:lnTo>
                    <a:pt x="1143" y="73628"/>
                  </a:lnTo>
                  <a:lnTo>
                    <a:pt x="1404" y="82117"/>
                  </a:lnTo>
                  <a:lnTo>
                    <a:pt x="1524" y="90678"/>
                  </a:lnTo>
                  <a:lnTo>
                    <a:pt x="1524" y="9144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8"/>
            <p:cNvSpPr/>
            <p:nvPr/>
          </p:nvSpPr>
          <p:spPr>
            <a:xfrm>
              <a:off x="4637532" y="4722114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809"/>
                  </a:moveTo>
                  <a:lnTo>
                    <a:pt x="0" y="12191"/>
                  </a:lnTo>
                  <a:lnTo>
                    <a:pt x="3047" y="15239"/>
                  </a:lnTo>
                  <a:lnTo>
                    <a:pt x="11429" y="15239"/>
                  </a:lnTo>
                  <a:lnTo>
                    <a:pt x="15239" y="12191"/>
                  </a:lnTo>
                  <a:lnTo>
                    <a:pt x="15239" y="7619"/>
                  </a:lnTo>
                  <a:lnTo>
                    <a:pt x="15239" y="3809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80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8"/>
            <p:cNvSpPr/>
            <p:nvPr/>
          </p:nvSpPr>
          <p:spPr>
            <a:xfrm>
              <a:off x="4707635" y="4759452"/>
              <a:ext cx="126364" cy="144145"/>
            </a:xfrm>
            <a:custGeom>
              <a:rect b="b" l="l" r="r" t="t"/>
              <a:pathLst>
                <a:path extrusionOk="0" h="144145" w="126364">
                  <a:moveTo>
                    <a:pt x="93725" y="26669"/>
                  </a:moveTo>
                  <a:lnTo>
                    <a:pt x="85320" y="17895"/>
                  </a:lnTo>
                  <a:lnTo>
                    <a:pt x="76771" y="9620"/>
                  </a:lnTo>
                  <a:lnTo>
                    <a:pt x="67365" y="3202"/>
                  </a:lnTo>
                  <a:lnTo>
                    <a:pt x="56387" y="0"/>
                  </a:lnTo>
                  <a:lnTo>
                    <a:pt x="45958" y="190"/>
                  </a:lnTo>
                  <a:lnTo>
                    <a:pt x="21252" y="30896"/>
                  </a:lnTo>
                  <a:lnTo>
                    <a:pt x="14989" y="57733"/>
                  </a:lnTo>
                  <a:lnTo>
                    <a:pt x="16001" y="70865"/>
                  </a:lnTo>
                  <a:lnTo>
                    <a:pt x="21752" y="80914"/>
                  </a:lnTo>
                  <a:lnTo>
                    <a:pt x="31718" y="86677"/>
                  </a:lnTo>
                  <a:lnTo>
                    <a:pt x="43541" y="89296"/>
                  </a:lnTo>
                  <a:lnTo>
                    <a:pt x="54863" y="89915"/>
                  </a:lnTo>
                  <a:lnTo>
                    <a:pt x="70604" y="89523"/>
                  </a:lnTo>
                  <a:lnTo>
                    <a:pt x="89915" y="87915"/>
                  </a:lnTo>
                  <a:lnTo>
                    <a:pt x="108656" y="87880"/>
                  </a:lnTo>
                  <a:lnTo>
                    <a:pt x="122681" y="92201"/>
                  </a:lnTo>
                  <a:lnTo>
                    <a:pt x="126039" y="97690"/>
                  </a:lnTo>
                  <a:lnTo>
                    <a:pt x="124967" y="104108"/>
                  </a:lnTo>
                  <a:lnTo>
                    <a:pt x="82295" y="135350"/>
                  </a:lnTo>
                  <a:lnTo>
                    <a:pt x="41909" y="143255"/>
                  </a:lnTo>
                  <a:lnTo>
                    <a:pt x="30801" y="143577"/>
                  </a:lnTo>
                  <a:lnTo>
                    <a:pt x="19907" y="142398"/>
                  </a:lnTo>
                  <a:lnTo>
                    <a:pt x="10298" y="138219"/>
                  </a:lnTo>
                  <a:lnTo>
                    <a:pt x="3047" y="129539"/>
                  </a:lnTo>
                  <a:lnTo>
                    <a:pt x="1523" y="125729"/>
                  </a:lnTo>
                  <a:lnTo>
                    <a:pt x="761" y="121919"/>
                  </a:lnTo>
                  <a:lnTo>
                    <a:pt x="0" y="118109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11" name="Google Shape;511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79479" y="4700765"/>
              <a:ext cx="384073" cy="20424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12" name="Google Shape;512;p8"/>
            <p:cNvGrpSpPr/>
            <p:nvPr/>
          </p:nvGrpSpPr>
          <p:grpSpPr>
            <a:xfrm>
              <a:off x="5696712" y="4642104"/>
              <a:ext cx="541020" cy="214336"/>
              <a:chOff x="5696712" y="4642104"/>
              <a:chExt cx="541020" cy="214336"/>
            </a:xfrm>
          </p:grpSpPr>
          <p:sp>
            <p:nvSpPr>
              <p:cNvPr id="513" name="Google Shape;513;p8"/>
              <p:cNvSpPr/>
              <p:nvPr/>
            </p:nvSpPr>
            <p:spPr>
              <a:xfrm>
                <a:off x="5696712" y="4741164"/>
                <a:ext cx="125730" cy="111760"/>
              </a:xfrm>
              <a:custGeom>
                <a:rect b="b" l="l" r="r" t="t"/>
                <a:pathLst>
                  <a:path extrusionOk="0" h="111760" w="125729">
                    <a:moveTo>
                      <a:pt x="0" y="8381"/>
                    </a:moveTo>
                    <a:lnTo>
                      <a:pt x="3750" y="20954"/>
                    </a:lnTo>
                    <a:lnTo>
                      <a:pt x="7143" y="33527"/>
                    </a:lnTo>
                    <a:lnTo>
                      <a:pt x="10394" y="46100"/>
                    </a:lnTo>
                    <a:lnTo>
                      <a:pt x="13716" y="58673"/>
                    </a:lnTo>
                    <a:lnTo>
                      <a:pt x="26670" y="102869"/>
                    </a:lnTo>
                    <a:lnTo>
                      <a:pt x="31242" y="111251"/>
                    </a:lnTo>
                    <a:lnTo>
                      <a:pt x="38100" y="109727"/>
                    </a:lnTo>
                    <a:lnTo>
                      <a:pt x="54887" y="64186"/>
                    </a:lnTo>
                    <a:lnTo>
                      <a:pt x="57030" y="38361"/>
                    </a:lnTo>
                    <a:lnTo>
                      <a:pt x="56959" y="25526"/>
                    </a:lnTo>
                    <a:lnTo>
                      <a:pt x="56602" y="12692"/>
                    </a:lnTo>
                    <a:lnTo>
                      <a:pt x="56388" y="0"/>
                    </a:lnTo>
                    <a:lnTo>
                      <a:pt x="59102" y="8262"/>
                    </a:lnTo>
                    <a:lnTo>
                      <a:pt x="61531" y="16954"/>
                    </a:lnTo>
                    <a:lnTo>
                      <a:pt x="63674" y="25931"/>
                    </a:lnTo>
                    <a:lnTo>
                      <a:pt x="65532" y="35051"/>
                    </a:lnTo>
                    <a:lnTo>
                      <a:pt x="69234" y="52387"/>
                    </a:lnTo>
                    <a:lnTo>
                      <a:pt x="89916" y="102107"/>
                    </a:lnTo>
                    <a:lnTo>
                      <a:pt x="106680" y="110870"/>
                    </a:lnTo>
                    <a:lnTo>
                      <a:pt x="115847" y="110251"/>
                    </a:lnTo>
                    <a:lnTo>
                      <a:pt x="125730" y="108203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8"/>
              <p:cNvSpPr/>
              <p:nvPr/>
            </p:nvSpPr>
            <p:spPr>
              <a:xfrm>
                <a:off x="5801106" y="4724995"/>
                <a:ext cx="97155" cy="131445"/>
              </a:xfrm>
              <a:custGeom>
                <a:rect b="b" l="l" r="r" t="t"/>
                <a:pathLst>
                  <a:path extrusionOk="0" h="131445" w="97154">
                    <a:moveTo>
                      <a:pt x="41148" y="166"/>
                    </a:moveTo>
                    <a:lnTo>
                      <a:pt x="14287" y="28289"/>
                    </a:lnTo>
                    <a:lnTo>
                      <a:pt x="12954" y="40933"/>
                    </a:lnTo>
                    <a:lnTo>
                      <a:pt x="13335" y="53578"/>
                    </a:lnTo>
                    <a:lnTo>
                      <a:pt x="41826" y="87439"/>
                    </a:lnTo>
                    <a:lnTo>
                      <a:pt x="63734" y="90975"/>
                    </a:lnTo>
                    <a:lnTo>
                      <a:pt x="74199" y="90939"/>
                    </a:lnTo>
                    <a:lnTo>
                      <a:pt x="84522" y="91047"/>
                    </a:lnTo>
                    <a:lnTo>
                      <a:pt x="94488" y="92368"/>
                    </a:lnTo>
                    <a:lnTo>
                      <a:pt x="95250" y="92368"/>
                    </a:lnTo>
                    <a:lnTo>
                      <a:pt x="96012" y="93130"/>
                    </a:lnTo>
                    <a:lnTo>
                      <a:pt x="68580" y="110656"/>
                    </a:lnTo>
                    <a:lnTo>
                      <a:pt x="54602" y="116978"/>
                    </a:lnTo>
                    <a:lnTo>
                      <a:pt x="40195" y="122943"/>
                    </a:lnTo>
                    <a:lnTo>
                      <a:pt x="25503" y="127908"/>
                    </a:lnTo>
                    <a:lnTo>
                      <a:pt x="10668" y="131230"/>
                    </a:lnTo>
                    <a:lnTo>
                      <a:pt x="4572" y="131230"/>
                    </a:lnTo>
                    <a:lnTo>
                      <a:pt x="3810" y="131230"/>
                    </a:lnTo>
                    <a:lnTo>
                      <a:pt x="0" y="129706"/>
                    </a:lnTo>
                    <a:lnTo>
                      <a:pt x="2857" y="121074"/>
                    </a:lnTo>
                    <a:lnTo>
                      <a:pt x="6858" y="113799"/>
                    </a:lnTo>
                    <a:lnTo>
                      <a:pt x="12001" y="106668"/>
                    </a:lnTo>
                    <a:lnTo>
                      <a:pt x="18288" y="9846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8"/>
              <p:cNvSpPr/>
              <p:nvPr/>
            </p:nvSpPr>
            <p:spPr>
              <a:xfrm>
                <a:off x="5928169" y="4731258"/>
                <a:ext cx="69850" cy="109220"/>
              </a:xfrm>
              <a:custGeom>
                <a:rect b="b" l="l" r="r" t="t"/>
                <a:pathLst>
                  <a:path extrusionOk="0" h="109220" w="69850">
                    <a:moveTo>
                      <a:pt x="3238" y="0"/>
                    </a:moveTo>
                    <a:lnTo>
                      <a:pt x="3857" y="12668"/>
                    </a:lnTo>
                    <a:lnTo>
                      <a:pt x="3619" y="24765"/>
                    </a:lnTo>
                    <a:lnTo>
                      <a:pt x="2809" y="36861"/>
                    </a:lnTo>
                    <a:lnTo>
                      <a:pt x="1714" y="49530"/>
                    </a:lnTo>
                    <a:lnTo>
                      <a:pt x="857" y="60400"/>
                    </a:lnTo>
                    <a:lnTo>
                      <a:pt x="0" y="71913"/>
                    </a:lnTo>
                    <a:lnTo>
                      <a:pt x="0" y="83284"/>
                    </a:lnTo>
                    <a:lnTo>
                      <a:pt x="1714" y="93726"/>
                    </a:lnTo>
                    <a:lnTo>
                      <a:pt x="5524" y="101572"/>
                    </a:lnTo>
                    <a:lnTo>
                      <a:pt x="11048" y="106203"/>
                    </a:lnTo>
                    <a:lnTo>
                      <a:pt x="18002" y="108406"/>
                    </a:lnTo>
                    <a:lnTo>
                      <a:pt x="26098" y="108966"/>
                    </a:lnTo>
                    <a:lnTo>
                      <a:pt x="36647" y="108394"/>
                    </a:lnTo>
                    <a:lnTo>
                      <a:pt x="67246" y="86867"/>
                    </a:lnTo>
                    <a:lnTo>
                      <a:pt x="69532" y="83057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8"/>
              <p:cNvSpPr/>
              <p:nvPr/>
            </p:nvSpPr>
            <p:spPr>
              <a:xfrm>
                <a:off x="5935980" y="4718304"/>
                <a:ext cx="55244" cy="53340"/>
              </a:xfrm>
              <a:custGeom>
                <a:rect b="b" l="l" r="r" t="t"/>
                <a:pathLst>
                  <a:path extrusionOk="0" h="53339" w="55245">
                    <a:moveTo>
                      <a:pt x="0" y="45719"/>
                    </a:moveTo>
                    <a:lnTo>
                      <a:pt x="12537" y="51125"/>
                    </a:lnTo>
                    <a:lnTo>
                      <a:pt x="21431" y="52958"/>
                    </a:lnTo>
                    <a:lnTo>
                      <a:pt x="29896" y="50220"/>
                    </a:lnTo>
                    <a:lnTo>
                      <a:pt x="54864" y="17525"/>
                    </a:lnTo>
                    <a:lnTo>
                      <a:pt x="49994" y="11310"/>
                    </a:lnTo>
                    <a:lnTo>
                      <a:pt x="41624" y="7238"/>
                    </a:lnTo>
                    <a:lnTo>
                      <a:pt x="32254" y="4881"/>
                    </a:lnTo>
                    <a:lnTo>
                      <a:pt x="24383" y="3809"/>
                    </a:lnTo>
                    <a:lnTo>
                      <a:pt x="18287" y="3047"/>
                    </a:lnTo>
                    <a:lnTo>
                      <a:pt x="4571" y="0"/>
                    </a:lnTo>
                    <a:lnTo>
                      <a:pt x="1523" y="6857"/>
                    </a:lnTo>
                    <a:lnTo>
                      <a:pt x="1523" y="7619"/>
                    </a:lnTo>
                    <a:lnTo>
                      <a:pt x="1523" y="8381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8"/>
              <p:cNvSpPr/>
              <p:nvPr/>
            </p:nvSpPr>
            <p:spPr>
              <a:xfrm>
                <a:off x="6035802" y="4642104"/>
                <a:ext cx="43180" cy="178435"/>
              </a:xfrm>
              <a:custGeom>
                <a:rect b="b" l="l" r="r" t="t"/>
                <a:pathLst>
                  <a:path extrusionOk="0" h="178435" w="43179">
                    <a:moveTo>
                      <a:pt x="28956" y="178307"/>
                    </a:moveTo>
                    <a:lnTo>
                      <a:pt x="15240" y="134111"/>
                    </a:lnTo>
                    <a:lnTo>
                      <a:pt x="12727" y="122110"/>
                    </a:lnTo>
                    <a:lnTo>
                      <a:pt x="10001" y="110108"/>
                    </a:lnTo>
                    <a:lnTo>
                      <a:pt x="3333" y="71937"/>
                    </a:lnTo>
                    <a:lnTo>
                      <a:pt x="762" y="29717"/>
                    </a:lnTo>
                    <a:lnTo>
                      <a:pt x="309" y="22871"/>
                    </a:lnTo>
                    <a:lnTo>
                      <a:pt x="0" y="14954"/>
                    </a:lnTo>
                    <a:lnTo>
                      <a:pt x="1404" y="7750"/>
                    </a:lnTo>
                    <a:lnTo>
                      <a:pt x="6096" y="3047"/>
                    </a:lnTo>
                    <a:lnTo>
                      <a:pt x="13716" y="0"/>
                    </a:lnTo>
                    <a:lnTo>
                      <a:pt x="22098" y="3809"/>
                    </a:lnTo>
                    <a:lnTo>
                      <a:pt x="28194" y="8381"/>
                    </a:lnTo>
                    <a:lnTo>
                      <a:pt x="35052" y="12953"/>
                    </a:lnTo>
                    <a:lnTo>
                      <a:pt x="38100" y="17525"/>
                    </a:lnTo>
                    <a:lnTo>
                      <a:pt x="42672" y="24383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8"/>
              <p:cNvSpPr/>
              <p:nvPr/>
            </p:nvSpPr>
            <p:spPr>
              <a:xfrm>
                <a:off x="6028944" y="4719066"/>
                <a:ext cx="193675" cy="81280"/>
              </a:xfrm>
              <a:custGeom>
                <a:rect b="b" l="l" r="r" t="t"/>
                <a:pathLst>
                  <a:path extrusionOk="0" h="81279" w="193675">
                    <a:moveTo>
                      <a:pt x="0" y="57150"/>
                    </a:moveTo>
                    <a:lnTo>
                      <a:pt x="45719" y="34289"/>
                    </a:lnTo>
                    <a:lnTo>
                      <a:pt x="76961" y="11429"/>
                    </a:lnTo>
                    <a:lnTo>
                      <a:pt x="80009" y="9143"/>
                    </a:lnTo>
                    <a:lnTo>
                      <a:pt x="80772" y="9905"/>
                    </a:lnTo>
                    <a:lnTo>
                      <a:pt x="83057" y="8381"/>
                    </a:lnTo>
                    <a:lnTo>
                      <a:pt x="83057" y="17645"/>
                    </a:lnTo>
                    <a:lnTo>
                      <a:pt x="83058" y="27050"/>
                    </a:lnTo>
                    <a:lnTo>
                      <a:pt x="83058" y="36456"/>
                    </a:lnTo>
                    <a:lnTo>
                      <a:pt x="83058" y="45719"/>
                    </a:lnTo>
                    <a:lnTo>
                      <a:pt x="104203" y="81152"/>
                    </a:lnTo>
                    <a:lnTo>
                      <a:pt x="111037" y="79009"/>
                    </a:lnTo>
                    <a:lnTo>
                      <a:pt x="136398" y="39623"/>
                    </a:lnTo>
                    <a:lnTo>
                      <a:pt x="137826" y="22478"/>
                    </a:lnTo>
                    <a:lnTo>
                      <a:pt x="137362" y="13692"/>
                    </a:lnTo>
                    <a:lnTo>
                      <a:pt x="136398" y="5333"/>
                    </a:lnTo>
                    <a:lnTo>
                      <a:pt x="135636" y="2285"/>
                    </a:lnTo>
                    <a:lnTo>
                      <a:pt x="136398" y="1523"/>
                    </a:lnTo>
                    <a:lnTo>
                      <a:pt x="134874" y="0"/>
                    </a:lnTo>
                    <a:lnTo>
                      <a:pt x="131826" y="3047"/>
                    </a:lnTo>
                    <a:lnTo>
                      <a:pt x="130302" y="6857"/>
                    </a:lnTo>
                    <a:lnTo>
                      <a:pt x="130302" y="12953"/>
                    </a:lnTo>
                    <a:lnTo>
                      <a:pt x="130016" y="24907"/>
                    </a:lnTo>
                    <a:lnTo>
                      <a:pt x="147113" y="64722"/>
                    </a:lnTo>
                    <a:lnTo>
                      <a:pt x="167306" y="70342"/>
                    </a:lnTo>
                    <a:lnTo>
                      <a:pt x="177546" y="68579"/>
                    </a:lnTo>
                    <a:lnTo>
                      <a:pt x="185928" y="63245"/>
                    </a:lnTo>
                    <a:lnTo>
                      <a:pt x="188976" y="61721"/>
                    </a:lnTo>
                    <a:lnTo>
                      <a:pt x="193548" y="57149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8"/>
              <p:cNvSpPr/>
              <p:nvPr/>
            </p:nvSpPr>
            <p:spPr>
              <a:xfrm>
                <a:off x="6226302" y="4645914"/>
                <a:ext cx="11430" cy="161290"/>
              </a:xfrm>
              <a:custGeom>
                <a:rect b="b" l="l" r="r" t="t"/>
                <a:pathLst>
                  <a:path extrusionOk="0" h="161289" w="11429">
                    <a:moveTo>
                      <a:pt x="0" y="0"/>
                    </a:moveTo>
                    <a:lnTo>
                      <a:pt x="23" y="11441"/>
                    </a:lnTo>
                    <a:lnTo>
                      <a:pt x="190" y="22955"/>
                    </a:lnTo>
                    <a:lnTo>
                      <a:pt x="642" y="34611"/>
                    </a:lnTo>
                    <a:lnTo>
                      <a:pt x="1524" y="46482"/>
                    </a:lnTo>
                    <a:lnTo>
                      <a:pt x="2524" y="60198"/>
                    </a:lnTo>
                    <a:lnTo>
                      <a:pt x="3238" y="73914"/>
                    </a:lnTo>
                    <a:lnTo>
                      <a:pt x="3667" y="87630"/>
                    </a:lnTo>
                    <a:lnTo>
                      <a:pt x="3810" y="101346"/>
                    </a:lnTo>
                    <a:lnTo>
                      <a:pt x="3178" y="114526"/>
                    </a:lnTo>
                    <a:lnTo>
                      <a:pt x="2190" y="129063"/>
                    </a:lnTo>
                    <a:lnTo>
                      <a:pt x="2202" y="143458"/>
                    </a:lnTo>
                    <a:lnTo>
                      <a:pt x="4572" y="156210"/>
                    </a:lnTo>
                    <a:lnTo>
                      <a:pt x="7620" y="160020"/>
                    </a:lnTo>
                    <a:lnTo>
                      <a:pt x="8382" y="160782"/>
                    </a:lnTo>
                    <a:lnTo>
                      <a:pt x="11430" y="16078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20" name="Google Shape;520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21515" y="4659903"/>
              <a:ext cx="72439" cy="97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8"/>
            <p:cNvSpPr/>
            <p:nvPr/>
          </p:nvSpPr>
          <p:spPr>
            <a:xfrm>
              <a:off x="6369558" y="4812029"/>
              <a:ext cx="9525" cy="10160"/>
            </a:xfrm>
            <a:custGeom>
              <a:rect b="b" l="l" r="r" t="t"/>
              <a:pathLst>
                <a:path extrusionOk="0" h="10160" w="9525">
                  <a:moveTo>
                    <a:pt x="9144" y="9906"/>
                  </a:moveTo>
                  <a:lnTo>
                    <a:pt x="7620" y="8382"/>
                  </a:lnTo>
                  <a:lnTo>
                    <a:pt x="3810" y="3810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2" name="Google Shape;522;p8"/>
          <p:cNvSpPr/>
          <p:nvPr/>
        </p:nvSpPr>
        <p:spPr>
          <a:xfrm>
            <a:off x="654543" y="3749040"/>
            <a:ext cx="9143761" cy="45719"/>
          </a:xfrm>
          <a:custGeom>
            <a:rect b="b" l="l" r="r" t="t"/>
            <a:pathLst>
              <a:path extrusionOk="0" h="141604" w="6809740">
                <a:moveTo>
                  <a:pt x="0" y="111252"/>
                </a:moveTo>
                <a:lnTo>
                  <a:pt x="56769" y="128873"/>
                </a:lnTo>
                <a:lnTo>
                  <a:pt x="115823" y="137922"/>
                </a:lnTo>
                <a:lnTo>
                  <a:pt x="157793" y="140434"/>
                </a:lnTo>
                <a:lnTo>
                  <a:pt x="200120" y="141446"/>
                </a:lnTo>
                <a:lnTo>
                  <a:pt x="242589" y="141458"/>
                </a:lnTo>
                <a:lnTo>
                  <a:pt x="284988" y="140970"/>
                </a:lnTo>
                <a:lnTo>
                  <a:pt x="335970" y="140243"/>
                </a:lnTo>
                <a:lnTo>
                  <a:pt x="387095" y="138588"/>
                </a:lnTo>
                <a:lnTo>
                  <a:pt x="438221" y="136790"/>
                </a:lnTo>
                <a:lnTo>
                  <a:pt x="489204" y="135636"/>
                </a:lnTo>
                <a:lnTo>
                  <a:pt x="536295" y="134874"/>
                </a:lnTo>
                <a:lnTo>
                  <a:pt x="583387" y="134294"/>
                </a:lnTo>
                <a:lnTo>
                  <a:pt x="630478" y="133715"/>
                </a:lnTo>
                <a:lnTo>
                  <a:pt x="677570" y="132953"/>
                </a:lnTo>
                <a:lnTo>
                  <a:pt x="724662" y="131826"/>
                </a:lnTo>
                <a:lnTo>
                  <a:pt x="779446" y="130722"/>
                </a:lnTo>
                <a:lnTo>
                  <a:pt x="834121" y="129216"/>
                </a:lnTo>
                <a:lnTo>
                  <a:pt x="888760" y="127272"/>
                </a:lnTo>
                <a:lnTo>
                  <a:pt x="943435" y="124852"/>
                </a:lnTo>
                <a:lnTo>
                  <a:pt x="998219" y="121920"/>
                </a:lnTo>
                <a:lnTo>
                  <a:pt x="1050036" y="118692"/>
                </a:lnTo>
                <a:lnTo>
                  <a:pt x="1101852" y="115146"/>
                </a:lnTo>
                <a:lnTo>
                  <a:pt x="1153667" y="111347"/>
                </a:lnTo>
                <a:lnTo>
                  <a:pt x="1205483" y="107357"/>
                </a:lnTo>
                <a:lnTo>
                  <a:pt x="1257299" y="103240"/>
                </a:lnTo>
                <a:lnTo>
                  <a:pt x="1309116" y="99060"/>
                </a:lnTo>
                <a:lnTo>
                  <a:pt x="1361156" y="95068"/>
                </a:lnTo>
                <a:lnTo>
                  <a:pt x="1413259" y="91130"/>
                </a:lnTo>
                <a:lnTo>
                  <a:pt x="1465416" y="87299"/>
                </a:lnTo>
                <a:lnTo>
                  <a:pt x="1517618" y="83629"/>
                </a:lnTo>
                <a:lnTo>
                  <a:pt x="1569855" y="80173"/>
                </a:lnTo>
                <a:lnTo>
                  <a:pt x="1622119" y="76985"/>
                </a:lnTo>
                <a:lnTo>
                  <a:pt x="1674401" y="74119"/>
                </a:lnTo>
                <a:lnTo>
                  <a:pt x="1726692" y="71628"/>
                </a:lnTo>
                <a:lnTo>
                  <a:pt x="1776004" y="69761"/>
                </a:lnTo>
                <a:lnTo>
                  <a:pt x="1825316" y="68082"/>
                </a:lnTo>
                <a:lnTo>
                  <a:pt x="1874628" y="66589"/>
                </a:lnTo>
                <a:lnTo>
                  <a:pt x="1923941" y="65283"/>
                </a:lnTo>
                <a:lnTo>
                  <a:pt x="1973253" y="64163"/>
                </a:lnTo>
                <a:lnTo>
                  <a:pt x="2022565" y="63230"/>
                </a:lnTo>
                <a:lnTo>
                  <a:pt x="2071877" y="62484"/>
                </a:lnTo>
                <a:lnTo>
                  <a:pt x="2122170" y="61502"/>
                </a:lnTo>
                <a:lnTo>
                  <a:pt x="2172462" y="60506"/>
                </a:lnTo>
                <a:lnTo>
                  <a:pt x="2222754" y="59484"/>
                </a:lnTo>
                <a:lnTo>
                  <a:pt x="2273046" y="58422"/>
                </a:lnTo>
                <a:lnTo>
                  <a:pt x="2323338" y="57307"/>
                </a:lnTo>
                <a:lnTo>
                  <a:pt x="2373630" y="56125"/>
                </a:lnTo>
                <a:lnTo>
                  <a:pt x="2423922" y="54864"/>
                </a:lnTo>
                <a:lnTo>
                  <a:pt x="2475193" y="53191"/>
                </a:lnTo>
                <a:lnTo>
                  <a:pt x="2526465" y="51464"/>
                </a:lnTo>
                <a:lnTo>
                  <a:pt x="2577737" y="49725"/>
                </a:lnTo>
                <a:lnTo>
                  <a:pt x="2629008" y="48012"/>
                </a:lnTo>
                <a:lnTo>
                  <a:pt x="2680280" y="46366"/>
                </a:lnTo>
                <a:lnTo>
                  <a:pt x="2731552" y="44826"/>
                </a:lnTo>
                <a:lnTo>
                  <a:pt x="2782824" y="43434"/>
                </a:lnTo>
                <a:lnTo>
                  <a:pt x="2833158" y="42261"/>
                </a:lnTo>
                <a:lnTo>
                  <a:pt x="2883559" y="41327"/>
                </a:lnTo>
                <a:lnTo>
                  <a:pt x="2933999" y="40594"/>
                </a:lnTo>
                <a:lnTo>
                  <a:pt x="2984454" y="40021"/>
                </a:lnTo>
                <a:lnTo>
                  <a:pt x="3034894" y="39568"/>
                </a:lnTo>
                <a:lnTo>
                  <a:pt x="3085295" y="39195"/>
                </a:lnTo>
                <a:lnTo>
                  <a:pt x="3135630" y="38862"/>
                </a:lnTo>
                <a:lnTo>
                  <a:pt x="3185226" y="38577"/>
                </a:lnTo>
                <a:lnTo>
                  <a:pt x="3234756" y="38359"/>
                </a:lnTo>
                <a:lnTo>
                  <a:pt x="3284246" y="38182"/>
                </a:lnTo>
                <a:lnTo>
                  <a:pt x="3333723" y="38017"/>
                </a:lnTo>
                <a:lnTo>
                  <a:pt x="3383213" y="37840"/>
                </a:lnTo>
                <a:lnTo>
                  <a:pt x="3432743" y="37622"/>
                </a:lnTo>
                <a:lnTo>
                  <a:pt x="3482340" y="37338"/>
                </a:lnTo>
                <a:lnTo>
                  <a:pt x="3530063" y="36924"/>
                </a:lnTo>
                <a:lnTo>
                  <a:pt x="3577867" y="36364"/>
                </a:lnTo>
                <a:lnTo>
                  <a:pt x="3625738" y="35698"/>
                </a:lnTo>
                <a:lnTo>
                  <a:pt x="3673661" y="34965"/>
                </a:lnTo>
                <a:lnTo>
                  <a:pt x="3721625" y="34205"/>
                </a:lnTo>
                <a:lnTo>
                  <a:pt x="3769616" y="33459"/>
                </a:lnTo>
                <a:lnTo>
                  <a:pt x="3817620" y="32766"/>
                </a:lnTo>
                <a:lnTo>
                  <a:pt x="3871341" y="31947"/>
                </a:lnTo>
                <a:lnTo>
                  <a:pt x="3925062" y="31044"/>
                </a:lnTo>
                <a:lnTo>
                  <a:pt x="3978783" y="30099"/>
                </a:lnTo>
                <a:lnTo>
                  <a:pt x="4032504" y="29153"/>
                </a:lnTo>
                <a:lnTo>
                  <a:pt x="4086225" y="28250"/>
                </a:lnTo>
                <a:lnTo>
                  <a:pt x="4139946" y="27432"/>
                </a:lnTo>
                <a:lnTo>
                  <a:pt x="4191384" y="26296"/>
                </a:lnTo>
                <a:lnTo>
                  <a:pt x="4242844" y="25202"/>
                </a:lnTo>
                <a:lnTo>
                  <a:pt x="4294346" y="24193"/>
                </a:lnTo>
                <a:lnTo>
                  <a:pt x="4345911" y="23311"/>
                </a:lnTo>
                <a:lnTo>
                  <a:pt x="4397561" y="22598"/>
                </a:lnTo>
                <a:lnTo>
                  <a:pt x="4449318" y="22098"/>
                </a:lnTo>
                <a:lnTo>
                  <a:pt x="4499229" y="21717"/>
                </a:lnTo>
                <a:lnTo>
                  <a:pt x="4549140" y="21336"/>
                </a:lnTo>
                <a:lnTo>
                  <a:pt x="4599051" y="20955"/>
                </a:lnTo>
                <a:lnTo>
                  <a:pt x="4648962" y="20574"/>
                </a:lnTo>
                <a:lnTo>
                  <a:pt x="4698873" y="20193"/>
                </a:lnTo>
                <a:lnTo>
                  <a:pt x="4748784" y="19812"/>
                </a:lnTo>
                <a:lnTo>
                  <a:pt x="4797174" y="19427"/>
                </a:lnTo>
                <a:lnTo>
                  <a:pt x="4845586" y="19021"/>
                </a:lnTo>
                <a:lnTo>
                  <a:pt x="4894040" y="18573"/>
                </a:lnTo>
                <a:lnTo>
                  <a:pt x="4942557" y="18062"/>
                </a:lnTo>
                <a:lnTo>
                  <a:pt x="4991159" y="17466"/>
                </a:lnTo>
                <a:lnTo>
                  <a:pt x="5039868" y="16764"/>
                </a:lnTo>
                <a:lnTo>
                  <a:pt x="5086409" y="15945"/>
                </a:lnTo>
                <a:lnTo>
                  <a:pt x="5133057" y="15042"/>
                </a:lnTo>
                <a:lnTo>
                  <a:pt x="5179790" y="14097"/>
                </a:lnTo>
                <a:lnTo>
                  <a:pt x="5226586" y="13151"/>
                </a:lnTo>
                <a:lnTo>
                  <a:pt x="5273424" y="12248"/>
                </a:lnTo>
                <a:lnTo>
                  <a:pt x="5320284" y="11430"/>
                </a:lnTo>
                <a:lnTo>
                  <a:pt x="5371575" y="10607"/>
                </a:lnTo>
                <a:lnTo>
                  <a:pt x="5423013" y="9966"/>
                </a:lnTo>
                <a:lnTo>
                  <a:pt x="5474561" y="9509"/>
                </a:lnTo>
                <a:lnTo>
                  <a:pt x="5526182" y="9235"/>
                </a:lnTo>
                <a:lnTo>
                  <a:pt x="5577840" y="9144"/>
                </a:lnTo>
                <a:lnTo>
                  <a:pt x="5626956" y="9145"/>
                </a:lnTo>
                <a:lnTo>
                  <a:pt x="5676018" y="9155"/>
                </a:lnTo>
                <a:lnTo>
                  <a:pt x="5725045" y="9184"/>
                </a:lnTo>
                <a:lnTo>
                  <a:pt x="5774054" y="9239"/>
                </a:lnTo>
                <a:lnTo>
                  <a:pt x="5823064" y="9330"/>
                </a:lnTo>
                <a:lnTo>
                  <a:pt x="5872091" y="9465"/>
                </a:lnTo>
                <a:lnTo>
                  <a:pt x="5921153" y="9654"/>
                </a:lnTo>
                <a:lnTo>
                  <a:pt x="5970270" y="9906"/>
                </a:lnTo>
                <a:lnTo>
                  <a:pt x="6019419" y="9917"/>
                </a:lnTo>
                <a:lnTo>
                  <a:pt x="6068568" y="10001"/>
                </a:lnTo>
                <a:lnTo>
                  <a:pt x="6117717" y="10227"/>
                </a:lnTo>
                <a:lnTo>
                  <a:pt x="6166866" y="10668"/>
                </a:lnTo>
                <a:lnTo>
                  <a:pt x="6221289" y="10668"/>
                </a:lnTo>
                <a:lnTo>
                  <a:pt x="6275927" y="10668"/>
                </a:lnTo>
                <a:lnTo>
                  <a:pt x="6330707" y="10668"/>
                </a:lnTo>
                <a:lnTo>
                  <a:pt x="6385560" y="10668"/>
                </a:lnTo>
                <a:lnTo>
                  <a:pt x="6437447" y="11108"/>
                </a:lnTo>
                <a:lnTo>
                  <a:pt x="6489192" y="11334"/>
                </a:lnTo>
                <a:lnTo>
                  <a:pt x="6540936" y="11418"/>
                </a:lnTo>
                <a:lnTo>
                  <a:pt x="6592824" y="11430"/>
                </a:lnTo>
                <a:lnTo>
                  <a:pt x="6627804" y="11418"/>
                </a:lnTo>
                <a:lnTo>
                  <a:pt x="6662928" y="11334"/>
                </a:lnTo>
                <a:lnTo>
                  <a:pt x="6698051" y="11108"/>
                </a:lnTo>
                <a:lnTo>
                  <a:pt x="6733032" y="10668"/>
                </a:lnTo>
                <a:lnTo>
                  <a:pt x="6750165" y="10775"/>
                </a:lnTo>
                <a:lnTo>
                  <a:pt x="6767226" y="10953"/>
                </a:lnTo>
                <a:lnTo>
                  <a:pt x="6784145" y="10989"/>
                </a:lnTo>
                <a:lnTo>
                  <a:pt x="6800850" y="10668"/>
                </a:lnTo>
                <a:lnTo>
                  <a:pt x="6803898" y="9906"/>
                </a:lnTo>
                <a:lnTo>
                  <a:pt x="6806946" y="9906"/>
                </a:lnTo>
                <a:lnTo>
                  <a:pt x="6809232" y="9906"/>
                </a:lnTo>
                <a:lnTo>
                  <a:pt x="6803397" y="7822"/>
                </a:lnTo>
                <a:lnTo>
                  <a:pt x="6797420" y="5238"/>
                </a:lnTo>
                <a:lnTo>
                  <a:pt x="6791444" y="2512"/>
                </a:lnTo>
                <a:lnTo>
                  <a:pt x="6785609" y="0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3" name="Google Shape;523;p8"/>
          <p:cNvGrpSpPr/>
          <p:nvPr/>
        </p:nvGrpSpPr>
        <p:grpSpPr>
          <a:xfrm>
            <a:off x="7218412" y="1107177"/>
            <a:ext cx="2194585" cy="2248643"/>
            <a:chOff x="8221218" y="2031492"/>
            <a:chExt cx="1600974" cy="1602740"/>
          </a:xfrm>
        </p:grpSpPr>
        <p:grpSp>
          <p:nvGrpSpPr>
            <p:cNvPr id="524" name="Google Shape;524;p8"/>
            <p:cNvGrpSpPr/>
            <p:nvPr/>
          </p:nvGrpSpPr>
          <p:grpSpPr>
            <a:xfrm>
              <a:off x="8579345" y="2225027"/>
              <a:ext cx="306337" cy="205765"/>
              <a:chOff x="8579345" y="2225027"/>
              <a:chExt cx="306337" cy="205765"/>
            </a:xfrm>
          </p:grpSpPr>
          <p:pic>
            <p:nvPicPr>
              <p:cNvPr id="525" name="Google Shape;525;p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8579345" y="2225027"/>
                <a:ext cx="203479" cy="20576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6" name="Google Shape;526;p8"/>
              <p:cNvSpPr/>
              <p:nvPr/>
            </p:nvSpPr>
            <p:spPr>
              <a:xfrm>
                <a:off x="8826246" y="2239518"/>
                <a:ext cx="33020" cy="8890"/>
              </a:xfrm>
              <a:custGeom>
                <a:rect b="b" l="l" r="r" t="t"/>
                <a:pathLst>
                  <a:path extrusionOk="0" h="8889" w="33020">
                    <a:moveTo>
                      <a:pt x="0" y="0"/>
                    </a:moveTo>
                    <a:lnTo>
                      <a:pt x="7310" y="1071"/>
                    </a:lnTo>
                    <a:lnTo>
                      <a:pt x="14477" y="2285"/>
                    </a:lnTo>
                    <a:lnTo>
                      <a:pt x="21645" y="4071"/>
                    </a:lnTo>
                    <a:lnTo>
                      <a:pt x="28956" y="6857"/>
                    </a:lnTo>
                    <a:lnTo>
                      <a:pt x="29718" y="6857"/>
                    </a:lnTo>
                    <a:lnTo>
                      <a:pt x="31242" y="7619"/>
                    </a:lnTo>
                    <a:lnTo>
                      <a:pt x="32766" y="8381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8"/>
              <p:cNvSpPr/>
              <p:nvPr/>
            </p:nvSpPr>
            <p:spPr>
              <a:xfrm>
                <a:off x="8836152" y="2286000"/>
                <a:ext cx="49530" cy="9525"/>
              </a:xfrm>
              <a:custGeom>
                <a:rect b="b" l="l" r="r" t="t"/>
                <a:pathLst>
                  <a:path extrusionOk="0" h="9525" w="49529">
                    <a:moveTo>
                      <a:pt x="0" y="9144"/>
                    </a:moveTo>
                    <a:lnTo>
                      <a:pt x="12989" y="8143"/>
                    </a:lnTo>
                    <a:lnTo>
                      <a:pt x="25050" y="6286"/>
                    </a:lnTo>
                    <a:lnTo>
                      <a:pt x="36968" y="3571"/>
                    </a:lnTo>
                    <a:lnTo>
                      <a:pt x="49530" y="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28" name="Google Shape;528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949451" y="2159495"/>
              <a:ext cx="162557" cy="1630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9" name="Google Shape;529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932460" y="2377427"/>
              <a:ext cx="161259" cy="1196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0" name="Google Shape;530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929865" y="2049005"/>
              <a:ext cx="65557" cy="747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31" name="Google Shape;531;p8"/>
            <p:cNvGrpSpPr/>
            <p:nvPr/>
          </p:nvGrpSpPr>
          <p:grpSpPr>
            <a:xfrm>
              <a:off x="9158478" y="2040635"/>
              <a:ext cx="451104" cy="524001"/>
              <a:chOff x="9158478" y="2040635"/>
              <a:chExt cx="451104" cy="524001"/>
            </a:xfrm>
          </p:grpSpPr>
          <p:sp>
            <p:nvSpPr>
              <p:cNvPr id="532" name="Google Shape;532;p8"/>
              <p:cNvSpPr/>
              <p:nvPr/>
            </p:nvSpPr>
            <p:spPr>
              <a:xfrm>
                <a:off x="9158478" y="2052827"/>
                <a:ext cx="144145" cy="511809"/>
              </a:xfrm>
              <a:custGeom>
                <a:rect b="b" l="l" r="r" t="t"/>
                <a:pathLst>
                  <a:path extrusionOk="0" h="511810" w="144145">
                    <a:moveTo>
                      <a:pt x="30479" y="0"/>
                    </a:moveTo>
                    <a:lnTo>
                      <a:pt x="18371" y="40076"/>
                    </a:lnTo>
                    <a:lnTo>
                      <a:pt x="8358" y="94130"/>
                    </a:lnTo>
                    <a:lnTo>
                      <a:pt x="3619" y="134302"/>
                    </a:lnTo>
                    <a:lnTo>
                      <a:pt x="881" y="174759"/>
                    </a:lnTo>
                    <a:lnTo>
                      <a:pt x="0" y="215646"/>
                    </a:lnTo>
                    <a:lnTo>
                      <a:pt x="892" y="257425"/>
                    </a:lnTo>
                    <a:lnTo>
                      <a:pt x="4857" y="298418"/>
                    </a:lnTo>
                    <a:lnTo>
                      <a:pt x="12108" y="338982"/>
                    </a:lnTo>
                    <a:lnTo>
                      <a:pt x="22859" y="379476"/>
                    </a:lnTo>
                    <a:lnTo>
                      <a:pt x="50482" y="444341"/>
                    </a:lnTo>
                    <a:lnTo>
                      <a:pt x="95249" y="498348"/>
                    </a:lnTo>
                    <a:lnTo>
                      <a:pt x="130611" y="510670"/>
                    </a:lnTo>
                    <a:lnTo>
                      <a:pt x="144017" y="511302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8"/>
              <p:cNvSpPr/>
              <p:nvPr/>
            </p:nvSpPr>
            <p:spPr>
              <a:xfrm>
                <a:off x="9220962" y="2182367"/>
                <a:ext cx="41910" cy="67945"/>
              </a:xfrm>
              <a:custGeom>
                <a:rect b="b" l="l" r="r" t="t"/>
                <a:pathLst>
                  <a:path extrusionOk="0" h="67944" w="41909">
                    <a:moveTo>
                      <a:pt x="3809" y="23622"/>
                    </a:moveTo>
                    <a:lnTo>
                      <a:pt x="3809" y="16002"/>
                    </a:lnTo>
                    <a:lnTo>
                      <a:pt x="0" y="4572"/>
                    </a:lnTo>
                    <a:lnTo>
                      <a:pt x="9905" y="2286"/>
                    </a:lnTo>
                    <a:lnTo>
                      <a:pt x="18287" y="0"/>
                    </a:lnTo>
                    <a:lnTo>
                      <a:pt x="26669" y="1524"/>
                    </a:lnTo>
                    <a:lnTo>
                      <a:pt x="32765" y="6858"/>
                    </a:lnTo>
                    <a:lnTo>
                      <a:pt x="37087" y="13204"/>
                    </a:lnTo>
                    <a:lnTo>
                      <a:pt x="39909" y="20478"/>
                    </a:lnTo>
                    <a:lnTo>
                      <a:pt x="41445" y="28182"/>
                    </a:lnTo>
                    <a:lnTo>
                      <a:pt x="41909" y="35814"/>
                    </a:lnTo>
                    <a:lnTo>
                      <a:pt x="40636" y="43648"/>
                    </a:lnTo>
                    <a:lnTo>
                      <a:pt x="38004" y="51054"/>
                    </a:lnTo>
                    <a:lnTo>
                      <a:pt x="34087" y="57888"/>
                    </a:lnTo>
                    <a:lnTo>
                      <a:pt x="28955" y="64008"/>
                    </a:lnTo>
                    <a:lnTo>
                      <a:pt x="25145" y="67818"/>
                    </a:lnTo>
                    <a:lnTo>
                      <a:pt x="25145" y="66294"/>
                    </a:lnTo>
                    <a:lnTo>
                      <a:pt x="21335" y="67056"/>
                    </a:lnTo>
                    <a:lnTo>
                      <a:pt x="21764" y="59340"/>
                    </a:lnTo>
                    <a:lnTo>
                      <a:pt x="23050" y="52768"/>
                    </a:lnTo>
                    <a:lnTo>
                      <a:pt x="25193" y="46482"/>
                    </a:lnTo>
                    <a:lnTo>
                      <a:pt x="28193" y="39624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8"/>
              <p:cNvSpPr/>
              <p:nvPr/>
            </p:nvSpPr>
            <p:spPr>
              <a:xfrm>
                <a:off x="9268301" y="2184653"/>
                <a:ext cx="19050" cy="64769"/>
              </a:xfrm>
              <a:custGeom>
                <a:rect b="b" l="l" r="r" t="t"/>
                <a:pathLst>
                  <a:path extrusionOk="0" h="64769" w="19050">
                    <a:moveTo>
                      <a:pt x="666" y="0"/>
                    </a:moveTo>
                    <a:lnTo>
                      <a:pt x="369" y="12025"/>
                    </a:lnTo>
                    <a:lnTo>
                      <a:pt x="0" y="24764"/>
                    </a:lnTo>
                    <a:lnTo>
                      <a:pt x="345" y="37504"/>
                    </a:lnTo>
                    <a:lnTo>
                      <a:pt x="2190" y="49530"/>
                    </a:lnTo>
                    <a:lnTo>
                      <a:pt x="4476" y="60198"/>
                    </a:lnTo>
                    <a:lnTo>
                      <a:pt x="9048" y="64008"/>
                    </a:lnTo>
                    <a:lnTo>
                      <a:pt x="18954" y="64769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8"/>
              <p:cNvSpPr/>
              <p:nvPr/>
            </p:nvSpPr>
            <p:spPr>
              <a:xfrm>
                <a:off x="9313926" y="2224277"/>
                <a:ext cx="9525" cy="45085"/>
              </a:xfrm>
              <a:custGeom>
                <a:rect b="b" l="l" r="r" t="t"/>
                <a:pathLst>
                  <a:path extrusionOk="0" h="45085" w="9525">
                    <a:moveTo>
                      <a:pt x="9144" y="0"/>
                    </a:moveTo>
                    <a:lnTo>
                      <a:pt x="4179" y="9274"/>
                    </a:lnTo>
                    <a:lnTo>
                      <a:pt x="1428" y="15906"/>
                    </a:lnTo>
                    <a:lnTo>
                      <a:pt x="250" y="22395"/>
                    </a:lnTo>
                    <a:lnTo>
                      <a:pt x="0" y="31242"/>
                    </a:lnTo>
                    <a:lnTo>
                      <a:pt x="0" y="36576"/>
                    </a:lnTo>
                    <a:lnTo>
                      <a:pt x="762" y="41148"/>
                    </a:lnTo>
                    <a:lnTo>
                      <a:pt x="1524" y="44958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8"/>
              <p:cNvSpPr/>
              <p:nvPr/>
            </p:nvSpPr>
            <p:spPr>
              <a:xfrm>
                <a:off x="9298686" y="2146553"/>
                <a:ext cx="15240" cy="15240"/>
              </a:xfrm>
              <a:custGeom>
                <a:rect b="b" l="l" r="r" t="t"/>
                <a:pathLst>
                  <a:path extrusionOk="0" h="15239" w="15240">
                    <a:moveTo>
                      <a:pt x="0" y="3810"/>
                    </a:moveTo>
                    <a:lnTo>
                      <a:pt x="0" y="12192"/>
                    </a:lnTo>
                    <a:lnTo>
                      <a:pt x="3810" y="15240"/>
                    </a:lnTo>
                    <a:lnTo>
                      <a:pt x="12192" y="15240"/>
                    </a:lnTo>
                    <a:lnTo>
                      <a:pt x="15240" y="12192"/>
                    </a:lnTo>
                    <a:lnTo>
                      <a:pt x="15240" y="7620"/>
                    </a:lnTo>
                    <a:lnTo>
                      <a:pt x="15240" y="3810"/>
                    </a:lnTo>
                    <a:lnTo>
                      <a:pt x="12192" y="0"/>
                    </a:lnTo>
                    <a:lnTo>
                      <a:pt x="3810" y="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8"/>
              <p:cNvSpPr/>
              <p:nvPr/>
            </p:nvSpPr>
            <p:spPr>
              <a:xfrm>
                <a:off x="9291828" y="2062733"/>
                <a:ext cx="52705" cy="78105"/>
              </a:xfrm>
              <a:custGeom>
                <a:rect b="b" l="l" r="r" t="t"/>
                <a:pathLst>
                  <a:path extrusionOk="0" h="78105" w="52704">
                    <a:moveTo>
                      <a:pt x="0" y="12953"/>
                    </a:moveTo>
                    <a:lnTo>
                      <a:pt x="12084" y="14049"/>
                    </a:lnTo>
                    <a:lnTo>
                      <a:pt x="23526" y="13715"/>
                    </a:lnTo>
                    <a:lnTo>
                      <a:pt x="34825" y="11668"/>
                    </a:lnTo>
                    <a:lnTo>
                      <a:pt x="46482" y="7619"/>
                    </a:lnTo>
                    <a:lnTo>
                      <a:pt x="51053" y="5333"/>
                    </a:lnTo>
                    <a:lnTo>
                      <a:pt x="50292" y="4571"/>
                    </a:lnTo>
                    <a:lnTo>
                      <a:pt x="52577" y="2285"/>
                    </a:lnTo>
                    <a:lnTo>
                      <a:pt x="50292" y="0"/>
                    </a:lnTo>
                    <a:lnTo>
                      <a:pt x="48768" y="0"/>
                    </a:lnTo>
                    <a:lnTo>
                      <a:pt x="44196" y="0"/>
                    </a:lnTo>
                    <a:lnTo>
                      <a:pt x="35814" y="0"/>
                    </a:lnTo>
                    <a:lnTo>
                      <a:pt x="35814" y="7619"/>
                    </a:lnTo>
                    <a:lnTo>
                      <a:pt x="35814" y="14477"/>
                    </a:lnTo>
                    <a:lnTo>
                      <a:pt x="34944" y="23288"/>
                    </a:lnTo>
                    <a:lnTo>
                      <a:pt x="34575" y="32384"/>
                    </a:lnTo>
                    <a:lnTo>
                      <a:pt x="34635" y="41481"/>
                    </a:lnTo>
                    <a:lnTo>
                      <a:pt x="35052" y="50291"/>
                    </a:lnTo>
                    <a:lnTo>
                      <a:pt x="35480" y="57471"/>
                    </a:lnTo>
                    <a:lnTo>
                      <a:pt x="36766" y="64293"/>
                    </a:lnTo>
                    <a:lnTo>
                      <a:pt x="38909" y="70973"/>
                    </a:lnTo>
                    <a:lnTo>
                      <a:pt x="41910" y="77723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8"/>
              <p:cNvSpPr/>
              <p:nvPr/>
            </p:nvSpPr>
            <p:spPr>
              <a:xfrm>
                <a:off x="9367266" y="2157221"/>
                <a:ext cx="59690" cy="43180"/>
              </a:xfrm>
              <a:custGeom>
                <a:rect b="b" l="l" r="r" t="t"/>
                <a:pathLst>
                  <a:path extrusionOk="0" h="43180" w="59690">
                    <a:moveTo>
                      <a:pt x="0" y="1524"/>
                    </a:moveTo>
                    <a:lnTo>
                      <a:pt x="1238" y="10584"/>
                    </a:lnTo>
                    <a:lnTo>
                      <a:pt x="3048" y="18002"/>
                    </a:lnTo>
                    <a:lnTo>
                      <a:pt x="6000" y="24991"/>
                    </a:lnTo>
                    <a:lnTo>
                      <a:pt x="10668" y="32766"/>
                    </a:lnTo>
                    <a:lnTo>
                      <a:pt x="13716" y="38100"/>
                    </a:lnTo>
                    <a:lnTo>
                      <a:pt x="16002" y="41148"/>
                    </a:lnTo>
                    <a:lnTo>
                      <a:pt x="21336" y="42672"/>
                    </a:lnTo>
                    <a:lnTo>
                      <a:pt x="22098" y="42672"/>
                    </a:lnTo>
                    <a:lnTo>
                      <a:pt x="22860" y="42672"/>
                    </a:lnTo>
                    <a:lnTo>
                      <a:pt x="24384" y="38100"/>
                    </a:lnTo>
                    <a:lnTo>
                      <a:pt x="25146" y="33528"/>
                    </a:lnTo>
                    <a:lnTo>
                      <a:pt x="25146" y="28194"/>
                    </a:lnTo>
                    <a:lnTo>
                      <a:pt x="25146" y="26670"/>
                    </a:lnTo>
                    <a:lnTo>
                      <a:pt x="25146" y="25908"/>
                    </a:lnTo>
                    <a:lnTo>
                      <a:pt x="25146" y="24384"/>
                    </a:lnTo>
                    <a:lnTo>
                      <a:pt x="26670" y="25908"/>
                    </a:lnTo>
                    <a:lnTo>
                      <a:pt x="28194" y="26670"/>
                    </a:lnTo>
                    <a:lnTo>
                      <a:pt x="29718" y="28956"/>
                    </a:lnTo>
                    <a:lnTo>
                      <a:pt x="35052" y="34290"/>
                    </a:lnTo>
                    <a:lnTo>
                      <a:pt x="37338" y="35814"/>
                    </a:lnTo>
                    <a:lnTo>
                      <a:pt x="44958" y="35814"/>
                    </a:lnTo>
                    <a:lnTo>
                      <a:pt x="52578" y="35814"/>
                    </a:lnTo>
                    <a:lnTo>
                      <a:pt x="55626" y="33528"/>
                    </a:lnTo>
                    <a:lnTo>
                      <a:pt x="57150" y="26670"/>
                    </a:lnTo>
                    <a:lnTo>
                      <a:pt x="59436" y="19812"/>
                    </a:lnTo>
                    <a:lnTo>
                      <a:pt x="57912" y="15240"/>
                    </a:lnTo>
                    <a:lnTo>
                      <a:pt x="55626" y="9144"/>
                    </a:lnTo>
                    <a:lnTo>
                      <a:pt x="54864" y="6096"/>
                    </a:lnTo>
                    <a:lnTo>
                      <a:pt x="54102" y="3048"/>
                    </a:lnTo>
                    <a:lnTo>
                      <a:pt x="53340" y="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8"/>
              <p:cNvSpPr/>
              <p:nvPr/>
            </p:nvSpPr>
            <p:spPr>
              <a:xfrm>
                <a:off x="9384792" y="2382773"/>
                <a:ext cx="45085" cy="53340"/>
              </a:xfrm>
              <a:custGeom>
                <a:rect b="b" l="l" r="r" t="t"/>
                <a:pathLst>
                  <a:path extrusionOk="0" h="53339" w="45084">
                    <a:moveTo>
                      <a:pt x="0" y="0"/>
                    </a:moveTo>
                    <a:lnTo>
                      <a:pt x="31242" y="35051"/>
                    </a:lnTo>
                    <a:lnTo>
                      <a:pt x="35814" y="41909"/>
                    </a:lnTo>
                    <a:lnTo>
                      <a:pt x="40386" y="48006"/>
                    </a:lnTo>
                    <a:lnTo>
                      <a:pt x="44958" y="53339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8"/>
              <p:cNvSpPr/>
              <p:nvPr/>
            </p:nvSpPr>
            <p:spPr>
              <a:xfrm>
                <a:off x="9396984" y="2420111"/>
                <a:ext cx="14604" cy="45720"/>
              </a:xfrm>
              <a:custGeom>
                <a:rect b="b" l="l" r="r" t="t"/>
                <a:pathLst>
                  <a:path extrusionOk="0" h="45719" w="14604">
                    <a:moveTo>
                      <a:pt x="14477" y="0"/>
                    </a:moveTo>
                    <a:lnTo>
                      <a:pt x="8143" y="7762"/>
                    </a:lnTo>
                    <a:lnTo>
                      <a:pt x="3809" y="14097"/>
                    </a:lnTo>
                    <a:lnTo>
                      <a:pt x="1190" y="21002"/>
                    </a:lnTo>
                    <a:lnTo>
                      <a:pt x="0" y="30480"/>
                    </a:lnTo>
                    <a:lnTo>
                      <a:pt x="0" y="35814"/>
                    </a:lnTo>
                    <a:lnTo>
                      <a:pt x="0" y="41148"/>
                    </a:lnTo>
                    <a:lnTo>
                      <a:pt x="0" y="4572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8"/>
              <p:cNvSpPr/>
              <p:nvPr/>
            </p:nvSpPr>
            <p:spPr>
              <a:xfrm>
                <a:off x="9443466" y="2150363"/>
                <a:ext cx="49530" cy="83820"/>
              </a:xfrm>
              <a:custGeom>
                <a:rect b="b" l="l" r="r" t="t"/>
                <a:pathLst>
                  <a:path extrusionOk="0" h="83819" w="49529">
                    <a:moveTo>
                      <a:pt x="0" y="54101"/>
                    </a:moveTo>
                    <a:lnTo>
                      <a:pt x="19811" y="17525"/>
                    </a:lnTo>
                    <a:lnTo>
                      <a:pt x="20573" y="7619"/>
                    </a:lnTo>
                    <a:lnTo>
                      <a:pt x="16001" y="4571"/>
                    </a:lnTo>
                    <a:lnTo>
                      <a:pt x="9905" y="0"/>
                    </a:lnTo>
                    <a:lnTo>
                      <a:pt x="6095" y="5333"/>
                    </a:lnTo>
                    <a:lnTo>
                      <a:pt x="3809" y="11429"/>
                    </a:lnTo>
                    <a:lnTo>
                      <a:pt x="1964" y="19800"/>
                    </a:lnTo>
                    <a:lnTo>
                      <a:pt x="1619" y="28670"/>
                    </a:lnTo>
                    <a:lnTo>
                      <a:pt x="1988" y="37683"/>
                    </a:lnTo>
                    <a:lnTo>
                      <a:pt x="2285" y="46481"/>
                    </a:lnTo>
                    <a:lnTo>
                      <a:pt x="2416" y="55625"/>
                    </a:lnTo>
                    <a:lnTo>
                      <a:pt x="2762" y="64769"/>
                    </a:lnTo>
                    <a:lnTo>
                      <a:pt x="3250" y="73913"/>
                    </a:lnTo>
                    <a:lnTo>
                      <a:pt x="3810" y="83057"/>
                    </a:lnTo>
                    <a:lnTo>
                      <a:pt x="3810" y="83819"/>
                    </a:lnTo>
                    <a:lnTo>
                      <a:pt x="3357" y="77295"/>
                    </a:lnTo>
                    <a:lnTo>
                      <a:pt x="2476" y="70484"/>
                    </a:lnTo>
                    <a:lnTo>
                      <a:pt x="1881" y="63674"/>
                    </a:lnTo>
                    <a:lnTo>
                      <a:pt x="26669" y="30479"/>
                    </a:lnTo>
                    <a:lnTo>
                      <a:pt x="31241" y="32003"/>
                    </a:lnTo>
                    <a:lnTo>
                      <a:pt x="36575" y="34289"/>
                    </a:lnTo>
                    <a:lnTo>
                      <a:pt x="35814" y="39623"/>
                    </a:lnTo>
                    <a:lnTo>
                      <a:pt x="35814" y="44195"/>
                    </a:lnTo>
                    <a:lnTo>
                      <a:pt x="35814" y="52577"/>
                    </a:lnTo>
                    <a:lnTo>
                      <a:pt x="28194" y="57149"/>
                    </a:lnTo>
                    <a:lnTo>
                      <a:pt x="22098" y="61721"/>
                    </a:lnTo>
                    <a:lnTo>
                      <a:pt x="18288" y="65531"/>
                    </a:lnTo>
                    <a:lnTo>
                      <a:pt x="14478" y="67817"/>
                    </a:lnTo>
                    <a:lnTo>
                      <a:pt x="11430" y="71627"/>
                    </a:lnTo>
                    <a:lnTo>
                      <a:pt x="36099" y="78485"/>
                    </a:lnTo>
                    <a:lnTo>
                      <a:pt x="42898" y="79748"/>
                    </a:lnTo>
                    <a:lnTo>
                      <a:pt x="48768" y="82295"/>
                    </a:lnTo>
                    <a:lnTo>
                      <a:pt x="49530" y="83057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8"/>
              <p:cNvSpPr/>
              <p:nvPr/>
            </p:nvSpPr>
            <p:spPr>
              <a:xfrm>
                <a:off x="9288018" y="2308859"/>
                <a:ext cx="179070" cy="28575"/>
              </a:xfrm>
              <a:custGeom>
                <a:rect b="b" l="l" r="r" t="t"/>
                <a:pathLst>
                  <a:path extrusionOk="0" h="28575" w="179070">
                    <a:moveTo>
                      <a:pt x="0" y="28194"/>
                    </a:moveTo>
                    <a:lnTo>
                      <a:pt x="50149" y="21657"/>
                    </a:lnTo>
                    <a:lnTo>
                      <a:pt x="90951" y="13192"/>
                    </a:lnTo>
                    <a:lnTo>
                      <a:pt x="114776" y="8382"/>
                    </a:lnTo>
                    <a:lnTo>
                      <a:pt x="138743" y="4143"/>
                    </a:lnTo>
                    <a:lnTo>
                      <a:pt x="163068" y="762"/>
                    </a:lnTo>
                    <a:lnTo>
                      <a:pt x="169164" y="0"/>
                    </a:lnTo>
                    <a:lnTo>
                      <a:pt x="172974" y="0"/>
                    </a:lnTo>
                    <a:lnTo>
                      <a:pt x="179070" y="0"/>
                    </a:lnTo>
                    <a:lnTo>
                      <a:pt x="172212" y="2286"/>
                    </a:lnTo>
                    <a:lnTo>
                      <a:pt x="169164" y="3810"/>
                    </a:lnTo>
                    <a:lnTo>
                      <a:pt x="163830" y="4572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8"/>
              <p:cNvSpPr/>
              <p:nvPr/>
            </p:nvSpPr>
            <p:spPr>
              <a:xfrm>
                <a:off x="9309437" y="2401823"/>
                <a:ext cx="56515" cy="51435"/>
              </a:xfrm>
              <a:custGeom>
                <a:rect b="b" l="l" r="r" t="t"/>
                <a:pathLst>
                  <a:path extrusionOk="0" h="51435" w="56515">
                    <a:moveTo>
                      <a:pt x="5250" y="12191"/>
                    </a:moveTo>
                    <a:lnTo>
                      <a:pt x="2643" y="20895"/>
                    </a:lnTo>
                    <a:lnTo>
                      <a:pt x="392" y="30384"/>
                    </a:lnTo>
                    <a:lnTo>
                      <a:pt x="0" y="39731"/>
                    </a:lnTo>
                    <a:lnTo>
                      <a:pt x="2964" y="48005"/>
                    </a:lnTo>
                    <a:lnTo>
                      <a:pt x="4488" y="51053"/>
                    </a:lnTo>
                    <a:lnTo>
                      <a:pt x="6774" y="50291"/>
                    </a:lnTo>
                    <a:lnTo>
                      <a:pt x="9060" y="51053"/>
                    </a:lnTo>
                    <a:lnTo>
                      <a:pt x="9822" y="44957"/>
                    </a:lnTo>
                    <a:lnTo>
                      <a:pt x="9822" y="38861"/>
                    </a:lnTo>
                    <a:lnTo>
                      <a:pt x="9822" y="32765"/>
                    </a:lnTo>
                    <a:lnTo>
                      <a:pt x="9644" y="26372"/>
                    </a:lnTo>
                    <a:lnTo>
                      <a:pt x="9536" y="19907"/>
                    </a:lnTo>
                    <a:lnTo>
                      <a:pt x="10144" y="13585"/>
                    </a:lnTo>
                    <a:lnTo>
                      <a:pt x="12108" y="7619"/>
                    </a:lnTo>
                    <a:lnTo>
                      <a:pt x="15918" y="0"/>
                    </a:lnTo>
                    <a:lnTo>
                      <a:pt x="23538" y="761"/>
                    </a:lnTo>
                    <a:lnTo>
                      <a:pt x="30396" y="761"/>
                    </a:lnTo>
                    <a:lnTo>
                      <a:pt x="54780" y="22859"/>
                    </a:lnTo>
                    <a:lnTo>
                      <a:pt x="54018" y="31241"/>
                    </a:lnTo>
                    <a:lnTo>
                      <a:pt x="55542" y="38861"/>
                    </a:lnTo>
                    <a:lnTo>
                      <a:pt x="55542" y="39623"/>
                    </a:lnTo>
                    <a:lnTo>
                      <a:pt x="56304" y="40385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8"/>
              <p:cNvSpPr/>
              <p:nvPr/>
            </p:nvSpPr>
            <p:spPr>
              <a:xfrm>
                <a:off x="9434322" y="2394965"/>
                <a:ext cx="64135" cy="85090"/>
              </a:xfrm>
              <a:custGeom>
                <a:rect b="b" l="l" r="r" t="t"/>
                <a:pathLst>
                  <a:path extrusionOk="0" h="85089" w="64134">
                    <a:moveTo>
                      <a:pt x="0" y="56387"/>
                    </a:moveTo>
                    <a:lnTo>
                      <a:pt x="25145" y="25907"/>
                    </a:lnTo>
                    <a:lnTo>
                      <a:pt x="29717" y="22097"/>
                    </a:lnTo>
                    <a:lnTo>
                      <a:pt x="30479" y="15239"/>
                    </a:lnTo>
                    <a:lnTo>
                      <a:pt x="31241" y="9905"/>
                    </a:lnTo>
                    <a:lnTo>
                      <a:pt x="30479" y="4571"/>
                    </a:lnTo>
                    <a:lnTo>
                      <a:pt x="25145" y="3047"/>
                    </a:lnTo>
                    <a:lnTo>
                      <a:pt x="18287" y="0"/>
                    </a:lnTo>
                    <a:lnTo>
                      <a:pt x="16001" y="5333"/>
                    </a:lnTo>
                    <a:lnTo>
                      <a:pt x="14477" y="10667"/>
                    </a:lnTo>
                    <a:lnTo>
                      <a:pt x="12394" y="19811"/>
                    </a:lnTo>
                    <a:lnTo>
                      <a:pt x="11525" y="28955"/>
                    </a:lnTo>
                    <a:lnTo>
                      <a:pt x="11370" y="38099"/>
                    </a:lnTo>
                    <a:lnTo>
                      <a:pt x="11429" y="47243"/>
                    </a:lnTo>
                    <a:lnTo>
                      <a:pt x="11703" y="55578"/>
                    </a:lnTo>
                    <a:lnTo>
                      <a:pt x="12477" y="63626"/>
                    </a:lnTo>
                    <a:lnTo>
                      <a:pt x="13680" y="71675"/>
                    </a:lnTo>
                    <a:lnTo>
                      <a:pt x="15240" y="80009"/>
                    </a:lnTo>
                    <a:lnTo>
                      <a:pt x="15240" y="82295"/>
                    </a:lnTo>
                    <a:lnTo>
                      <a:pt x="16002" y="83057"/>
                    </a:lnTo>
                    <a:lnTo>
                      <a:pt x="16002" y="84581"/>
                    </a:lnTo>
                    <a:lnTo>
                      <a:pt x="15906" y="74866"/>
                    </a:lnTo>
                    <a:lnTo>
                      <a:pt x="15811" y="65150"/>
                    </a:lnTo>
                    <a:lnTo>
                      <a:pt x="16001" y="55435"/>
                    </a:lnTo>
                    <a:lnTo>
                      <a:pt x="16763" y="45719"/>
                    </a:lnTo>
                    <a:lnTo>
                      <a:pt x="17525" y="40385"/>
                    </a:lnTo>
                    <a:lnTo>
                      <a:pt x="18287" y="27431"/>
                    </a:lnTo>
                    <a:lnTo>
                      <a:pt x="24383" y="24383"/>
                    </a:lnTo>
                    <a:lnTo>
                      <a:pt x="28193" y="22859"/>
                    </a:lnTo>
                    <a:lnTo>
                      <a:pt x="32003" y="25907"/>
                    </a:lnTo>
                    <a:lnTo>
                      <a:pt x="34290" y="28193"/>
                    </a:lnTo>
                    <a:lnTo>
                      <a:pt x="35813" y="30479"/>
                    </a:lnTo>
                    <a:lnTo>
                      <a:pt x="38099" y="34289"/>
                    </a:lnTo>
                    <a:lnTo>
                      <a:pt x="38099" y="37337"/>
                    </a:lnTo>
                    <a:lnTo>
                      <a:pt x="37338" y="41147"/>
                    </a:lnTo>
                    <a:lnTo>
                      <a:pt x="31242" y="42671"/>
                    </a:lnTo>
                    <a:lnTo>
                      <a:pt x="28194" y="44957"/>
                    </a:lnTo>
                    <a:lnTo>
                      <a:pt x="24383" y="48005"/>
                    </a:lnTo>
                    <a:lnTo>
                      <a:pt x="20574" y="51053"/>
                    </a:lnTo>
                    <a:lnTo>
                      <a:pt x="20574" y="56387"/>
                    </a:lnTo>
                    <a:lnTo>
                      <a:pt x="19812" y="62483"/>
                    </a:lnTo>
                    <a:lnTo>
                      <a:pt x="29718" y="65531"/>
                    </a:lnTo>
                    <a:lnTo>
                      <a:pt x="35814" y="65531"/>
                    </a:lnTo>
                    <a:lnTo>
                      <a:pt x="43648" y="65972"/>
                    </a:lnTo>
                    <a:lnTo>
                      <a:pt x="50482" y="65055"/>
                    </a:lnTo>
                    <a:lnTo>
                      <a:pt x="57030" y="62853"/>
                    </a:lnTo>
                    <a:lnTo>
                      <a:pt x="64008" y="59435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8"/>
              <p:cNvSpPr/>
              <p:nvPr/>
            </p:nvSpPr>
            <p:spPr>
              <a:xfrm>
                <a:off x="9518142" y="2040635"/>
                <a:ext cx="91440" cy="436245"/>
              </a:xfrm>
              <a:custGeom>
                <a:rect b="b" l="l" r="r" t="t"/>
                <a:pathLst>
                  <a:path extrusionOk="0" h="436244" w="91440">
                    <a:moveTo>
                      <a:pt x="18287" y="0"/>
                    </a:moveTo>
                    <a:lnTo>
                      <a:pt x="41528" y="41814"/>
                    </a:lnTo>
                    <a:lnTo>
                      <a:pt x="62483" y="85343"/>
                    </a:lnTo>
                    <a:lnTo>
                      <a:pt x="76950" y="127063"/>
                    </a:lnTo>
                    <a:lnTo>
                      <a:pt x="86772" y="170497"/>
                    </a:lnTo>
                    <a:lnTo>
                      <a:pt x="91309" y="214788"/>
                    </a:lnTo>
                    <a:lnTo>
                      <a:pt x="89915" y="259079"/>
                    </a:lnTo>
                    <a:lnTo>
                      <a:pt x="82796" y="298584"/>
                    </a:lnTo>
                    <a:lnTo>
                      <a:pt x="70103" y="336804"/>
                    </a:lnTo>
                    <a:lnTo>
                      <a:pt x="52839" y="373308"/>
                    </a:lnTo>
                    <a:lnTo>
                      <a:pt x="32003" y="407670"/>
                    </a:lnTo>
                    <a:lnTo>
                      <a:pt x="10144" y="431673"/>
                    </a:lnTo>
                    <a:lnTo>
                      <a:pt x="0" y="435864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46" name="Google Shape;546;p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9682721" y="2134349"/>
              <a:ext cx="139471" cy="1562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8"/>
            <p:cNvSpPr/>
            <p:nvPr/>
          </p:nvSpPr>
          <p:spPr>
            <a:xfrm>
              <a:off x="9259061" y="2544317"/>
              <a:ext cx="332740" cy="112395"/>
            </a:xfrm>
            <a:custGeom>
              <a:rect b="b" l="l" r="r" t="t"/>
              <a:pathLst>
                <a:path extrusionOk="0" h="112394" w="332740">
                  <a:moveTo>
                    <a:pt x="0" y="88391"/>
                  </a:moveTo>
                  <a:lnTo>
                    <a:pt x="39683" y="112335"/>
                  </a:lnTo>
                  <a:lnTo>
                    <a:pt x="50196" y="111156"/>
                  </a:lnTo>
                  <a:lnTo>
                    <a:pt x="94011" y="94773"/>
                  </a:lnTo>
                  <a:lnTo>
                    <a:pt x="105263" y="89189"/>
                  </a:lnTo>
                  <a:lnTo>
                    <a:pt x="116586" y="83819"/>
                  </a:lnTo>
                  <a:lnTo>
                    <a:pt x="124658" y="79950"/>
                  </a:lnTo>
                  <a:lnTo>
                    <a:pt x="134302" y="76295"/>
                  </a:lnTo>
                  <a:lnTo>
                    <a:pt x="144232" y="74497"/>
                  </a:lnTo>
                  <a:lnTo>
                    <a:pt x="153162" y="76199"/>
                  </a:lnTo>
                  <a:lnTo>
                    <a:pt x="159258" y="79247"/>
                  </a:lnTo>
                  <a:lnTo>
                    <a:pt x="163068" y="86105"/>
                  </a:lnTo>
                  <a:lnTo>
                    <a:pt x="166878" y="91439"/>
                  </a:lnTo>
                  <a:lnTo>
                    <a:pt x="169164" y="95249"/>
                  </a:lnTo>
                  <a:lnTo>
                    <a:pt x="172212" y="99059"/>
                  </a:lnTo>
                  <a:lnTo>
                    <a:pt x="173736" y="102869"/>
                  </a:lnTo>
                  <a:lnTo>
                    <a:pt x="173736" y="103631"/>
                  </a:lnTo>
                  <a:lnTo>
                    <a:pt x="175260" y="102107"/>
                  </a:lnTo>
                  <a:lnTo>
                    <a:pt x="177546" y="99821"/>
                  </a:lnTo>
                  <a:lnTo>
                    <a:pt x="179832" y="97535"/>
                  </a:lnTo>
                  <a:lnTo>
                    <a:pt x="206502" y="69341"/>
                  </a:lnTo>
                  <a:lnTo>
                    <a:pt x="213360" y="67055"/>
                  </a:lnTo>
                  <a:lnTo>
                    <a:pt x="222504" y="67055"/>
                  </a:lnTo>
                  <a:lnTo>
                    <a:pt x="231076" y="66758"/>
                  </a:lnTo>
                  <a:lnTo>
                    <a:pt x="239649" y="66960"/>
                  </a:lnTo>
                  <a:lnTo>
                    <a:pt x="248221" y="67591"/>
                  </a:lnTo>
                  <a:lnTo>
                    <a:pt x="256794" y="68579"/>
                  </a:lnTo>
                  <a:lnTo>
                    <a:pt x="265592" y="69353"/>
                  </a:lnTo>
                  <a:lnTo>
                    <a:pt x="274605" y="70199"/>
                  </a:lnTo>
                  <a:lnTo>
                    <a:pt x="283475" y="70615"/>
                  </a:lnTo>
                  <a:lnTo>
                    <a:pt x="291846" y="70103"/>
                  </a:lnTo>
                  <a:lnTo>
                    <a:pt x="326612" y="45338"/>
                  </a:lnTo>
                  <a:lnTo>
                    <a:pt x="332136" y="18478"/>
                  </a:lnTo>
                  <a:lnTo>
                    <a:pt x="331243" y="11120"/>
                  </a:lnTo>
                  <a:lnTo>
                    <a:pt x="328422" y="5333"/>
                  </a:lnTo>
                  <a:lnTo>
                    <a:pt x="324612" y="761"/>
                  </a:lnTo>
                  <a:lnTo>
                    <a:pt x="311658" y="761"/>
                  </a:lnTo>
                  <a:lnTo>
                    <a:pt x="306324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8"/>
            <p:cNvSpPr/>
            <p:nvPr/>
          </p:nvSpPr>
          <p:spPr>
            <a:xfrm>
              <a:off x="8221218" y="2031492"/>
              <a:ext cx="109855" cy="1602740"/>
            </a:xfrm>
            <a:custGeom>
              <a:rect b="b" l="l" r="r" t="t"/>
              <a:pathLst>
                <a:path extrusionOk="0" h="1602739" w="109854">
                  <a:moveTo>
                    <a:pt x="0" y="0"/>
                  </a:moveTo>
                  <a:lnTo>
                    <a:pt x="11620" y="50101"/>
                  </a:lnTo>
                  <a:lnTo>
                    <a:pt x="17526" y="101346"/>
                  </a:lnTo>
                  <a:lnTo>
                    <a:pt x="20264" y="158162"/>
                  </a:lnTo>
                  <a:lnTo>
                    <a:pt x="21145" y="215265"/>
                  </a:lnTo>
                  <a:lnTo>
                    <a:pt x="21169" y="272367"/>
                  </a:lnTo>
                  <a:lnTo>
                    <a:pt x="21336" y="329184"/>
                  </a:lnTo>
                  <a:lnTo>
                    <a:pt x="21693" y="384607"/>
                  </a:lnTo>
                  <a:lnTo>
                    <a:pt x="21907" y="439959"/>
                  </a:lnTo>
                  <a:lnTo>
                    <a:pt x="22407" y="495169"/>
                  </a:lnTo>
                  <a:lnTo>
                    <a:pt x="23622" y="550164"/>
                  </a:lnTo>
                  <a:lnTo>
                    <a:pt x="24804" y="596335"/>
                  </a:lnTo>
                  <a:lnTo>
                    <a:pt x="26499" y="642469"/>
                  </a:lnTo>
                  <a:lnTo>
                    <a:pt x="28669" y="688531"/>
                  </a:lnTo>
                  <a:lnTo>
                    <a:pt x="31278" y="734482"/>
                  </a:lnTo>
                  <a:lnTo>
                    <a:pt x="34290" y="780288"/>
                  </a:lnTo>
                  <a:lnTo>
                    <a:pt x="38008" y="826837"/>
                  </a:lnTo>
                  <a:lnTo>
                    <a:pt x="41727" y="873239"/>
                  </a:lnTo>
                  <a:lnTo>
                    <a:pt x="45262" y="919532"/>
                  </a:lnTo>
                  <a:lnTo>
                    <a:pt x="48432" y="965752"/>
                  </a:lnTo>
                  <a:lnTo>
                    <a:pt x="51054" y="1011936"/>
                  </a:lnTo>
                  <a:lnTo>
                    <a:pt x="53078" y="1067943"/>
                  </a:lnTo>
                  <a:lnTo>
                    <a:pt x="54673" y="1123950"/>
                  </a:lnTo>
                  <a:lnTo>
                    <a:pt x="55983" y="1179957"/>
                  </a:lnTo>
                  <a:lnTo>
                    <a:pt x="57150" y="1235964"/>
                  </a:lnTo>
                  <a:lnTo>
                    <a:pt x="58031" y="1280660"/>
                  </a:lnTo>
                  <a:lnTo>
                    <a:pt x="59626" y="1325498"/>
                  </a:lnTo>
                  <a:lnTo>
                    <a:pt x="62079" y="1370337"/>
                  </a:lnTo>
                  <a:lnTo>
                    <a:pt x="65532" y="1415034"/>
                  </a:lnTo>
                  <a:lnTo>
                    <a:pt x="74485" y="1486090"/>
                  </a:lnTo>
                  <a:lnTo>
                    <a:pt x="91440" y="1556004"/>
                  </a:lnTo>
                  <a:lnTo>
                    <a:pt x="108966" y="1599438"/>
                  </a:lnTo>
                  <a:lnTo>
                    <a:pt x="108966" y="1600962"/>
                  </a:lnTo>
                  <a:lnTo>
                    <a:pt x="109728" y="1601724"/>
                  </a:lnTo>
                  <a:lnTo>
                    <a:pt x="109728" y="1602486"/>
                  </a:lnTo>
                  <a:lnTo>
                    <a:pt x="107715" y="1594354"/>
                  </a:lnTo>
                  <a:lnTo>
                    <a:pt x="104489" y="1585436"/>
                  </a:lnTo>
                  <a:lnTo>
                    <a:pt x="100834" y="1576661"/>
                  </a:lnTo>
                  <a:lnTo>
                    <a:pt x="97536" y="1568958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9" name="Google Shape;549;p8"/>
          <p:cNvGrpSpPr/>
          <p:nvPr/>
        </p:nvGrpSpPr>
        <p:grpSpPr>
          <a:xfrm>
            <a:off x="2407276" y="3819420"/>
            <a:ext cx="6722098" cy="867793"/>
            <a:chOff x="4664189" y="3871709"/>
            <a:chExt cx="5233937" cy="644791"/>
          </a:xfrm>
        </p:grpSpPr>
        <p:grpSp>
          <p:nvGrpSpPr>
            <p:cNvPr id="550" name="Google Shape;550;p8"/>
            <p:cNvGrpSpPr/>
            <p:nvPr/>
          </p:nvGrpSpPr>
          <p:grpSpPr>
            <a:xfrm>
              <a:off x="8605266" y="4265675"/>
              <a:ext cx="350532" cy="250825"/>
              <a:chOff x="8605266" y="4265675"/>
              <a:chExt cx="350532" cy="250825"/>
            </a:xfrm>
          </p:grpSpPr>
          <p:sp>
            <p:nvSpPr>
              <p:cNvPr id="551" name="Google Shape;551;p8"/>
              <p:cNvSpPr/>
              <p:nvPr/>
            </p:nvSpPr>
            <p:spPr>
              <a:xfrm>
                <a:off x="8605266" y="4265675"/>
                <a:ext cx="90805" cy="250825"/>
              </a:xfrm>
              <a:custGeom>
                <a:rect b="b" l="l" r="r" t="t"/>
                <a:pathLst>
                  <a:path extrusionOk="0" h="250825" w="90804">
                    <a:moveTo>
                      <a:pt x="83057" y="33527"/>
                    </a:moveTo>
                    <a:lnTo>
                      <a:pt x="44195" y="6095"/>
                    </a:lnTo>
                    <a:lnTo>
                      <a:pt x="9143" y="0"/>
                    </a:lnTo>
                    <a:lnTo>
                      <a:pt x="0" y="0"/>
                    </a:lnTo>
                    <a:lnTo>
                      <a:pt x="1523" y="7619"/>
                    </a:lnTo>
                    <a:lnTo>
                      <a:pt x="1523" y="16001"/>
                    </a:lnTo>
                    <a:lnTo>
                      <a:pt x="3405" y="30158"/>
                    </a:lnTo>
                    <a:lnTo>
                      <a:pt x="6286" y="44100"/>
                    </a:lnTo>
                    <a:lnTo>
                      <a:pt x="9453" y="57900"/>
                    </a:lnTo>
                    <a:lnTo>
                      <a:pt x="12191" y="71627"/>
                    </a:lnTo>
                    <a:lnTo>
                      <a:pt x="17906" y="111251"/>
                    </a:lnTo>
                    <a:lnTo>
                      <a:pt x="21335" y="150875"/>
                    </a:lnTo>
                    <a:lnTo>
                      <a:pt x="22097" y="185927"/>
                    </a:lnTo>
                    <a:lnTo>
                      <a:pt x="22407" y="203382"/>
                    </a:lnTo>
                    <a:lnTo>
                      <a:pt x="22859" y="220979"/>
                    </a:lnTo>
                    <a:lnTo>
                      <a:pt x="22669" y="227409"/>
                    </a:lnTo>
                    <a:lnTo>
                      <a:pt x="22478" y="234695"/>
                    </a:lnTo>
                    <a:lnTo>
                      <a:pt x="22859" y="241982"/>
                    </a:lnTo>
                    <a:lnTo>
                      <a:pt x="24383" y="248411"/>
                    </a:lnTo>
                    <a:lnTo>
                      <a:pt x="25907" y="249935"/>
                    </a:lnTo>
                    <a:lnTo>
                      <a:pt x="28955" y="250697"/>
                    </a:lnTo>
                    <a:lnTo>
                      <a:pt x="31241" y="249935"/>
                    </a:lnTo>
                    <a:lnTo>
                      <a:pt x="38861" y="246887"/>
                    </a:lnTo>
                    <a:lnTo>
                      <a:pt x="46481" y="242315"/>
                    </a:lnTo>
                    <a:lnTo>
                      <a:pt x="53339" y="239267"/>
                    </a:lnTo>
                    <a:lnTo>
                      <a:pt x="62924" y="235815"/>
                    </a:lnTo>
                    <a:lnTo>
                      <a:pt x="72294" y="232219"/>
                    </a:lnTo>
                    <a:lnTo>
                      <a:pt x="81522" y="228338"/>
                    </a:lnTo>
                    <a:lnTo>
                      <a:pt x="90677" y="224027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52" name="Google Shape;552;p8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8696693" y="4280903"/>
                <a:ext cx="259105" cy="14251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53" name="Google Shape;553;p8"/>
            <p:cNvGrpSpPr/>
            <p:nvPr/>
          </p:nvGrpSpPr>
          <p:grpSpPr>
            <a:xfrm>
              <a:off x="9083717" y="4232897"/>
              <a:ext cx="234031" cy="136423"/>
              <a:chOff x="9083717" y="4232897"/>
              <a:chExt cx="234031" cy="136423"/>
            </a:xfrm>
          </p:grpSpPr>
          <p:pic>
            <p:nvPicPr>
              <p:cNvPr id="554" name="Google Shape;554;p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9083717" y="4277855"/>
                <a:ext cx="135637" cy="9146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55" name="Google Shape;555;p8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9248381" y="4232897"/>
                <a:ext cx="69367" cy="12270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56" name="Google Shape;556;p8"/>
            <p:cNvGrpSpPr/>
            <p:nvPr/>
          </p:nvGrpSpPr>
          <p:grpSpPr>
            <a:xfrm>
              <a:off x="9414378" y="4107180"/>
              <a:ext cx="361319" cy="274955"/>
              <a:chOff x="9414378" y="4107180"/>
              <a:chExt cx="361319" cy="274955"/>
            </a:xfrm>
          </p:grpSpPr>
          <p:pic>
            <p:nvPicPr>
              <p:cNvPr id="557" name="Google Shape;557;p8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9414378" y="4193273"/>
                <a:ext cx="251604" cy="17604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58" name="Google Shape;558;p8"/>
              <p:cNvSpPr/>
              <p:nvPr/>
            </p:nvSpPr>
            <p:spPr>
              <a:xfrm>
                <a:off x="9642347" y="4107180"/>
                <a:ext cx="133350" cy="274955"/>
              </a:xfrm>
              <a:custGeom>
                <a:rect b="b" l="l" r="r" t="t"/>
                <a:pathLst>
                  <a:path extrusionOk="0" h="274954" w="133350">
                    <a:moveTo>
                      <a:pt x="39624" y="9906"/>
                    </a:moveTo>
                    <a:lnTo>
                      <a:pt x="85344" y="2286"/>
                    </a:lnTo>
                    <a:lnTo>
                      <a:pt x="131826" y="0"/>
                    </a:lnTo>
                    <a:lnTo>
                      <a:pt x="133350" y="762"/>
                    </a:lnTo>
                    <a:lnTo>
                      <a:pt x="133350" y="11430"/>
                    </a:lnTo>
                    <a:lnTo>
                      <a:pt x="132909" y="25026"/>
                    </a:lnTo>
                    <a:lnTo>
                      <a:pt x="130968" y="38481"/>
                    </a:lnTo>
                    <a:lnTo>
                      <a:pt x="128313" y="51935"/>
                    </a:lnTo>
                    <a:lnTo>
                      <a:pt x="125730" y="65532"/>
                    </a:lnTo>
                    <a:lnTo>
                      <a:pt x="122705" y="87808"/>
                    </a:lnTo>
                    <a:lnTo>
                      <a:pt x="120396" y="110013"/>
                    </a:lnTo>
                    <a:lnTo>
                      <a:pt x="118657" y="132076"/>
                    </a:lnTo>
                    <a:lnTo>
                      <a:pt x="117348" y="153924"/>
                    </a:lnTo>
                    <a:lnTo>
                      <a:pt x="116038" y="175069"/>
                    </a:lnTo>
                    <a:lnTo>
                      <a:pt x="115443" y="196215"/>
                    </a:lnTo>
                    <a:lnTo>
                      <a:pt x="115419" y="217360"/>
                    </a:lnTo>
                    <a:lnTo>
                      <a:pt x="115824" y="238506"/>
                    </a:lnTo>
                    <a:lnTo>
                      <a:pt x="115954" y="245816"/>
                    </a:lnTo>
                    <a:lnTo>
                      <a:pt x="116300" y="252984"/>
                    </a:lnTo>
                    <a:lnTo>
                      <a:pt x="116788" y="260151"/>
                    </a:lnTo>
                    <a:lnTo>
                      <a:pt x="117348" y="267462"/>
                    </a:lnTo>
                    <a:lnTo>
                      <a:pt x="117348" y="268986"/>
                    </a:lnTo>
                    <a:lnTo>
                      <a:pt x="117348" y="270510"/>
                    </a:lnTo>
                    <a:lnTo>
                      <a:pt x="89046" y="272069"/>
                    </a:lnTo>
                    <a:lnTo>
                      <a:pt x="56673" y="274415"/>
                    </a:lnTo>
                    <a:lnTo>
                      <a:pt x="25300" y="274046"/>
                    </a:lnTo>
                    <a:lnTo>
                      <a:pt x="0" y="26746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59" name="Google Shape;559;p8"/>
            <p:cNvSpPr/>
            <p:nvPr/>
          </p:nvSpPr>
          <p:spPr>
            <a:xfrm>
              <a:off x="9881616" y="4317491"/>
              <a:ext cx="16510" cy="15240"/>
            </a:xfrm>
            <a:custGeom>
              <a:rect b="b" l="l" r="r" t="t"/>
              <a:pathLst>
                <a:path extrusionOk="0" h="15239" w="16509">
                  <a:moveTo>
                    <a:pt x="0" y="3810"/>
                  </a:moveTo>
                  <a:lnTo>
                    <a:pt x="0" y="12192"/>
                  </a:lnTo>
                  <a:lnTo>
                    <a:pt x="3809" y="15240"/>
                  </a:lnTo>
                  <a:lnTo>
                    <a:pt x="12191" y="15240"/>
                  </a:lnTo>
                  <a:lnTo>
                    <a:pt x="16001" y="12192"/>
                  </a:lnTo>
                  <a:lnTo>
                    <a:pt x="16001" y="7620"/>
                  </a:lnTo>
                  <a:lnTo>
                    <a:pt x="16001" y="3810"/>
                  </a:lnTo>
                  <a:lnTo>
                    <a:pt x="12191" y="0"/>
                  </a:lnTo>
                  <a:lnTo>
                    <a:pt x="3809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0" name="Google Shape;560;p8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664189" y="4046969"/>
              <a:ext cx="137947" cy="23700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61" name="Google Shape;561;p8"/>
            <p:cNvGrpSpPr/>
            <p:nvPr/>
          </p:nvGrpSpPr>
          <p:grpSpPr>
            <a:xfrm>
              <a:off x="4830305" y="4092689"/>
              <a:ext cx="551713" cy="166903"/>
              <a:chOff x="4830305" y="4092689"/>
              <a:chExt cx="551713" cy="166903"/>
            </a:xfrm>
          </p:grpSpPr>
          <p:pic>
            <p:nvPicPr>
              <p:cNvPr id="562" name="Google Shape;562;p8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4830305" y="4092689"/>
                <a:ext cx="189001" cy="16690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63" name="Google Shape;563;p8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5039093" y="4117454"/>
                <a:ext cx="249199" cy="10399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64" name="Google Shape;564;p8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5312651" y="4107726"/>
                <a:ext cx="69367" cy="1053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65" name="Google Shape;565;p8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5647169" y="4049255"/>
              <a:ext cx="214909" cy="19128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66" name="Google Shape;566;p8"/>
            <p:cNvGrpSpPr/>
            <p:nvPr/>
          </p:nvGrpSpPr>
          <p:grpSpPr>
            <a:xfrm>
              <a:off x="6060186" y="4060698"/>
              <a:ext cx="254635" cy="129921"/>
              <a:chOff x="6060186" y="4060698"/>
              <a:chExt cx="254635" cy="129921"/>
            </a:xfrm>
          </p:grpSpPr>
          <p:sp>
            <p:nvSpPr>
              <p:cNvPr id="567" name="Google Shape;567;p8"/>
              <p:cNvSpPr/>
              <p:nvPr/>
            </p:nvSpPr>
            <p:spPr>
              <a:xfrm>
                <a:off x="6076188" y="4066794"/>
                <a:ext cx="15240" cy="123825"/>
              </a:xfrm>
              <a:custGeom>
                <a:rect b="b" l="l" r="r" t="t"/>
                <a:pathLst>
                  <a:path extrusionOk="0" h="123825" w="15239">
                    <a:moveTo>
                      <a:pt x="0" y="0"/>
                    </a:moveTo>
                    <a:lnTo>
                      <a:pt x="2214" y="14739"/>
                    </a:lnTo>
                    <a:lnTo>
                      <a:pt x="5143" y="29337"/>
                    </a:lnTo>
                    <a:lnTo>
                      <a:pt x="8358" y="43934"/>
                    </a:lnTo>
                    <a:lnTo>
                      <a:pt x="11430" y="58674"/>
                    </a:lnTo>
                    <a:lnTo>
                      <a:pt x="14644" y="98750"/>
                    </a:lnTo>
                    <a:lnTo>
                      <a:pt x="15240" y="118872"/>
                    </a:lnTo>
                    <a:lnTo>
                      <a:pt x="15240" y="119634"/>
                    </a:lnTo>
                    <a:lnTo>
                      <a:pt x="15240" y="123444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8"/>
              <p:cNvSpPr/>
              <p:nvPr/>
            </p:nvSpPr>
            <p:spPr>
              <a:xfrm>
                <a:off x="6060186" y="4060698"/>
                <a:ext cx="254635" cy="123189"/>
              </a:xfrm>
              <a:custGeom>
                <a:rect b="b" l="l" r="r" t="t"/>
                <a:pathLst>
                  <a:path extrusionOk="0" h="123189" w="254635">
                    <a:moveTo>
                      <a:pt x="0" y="44958"/>
                    </a:moveTo>
                    <a:lnTo>
                      <a:pt x="33647" y="22348"/>
                    </a:lnTo>
                    <a:lnTo>
                      <a:pt x="77890" y="3357"/>
                    </a:lnTo>
                    <a:lnTo>
                      <a:pt x="88391" y="762"/>
                    </a:lnTo>
                    <a:lnTo>
                      <a:pt x="89915" y="762"/>
                    </a:lnTo>
                    <a:lnTo>
                      <a:pt x="90677" y="0"/>
                    </a:lnTo>
                    <a:lnTo>
                      <a:pt x="92964" y="35814"/>
                    </a:lnTo>
                    <a:lnTo>
                      <a:pt x="93166" y="57638"/>
                    </a:lnTo>
                    <a:lnTo>
                      <a:pt x="93440" y="79533"/>
                    </a:lnTo>
                    <a:lnTo>
                      <a:pt x="93285" y="101286"/>
                    </a:lnTo>
                    <a:lnTo>
                      <a:pt x="92202" y="122682"/>
                    </a:lnTo>
                    <a:lnTo>
                      <a:pt x="86868" y="120396"/>
                    </a:lnTo>
                    <a:lnTo>
                      <a:pt x="86106" y="119634"/>
                    </a:lnTo>
                    <a:lnTo>
                      <a:pt x="83820" y="112014"/>
                    </a:lnTo>
                    <a:lnTo>
                      <a:pt x="82581" y="103679"/>
                    </a:lnTo>
                    <a:lnTo>
                      <a:pt x="82486" y="95059"/>
                    </a:lnTo>
                    <a:lnTo>
                      <a:pt x="83820" y="86725"/>
                    </a:lnTo>
                    <a:lnTo>
                      <a:pt x="117348" y="56388"/>
                    </a:lnTo>
                    <a:lnTo>
                      <a:pt x="142851" y="52744"/>
                    </a:lnTo>
                    <a:lnTo>
                      <a:pt x="150876" y="53340"/>
                    </a:lnTo>
                    <a:lnTo>
                      <a:pt x="159258" y="54864"/>
                    </a:lnTo>
                    <a:lnTo>
                      <a:pt x="162306" y="61722"/>
                    </a:lnTo>
                    <a:lnTo>
                      <a:pt x="162306" y="69342"/>
                    </a:lnTo>
                    <a:lnTo>
                      <a:pt x="162032" y="77962"/>
                    </a:lnTo>
                    <a:lnTo>
                      <a:pt x="161258" y="89154"/>
                    </a:lnTo>
                    <a:lnTo>
                      <a:pt x="161770" y="99774"/>
                    </a:lnTo>
                    <a:lnTo>
                      <a:pt x="165354" y="106680"/>
                    </a:lnTo>
                    <a:lnTo>
                      <a:pt x="172140" y="108930"/>
                    </a:lnTo>
                    <a:lnTo>
                      <a:pt x="180213" y="109251"/>
                    </a:lnTo>
                    <a:lnTo>
                      <a:pt x="188285" y="108287"/>
                    </a:lnTo>
                    <a:lnTo>
                      <a:pt x="222611" y="90285"/>
                    </a:lnTo>
                    <a:lnTo>
                      <a:pt x="238696" y="62484"/>
                    </a:lnTo>
                    <a:lnTo>
                      <a:pt x="237744" y="54864"/>
                    </a:lnTo>
                    <a:lnTo>
                      <a:pt x="234172" y="48648"/>
                    </a:lnTo>
                    <a:lnTo>
                      <a:pt x="228600" y="44577"/>
                    </a:lnTo>
                    <a:lnTo>
                      <a:pt x="221884" y="42219"/>
                    </a:lnTo>
                    <a:lnTo>
                      <a:pt x="214884" y="41148"/>
                    </a:lnTo>
                    <a:lnTo>
                      <a:pt x="206561" y="41517"/>
                    </a:lnTo>
                    <a:lnTo>
                      <a:pt x="185737" y="73818"/>
                    </a:lnTo>
                    <a:lnTo>
                      <a:pt x="217598" y="94833"/>
                    </a:lnTo>
                    <a:lnTo>
                      <a:pt x="226314" y="94488"/>
                    </a:lnTo>
                    <a:lnTo>
                      <a:pt x="232969" y="94523"/>
                    </a:lnTo>
                    <a:lnTo>
                      <a:pt x="240696" y="94202"/>
                    </a:lnTo>
                    <a:lnTo>
                      <a:pt x="248281" y="92880"/>
                    </a:lnTo>
                    <a:lnTo>
                      <a:pt x="254508" y="89916"/>
                    </a:lnTo>
                    <a:lnTo>
                      <a:pt x="254508" y="89154"/>
                    </a:lnTo>
                    <a:lnTo>
                      <a:pt x="254508" y="88392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9" name="Google Shape;569;p8"/>
            <p:cNvGrpSpPr/>
            <p:nvPr/>
          </p:nvGrpSpPr>
          <p:grpSpPr>
            <a:xfrm>
              <a:off x="6621018" y="4055363"/>
              <a:ext cx="241935" cy="96520"/>
              <a:chOff x="6621018" y="4055363"/>
              <a:chExt cx="241935" cy="96520"/>
            </a:xfrm>
          </p:grpSpPr>
          <p:sp>
            <p:nvSpPr>
              <p:cNvPr id="570" name="Google Shape;570;p8"/>
              <p:cNvSpPr/>
              <p:nvPr/>
            </p:nvSpPr>
            <p:spPr>
              <a:xfrm>
                <a:off x="6621018" y="4055363"/>
                <a:ext cx="149225" cy="96520"/>
              </a:xfrm>
              <a:custGeom>
                <a:rect b="b" l="l" r="r" t="t"/>
                <a:pathLst>
                  <a:path extrusionOk="0" h="96520" w="149225">
                    <a:moveTo>
                      <a:pt x="0" y="16001"/>
                    </a:moveTo>
                    <a:lnTo>
                      <a:pt x="5453" y="30289"/>
                    </a:lnTo>
                    <a:lnTo>
                      <a:pt x="10477" y="44576"/>
                    </a:lnTo>
                    <a:lnTo>
                      <a:pt x="15216" y="58864"/>
                    </a:lnTo>
                    <a:lnTo>
                      <a:pt x="19812" y="73151"/>
                    </a:lnTo>
                    <a:lnTo>
                      <a:pt x="22098" y="78485"/>
                    </a:lnTo>
                    <a:lnTo>
                      <a:pt x="23622" y="82295"/>
                    </a:lnTo>
                    <a:lnTo>
                      <a:pt x="24384" y="87629"/>
                    </a:lnTo>
                    <a:lnTo>
                      <a:pt x="23907" y="80760"/>
                    </a:lnTo>
                    <a:lnTo>
                      <a:pt x="22860" y="73818"/>
                    </a:lnTo>
                    <a:lnTo>
                      <a:pt x="21812" y="66734"/>
                    </a:lnTo>
                    <a:lnTo>
                      <a:pt x="21336" y="59435"/>
                    </a:lnTo>
                    <a:lnTo>
                      <a:pt x="20693" y="48482"/>
                    </a:lnTo>
                    <a:lnTo>
                      <a:pt x="20764" y="36956"/>
                    </a:lnTo>
                    <a:lnTo>
                      <a:pt x="22836" y="26003"/>
                    </a:lnTo>
                    <a:lnTo>
                      <a:pt x="28194" y="16763"/>
                    </a:lnTo>
                    <a:lnTo>
                      <a:pt x="35230" y="11822"/>
                    </a:lnTo>
                    <a:lnTo>
                      <a:pt x="43910" y="10382"/>
                    </a:lnTo>
                    <a:lnTo>
                      <a:pt x="52732" y="11941"/>
                    </a:lnTo>
                    <a:lnTo>
                      <a:pt x="80986" y="48041"/>
                    </a:lnTo>
                    <a:lnTo>
                      <a:pt x="88332" y="86665"/>
                    </a:lnTo>
                    <a:lnTo>
                      <a:pt x="86868" y="93725"/>
                    </a:lnTo>
                    <a:lnTo>
                      <a:pt x="85344" y="95249"/>
                    </a:lnTo>
                    <a:lnTo>
                      <a:pt x="84582" y="96011"/>
                    </a:lnTo>
                    <a:lnTo>
                      <a:pt x="73473" y="55983"/>
                    </a:lnTo>
                    <a:lnTo>
                      <a:pt x="73818" y="42481"/>
                    </a:lnTo>
                    <a:lnTo>
                      <a:pt x="91154" y="4095"/>
                    </a:lnTo>
                    <a:lnTo>
                      <a:pt x="107442" y="0"/>
                    </a:lnTo>
                    <a:lnTo>
                      <a:pt x="116383" y="1333"/>
                    </a:lnTo>
                    <a:lnTo>
                      <a:pt x="146399" y="34099"/>
                    </a:lnTo>
                    <a:lnTo>
                      <a:pt x="148875" y="60793"/>
                    </a:lnTo>
                    <a:lnTo>
                      <a:pt x="148590" y="68579"/>
                    </a:lnTo>
                    <a:lnTo>
                      <a:pt x="147732" y="76366"/>
                    </a:lnTo>
                    <a:lnTo>
                      <a:pt x="146304" y="84581"/>
                    </a:lnTo>
                    <a:lnTo>
                      <a:pt x="146304" y="85343"/>
                    </a:lnTo>
                    <a:lnTo>
                      <a:pt x="146304" y="86105"/>
                    </a:lnTo>
                    <a:lnTo>
                      <a:pt x="145542" y="87629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8"/>
              <p:cNvSpPr/>
              <p:nvPr/>
            </p:nvSpPr>
            <p:spPr>
              <a:xfrm>
                <a:off x="6792468" y="4056887"/>
                <a:ext cx="70485" cy="82550"/>
              </a:xfrm>
              <a:custGeom>
                <a:rect b="b" l="l" r="r" t="t"/>
                <a:pathLst>
                  <a:path extrusionOk="0" h="82550" w="70484">
                    <a:moveTo>
                      <a:pt x="0" y="10667"/>
                    </a:moveTo>
                    <a:lnTo>
                      <a:pt x="6858" y="54101"/>
                    </a:lnTo>
                    <a:lnTo>
                      <a:pt x="38230" y="82260"/>
                    </a:lnTo>
                    <a:lnTo>
                      <a:pt x="46767" y="79343"/>
                    </a:lnTo>
                    <a:lnTo>
                      <a:pt x="68865" y="46862"/>
                    </a:lnTo>
                    <a:lnTo>
                      <a:pt x="69949" y="35647"/>
                    </a:lnTo>
                    <a:lnTo>
                      <a:pt x="67818" y="25145"/>
                    </a:lnTo>
                    <a:lnTo>
                      <a:pt x="28956" y="1523"/>
                    </a:lnTo>
                    <a:lnTo>
                      <a:pt x="12953" y="0"/>
                    </a:lnTo>
                    <a:lnTo>
                      <a:pt x="6095" y="1523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2" name="Google Shape;572;p8"/>
            <p:cNvGrpSpPr/>
            <p:nvPr/>
          </p:nvGrpSpPr>
          <p:grpSpPr>
            <a:xfrm>
              <a:off x="6890194" y="3994404"/>
              <a:ext cx="382080" cy="153670"/>
              <a:chOff x="6890194" y="3994404"/>
              <a:chExt cx="382080" cy="153670"/>
            </a:xfrm>
          </p:grpSpPr>
          <p:sp>
            <p:nvSpPr>
              <p:cNvPr id="573" name="Google Shape;573;p8"/>
              <p:cNvSpPr/>
              <p:nvPr/>
            </p:nvSpPr>
            <p:spPr>
              <a:xfrm>
                <a:off x="6890194" y="4043172"/>
                <a:ext cx="109855" cy="102870"/>
              </a:xfrm>
              <a:custGeom>
                <a:rect b="b" l="l" r="r" t="t"/>
                <a:pathLst>
                  <a:path extrusionOk="0" h="102870" w="109854">
                    <a:moveTo>
                      <a:pt x="2857" y="22098"/>
                    </a:moveTo>
                    <a:lnTo>
                      <a:pt x="2726" y="31694"/>
                    </a:lnTo>
                    <a:lnTo>
                      <a:pt x="2381" y="41148"/>
                    </a:lnTo>
                    <a:lnTo>
                      <a:pt x="1893" y="50601"/>
                    </a:lnTo>
                    <a:lnTo>
                      <a:pt x="1333" y="60198"/>
                    </a:lnTo>
                    <a:lnTo>
                      <a:pt x="1012" y="69222"/>
                    </a:lnTo>
                    <a:lnTo>
                      <a:pt x="1047" y="78105"/>
                    </a:lnTo>
                    <a:lnTo>
                      <a:pt x="1226" y="86987"/>
                    </a:lnTo>
                    <a:lnTo>
                      <a:pt x="1333" y="96012"/>
                    </a:lnTo>
                    <a:lnTo>
                      <a:pt x="738" y="77724"/>
                    </a:lnTo>
                    <a:lnTo>
                      <a:pt x="0" y="58864"/>
                    </a:lnTo>
                    <a:lnTo>
                      <a:pt x="690" y="40290"/>
                    </a:lnTo>
                    <a:lnTo>
                      <a:pt x="4381" y="22860"/>
                    </a:lnTo>
                    <a:lnTo>
                      <a:pt x="7477" y="16775"/>
                    </a:lnTo>
                    <a:lnTo>
                      <a:pt x="12001" y="12477"/>
                    </a:lnTo>
                    <a:lnTo>
                      <a:pt x="17668" y="10322"/>
                    </a:lnTo>
                    <a:lnTo>
                      <a:pt x="24193" y="10668"/>
                    </a:lnTo>
                    <a:lnTo>
                      <a:pt x="55352" y="44779"/>
                    </a:lnTo>
                    <a:lnTo>
                      <a:pt x="63817" y="74676"/>
                    </a:lnTo>
                    <a:lnTo>
                      <a:pt x="63817" y="81534"/>
                    </a:lnTo>
                    <a:lnTo>
                      <a:pt x="63817" y="76962"/>
                    </a:lnTo>
                    <a:lnTo>
                      <a:pt x="54673" y="50292"/>
                    </a:lnTo>
                    <a:lnTo>
                      <a:pt x="54363" y="39350"/>
                    </a:lnTo>
                    <a:lnTo>
                      <a:pt x="66865" y="2286"/>
                    </a:lnTo>
                    <a:lnTo>
                      <a:pt x="76009" y="0"/>
                    </a:lnTo>
                    <a:lnTo>
                      <a:pt x="82105" y="4572"/>
                    </a:lnTo>
                    <a:lnTo>
                      <a:pt x="104965" y="47244"/>
                    </a:lnTo>
                    <a:lnTo>
                      <a:pt x="107251" y="92964"/>
                    </a:lnTo>
                    <a:lnTo>
                      <a:pt x="107251" y="101346"/>
                    </a:lnTo>
                    <a:lnTo>
                      <a:pt x="108013" y="99060"/>
                    </a:lnTo>
                    <a:lnTo>
                      <a:pt x="109537" y="10287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8"/>
              <p:cNvSpPr/>
              <p:nvPr/>
            </p:nvSpPr>
            <p:spPr>
              <a:xfrm>
                <a:off x="7027259" y="4062984"/>
                <a:ext cx="37465" cy="85090"/>
              </a:xfrm>
              <a:custGeom>
                <a:rect b="b" l="l" r="r" t="t"/>
                <a:pathLst>
                  <a:path extrusionOk="0" h="85089" w="37465">
                    <a:moveTo>
                      <a:pt x="6000" y="0"/>
                    </a:moveTo>
                    <a:lnTo>
                      <a:pt x="2285" y="12989"/>
                    </a:lnTo>
                    <a:lnTo>
                      <a:pt x="285" y="24479"/>
                    </a:lnTo>
                    <a:lnTo>
                      <a:pt x="0" y="36111"/>
                    </a:lnTo>
                    <a:lnTo>
                      <a:pt x="1428" y="49530"/>
                    </a:lnTo>
                    <a:lnTo>
                      <a:pt x="18383" y="84522"/>
                    </a:lnTo>
                    <a:lnTo>
                      <a:pt x="25431" y="82581"/>
                    </a:lnTo>
                    <a:lnTo>
                      <a:pt x="31908" y="78212"/>
                    </a:lnTo>
                    <a:lnTo>
                      <a:pt x="37242" y="73913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8"/>
              <p:cNvSpPr/>
              <p:nvPr/>
            </p:nvSpPr>
            <p:spPr>
              <a:xfrm>
                <a:off x="7021068" y="4043172"/>
                <a:ext cx="60960" cy="46990"/>
              </a:xfrm>
              <a:custGeom>
                <a:rect b="b" l="l" r="r" t="t"/>
                <a:pathLst>
                  <a:path extrusionOk="0" h="46989" w="60959">
                    <a:moveTo>
                      <a:pt x="7620" y="45720"/>
                    </a:moveTo>
                    <a:lnTo>
                      <a:pt x="54102" y="30480"/>
                    </a:lnTo>
                    <a:lnTo>
                      <a:pt x="60674" y="19050"/>
                    </a:lnTo>
                    <a:lnTo>
                      <a:pt x="60424" y="12906"/>
                    </a:lnTo>
                    <a:lnTo>
                      <a:pt x="18288" y="0"/>
                    </a:lnTo>
                    <a:lnTo>
                      <a:pt x="10668" y="0"/>
                    </a:lnTo>
                    <a:lnTo>
                      <a:pt x="2286" y="1524"/>
                    </a:lnTo>
                    <a:lnTo>
                      <a:pt x="0" y="9906"/>
                    </a:lnTo>
                    <a:lnTo>
                      <a:pt x="0" y="10668"/>
                    </a:lnTo>
                    <a:lnTo>
                      <a:pt x="0" y="11430"/>
                    </a:lnTo>
                    <a:lnTo>
                      <a:pt x="0" y="12192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8"/>
              <p:cNvSpPr/>
              <p:nvPr/>
            </p:nvSpPr>
            <p:spPr>
              <a:xfrm>
                <a:off x="7114306" y="4037802"/>
                <a:ext cx="67945" cy="99695"/>
              </a:xfrm>
              <a:custGeom>
                <a:rect b="b" l="l" r="r" t="t"/>
                <a:pathLst>
                  <a:path extrusionOk="0" h="99695" w="67945">
                    <a:moveTo>
                      <a:pt x="2012" y="34325"/>
                    </a:moveTo>
                    <a:lnTo>
                      <a:pt x="2059" y="44946"/>
                    </a:lnTo>
                    <a:lnTo>
                      <a:pt x="2393" y="55280"/>
                    </a:lnTo>
                    <a:lnTo>
                      <a:pt x="3298" y="65615"/>
                    </a:lnTo>
                    <a:lnTo>
                      <a:pt x="5060" y="76235"/>
                    </a:lnTo>
                    <a:lnTo>
                      <a:pt x="5822" y="82331"/>
                    </a:lnTo>
                    <a:lnTo>
                      <a:pt x="6584" y="92999"/>
                    </a:lnTo>
                    <a:lnTo>
                      <a:pt x="9632" y="99095"/>
                    </a:lnTo>
                    <a:lnTo>
                      <a:pt x="9632" y="98333"/>
                    </a:lnTo>
                    <a:lnTo>
                      <a:pt x="9632" y="97571"/>
                    </a:lnTo>
                    <a:lnTo>
                      <a:pt x="9632" y="96809"/>
                    </a:lnTo>
                    <a:lnTo>
                      <a:pt x="5738" y="87772"/>
                    </a:lnTo>
                    <a:lnTo>
                      <a:pt x="3059" y="78807"/>
                    </a:lnTo>
                    <a:lnTo>
                      <a:pt x="1381" y="69699"/>
                    </a:lnTo>
                    <a:lnTo>
                      <a:pt x="488" y="60233"/>
                    </a:lnTo>
                    <a:lnTo>
                      <a:pt x="0" y="47041"/>
                    </a:lnTo>
                    <a:lnTo>
                      <a:pt x="1154" y="34706"/>
                    </a:lnTo>
                    <a:lnTo>
                      <a:pt x="22490" y="1845"/>
                    </a:lnTo>
                    <a:lnTo>
                      <a:pt x="30432" y="0"/>
                    </a:lnTo>
                    <a:lnTo>
                      <a:pt x="38588" y="797"/>
                    </a:lnTo>
                    <a:lnTo>
                      <a:pt x="66020" y="38897"/>
                    </a:lnTo>
                    <a:lnTo>
                      <a:pt x="67948" y="65150"/>
                    </a:lnTo>
                    <a:lnTo>
                      <a:pt x="67544" y="73949"/>
                    </a:lnTo>
                    <a:lnTo>
                      <a:pt x="67103" y="76902"/>
                    </a:lnTo>
                    <a:lnTo>
                      <a:pt x="66305" y="80998"/>
                    </a:lnTo>
                    <a:lnTo>
                      <a:pt x="65936" y="82522"/>
                    </a:lnTo>
                    <a:lnTo>
                      <a:pt x="66782" y="77759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8"/>
              <p:cNvSpPr/>
              <p:nvPr/>
            </p:nvSpPr>
            <p:spPr>
              <a:xfrm>
                <a:off x="7213151" y="3994404"/>
                <a:ext cx="13970" cy="129539"/>
              </a:xfrm>
              <a:custGeom>
                <a:rect b="b" l="l" r="r" t="t"/>
                <a:pathLst>
                  <a:path extrusionOk="0" h="129539" w="13970">
                    <a:moveTo>
                      <a:pt x="702" y="0"/>
                    </a:moveTo>
                    <a:lnTo>
                      <a:pt x="0" y="10144"/>
                    </a:lnTo>
                    <a:lnTo>
                      <a:pt x="226" y="19431"/>
                    </a:lnTo>
                    <a:lnTo>
                      <a:pt x="1452" y="28717"/>
                    </a:lnTo>
                    <a:lnTo>
                      <a:pt x="3750" y="38862"/>
                    </a:lnTo>
                    <a:lnTo>
                      <a:pt x="6453" y="50875"/>
                    </a:lnTo>
                    <a:lnTo>
                      <a:pt x="8798" y="62960"/>
                    </a:lnTo>
                    <a:lnTo>
                      <a:pt x="10715" y="75187"/>
                    </a:lnTo>
                    <a:lnTo>
                      <a:pt x="12132" y="87630"/>
                    </a:lnTo>
                    <a:lnTo>
                      <a:pt x="11941" y="98143"/>
                    </a:lnTo>
                    <a:lnTo>
                      <a:pt x="11751" y="112871"/>
                    </a:lnTo>
                    <a:lnTo>
                      <a:pt x="12132" y="125456"/>
                    </a:lnTo>
                    <a:lnTo>
                      <a:pt x="13656" y="129539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8"/>
              <p:cNvSpPr/>
              <p:nvPr/>
            </p:nvSpPr>
            <p:spPr>
              <a:xfrm>
                <a:off x="7206234" y="4039362"/>
                <a:ext cx="66040" cy="18415"/>
              </a:xfrm>
              <a:custGeom>
                <a:rect b="b" l="l" r="r" t="t"/>
                <a:pathLst>
                  <a:path extrusionOk="0" h="18414" w="66040">
                    <a:moveTo>
                      <a:pt x="0" y="18287"/>
                    </a:moveTo>
                    <a:lnTo>
                      <a:pt x="11894" y="14204"/>
                    </a:lnTo>
                    <a:lnTo>
                      <a:pt x="23717" y="10191"/>
                    </a:lnTo>
                    <a:lnTo>
                      <a:pt x="35683" y="6607"/>
                    </a:lnTo>
                    <a:lnTo>
                      <a:pt x="48006" y="3809"/>
                    </a:lnTo>
                    <a:lnTo>
                      <a:pt x="53340" y="2285"/>
                    </a:lnTo>
                    <a:lnTo>
                      <a:pt x="60960" y="1523"/>
                    </a:lnTo>
                    <a:lnTo>
                      <a:pt x="65532" y="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79" name="Google Shape;579;p8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7627607" y="3975722"/>
              <a:ext cx="258343" cy="1363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0" name="Google Shape;580;p8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8076425" y="3925811"/>
              <a:ext cx="416541" cy="1463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1" name="Google Shape;581;p8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8715754" y="3911333"/>
              <a:ext cx="236995" cy="272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2" name="Google Shape;582;p8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9097505" y="3899141"/>
              <a:ext cx="128803" cy="1295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3" name="Google Shape;583;p8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9294100" y="3871709"/>
              <a:ext cx="118897" cy="1509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4" name="Google Shape;584;p8"/>
          <p:cNvGrpSpPr/>
          <p:nvPr/>
        </p:nvGrpSpPr>
        <p:grpSpPr>
          <a:xfrm>
            <a:off x="654543" y="1357882"/>
            <a:ext cx="5861431" cy="1726810"/>
            <a:chOff x="3845813" y="2096869"/>
            <a:chExt cx="3704095" cy="1006979"/>
          </a:xfrm>
        </p:grpSpPr>
        <p:grpSp>
          <p:nvGrpSpPr>
            <p:cNvPr id="585" name="Google Shape;585;p8"/>
            <p:cNvGrpSpPr/>
            <p:nvPr/>
          </p:nvGrpSpPr>
          <p:grpSpPr>
            <a:xfrm>
              <a:off x="6922757" y="2340089"/>
              <a:ext cx="269011" cy="201955"/>
              <a:chOff x="6922757" y="2340089"/>
              <a:chExt cx="269011" cy="201955"/>
            </a:xfrm>
          </p:grpSpPr>
          <p:pic>
            <p:nvPicPr>
              <p:cNvPr id="586" name="Google Shape;586;p8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6922757" y="2340089"/>
                <a:ext cx="92989" cy="1219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87" name="Google Shape;587;p8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7046201" y="2381237"/>
                <a:ext cx="145567" cy="16080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88" name="Google Shape;588;p8"/>
            <p:cNvSpPr/>
            <p:nvPr/>
          </p:nvSpPr>
          <p:spPr>
            <a:xfrm>
              <a:off x="7290816" y="2364485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1430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9" name="Google Shape;589;p8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7375385" y="2287511"/>
              <a:ext cx="174523" cy="1455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0" name="Google Shape;590;p8"/>
            <p:cNvSpPr/>
            <p:nvPr/>
          </p:nvSpPr>
          <p:spPr>
            <a:xfrm>
              <a:off x="4278629" y="2539745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8"/>
                  </a:moveTo>
                  <a:lnTo>
                    <a:pt x="0" y="11430"/>
                  </a:lnTo>
                  <a:lnTo>
                    <a:pt x="3809" y="15240"/>
                  </a:lnTo>
                  <a:lnTo>
                    <a:pt x="12191" y="15240"/>
                  </a:lnTo>
                  <a:lnTo>
                    <a:pt x="15239" y="11430"/>
                  </a:lnTo>
                  <a:lnTo>
                    <a:pt x="15239" y="7620"/>
                  </a:lnTo>
                  <a:lnTo>
                    <a:pt x="15239" y="3048"/>
                  </a:lnTo>
                  <a:lnTo>
                    <a:pt x="12191" y="0"/>
                  </a:lnTo>
                  <a:lnTo>
                    <a:pt x="3809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4409694" y="2529077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8"/>
                  </a:moveTo>
                  <a:lnTo>
                    <a:pt x="0" y="11430"/>
                  </a:lnTo>
                  <a:lnTo>
                    <a:pt x="3809" y="15240"/>
                  </a:lnTo>
                  <a:lnTo>
                    <a:pt x="12191" y="15240"/>
                  </a:lnTo>
                  <a:lnTo>
                    <a:pt x="15239" y="11430"/>
                  </a:lnTo>
                  <a:lnTo>
                    <a:pt x="15239" y="7620"/>
                  </a:lnTo>
                  <a:lnTo>
                    <a:pt x="15239" y="3048"/>
                  </a:lnTo>
                  <a:lnTo>
                    <a:pt x="12191" y="0"/>
                  </a:lnTo>
                  <a:lnTo>
                    <a:pt x="3809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4495800" y="2506979"/>
              <a:ext cx="16510" cy="15240"/>
            </a:xfrm>
            <a:custGeom>
              <a:rect b="b" l="l" r="r" t="t"/>
              <a:pathLst>
                <a:path extrusionOk="0" h="15239" w="16510">
                  <a:moveTo>
                    <a:pt x="0" y="3048"/>
                  </a:moveTo>
                  <a:lnTo>
                    <a:pt x="0" y="11430"/>
                  </a:lnTo>
                  <a:lnTo>
                    <a:pt x="3809" y="15240"/>
                  </a:lnTo>
                  <a:lnTo>
                    <a:pt x="12191" y="15240"/>
                  </a:lnTo>
                  <a:lnTo>
                    <a:pt x="16001" y="11430"/>
                  </a:lnTo>
                  <a:lnTo>
                    <a:pt x="16001" y="7620"/>
                  </a:lnTo>
                  <a:lnTo>
                    <a:pt x="16001" y="3048"/>
                  </a:lnTo>
                  <a:lnTo>
                    <a:pt x="12191" y="0"/>
                  </a:lnTo>
                  <a:lnTo>
                    <a:pt x="3809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3" name="Google Shape;593;p8"/>
            <p:cNvGrpSpPr/>
            <p:nvPr/>
          </p:nvGrpSpPr>
          <p:grpSpPr>
            <a:xfrm>
              <a:off x="3845813" y="2180558"/>
              <a:ext cx="247663" cy="923290"/>
              <a:chOff x="3845813" y="2180558"/>
              <a:chExt cx="247663" cy="923290"/>
            </a:xfrm>
          </p:grpSpPr>
          <p:sp>
            <p:nvSpPr>
              <p:cNvPr id="594" name="Google Shape;594;p8"/>
              <p:cNvSpPr/>
              <p:nvPr/>
            </p:nvSpPr>
            <p:spPr>
              <a:xfrm>
                <a:off x="3845813" y="2180558"/>
                <a:ext cx="169545" cy="923290"/>
              </a:xfrm>
              <a:custGeom>
                <a:rect b="b" l="l" r="r" t="t"/>
                <a:pathLst>
                  <a:path extrusionOk="0" h="923289" w="169545">
                    <a:moveTo>
                      <a:pt x="113537" y="5619"/>
                    </a:moveTo>
                    <a:lnTo>
                      <a:pt x="110489" y="4857"/>
                    </a:lnTo>
                    <a:lnTo>
                      <a:pt x="107441" y="3333"/>
                    </a:lnTo>
                    <a:lnTo>
                      <a:pt x="105155" y="2571"/>
                    </a:lnTo>
                    <a:lnTo>
                      <a:pt x="96464" y="607"/>
                    </a:lnTo>
                    <a:lnTo>
                      <a:pt x="87629" y="0"/>
                    </a:lnTo>
                    <a:lnTo>
                      <a:pt x="78795" y="107"/>
                    </a:lnTo>
                    <a:lnTo>
                      <a:pt x="33527" y="5619"/>
                    </a:lnTo>
                    <a:lnTo>
                      <a:pt x="26669" y="6881"/>
                    </a:lnTo>
                    <a:lnTo>
                      <a:pt x="19811" y="8286"/>
                    </a:lnTo>
                    <a:lnTo>
                      <a:pt x="12953" y="9691"/>
                    </a:lnTo>
                    <a:lnTo>
                      <a:pt x="6095" y="10953"/>
                    </a:lnTo>
                    <a:lnTo>
                      <a:pt x="4571" y="11715"/>
                    </a:lnTo>
                    <a:lnTo>
                      <a:pt x="2285" y="10953"/>
                    </a:lnTo>
                    <a:lnTo>
                      <a:pt x="1523" y="12477"/>
                    </a:lnTo>
                    <a:lnTo>
                      <a:pt x="0" y="14763"/>
                    </a:lnTo>
                    <a:lnTo>
                      <a:pt x="761" y="20097"/>
                    </a:lnTo>
                    <a:lnTo>
                      <a:pt x="761" y="22383"/>
                    </a:lnTo>
                    <a:lnTo>
                      <a:pt x="797" y="30015"/>
                    </a:lnTo>
                    <a:lnTo>
                      <a:pt x="8001" y="68103"/>
                    </a:lnTo>
                    <a:lnTo>
                      <a:pt x="10548" y="76414"/>
                    </a:lnTo>
                    <a:lnTo>
                      <a:pt x="20192" y="123443"/>
                    </a:lnTo>
                    <a:lnTo>
                      <a:pt x="22860" y="162591"/>
                    </a:lnTo>
                    <a:lnTo>
                      <a:pt x="23181" y="186023"/>
                    </a:lnTo>
                    <a:lnTo>
                      <a:pt x="23145" y="209454"/>
                    </a:lnTo>
                    <a:lnTo>
                      <a:pt x="22967" y="232886"/>
                    </a:lnTo>
                    <a:lnTo>
                      <a:pt x="22860" y="256317"/>
                    </a:lnTo>
                    <a:lnTo>
                      <a:pt x="24288" y="312229"/>
                    </a:lnTo>
                    <a:lnTo>
                      <a:pt x="27432" y="367569"/>
                    </a:lnTo>
                    <a:lnTo>
                      <a:pt x="32766" y="426624"/>
                    </a:lnTo>
                    <a:lnTo>
                      <a:pt x="35575" y="456080"/>
                    </a:lnTo>
                    <a:lnTo>
                      <a:pt x="40671" y="524672"/>
                    </a:lnTo>
                    <a:lnTo>
                      <a:pt x="42672" y="563879"/>
                    </a:lnTo>
                    <a:lnTo>
                      <a:pt x="44100" y="603230"/>
                    </a:lnTo>
                    <a:lnTo>
                      <a:pt x="44958" y="642651"/>
                    </a:lnTo>
                    <a:lnTo>
                      <a:pt x="45303" y="683918"/>
                    </a:lnTo>
                    <a:lnTo>
                      <a:pt x="45434" y="725328"/>
                    </a:lnTo>
                    <a:lnTo>
                      <a:pt x="45708" y="766738"/>
                    </a:lnTo>
                    <a:lnTo>
                      <a:pt x="46482" y="808005"/>
                    </a:lnTo>
                    <a:lnTo>
                      <a:pt x="46827" y="825269"/>
                    </a:lnTo>
                    <a:lnTo>
                      <a:pt x="46958" y="842676"/>
                    </a:lnTo>
                    <a:lnTo>
                      <a:pt x="48494" y="887622"/>
                    </a:lnTo>
                    <a:lnTo>
                      <a:pt x="66936" y="923258"/>
                    </a:lnTo>
                    <a:lnTo>
                      <a:pt x="75819" y="922877"/>
                    </a:lnTo>
                    <a:lnTo>
                      <a:pt x="84701" y="922210"/>
                    </a:lnTo>
                    <a:lnTo>
                      <a:pt x="93726" y="921543"/>
                    </a:lnTo>
                    <a:lnTo>
                      <a:pt x="105846" y="920281"/>
                    </a:lnTo>
                    <a:lnTo>
                      <a:pt x="118110" y="919448"/>
                    </a:lnTo>
                    <a:lnTo>
                      <a:pt x="130373" y="918329"/>
                    </a:lnTo>
                    <a:lnTo>
                      <a:pt x="142494" y="916209"/>
                    </a:lnTo>
                    <a:lnTo>
                      <a:pt x="150840" y="913352"/>
                    </a:lnTo>
                    <a:lnTo>
                      <a:pt x="157257" y="909351"/>
                    </a:lnTo>
                    <a:lnTo>
                      <a:pt x="162960" y="904208"/>
                    </a:lnTo>
                    <a:lnTo>
                      <a:pt x="169164" y="897921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8"/>
              <p:cNvSpPr/>
              <p:nvPr/>
            </p:nvSpPr>
            <p:spPr>
              <a:xfrm>
                <a:off x="4012691" y="2234183"/>
                <a:ext cx="6985" cy="140335"/>
              </a:xfrm>
              <a:custGeom>
                <a:rect b="b" l="l" r="r" t="t"/>
                <a:pathLst>
                  <a:path extrusionOk="0" h="140335" w="6985">
                    <a:moveTo>
                      <a:pt x="0" y="0"/>
                    </a:moveTo>
                    <a:lnTo>
                      <a:pt x="1119" y="18407"/>
                    </a:lnTo>
                    <a:lnTo>
                      <a:pt x="2095" y="36956"/>
                    </a:lnTo>
                    <a:lnTo>
                      <a:pt x="2786" y="55506"/>
                    </a:lnTo>
                    <a:lnTo>
                      <a:pt x="3048" y="73914"/>
                    </a:lnTo>
                    <a:lnTo>
                      <a:pt x="3631" y="88653"/>
                    </a:lnTo>
                    <a:lnTo>
                      <a:pt x="4286" y="103250"/>
                    </a:lnTo>
                    <a:lnTo>
                      <a:pt x="5083" y="117848"/>
                    </a:lnTo>
                    <a:lnTo>
                      <a:pt x="6096" y="132588"/>
                    </a:lnTo>
                    <a:lnTo>
                      <a:pt x="6858" y="136398"/>
                    </a:lnTo>
                    <a:lnTo>
                      <a:pt x="6858" y="137922"/>
                    </a:lnTo>
                    <a:lnTo>
                      <a:pt x="6858" y="140208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96" name="Google Shape;596;p8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3960863" y="2511539"/>
                <a:ext cx="132613" cy="1348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7" name="Google Shape;597;p8"/>
              <p:cNvSpPr/>
              <p:nvPr/>
            </p:nvSpPr>
            <p:spPr>
              <a:xfrm>
                <a:off x="4053077" y="2763773"/>
                <a:ext cx="18415" cy="172720"/>
              </a:xfrm>
              <a:custGeom>
                <a:rect b="b" l="l" r="r" t="t"/>
                <a:pathLst>
                  <a:path extrusionOk="0" h="172719" w="18414">
                    <a:moveTo>
                      <a:pt x="0" y="0"/>
                    </a:moveTo>
                    <a:lnTo>
                      <a:pt x="23" y="15990"/>
                    </a:lnTo>
                    <a:lnTo>
                      <a:pt x="190" y="31908"/>
                    </a:lnTo>
                    <a:lnTo>
                      <a:pt x="642" y="47684"/>
                    </a:lnTo>
                    <a:lnTo>
                      <a:pt x="1524" y="63246"/>
                    </a:lnTo>
                    <a:lnTo>
                      <a:pt x="2559" y="81653"/>
                    </a:lnTo>
                    <a:lnTo>
                      <a:pt x="6096" y="137160"/>
                    </a:lnTo>
                    <a:lnTo>
                      <a:pt x="12311" y="172521"/>
                    </a:lnTo>
                    <a:lnTo>
                      <a:pt x="13716" y="172212"/>
                    </a:lnTo>
                    <a:lnTo>
                      <a:pt x="16764" y="172212"/>
                    </a:lnTo>
                    <a:lnTo>
                      <a:pt x="18288" y="170688"/>
                    </a:lnTo>
                    <a:lnTo>
                      <a:pt x="16764" y="16611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98" name="Google Shape;598;p8"/>
            <p:cNvSpPr/>
            <p:nvPr/>
          </p:nvSpPr>
          <p:spPr>
            <a:xfrm>
              <a:off x="4879085" y="2754629"/>
              <a:ext cx="6985" cy="242570"/>
            </a:xfrm>
            <a:custGeom>
              <a:rect b="b" l="l" r="r" t="t"/>
              <a:pathLst>
                <a:path extrusionOk="0" h="242569" w="6985">
                  <a:moveTo>
                    <a:pt x="0" y="0"/>
                  </a:moveTo>
                  <a:lnTo>
                    <a:pt x="119" y="21717"/>
                  </a:lnTo>
                  <a:lnTo>
                    <a:pt x="381" y="43434"/>
                  </a:lnTo>
                  <a:lnTo>
                    <a:pt x="642" y="65151"/>
                  </a:lnTo>
                  <a:lnTo>
                    <a:pt x="762" y="86868"/>
                  </a:lnTo>
                  <a:lnTo>
                    <a:pt x="666" y="113157"/>
                  </a:lnTo>
                  <a:lnTo>
                    <a:pt x="571" y="139446"/>
                  </a:lnTo>
                  <a:lnTo>
                    <a:pt x="1524" y="192024"/>
                  </a:lnTo>
                  <a:lnTo>
                    <a:pt x="4845" y="225242"/>
                  </a:lnTo>
                  <a:lnTo>
                    <a:pt x="6096" y="236220"/>
                  </a:lnTo>
                  <a:lnTo>
                    <a:pt x="6096" y="242315"/>
                  </a:lnTo>
                  <a:lnTo>
                    <a:pt x="6858" y="230886"/>
                  </a:lnTo>
                  <a:lnTo>
                    <a:pt x="6858" y="22479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9" name="Google Shape;599;p8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4787633" y="2531351"/>
              <a:ext cx="217957" cy="129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8"/>
            <p:cNvSpPr/>
            <p:nvPr/>
          </p:nvSpPr>
          <p:spPr>
            <a:xfrm>
              <a:off x="4853178" y="2237994"/>
              <a:ext cx="12700" cy="197485"/>
            </a:xfrm>
            <a:custGeom>
              <a:rect b="b" l="l" r="r" t="t"/>
              <a:pathLst>
                <a:path extrusionOk="0" h="197485" w="12700">
                  <a:moveTo>
                    <a:pt x="0" y="0"/>
                  </a:moveTo>
                  <a:lnTo>
                    <a:pt x="5334" y="16585"/>
                  </a:lnTo>
                  <a:lnTo>
                    <a:pt x="8953" y="32670"/>
                  </a:lnTo>
                  <a:lnTo>
                    <a:pt x="11144" y="49184"/>
                  </a:lnTo>
                  <a:lnTo>
                    <a:pt x="12192" y="67056"/>
                  </a:lnTo>
                  <a:lnTo>
                    <a:pt x="12168" y="87630"/>
                  </a:lnTo>
                  <a:lnTo>
                    <a:pt x="11549" y="128777"/>
                  </a:lnTo>
                  <a:lnTo>
                    <a:pt x="9525" y="170688"/>
                  </a:lnTo>
                  <a:lnTo>
                    <a:pt x="8953" y="181284"/>
                  </a:lnTo>
                  <a:lnTo>
                    <a:pt x="8382" y="192024"/>
                  </a:lnTo>
                  <a:lnTo>
                    <a:pt x="8382" y="197358"/>
                  </a:lnTo>
                  <a:lnTo>
                    <a:pt x="9144" y="196596"/>
                  </a:lnTo>
                  <a:lnTo>
                    <a:pt x="4572" y="195834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1" name="Google Shape;601;p8"/>
            <p:cNvGrpSpPr/>
            <p:nvPr/>
          </p:nvGrpSpPr>
          <p:grpSpPr>
            <a:xfrm>
              <a:off x="5953505" y="2526375"/>
              <a:ext cx="76581" cy="62138"/>
              <a:chOff x="5953505" y="2526375"/>
              <a:chExt cx="76581" cy="62138"/>
            </a:xfrm>
          </p:grpSpPr>
          <p:sp>
            <p:nvSpPr>
              <p:cNvPr id="602" name="Google Shape;602;p8"/>
              <p:cNvSpPr/>
              <p:nvPr/>
            </p:nvSpPr>
            <p:spPr>
              <a:xfrm>
                <a:off x="5953505" y="2526375"/>
                <a:ext cx="54610" cy="3810"/>
              </a:xfrm>
              <a:custGeom>
                <a:rect b="b" l="l" r="r" t="t"/>
                <a:pathLst>
                  <a:path extrusionOk="0" h="3810" w="54610">
                    <a:moveTo>
                      <a:pt x="0" y="1178"/>
                    </a:moveTo>
                    <a:lnTo>
                      <a:pt x="12287" y="976"/>
                    </a:lnTo>
                    <a:lnTo>
                      <a:pt x="26288" y="130"/>
                    </a:lnTo>
                    <a:lnTo>
                      <a:pt x="40290" y="0"/>
                    </a:lnTo>
                    <a:lnTo>
                      <a:pt x="52577" y="1940"/>
                    </a:lnTo>
                    <a:lnTo>
                      <a:pt x="52577" y="2702"/>
                    </a:lnTo>
                    <a:lnTo>
                      <a:pt x="53340" y="3464"/>
                    </a:lnTo>
                    <a:lnTo>
                      <a:pt x="54102" y="3464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8"/>
              <p:cNvSpPr/>
              <p:nvPr/>
            </p:nvSpPr>
            <p:spPr>
              <a:xfrm>
                <a:off x="5978651" y="2577083"/>
                <a:ext cx="51435" cy="11430"/>
              </a:xfrm>
              <a:custGeom>
                <a:rect b="b" l="l" r="r" t="t"/>
                <a:pathLst>
                  <a:path extrusionOk="0" h="11430" w="51435">
                    <a:moveTo>
                      <a:pt x="0" y="10667"/>
                    </a:moveTo>
                    <a:lnTo>
                      <a:pt x="11406" y="11227"/>
                    </a:lnTo>
                    <a:lnTo>
                      <a:pt x="22669" y="11144"/>
                    </a:lnTo>
                    <a:lnTo>
                      <a:pt x="33647" y="9489"/>
                    </a:lnTo>
                    <a:lnTo>
                      <a:pt x="44196" y="5333"/>
                    </a:lnTo>
                    <a:lnTo>
                      <a:pt x="46482" y="3809"/>
                    </a:lnTo>
                    <a:lnTo>
                      <a:pt x="48768" y="2285"/>
                    </a:lnTo>
                    <a:lnTo>
                      <a:pt x="51053" y="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04" name="Google Shape;604;p8"/>
            <p:cNvSpPr/>
            <p:nvPr/>
          </p:nvSpPr>
          <p:spPr>
            <a:xfrm>
              <a:off x="5282184" y="2140148"/>
              <a:ext cx="105410" cy="841375"/>
            </a:xfrm>
            <a:custGeom>
              <a:rect b="b" l="l" r="r" t="t"/>
              <a:pathLst>
                <a:path extrusionOk="0" h="841375" w="105410">
                  <a:moveTo>
                    <a:pt x="78486" y="3357"/>
                  </a:moveTo>
                  <a:lnTo>
                    <a:pt x="59912" y="119"/>
                  </a:lnTo>
                  <a:lnTo>
                    <a:pt x="53018" y="214"/>
                  </a:lnTo>
                  <a:lnTo>
                    <a:pt x="46482" y="309"/>
                  </a:lnTo>
                  <a:lnTo>
                    <a:pt x="38159" y="0"/>
                  </a:lnTo>
                  <a:lnTo>
                    <a:pt x="30194" y="119"/>
                  </a:lnTo>
                  <a:lnTo>
                    <a:pt x="22371" y="523"/>
                  </a:lnTo>
                  <a:lnTo>
                    <a:pt x="14478" y="1071"/>
                  </a:lnTo>
                  <a:lnTo>
                    <a:pt x="9144" y="1071"/>
                  </a:lnTo>
                  <a:lnTo>
                    <a:pt x="4572" y="1071"/>
                  </a:lnTo>
                  <a:lnTo>
                    <a:pt x="0" y="1071"/>
                  </a:lnTo>
                  <a:lnTo>
                    <a:pt x="23" y="11346"/>
                  </a:lnTo>
                  <a:lnTo>
                    <a:pt x="4179" y="62483"/>
                  </a:lnTo>
                  <a:lnTo>
                    <a:pt x="10632" y="104251"/>
                  </a:lnTo>
                  <a:lnTo>
                    <a:pt x="13716" y="125277"/>
                  </a:lnTo>
                  <a:lnTo>
                    <a:pt x="16716" y="154435"/>
                  </a:lnTo>
                  <a:lnTo>
                    <a:pt x="18859" y="183665"/>
                  </a:lnTo>
                  <a:lnTo>
                    <a:pt x="20145" y="213038"/>
                  </a:lnTo>
                  <a:lnTo>
                    <a:pt x="20574" y="242625"/>
                  </a:lnTo>
                  <a:lnTo>
                    <a:pt x="20478" y="297037"/>
                  </a:lnTo>
                  <a:lnTo>
                    <a:pt x="19812" y="351591"/>
                  </a:lnTo>
                  <a:lnTo>
                    <a:pt x="19716" y="406145"/>
                  </a:lnTo>
                  <a:lnTo>
                    <a:pt x="21336" y="460557"/>
                  </a:lnTo>
                  <a:lnTo>
                    <a:pt x="25729" y="515421"/>
                  </a:lnTo>
                  <a:lnTo>
                    <a:pt x="27432" y="533709"/>
                  </a:lnTo>
                  <a:lnTo>
                    <a:pt x="28884" y="550973"/>
                  </a:lnTo>
                  <a:lnTo>
                    <a:pt x="29908" y="568380"/>
                  </a:lnTo>
                  <a:lnTo>
                    <a:pt x="30646" y="585787"/>
                  </a:lnTo>
                  <a:lnTo>
                    <a:pt x="31242" y="603051"/>
                  </a:lnTo>
                  <a:lnTo>
                    <a:pt x="31134" y="629792"/>
                  </a:lnTo>
                  <a:lnTo>
                    <a:pt x="30956" y="656391"/>
                  </a:lnTo>
                  <a:lnTo>
                    <a:pt x="30920" y="682990"/>
                  </a:lnTo>
                  <a:lnTo>
                    <a:pt x="31242" y="709731"/>
                  </a:lnTo>
                  <a:lnTo>
                    <a:pt x="31468" y="729853"/>
                  </a:lnTo>
                  <a:lnTo>
                    <a:pt x="31337" y="750117"/>
                  </a:lnTo>
                  <a:lnTo>
                    <a:pt x="31349" y="770381"/>
                  </a:lnTo>
                  <a:lnTo>
                    <a:pt x="32004" y="790503"/>
                  </a:lnTo>
                  <a:lnTo>
                    <a:pt x="32004" y="792027"/>
                  </a:lnTo>
                  <a:lnTo>
                    <a:pt x="32004" y="794313"/>
                  </a:lnTo>
                  <a:lnTo>
                    <a:pt x="32766" y="795075"/>
                  </a:lnTo>
                  <a:lnTo>
                    <a:pt x="32766" y="798123"/>
                  </a:lnTo>
                  <a:lnTo>
                    <a:pt x="33528" y="800409"/>
                  </a:lnTo>
                  <a:lnTo>
                    <a:pt x="33528" y="803457"/>
                  </a:lnTo>
                  <a:lnTo>
                    <a:pt x="33528" y="811458"/>
                  </a:lnTo>
                  <a:lnTo>
                    <a:pt x="33528" y="819459"/>
                  </a:lnTo>
                  <a:lnTo>
                    <a:pt x="33528" y="827460"/>
                  </a:lnTo>
                  <a:lnTo>
                    <a:pt x="33528" y="835461"/>
                  </a:lnTo>
                  <a:lnTo>
                    <a:pt x="40374" y="835485"/>
                  </a:lnTo>
                  <a:lnTo>
                    <a:pt x="47148" y="835652"/>
                  </a:lnTo>
                  <a:lnTo>
                    <a:pt x="53780" y="836104"/>
                  </a:lnTo>
                  <a:lnTo>
                    <a:pt x="60198" y="836985"/>
                  </a:lnTo>
                  <a:lnTo>
                    <a:pt x="68079" y="837795"/>
                  </a:lnTo>
                  <a:lnTo>
                    <a:pt x="75819" y="838890"/>
                  </a:lnTo>
                  <a:lnTo>
                    <a:pt x="83558" y="839985"/>
                  </a:lnTo>
                  <a:lnTo>
                    <a:pt x="91440" y="840795"/>
                  </a:lnTo>
                  <a:lnTo>
                    <a:pt x="98298" y="840795"/>
                  </a:lnTo>
                  <a:lnTo>
                    <a:pt x="100584" y="840795"/>
                  </a:lnTo>
                  <a:lnTo>
                    <a:pt x="105156" y="840795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5592317" y="2096869"/>
              <a:ext cx="148590" cy="948690"/>
            </a:xfrm>
            <a:custGeom>
              <a:rect b="b" l="l" r="r" t="t"/>
              <a:pathLst>
                <a:path extrusionOk="0" h="948689" w="148589">
                  <a:moveTo>
                    <a:pt x="0" y="23776"/>
                  </a:moveTo>
                  <a:lnTo>
                    <a:pt x="37826" y="7703"/>
                  </a:lnTo>
                  <a:lnTo>
                    <a:pt x="85772" y="0"/>
                  </a:lnTo>
                  <a:lnTo>
                    <a:pt x="96774" y="2440"/>
                  </a:lnTo>
                  <a:lnTo>
                    <a:pt x="119074" y="49529"/>
                  </a:lnTo>
                  <a:lnTo>
                    <a:pt x="119157" y="66925"/>
                  </a:lnTo>
                  <a:lnTo>
                    <a:pt x="118526" y="84462"/>
                  </a:lnTo>
                  <a:lnTo>
                    <a:pt x="118110" y="101500"/>
                  </a:lnTo>
                  <a:lnTo>
                    <a:pt x="118038" y="146208"/>
                  </a:lnTo>
                  <a:lnTo>
                    <a:pt x="118110" y="191131"/>
                  </a:lnTo>
                  <a:lnTo>
                    <a:pt x="118752" y="236196"/>
                  </a:lnTo>
                  <a:lnTo>
                    <a:pt x="120396" y="281332"/>
                  </a:lnTo>
                  <a:lnTo>
                    <a:pt x="122836" y="331743"/>
                  </a:lnTo>
                  <a:lnTo>
                    <a:pt x="124491" y="382297"/>
                  </a:lnTo>
                  <a:lnTo>
                    <a:pt x="125432" y="432851"/>
                  </a:lnTo>
                  <a:lnTo>
                    <a:pt x="125730" y="483262"/>
                  </a:lnTo>
                  <a:lnTo>
                    <a:pt x="125527" y="516409"/>
                  </a:lnTo>
                  <a:lnTo>
                    <a:pt x="125253" y="549556"/>
                  </a:lnTo>
                  <a:lnTo>
                    <a:pt x="125408" y="582703"/>
                  </a:lnTo>
                  <a:lnTo>
                    <a:pt x="128277" y="644294"/>
                  </a:lnTo>
                  <a:lnTo>
                    <a:pt x="134421" y="700611"/>
                  </a:lnTo>
                  <a:lnTo>
                    <a:pt x="137922" y="728626"/>
                  </a:lnTo>
                  <a:lnTo>
                    <a:pt x="140505" y="749665"/>
                  </a:lnTo>
                  <a:lnTo>
                    <a:pt x="144244" y="791741"/>
                  </a:lnTo>
                  <a:lnTo>
                    <a:pt x="145994" y="831627"/>
                  </a:lnTo>
                  <a:lnTo>
                    <a:pt x="146613" y="869037"/>
                  </a:lnTo>
                  <a:lnTo>
                    <a:pt x="147066" y="887884"/>
                  </a:lnTo>
                  <a:lnTo>
                    <a:pt x="147304" y="896457"/>
                  </a:lnTo>
                  <a:lnTo>
                    <a:pt x="147828" y="905029"/>
                  </a:lnTo>
                  <a:lnTo>
                    <a:pt x="148351" y="913602"/>
                  </a:lnTo>
                  <a:lnTo>
                    <a:pt x="148590" y="922174"/>
                  </a:lnTo>
                  <a:lnTo>
                    <a:pt x="148590" y="929032"/>
                  </a:lnTo>
                  <a:lnTo>
                    <a:pt x="148590" y="936652"/>
                  </a:lnTo>
                  <a:lnTo>
                    <a:pt x="148590" y="943510"/>
                  </a:lnTo>
                  <a:lnTo>
                    <a:pt x="142494" y="943510"/>
                  </a:lnTo>
                  <a:lnTo>
                    <a:pt x="137160" y="941986"/>
                  </a:lnTo>
                  <a:lnTo>
                    <a:pt x="131064" y="941224"/>
                  </a:lnTo>
                  <a:lnTo>
                    <a:pt x="88618" y="946546"/>
                  </a:lnTo>
                  <a:lnTo>
                    <a:pt x="82010" y="948178"/>
                  </a:lnTo>
                  <a:lnTo>
                    <a:pt x="75545" y="948237"/>
                  </a:lnTo>
                  <a:lnTo>
                    <a:pt x="68580" y="945796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4991861" y="2113026"/>
              <a:ext cx="151765" cy="904875"/>
            </a:xfrm>
            <a:custGeom>
              <a:rect b="b" l="l" r="r" t="t"/>
              <a:pathLst>
                <a:path extrusionOk="0" h="904875" w="151764">
                  <a:moveTo>
                    <a:pt x="0" y="15239"/>
                  </a:moveTo>
                  <a:lnTo>
                    <a:pt x="42219" y="5595"/>
                  </a:lnTo>
                  <a:lnTo>
                    <a:pt x="82296" y="666"/>
                  </a:lnTo>
                  <a:lnTo>
                    <a:pt x="108204" y="0"/>
                  </a:lnTo>
                  <a:lnTo>
                    <a:pt x="116490" y="797"/>
                  </a:lnTo>
                  <a:lnTo>
                    <a:pt x="133445" y="50291"/>
                  </a:lnTo>
                  <a:lnTo>
                    <a:pt x="132671" y="67556"/>
                  </a:lnTo>
                  <a:lnTo>
                    <a:pt x="131826" y="83819"/>
                  </a:lnTo>
                  <a:lnTo>
                    <a:pt x="130825" y="115704"/>
                  </a:lnTo>
                  <a:lnTo>
                    <a:pt x="130111" y="147446"/>
                  </a:lnTo>
                  <a:lnTo>
                    <a:pt x="129682" y="179189"/>
                  </a:lnTo>
                  <a:lnTo>
                    <a:pt x="129540" y="211073"/>
                  </a:lnTo>
                  <a:lnTo>
                    <a:pt x="129682" y="244232"/>
                  </a:lnTo>
                  <a:lnTo>
                    <a:pt x="130111" y="277463"/>
                  </a:lnTo>
                  <a:lnTo>
                    <a:pt x="130825" y="310836"/>
                  </a:lnTo>
                  <a:lnTo>
                    <a:pt x="131826" y="344423"/>
                  </a:lnTo>
                  <a:lnTo>
                    <a:pt x="132588" y="377690"/>
                  </a:lnTo>
                  <a:lnTo>
                    <a:pt x="132778" y="411098"/>
                  </a:lnTo>
                  <a:lnTo>
                    <a:pt x="132683" y="444507"/>
                  </a:lnTo>
                  <a:lnTo>
                    <a:pt x="132588" y="477773"/>
                  </a:lnTo>
                  <a:lnTo>
                    <a:pt x="132707" y="511361"/>
                  </a:lnTo>
                  <a:lnTo>
                    <a:pt x="132969" y="544734"/>
                  </a:lnTo>
                  <a:lnTo>
                    <a:pt x="133230" y="577965"/>
                  </a:lnTo>
                  <a:lnTo>
                    <a:pt x="133350" y="611123"/>
                  </a:lnTo>
                  <a:lnTo>
                    <a:pt x="134016" y="652962"/>
                  </a:lnTo>
                  <a:lnTo>
                    <a:pt x="135826" y="694943"/>
                  </a:lnTo>
                  <a:lnTo>
                    <a:pt x="138493" y="736925"/>
                  </a:lnTo>
                  <a:lnTo>
                    <a:pt x="141732" y="778763"/>
                  </a:lnTo>
                  <a:lnTo>
                    <a:pt x="143208" y="796468"/>
                  </a:lnTo>
                  <a:lnTo>
                    <a:pt x="144399" y="814101"/>
                  </a:lnTo>
                  <a:lnTo>
                    <a:pt x="145589" y="831592"/>
                  </a:lnTo>
                  <a:lnTo>
                    <a:pt x="147066" y="848867"/>
                  </a:lnTo>
                  <a:lnTo>
                    <a:pt x="148197" y="858000"/>
                  </a:lnTo>
                  <a:lnTo>
                    <a:pt x="149256" y="867060"/>
                  </a:lnTo>
                  <a:lnTo>
                    <a:pt x="150173" y="875978"/>
                  </a:lnTo>
                  <a:lnTo>
                    <a:pt x="150876" y="884681"/>
                  </a:lnTo>
                  <a:lnTo>
                    <a:pt x="151638" y="891539"/>
                  </a:lnTo>
                  <a:lnTo>
                    <a:pt x="150876" y="897635"/>
                  </a:lnTo>
                  <a:lnTo>
                    <a:pt x="150876" y="904493"/>
                  </a:lnTo>
                  <a:lnTo>
                    <a:pt x="150876" y="902207"/>
                  </a:lnTo>
                  <a:lnTo>
                    <a:pt x="150876" y="901445"/>
                  </a:lnTo>
                  <a:lnTo>
                    <a:pt x="150114" y="899921"/>
                  </a:lnTo>
                  <a:lnTo>
                    <a:pt x="146304" y="893826"/>
                  </a:lnTo>
                  <a:lnTo>
                    <a:pt x="136398" y="892301"/>
                  </a:lnTo>
                  <a:lnTo>
                    <a:pt x="129540" y="892301"/>
                  </a:lnTo>
                  <a:lnTo>
                    <a:pt x="109918" y="891861"/>
                  </a:lnTo>
                  <a:lnTo>
                    <a:pt x="90868" y="893349"/>
                  </a:lnTo>
                  <a:lnTo>
                    <a:pt x="72104" y="895838"/>
                  </a:lnTo>
                  <a:lnTo>
                    <a:pt x="53340" y="898397"/>
                  </a:lnTo>
                  <a:lnTo>
                    <a:pt x="39802" y="899493"/>
                  </a:lnTo>
                  <a:lnTo>
                    <a:pt x="29051" y="898588"/>
                  </a:lnTo>
                  <a:lnTo>
                    <a:pt x="19585" y="894540"/>
                  </a:lnTo>
                  <a:lnTo>
                    <a:pt x="9906" y="886205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5448300" y="2440685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8"/>
                  </a:moveTo>
                  <a:lnTo>
                    <a:pt x="0" y="11430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1430"/>
                  </a:lnTo>
                  <a:lnTo>
                    <a:pt x="15239" y="7620"/>
                  </a:lnTo>
                  <a:lnTo>
                    <a:pt x="15239" y="3048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5452871" y="2535173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8"/>
                  </a:moveTo>
                  <a:lnTo>
                    <a:pt x="0" y="11430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1430"/>
                  </a:lnTo>
                  <a:lnTo>
                    <a:pt x="15239" y="7620"/>
                  </a:lnTo>
                  <a:lnTo>
                    <a:pt x="15239" y="3048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5454396" y="2599182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810"/>
                  </a:moveTo>
                  <a:lnTo>
                    <a:pt x="0" y="12192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2192"/>
                  </a:lnTo>
                  <a:lnTo>
                    <a:pt x="15239" y="7620"/>
                  </a:lnTo>
                  <a:lnTo>
                    <a:pt x="15239" y="3810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10" name="Google Shape;610;p8"/>
            <p:cNvGrpSpPr/>
            <p:nvPr/>
          </p:nvGrpSpPr>
          <p:grpSpPr>
            <a:xfrm>
              <a:off x="5359895" y="2149589"/>
              <a:ext cx="195847" cy="197383"/>
              <a:chOff x="5359895" y="2149589"/>
              <a:chExt cx="195847" cy="197383"/>
            </a:xfrm>
          </p:grpSpPr>
          <p:pic>
            <p:nvPicPr>
              <p:cNvPr id="611" name="Google Shape;611;p8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5359895" y="2149589"/>
                <a:ext cx="167665" cy="19738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2" name="Google Shape;612;p8"/>
              <p:cNvSpPr/>
              <p:nvPr/>
            </p:nvSpPr>
            <p:spPr>
              <a:xfrm>
                <a:off x="5555742" y="2257044"/>
                <a:ext cx="0" cy="55880"/>
              </a:xfrm>
              <a:custGeom>
                <a:rect b="b" l="l" r="r" t="t"/>
                <a:pathLst>
                  <a:path extrusionOk="0" h="55880" w="120000">
                    <a:moveTo>
                      <a:pt x="0" y="0"/>
                    </a:moveTo>
                    <a:lnTo>
                      <a:pt x="0" y="14156"/>
                    </a:lnTo>
                    <a:lnTo>
                      <a:pt x="0" y="28098"/>
                    </a:lnTo>
                    <a:lnTo>
                      <a:pt x="0" y="41898"/>
                    </a:lnTo>
                    <a:lnTo>
                      <a:pt x="0" y="55626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3" name="Google Shape;613;p8"/>
            <p:cNvGrpSpPr/>
            <p:nvPr/>
          </p:nvGrpSpPr>
          <p:grpSpPr>
            <a:xfrm>
              <a:off x="5369801" y="2803385"/>
              <a:ext cx="267487" cy="192811"/>
              <a:chOff x="5369801" y="2803385"/>
              <a:chExt cx="267487" cy="192811"/>
            </a:xfrm>
          </p:grpSpPr>
          <p:pic>
            <p:nvPicPr>
              <p:cNvPr id="614" name="Google Shape;614;p8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5369801" y="2803385"/>
                <a:ext cx="78511" cy="1318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5" name="Google Shape;615;p8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5472659" y="2859773"/>
                <a:ext cx="164629" cy="1364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16" name="Google Shape;616;p8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6664558" y="2195166"/>
              <a:ext cx="69248" cy="817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8"/>
            <p:cNvSpPr/>
            <p:nvPr/>
          </p:nvSpPr>
          <p:spPr>
            <a:xfrm>
              <a:off x="6585966" y="2330195"/>
              <a:ext cx="292735" cy="222885"/>
            </a:xfrm>
            <a:custGeom>
              <a:rect b="b" l="l" r="r" t="t"/>
              <a:pathLst>
                <a:path extrusionOk="0" h="222885" w="292734">
                  <a:moveTo>
                    <a:pt x="278892" y="0"/>
                  </a:moveTo>
                  <a:lnTo>
                    <a:pt x="237422" y="6322"/>
                  </a:lnTo>
                  <a:lnTo>
                    <a:pt x="198703" y="18359"/>
                  </a:lnTo>
                  <a:lnTo>
                    <a:pt x="149863" y="34885"/>
                  </a:lnTo>
                  <a:lnTo>
                    <a:pt x="125730" y="43434"/>
                  </a:lnTo>
                  <a:lnTo>
                    <a:pt x="109728" y="49018"/>
                  </a:lnTo>
                  <a:lnTo>
                    <a:pt x="93726" y="54387"/>
                  </a:lnTo>
                  <a:lnTo>
                    <a:pt x="77724" y="59614"/>
                  </a:lnTo>
                  <a:lnTo>
                    <a:pt x="61722" y="64770"/>
                  </a:lnTo>
                  <a:lnTo>
                    <a:pt x="60198" y="65532"/>
                  </a:lnTo>
                  <a:lnTo>
                    <a:pt x="59436" y="66294"/>
                  </a:lnTo>
                  <a:lnTo>
                    <a:pt x="57912" y="66294"/>
                  </a:lnTo>
                  <a:lnTo>
                    <a:pt x="62484" y="68580"/>
                  </a:lnTo>
                  <a:lnTo>
                    <a:pt x="71628" y="69342"/>
                  </a:lnTo>
                  <a:lnTo>
                    <a:pt x="78486" y="70104"/>
                  </a:lnTo>
                  <a:lnTo>
                    <a:pt x="102036" y="72842"/>
                  </a:lnTo>
                  <a:lnTo>
                    <a:pt x="125730" y="75438"/>
                  </a:lnTo>
                  <a:lnTo>
                    <a:pt x="172974" y="80772"/>
                  </a:lnTo>
                  <a:lnTo>
                    <a:pt x="223766" y="88915"/>
                  </a:lnTo>
                  <a:lnTo>
                    <a:pt x="248412" y="94488"/>
                  </a:lnTo>
                  <a:lnTo>
                    <a:pt x="253746" y="95250"/>
                  </a:lnTo>
                  <a:lnTo>
                    <a:pt x="260604" y="99060"/>
                  </a:lnTo>
                  <a:lnTo>
                    <a:pt x="256686" y="105453"/>
                  </a:lnTo>
                  <a:lnTo>
                    <a:pt x="250412" y="110204"/>
                  </a:lnTo>
                  <a:lnTo>
                    <a:pt x="243137" y="113954"/>
                  </a:lnTo>
                  <a:lnTo>
                    <a:pt x="236220" y="117348"/>
                  </a:lnTo>
                  <a:lnTo>
                    <a:pt x="214372" y="128385"/>
                  </a:lnTo>
                  <a:lnTo>
                    <a:pt x="170104" y="148744"/>
                  </a:lnTo>
                  <a:lnTo>
                    <a:pt x="121979" y="169366"/>
                  </a:lnTo>
                  <a:lnTo>
                    <a:pt x="95916" y="180308"/>
                  </a:lnTo>
                  <a:lnTo>
                    <a:pt x="69711" y="191392"/>
                  </a:lnTo>
                  <a:lnTo>
                    <a:pt x="43434" y="202692"/>
                  </a:lnTo>
                  <a:lnTo>
                    <a:pt x="32468" y="207275"/>
                  </a:lnTo>
                  <a:lnTo>
                    <a:pt x="21431" y="211931"/>
                  </a:lnTo>
                  <a:lnTo>
                    <a:pt x="10537" y="216729"/>
                  </a:lnTo>
                  <a:lnTo>
                    <a:pt x="0" y="221742"/>
                  </a:lnTo>
                  <a:lnTo>
                    <a:pt x="6810" y="222289"/>
                  </a:lnTo>
                  <a:lnTo>
                    <a:pt x="15049" y="222694"/>
                  </a:lnTo>
                  <a:lnTo>
                    <a:pt x="23574" y="222813"/>
                  </a:lnTo>
                  <a:lnTo>
                    <a:pt x="31242" y="222504"/>
                  </a:lnTo>
                  <a:lnTo>
                    <a:pt x="57519" y="221480"/>
                  </a:lnTo>
                  <a:lnTo>
                    <a:pt x="83724" y="218884"/>
                  </a:lnTo>
                  <a:lnTo>
                    <a:pt x="109787" y="215431"/>
                  </a:lnTo>
                  <a:lnTo>
                    <a:pt x="135636" y="211836"/>
                  </a:lnTo>
                  <a:lnTo>
                    <a:pt x="162055" y="208526"/>
                  </a:lnTo>
                  <a:lnTo>
                    <a:pt x="188690" y="205358"/>
                  </a:lnTo>
                  <a:lnTo>
                    <a:pt x="215467" y="202191"/>
                  </a:lnTo>
                  <a:lnTo>
                    <a:pt x="242316" y="198882"/>
                  </a:lnTo>
                  <a:lnTo>
                    <a:pt x="254198" y="197298"/>
                  </a:lnTo>
                  <a:lnTo>
                    <a:pt x="265938" y="195929"/>
                  </a:lnTo>
                  <a:lnTo>
                    <a:pt x="277677" y="194702"/>
                  </a:lnTo>
                  <a:lnTo>
                    <a:pt x="289560" y="193548"/>
                  </a:lnTo>
                  <a:lnTo>
                    <a:pt x="290322" y="193548"/>
                  </a:lnTo>
                  <a:lnTo>
                    <a:pt x="291846" y="193548"/>
                  </a:lnTo>
                  <a:lnTo>
                    <a:pt x="292608" y="193548"/>
                  </a:lnTo>
                  <a:lnTo>
                    <a:pt x="284035" y="193548"/>
                  </a:lnTo>
                  <a:lnTo>
                    <a:pt x="275463" y="193548"/>
                  </a:lnTo>
                  <a:lnTo>
                    <a:pt x="266890" y="193548"/>
                  </a:lnTo>
                  <a:lnTo>
                    <a:pt x="258318" y="193548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6621303" y="2670048"/>
              <a:ext cx="44450" cy="75565"/>
            </a:xfrm>
            <a:custGeom>
              <a:rect b="b" l="l" r="r" t="t"/>
              <a:pathLst>
                <a:path extrusionOk="0" h="75564" w="44450">
                  <a:moveTo>
                    <a:pt x="1238" y="0"/>
                  </a:moveTo>
                  <a:lnTo>
                    <a:pt x="726" y="14299"/>
                  </a:lnTo>
                  <a:lnTo>
                    <a:pt x="0" y="29241"/>
                  </a:lnTo>
                  <a:lnTo>
                    <a:pt x="273" y="44041"/>
                  </a:lnTo>
                  <a:lnTo>
                    <a:pt x="2762" y="57912"/>
                  </a:lnTo>
                  <a:lnTo>
                    <a:pt x="5048" y="64769"/>
                  </a:lnTo>
                  <a:lnTo>
                    <a:pt x="8096" y="71628"/>
                  </a:lnTo>
                  <a:lnTo>
                    <a:pt x="15716" y="73152"/>
                  </a:lnTo>
                  <a:lnTo>
                    <a:pt x="24098" y="75438"/>
                  </a:lnTo>
                  <a:lnTo>
                    <a:pt x="30956" y="73152"/>
                  </a:lnTo>
                  <a:lnTo>
                    <a:pt x="36290" y="67055"/>
                  </a:lnTo>
                  <a:lnTo>
                    <a:pt x="40862" y="60197"/>
                  </a:lnTo>
                  <a:lnTo>
                    <a:pt x="42386" y="57911"/>
                  </a:lnTo>
                  <a:lnTo>
                    <a:pt x="43910" y="52577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19" name="Google Shape;619;p8"/>
            <p:cNvGrpSpPr/>
            <p:nvPr/>
          </p:nvGrpSpPr>
          <p:grpSpPr>
            <a:xfrm>
              <a:off x="6690359" y="2631948"/>
              <a:ext cx="120912" cy="81915"/>
              <a:chOff x="6690359" y="2631948"/>
              <a:chExt cx="120912" cy="81915"/>
            </a:xfrm>
          </p:grpSpPr>
          <p:sp>
            <p:nvSpPr>
              <p:cNvPr id="620" name="Google Shape;620;p8"/>
              <p:cNvSpPr/>
              <p:nvPr/>
            </p:nvSpPr>
            <p:spPr>
              <a:xfrm>
                <a:off x="6799206" y="2631948"/>
                <a:ext cx="12065" cy="81915"/>
              </a:xfrm>
              <a:custGeom>
                <a:rect b="b" l="l" r="r" t="t"/>
                <a:pathLst>
                  <a:path extrusionOk="0" h="81914" w="12065">
                    <a:moveTo>
                      <a:pt x="6215" y="0"/>
                    </a:moveTo>
                    <a:lnTo>
                      <a:pt x="2809" y="10036"/>
                    </a:lnTo>
                    <a:lnTo>
                      <a:pt x="690" y="19145"/>
                    </a:lnTo>
                    <a:lnTo>
                      <a:pt x="0" y="28396"/>
                    </a:lnTo>
                    <a:lnTo>
                      <a:pt x="881" y="38862"/>
                    </a:lnTo>
                    <a:lnTo>
                      <a:pt x="3286" y="49018"/>
                    </a:lnTo>
                    <a:lnTo>
                      <a:pt x="5834" y="58959"/>
                    </a:lnTo>
                    <a:lnTo>
                      <a:pt x="8381" y="68758"/>
                    </a:lnTo>
                    <a:lnTo>
                      <a:pt x="10787" y="78486"/>
                    </a:lnTo>
                    <a:lnTo>
                      <a:pt x="10787" y="80010"/>
                    </a:lnTo>
                    <a:lnTo>
                      <a:pt x="11549" y="80772"/>
                    </a:lnTo>
                    <a:lnTo>
                      <a:pt x="11549" y="81534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8"/>
              <p:cNvSpPr/>
              <p:nvPr/>
            </p:nvSpPr>
            <p:spPr>
              <a:xfrm>
                <a:off x="6714743" y="2697480"/>
                <a:ext cx="34290" cy="7620"/>
              </a:xfrm>
              <a:custGeom>
                <a:rect b="b" l="l" r="r" t="t"/>
                <a:pathLst>
                  <a:path extrusionOk="0" h="7619" w="34290">
                    <a:moveTo>
                      <a:pt x="0" y="7620"/>
                    </a:moveTo>
                    <a:lnTo>
                      <a:pt x="31242" y="762"/>
                    </a:lnTo>
                    <a:lnTo>
                      <a:pt x="32766" y="762"/>
                    </a:lnTo>
                    <a:lnTo>
                      <a:pt x="34290" y="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8"/>
              <p:cNvSpPr/>
              <p:nvPr/>
            </p:nvSpPr>
            <p:spPr>
              <a:xfrm>
                <a:off x="6690359" y="2664714"/>
                <a:ext cx="33655" cy="2540"/>
              </a:xfrm>
              <a:custGeom>
                <a:rect b="b" l="l" r="r" t="t"/>
                <a:pathLst>
                  <a:path extrusionOk="0" h="2539" w="33654">
                    <a:moveTo>
                      <a:pt x="0" y="0"/>
                    </a:moveTo>
                    <a:lnTo>
                      <a:pt x="8203" y="1000"/>
                    </a:lnTo>
                    <a:lnTo>
                      <a:pt x="15906" y="1714"/>
                    </a:lnTo>
                    <a:lnTo>
                      <a:pt x="23467" y="2143"/>
                    </a:lnTo>
                    <a:lnTo>
                      <a:pt x="31242" y="2285"/>
                    </a:lnTo>
                    <a:lnTo>
                      <a:pt x="32004" y="2285"/>
                    </a:lnTo>
                    <a:lnTo>
                      <a:pt x="32766" y="2285"/>
                    </a:lnTo>
                    <a:lnTo>
                      <a:pt x="33528" y="2285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3" name="Google Shape;623;p8"/>
            <p:cNvSpPr/>
            <p:nvPr/>
          </p:nvSpPr>
          <p:spPr>
            <a:xfrm>
              <a:off x="6605016" y="2609850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4" name="Google Shape;624;p8"/>
          <p:cNvGrpSpPr/>
          <p:nvPr/>
        </p:nvGrpSpPr>
        <p:grpSpPr>
          <a:xfrm>
            <a:off x="1363555" y="5287232"/>
            <a:ext cx="7945713" cy="1558650"/>
            <a:chOff x="2711183" y="4894861"/>
            <a:chExt cx="7277125" cy="1380983"/>
          </a:xfrm>
        </p:grpSpPr>
        <p:pic>
          <p:nvPicPr>
            <p:cNvPr id="625" name="Google Shape;625;p8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7261847" y="5034521"/>
              <a:ext cx="80035" cy="10213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26" name="Google Shape;626;p8"/>
            <p:cNvGrpSpPr/>
            <p:nvPr/>
          </p:nvGrpSpPr>
          <p:grpSpPr>
            <a:xfrm>
              <a:off x="7474254" y="5109959"/>
              <a:ext cx="264630" cy="199669"/>
              <a:chOff x="7474254" y="5109959"/>
              <a:chExt cx="264630" cy="199669"/>
            </a:xfrm>
          </p:grpSpPr>
          <p:pic>
            <p:nvPicPr>
              <p:cNvPr id="627" name="Google Shape;627;p8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7474254" y="5109959"/>
                <a:ext cx="145091" cy="10822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28" name="Google Shape;628;p8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7642847" y="5179301"/>
                <a:ext cx="96037" cy="13032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29" name="Google Shape;629;p8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2711183" y="5386565"/>
              <a:ext cx="464845" cy="2994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0" name="Google Shape;630;p8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3343452" y="5404734"/>
              <a:ext cx="109181" cy="16412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1" name="Google Shape;631;p8"/>
            <p:cNvGrpSpPr/>
            <p:nvPr/>
          </p:nvGrpSpPr>
          <p:grpSpPr>
            <a:xfrm>
              <a:off x="3521951" y="5187683"/>
              <a:ext cx="196621" cy="386359"/>
              <a:chOff x="3521951" y="5187683"/>
              <a:chExt cx="196621" cy="386359"/>
            </a:xfrm>
          </p:grpSpPr>
          <p:pic>
            <p:nvPicPr>
              <p:cNvPr id="632" name="Google Shape;632;p8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3521951" y="5400186"/>
                <a:ext cx="166141" cy="1738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33" name="Google Shape;633;p8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3619392" y="5187683"/>
                <a:ext cx="99180" cy="16992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34" name="Google Shape;634;p8"/>
            <p:cNvGrpSpPr/>
            <p:nvPr/>
          </p:nvGrpSpPr>
          <p:grpSpPr>
            <a:xfrm>
              <a:off x="4150613" y="5393423"/>
              <a:ext cx="336817" cy="108991"/>
              <a:chOff x="4150613" y="5393423"/>
              <a:chExt cx="336817" cy="108991"/>
            </a:xfrm>
          </p:grpSpPr>
          <p:sp>
            <p:nvSpPr>
              <p:cNvPr id="635" name="Google Shape;635;p8"/>
              <p:cNvSpPr/>
              <p:nvPr/>
            </p:nvSpPr>
            <p:spPr>
              <a:xfrm>
                <a:off x="4150613" y="5432297"/>
                <a:ext cx="269875" cy="23495"/>
              </a:xfrm>
              <a:custGeom>
                <a:rect b="b" l="l" r="r" t="t"/>
                <a:pathLst>
                  <a:path extrusionOk="0" h="23495" w="269875">
                    <a:moveTo>
                      <a:pt x="0" y="15240"/>
                    </a:moveTo>
                    <a:lnTo>
                      <a:pt x="15120" y="20609"/>
                    </a:lnTo>
                    <a:lnTo>
                      <a:pt x="30099" y="22764"/>
                    </a:lnTo>
                    <a:lnTo>
                      <a:pt x="45648" y="23062"/>
                    </a:lnTo>
                    <a:lnTo>
                      <a:pt x="62484" y="22860"/>
                    </a:lnTo>
                    <a:lnTo>
                      <a:pt x="87177" y="22038"/>
                    </a:lnTo>
                    <a:lnTo>
                      <a:pt x="112014" y="20859"/>
                    </a:lnTo>
                    <a:lnTo>
                      <a:pt x="136850" y="19538"/>
                    </a:lnTo>
                    <a:lnTo>
                      <a:pt x="161544" y="18288"/>
                    </a:lnTo>
                    <a:lnTo>
                      <a:pt x="184392" y="17680"/>
                    </a:lnTo>
                    <a:lnTo>
                      <a:pt x="207168" y="16859"/>
                    </a:lnTo>
                    <a:lnTo>
                      <a:pt x="229802" y="15609"/>
                    </a:lnTo>
                    <a:lnTo>
                      <a:pt x="252222" y="13716"/>
                    </a:lnTo>
                    <a:lnTo>
                      <a:pt x="258318" y="13716"/>
                    </a:lnTo>
                    <a:lnTo>
                      <a:pt x="263652" y="13716"/>
                    </a:lnTo>
                    <a:lnTo>
                      <a:pt x="269748" y="12954"/>
                    </a:lnTo>
                    <a:lnTo>
                      <a:pt x="268986" y="12954"/>
                    </a:lnTo>
                    <a:lnTo>
                      <a:pt x="268224" y="12954"/>
                    </a:lnTo>
                    <a:lnTo>
                      <a:pt x="267462" y="12954"/>
                    </a:lnTo>
                    <a:lnTo>
                      <a:pt x="262128" y="12954"/>
                    </a:lnTo>
                    <a:lnTo>
                      <a:pt x="255270" y="13716"/>
                    </a:lnTo>
                    <a:lnTo>
                      <a:pt x="249936" y="11430"/>
                    </a:lnTo>
                    <a:lnTo>
                      <a:pt x="244602" y="8382"/>
                    </a:lnTo>
                    <a:lnTo>
                      <a:pt x="245364" y="5334"/>
                    </a:lnTo>
                    <a:lnTo>
                      <a:pt x="244602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36" name="Google Shape;636;p8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4366247" y="5393423"/>
                <a:ext cx="121183" cy="10899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37" name="Google Shape;637;p8"/>
            <p:cNvSpPr/>
            <p:nvPr/>
          </p:nvSpPr>
          <p:spPr>
            <a:xfrm>
              <a:off x="6115050" y="5359146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8"/>
                  </a:moveTo>
                  <a:lnTo>
                    <a:pt x="0" y="11430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1430"/>
                  </a:lnTo>
                  <a:lnTo>
                    <a:pt x="15239" y="7620"/>
                  </a:lnTo>
                  <a:lnTo>
                    <a:pt x="15239" y="3048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6329171" y="5323332"/>
              <a:ext cx="9525" cy="13335"/>
            </a:xfrm>
            <a:custGeom>
              <a:rect b="b" l="l" r="r" t="t"/>
              <a:pathLst>
                <a:path extrusionOk="0" h="13335" w="9525">
                  <a:moveTo>
                    <a:pt x="0" y="12954"/>
                  </a:moveTo>
                  <a:lnTo>
                    <a:pt x="3047" y="8382"/>
                  </a:lnTo>
                  <a:lnTo>
                    <a:pt x="6095" y="4572"/>
                  </a:lnTo>
                  <a:lnTo>
                    <a:pt x="9143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6484620" y="5321808"/>
              <a:ext cx="16510" cy="15240"/>
            </a:xfrm>
            <a:custGeom>
              <a:rect b="b" l="l" r="r" t="t"/>
              <a:pathLst>
                <a:path extrusionOk="0" h="15239" w="16510">
                  <a:moveTo>
                    <a:pt x="0" y="3047"/>
                  </a:moveTo>
                  <a:lnTo>
                    <a:pt x="0" y="12191"/>
                  </a:lnTo>
                  <a:lnTo>
                    <a:pt x="3809" y="15239"/>
                  </a:lnTo>
                  <a:lnTo>
                    <a:pt x="12191" y="15239"/>
                  </a:lnTo>
                  <a:lnTo>
                    <a:pt x="16001" y="12191"/>
                  </a:lnTo>
                  <a:lnTo>
                    <a:pt x="16001" y="7619"/>
                  </a:lnTo>
                  <a:lnTo>
                    <a:pt x="16001" y="3047"/>
                  </a:lnTo>
                  <a:lnTo>
                    <a:pt x="12191" y="0"/>
                  </a:lnTo>
                  <a:lnTo>
                    <a:pt x="3809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6931152" y="5313045"/>
              <a:ext cx="36830" cy="64769"/>
            </a:xfrm>
            <a:custGeom>
              <a:rect b="b" l="l" r="r" t="t"/>
              <a:pathLst>
                <a:path extrusionOk="0" h="64770" w="36829">
                  <a:moveTo>
                    <a:pt x="6857" y="4953"/>
                  </a:moveTo>
                  <a:lnTo>
                    <a:pt x="16216" y="2047"/>
                  </a:lnTo>
                  <a:lnTo>
                    <a:pt x="25145" y="0"/>
                  </a:lnTo>
                  <a:lnTo>
                    <a:pt x="32361" y="1952"/>
                  </a:lnTo>
                  <a:lnTo>
                    <a:pt x="36575" y="11049"/>
                  </a:lnTo>
                  <a:lnTo>
                    <a:pt x="36421" y="21478"/>
                  </a:lnTo>
                  <a:lnTo>
                    <a:pt x="10477" y="56578"/>
                  </a:lnTo>
                  <a:lnTo>
                    <a:pt x="5453" y="60483"/>
                  </a:lnTo>
                  <a:lnTo>
                    <a:pt x="0" y="64389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41" name="Google Shape;641;p8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7083538" y="5199113"/>
              <a:ext cx="346735" cy="1821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2" name="Google Shape;642;p8"/>
            <p:cNvSpPr/>
            <p:nvPr/>
          </p:nvSpPr>
          <p:spPr>
            <a:xfrm>
              <a:off x="7798307" y="4894861"/>
              <a:ext cx="190500" cy="476884"/>
            </a:xfrm>
            <a:custGeom>
              <a:rect b="b" l="l" r="r" t="t"/>
              <a:pathLst>
                <a:path extrusionOk="0" h="476885" w="190500">
                  <a:moveTo>
                    <a:pt x="33527" y="29182"/>
                  </a:moveTo>
                  <a:lnTo>
                    <a:pt x="80248" y="10644"/>
                  </a:lnTo>
                  <a:lnTo>
                    <a:pt x="122777" y="1083"/>
                  </a:lnTo>
                  <a:lnTo>
                    <a:pt x="136314" y="0"/>
                  </a:lnTo>
                  <a:lnTo>
                    <a:pt x="149351" y="988"/>
                  </a:lnTo>
                  <a:lnTo>
                    <a:pt x="173974" y="51446"/>
                  </a:lnTo>
                  <a:lnTo>
                    <a:pt x="175402" y="99881"/>
                  </a:lnTo>
                  <a:lnTo>
                    <a:pt x="175259" y="123670"/>
                  </a:lnTo>
                  <a:lnTo>
                    <a:pt x="175283" y="154078"/>
                  </a:lnTo>
                  <a:lnTo>
                    <a:pt x="175902" y="215181"/>
                  </a:lnTo>
                  <a:lnTo>
                    <a:pt x="178796" y="279308"/>
                  </a:lnTo>
                  <a:lnTo>
                    <a:pt x="185677" y="346745"/>
                  </a:lnTo>
                  <a:lnTo>
                    <a:pt x="188975" y="380464"/>
                  </a:lnTo>
                  <a:lnTo>
                    <a:pt x="189857" y="396025"/>
                  </a:lnTo>
                  <a:lnTo>
                    <a:pt x="190309" y="411801"/>
                  </a:lnTo>
                  <a:lnTo>
                    <a:pt x="190476" y="427720"/>
                  </a:lnTo>
                  <a:lnTo>
                    <a:pt x="190499" y="443710"/>
                  </a:lnTo>
                  <a:lnTo>
                    <a:pt x="189785" y="450449"/>
                  </a:lnTo>
                  <a:lnTo>
                    <a:pt x="184403" y="472666"/>
                  </a:lnTo>
                  <a:lnTo>
                    <a:pt x="183641" y="474190"/>
                  </a:lnTo>
                  <a:lnTo>
                    <a:pt x="179831" y="473428"/>
                  </a:lnTo>
                  <a:lnTo>
                    <a:pt x="178307" y="472666"/>
                  </a:lnTo>
                  <a:lnTo>
                    <a:pt x="175259" y="471142"/>
                  </a:lnTo>
                  <a:lnTo>
                    <a:pt x="166794" y="468141"/>
                  </a:lnTo>
                  <a:lnTo>
                    <a:pt x="158400" y="465998"/>
                  </a:lnTo>
                  <a:lnTo>
                    <a:pt x="149863" y="464712"/>
                  </a:lnTo>
                  <a:lnTo>
                    <a:pt x="140969" y="464284"/>
                  </a:lnTo>
                  <a:lnTo>
                    <a:pt x="126563" y="463438"/>
                  </a:lnTo>
                  <a:lnTo>
                    <a:pt x="83057" y="465046"/>
                  </a:lnTo>
                  <a:lnTo>
                    <a:pt x="45231" y="472332"/>
                  </a:lnTo>
                  <a:lnTo>
                    <a:pt x="32765" y="474952"/>
                  </a:lnTo>
                  <a:lnTo>
                    <a:pt x="24431" y="476154"/>
                  </a:lnTo>
                  <a:lnTo>
                    <a:pt x="16382" y="476571"/>
                  </a:lnTo>
                  <a:lnTo>
                    <a:pt x="8334" y="476559"/>
                  </a:lnTo>
                  <a:lnTo>
                    <a:pt x="0" y="47647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43" name="Google Shape;643;p8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4920388" y="5240558"/>
              <a:ext cx="3008234" cy="10109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4" name="Google Shape;644;p8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8903957" y="5474635"/>
              <a:ext cx="1084351" cy="57260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45" name="Google Shape;645;p8"/>
            <p:cNvGrpSpPr/>
            <p:nvPr/>
          </p:nvGrpSpPr>
          <p:grpSpPr>
            <a:xfrm>
              <a:off x="5353037" y="5942063"/>
              <a:ext cx="365023" cy="333781"/>
              <a:chOff x="5353037" y="5942063"/>
              <a:chExt cx="365023" cy="333781"/>
            </a:xfrm>
          </p:grpSpPr>
          <p:pic>
            <p:nvPicPr>
              <p:cNvPr id="646" name="Google Shape;646;p8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5353037" y="6076175"/>
                <a:ext cx="365023" cy="19966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47" name="Google Shape;647;p8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5570207" y="5942063"/>
                <a:ext cx="78511" cy="1036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48" name="Google Shape;648;p8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5772494" y="6006071"/>
              <a:ext cx="230554" cy="23091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49" name="Google Shape;649;p8"/>
            <p:cNvGrpSpPr/>
            <p:nvPr/>
          </p:nvGrpSpPr>
          <p:grpSpPr>
            <a:xfrm>
              <a:off x="6128004" y="6012942"/>
              <a:ext cx="94869" cy="72517"/>
              <a:chOff x="6128004" y="6012942"/>
              <a:chExt cx="94869" cy="72517"/>
            </a:xfrm>
          </p:grpSpPr>
          <p:sp>
            <p:nvSpPr>
              <p:cNvPr id="650" name="Google Shape;650;p8"/>
              <p:cNvSpPr/>
              <p:nvPr/>
            </p:nvSpPr>
            <p:spPr>
              <a:xfrm>
                <a:off x="6128004" y="6012942"/>
                <a:ext cx="53340" cy="13335"/>
              </a:xfrm>
              <a:custGeom>
                <a:rect b="b" l="l" r="r" t="t"/>
                <a:pathLst>
                  <a:path extrusionOk="0" h="13335" w="53339">
                    <a:moveTo>
                      <a:pt x="0" y="0"/>
                    </a:moveTo>
                    <a:lnTo>
                      <a:pt x="9596" y="2274"/>
                    </a:lnTo>
                    <a:lnTo>
                      <a:pt x="19050" y="4476"/>
                    </a:lnTo>
                    <a:lnTo>
                      <a:pt x="28503" y="6536"/>
                    </a:lnTo>
                    <a:lnTo>
                      <a:pt x="38100" y="8381"/>
                    </a:lnTo>
                    <a:lnTo>
                      <a:pt x="44196" y="9905"/>
                    </a:lnTo>
                    <a:lnTo>
                      <a:pt x="49530" y="11429"/>
                    </a:lnTo>
                    <a:lnTo>
                      <a:pt x="53340" y="12953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8"/>
              <p:cNvSpPr/>
              <p:nvPr/>
            </p:nvSpPr>
            <p:spPr>
              <a:xfrm>
                <a:off x="6140958" y="6074664"/>
                <a:ext cx="81915" cy="10795"/>
              </a:xfrm>
              <a:custGeom>
                <a:rect b="b" l="l" r="r" t="t"/>
                <a:pathLst>
                  <a:path extrusionOk="0" h="10795" w="81914">
                    <a:moveTo>
                      <a:pt x="0" y="6095"/>
                    </a:moveTo>
                    <a:lnTo>
                      <a:pt x="13811" y="8501"/>
                    </a:lnTo>
                    <a:lnTo>
                      <a:pt x="27051" y="9905"/>
                    </a:lnTo>
                    <a:lnTo>
                      <a:pt x="40290" y="10167"/>
                    </a:lnTo>
                    <a:lnTo>
                      <a:pt x="54102" y="9143"/>
                    </a:lnTo>
                    <a:lnTo>
                      <a:pt x="61602" y="7715"/>
                    </a:lnTo>
                    <a:lnTo>
                      <a:pt x="68389" y="5714"/>
                    </a:lnTo>
                    <a:lnTo>
                      <a:pt x="74890" y="3143"/>
                    </a:lnTo>
                    <a:lnTo>
                      <a:pt x="81534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652" name="Google Shape;652;p8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7998700" y="5822977"/>
              <a:ext cx="135661" cy="11089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53" name="Google Shape;653;p8"/>
            <p:cNvGrpSpPr/>
            <p:nvPr/>
          </p:nvGrpSpPr>
          <p:grpSpPr>
            <a:xfrm>
              <a:off x="8173973" y="5617463"/>
              <a:ext cx="224282" cy="478790"/>
              <a:chOff x="8173973" y="5617463"/>
              <a:chExt cx="224282" cy="478790"/>
            </a:xfrm>
          </p:grpSpPr>
          <p:sp>
            <p:nvSpPr>
              <p:cNvPr id="654" name="Google Shape;654;p8"/>
              <p:cNvSpPr/>
              <p:nvPr/>
            </p:nvSpPr>
            <p:spPr>
              <a:xfrm>
                <a:off x="8186927" y="5913881"/>
                <a:ext cx="20320" cy="64135"/>
              </a:xfrm>
              <a:custGeom>
                <a:rect b="b" l="l" r="r" t="t"/>
                <a:pathLst>
                  <a:path extrusionOk="0" h="64135" w="20320">
                    <a:moveTo>
                      <a:pt x="0" y="0"/>
                    </a:moveTo>
                    <a:lnTo>
                      <a:pt x="988" y="9155"/>
                    </a:lnTo>
                    <a:lnTo>
                      <a:pt x="1619" y="18383"/>
                    </a:lnTo>
                    <a:lnTo>
                      <a:pt x="1821" y="27753"/>
                    </a:lnTo>
                    <a:lnTo>
                      <a:pt x="1524" y="37338"/>
                    </a:lnTo>
                    <a:lnTo>
                      <a:pt x="1524" y="44958"/>
                    </a:lnTo>
                    <a:lnTo>
                      <a:pt x="762" y="52578"/>
                    </a:lnTo>
                    <a:lnTo>
                      <a:pt x="762" y="60198"/>
                    </a:lnTo>
                    <a:lnTo>
                      <a:pt x="762" y="62484"/>
                    </a:lnTo>
                    <a:lnTo>
                      <a:pt x="762" y="63246"/>
                    </a:lnTo>
                    <a:lnTo>
                      <a:pt x="1524" y="64008"/>
                    </a:lnTo>
                    <a:lnTo>
                      <a:pt x="8382" y="64008"/>
                    </a:lnTo>
                    <a:lnTo>
                      <a:pt x="11430" y="64008"/>
                    </a:lnTo>
                    <a:lnTo>
                      <a:pt x="16002" y="57912"/>
                    </a:lnTo>
                    <a:lnTo>
                      <a:pt x="17526" y="56388"/>
                    </a:lnTo>
                    <a:lnTo>
                      <a:pt x="18288" y="54102"/>
                    </a:lnTo>
                    <a:lnTo>
                      <a:pt x="19812" y="51816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8"/>
              <p:cNvSpPr/>
              <p:nvPr/>
            </p:nvSpPr>
            <p:spPr>
              <a:xfrm>
                <a:off x="8173973" y="5865113"/>
                <a:ext cx="16510" cy="16510"/>
              </a:xfrm>
              <a:custGeom>
                <a:rect b="b" l="l" r="r" t="t"/>
                <a:pathLst>
                  <a:path extrusionOk="0" h="16510" w="16509">
                    <a:moveTo>
                      <a:pt x="0" y="3809"/>
                    </a:moveTo>
                    <a:lnTo>
                      <a:pt x="0" y="12191"/>
                    </a:lnTo>
                    <a:lnTo>
                      <a:pt x="3809" y="16001"/>
                    </a:lnTo>
                    <a:lnTo>
                      <a:pt x="12191" y="16001"/>
                    </a:lnTo>
                    <a:lnTo>
                      <a:pt x="16001" y="12191"/>
                    </a:lnTo>
                    <a:lnTo>
                      <a:pt x="16001" y="7619"/>
                    </a:lnTo>
                    <a:lnTo>
                      <a:pt x="16001" y="3809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809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8"/>
              <p:cNvSpPr/>
              <p:nvPr/>
            </p:nvSpPr>
            <p:spPr>
              <a:xfrm>
                <a:off x="8258555" y="5617463"/>
                <a:ext cx="139700" cy="478790"/>
              </a:xfrm>
              <a:custGeom>
                <a:rect b="b" l="l" r="r" t="t"/>
                <a:pathLst>
                  <a:path extrusionOk="0" h="478789" w="139700">
                    <a:moveTo>
                      <a:pt x="14477" y="0"/>
                    </a:moveTo>
                    <a:lnTo>
                      <a:pt x="55947" y="35254"/>
                    </a:lnTo>
                    <a:lnTo>
                      <a:pt x="86641" y="76366"/>
                    </a:lnTo>
                    <a:lnTo>
                      <a:pt x="116574" y="131945"/>
                    </a:lnTo>
                    <a:lnTo>
                      <a:pt x="134790" y="194595"/>
                    </a:lnTo>
                    <a:lnTo>
                      <a:pt x="139576" y="261747"/>
                    </a:lnTo>
                    <a:lnTo>
                      <a:pt x="136397" y="294894"/>
                    </a:lnTo>
                    <a:lnTo>
                      <a:pt x="117443" y="354330"/>
                    </a:lnTo>
                    <a:lnTo>
                      <a:pt x="85343" y="406908"/>
                    </a:lnTo>
                    <a:lnTo>
                      <a:pt x="53530" y="445770"/>
                    </a:lnTo>
                    <a:lnTo>
                      <a:pt x="13715" y="475488"/>
                    </a:lnTo>
                    <a:lnTo>
                      <a:pt x="4571" y="477012"/>
                    </a:lnTo>
                    <a:lnTo>
                      <a:pt x="0" y="478536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657" name="Google Shape;657;p8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8564105" y="5827001"/>
              <a:ext cx="95275" cy="669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58" name="Google Shape;658;p8"/>
            <p:cNvGrpSpPr/>
            <p:nvPr/>
          </p:nvGrpSpPr>
          <p:grpSpPr>
            <a:xfrm>
              <a:off x="8922162" y="5973318"/>
              <a:ext cx="186036" cy="114808"/>
              <a:chOff x="8922162" y="5973318"/>
              <a:chExt cx="186036" cy="114808"/>
            </a:xfrm>
          </p:grpSpPr>
          <p:sp>
            <p:nvSpPr>
              <p:cNvPr id="659" name="Google Shape;659;p8"/>
              <p:cNvSpPr/>
              <p:nvPr/>
            </p:nvSpPr>
            <p:spPr>
              <a:xfrm>
                <a:off x="8922162" y="6010656"/>
                <a:ext cx="33020" cy="77470"/>
              </a:xfrm>
              <a:custGeom>
                <a:rect b="b" l="l" r="r" t="t"/>
                <a:pathLst>
                  <a:path extrusionOk="0" h="77470" w="33020">
                    <a:moveTo>
                      <a:pt x="3143" y="0"/>
                    </a:moveTo>
                    <a:lnTo>
                      <a:pt x="892" y="10537"/>
                    </a:lnTo>
                    <a:lnTo>
                      <a:pt x="0" y="18573"/>
                    </a:lnTo>
                    <a:lnTo>
                      <a:pt x="678" y="26467"/>
                    </a:lnTo>
                    <a:lnTo>
                      <a:pt x="3143" y="36576"/>
                    </a:lnTo>
                    <a:lnTo>
                      <a:pt x="5417" y="44005"/>
                    </a:lnTo>
                    <a:lnTo>
                      <a:pt x="7619" y="51435"/>
                    </a:lnTo>
                    <a:lnTo>
                      <a:pt x="9679" y="58864"/>
                    </a:lnTo>
                    <a:lnTo>
                      <a:pt x="11525" y="66294"/>
                    </a:lnTo>
                    <a:lnTo>
                      <a:pt x="13049" y="70866"/>
                    </a:lnTo>
                    <a:lnTo>
                      <a:pt x="13049" y="73152"/>
                    </a:lnTo>
                    <a:lnTo>
                      <a:pt x="15335" y="76962"/>
                    </a:lnTo>
                    <a:lnTo>
                      <a:pt x="22193" y="76200"/>
                    </a:lnTo>
                    <a:lnTo>
                      <a:pt x="23717" y="75438"/>
                    </a:lnTo>
                    <a:lnTo>
                      <a:pt x="28289" y="67818"/>
                    </a:lnTo>
                    <a:lnTo>
                      <a:pt x="29813" y="64770"/>
                    </a:lnTo>
                    <a:lnTo>
                      <a:pt x="31337" y="62484"/>
                    </a:lnTo>
                    <a:lnTo>
                      <a:pt x="32861" y="59436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8"/>
              <p:cNvSpPr/>
              <p:nvPr/>
            </p:nvSpPr>
            <p:spPr>
              <a:xfrm>
                <a:off x="8925306" y="5973318"/>
                <a:ext cx="14604" cy="0"/>
              </a:xfrm>
              <a:custGeom>
                <a:rect b="b" l="l" r="r" t="t"/>
                <a:pathLst>
                  <a:path extrusionOk="0" h="120000" w="14604">
                    <a:moveTo>
                      <a:pt x="0" y="0"/>
                    </a:moveTo>
                    <a:lnTo>
                      <a:pt x="4572" y="0"/>
                    </a:lnTo>
                    <a:lnTo>
                      <a:pt x="9906" y="0"/>
                    </a:lnTo>
                    <a:lnTo>
                      <a:pt x="14478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61" name="Google Shape;661;p8"/>
              <p:cNvPicPr preferRelativeResize="0"/>
              <p:nvPr/>
            </p:nvPicPr>
            <p:blipFill rotWithShape="1">
              <a:blip r:embed="rId50">
                <a:alphaModFix/>
              </a:blip>
              <a:srcRect b="0" l="0" r="0" t="0"/>
              <a:stretch/>
            </p:blipFill>
            <p:spPr>
              <a:xfrm>
                <a:off x="8993111" y="5980163"/>
                <a:ext cx="115087" cy="8841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62" name="Google Shape;662;p8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8988538" y="5516867"/>
              <a:ext cx="67271" cy="876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63" name="Google Shape;663;p8"/>
          <p:cNvSpPr txBox="1"/>
          <p:nvPr/>
        </p:nvSpPr>
        <p:spPr>
          <a:xfrm>
            <a:off x="1975182" y="7142143"/>
            <a:ext cx="7135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obtain compressed representation only by knowing alphas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8" name="Google Shape;668;p9"/>
          <p:cNvGrpSpPr/>
          <p:nvPr/>
        </p:nvGrpSpPr>
        <p:grpSpPr>
          <a:xfrm>
            <a:off x="1473292" y="718606"/>
            <a:ext cx="7839550" cy="730847"/>
            <a:chOff x="3289220" y="2054351"/>
            <a:chExt cx="6618175" cy="568199"/>
          </a:xfrm>
        </p:grpSpPr>
        <p:grpSp>
          <p:nvGrpSpPr>
            <p:cNvPr id="669" name="Google Shape;669;p9"/>
            <p:cNvGrpSpPr/>
            <p:nvPr/>
          </p:nvGrpSpPr>
          <p:grpSpPr>
            <a:xfrm>
              <a:off x="3289220" y="2201417"/>
              <a:ext cx="184750" cy="283477"/>
              <a:chOff x="3289220" y="2201417"/>
              <a:chExt cx="184750" cy="283477"/>
            </a:xfrm>
          </p:grpSpPr>
          <p:sp>
            <p:nvSpPr>
              <p:cNvPr id="670" name="Google Shape;670;p9"/>
              <p:cNvSpPr/>
              <p:nvPr/>
            </p:nvSpPr>
            <p:spPr>
              <a:xfrm>
                <a:off x="3289220" y="2201417"/>
                <a:ext cx="167640" cy="249554"/>
              </a:xfrm>
              <a:custGeom>
                <a:rect b="b" l="l" r="r" t="t"/>
                <a:pathLst>
                  <a:path extrusionOk="0" h="249555" w="167639">
                    <a:moveTo>
                      <a:pt x="36147" y="0"/>
                    </a:moveTo>
                    <a:lnTo>
                      <a:pt x="6429" y="34290"/>
                    </a:lnTo>
                    <a:lnTo>
                      <a:pt x="333" y="78486"/>
                    </a:lnTo>
                    <a:lnTo>
                      <a:pt x="0" y="100941"/>
                    </a:lnTo>
                    <a:lnTo>
                      <a:pt x="1095" y="122682"/>
                    </a:lnTo>
                    <a:lnTo>
                      <a:pt x="8810" y="173831"/>
                    </a:lnTo>
                    <a:lnTo>
                      <a:pt x="28527" y="220979"/>
                    </a:lnTo>
                    <a:lnTo>
                      <a:pt x="71711" y="249162"/>
                    </a:lnTo>
                    <a:lnTo>
                      <a:pt x="89487" y="248411"/>
                    </a:lnTo>
                    <a:lnTo>
                      <a:pt x="125301" y="227837"/>
                    </a:lnTo>
                    <a:lnTo>
                      <a:pt x="151971" y="195833"/>
                    </a:lnTo>
                    <a:lnTo>
                      <a:pt x="165592" y="157733"/>
                    </a:lnTo>
                    <a:lnTo>
                      <a:pt x="167294" y="137326"/>
                    </a:lnTo>
                    <a:lnTo>
                      <a:pt x="164925" y="117347"/>
                    </a:lnTo>
                    <a:lnTo>
                      <a:pt x="145303" y="76961"/>
                    </a:lnTo>
                    <a:lnTo>
                      <a:pt x="115395" y="43433"/>
                    </a:lnTo>
                    <a:lnTo>
                      <a:pt x="73282" y="11072"/>
                    </a:lnTo>
                    <a:lnTo>
                      <a:pt x="34766" y="2095"/>
                    </a:lnTo>
                    <a:lnTo>
                      <a:pt x="25479" y="17526"/>
                    </a:lnTo>
                    <a:lnTo>
                      <a:pt x="25479" y="2438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71" name="Google Shape;671;p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35261" y="2341613"/>
                <a:ext cx="138709" cy="14328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72" name="Google Shape;672;p9"/>
            <p:cNvGrpSpPr/>
            <p:nvPr/>
          </p:nvGrpSpPr>
          <p:grpSpPr>
            <a:xfrm>
              <a:off x="3518903" y="2210561"/>
              <a:ext cx="550427" cy="250424"/>
              <a:chOff x="3518903" y="2210561"/>
              <a:chExt cx="550427" cy="250424"/>
            </a:xfrm>
          </p:grpSpPr>
          <p:pic>
            <p:nvPicPr>
              <p:cNvPr id="673" name="Google Shape;673;p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518903" y="2210561"/>
                <a:ext cx="380263" cy="2504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74" name="Google Shape;674;p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924287" y="2243696"/>
                <a:ext cx="145043" cy="1421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75" name="Google Shape;675;p9"/>
            <p:cNvSpPr/>
            <p:nvPr/>
          </p:nvSpPr>
          <p:spPr>
            <a:xfrm>
              <a:off x="3380994" y="2514600"/>
              <a:ext cx="712470" cy="107950"/>
            </a:xfrm>
            <a:custGeom>
              <a:rect b="b" l="l" r="r" t="t"/>
              <a:pathLst>
                <a:path extrusionOk="0" h="107950" w="712470">
                  <a:moveTo>
                    <a:pt x="0" y="107442"/>
                  </a:moveTo>
                  <a:lnTo>
                    <a:pt x="53054" y="98298"/>
                  </a:lnTo>
                  <a:lnTo>
                    <a:pt x="106680" y="93726"/>
                  </a:lnTo>
                  <a:lnTo>
                    <a:pt x="155222" y="90659"/>
                  </a:lnTo>
                  <a:lnTo>
                    <a:pt x="203874" y="87666"/>
                  </a:lnTo>
                  <a:lnTo>
                    <a:pt x="252563" y="84453"/>
                  </a:lnTo>
                  <a:lnTo>
                    <a:pt x="301215" y="80729"/>
                  </a:lnTo>
                  <a:lnTo>
                    <a:pt x="349758" y="76200"/>
                  </a:lnTo>
                  <a:lnTo>
                    <a:pt x="396928" y="70987"/>
                  </a:lnTo>
                  <a:lnTo>
                    <a:pt x="444209" y="65410"/>
                  </a:lnTo>
                  <a:lnTo>
                    <a:pt x="491526" y="59466"/>
                  </a:lnTo>
                  <a:lnTo>
                    <a:pt x="538807" y="53157"/>
                  </a:lnTo>
                  <a:lnTo>
                    <a:pt x="585978" y="46482"/>
                  </a:lnTo>
                  <a:lnTo>
                    <a:pt x="611564" y="43029"/>
                  </a:lnTo>
                  <a:lnTo>
                    <a:pt x="636936" y="39433"/>
                  </a:lnTo>
                  <a:lnTo>
                    <a:pt x="662166" y="35552"/>
                  </a:lnTo>
                  <a:lnTo>
                    <a:pt x="687324" y="31242"/>
                  </a:lnTo>
                  <a:lnTo>
                    <a:pt x="693372" y="30444"/>
                  </a:lnTo>
                  <a:lnTo>
                    <a:pt x="700849" y="28860"/>
                  </a:lnTo>
                  <a:lnTo>
                    <a:pt x="707469" y="25991"/>
                  </a:lnTo>
                  <a:lnTo>
                    <a:pt x="710946" y="21336"/>
                  </a:lnTo>
                  <a:lnTo>
                    <a:pt x="712470" y="14478"/>
                  </a:lnTo>
                  <a:lnTo>
                    <a:pt x="709422" y="6096"/>
                  </a:lnTo>
                  <a:lnTo>
                    <a:pt x="708660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9"/>
            <p:cNvSpPr/>
            <p:nvPr/>
          </p:nvSpPr>
          <p:spPr>
            <a:xfrm>
              <a:off x="4187952" y="2282189"/>
              <a:ext cx="3175" cy="12700"/>
            </a:xfrm>
            <a:custGeom>
              <a:rect b="b" l="l" r="r" t="t"/>
              <a:pathLst>
                <a:path extrusionOk="0" h="12700" w="3175">
                  <a:moveTo>
                    <a:pt x="0" y="0"/>
                  </a:moveTo>
                  <a:lnTo>
                    <a:pt x="762" y="3810"/>
                  </a:lnTo>
                  <a:lnTo>
                    <a:pt x="1524" y="8382"/>
                  </a:lnTo>
                  <a:lnTo>
                    <a:pt x="3048" y="12192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7" name="Google Shape;677;p9"/>
            <p:cNvGrpSpPr/>
            <p:nvPr/>
          </p:nvGrpSpPr>
          <p:grpSpPr>
            <a:xfrm>
              <a:off x="4808969" y="2261603"/>
              <a:ext cx="364070" cy="196621"/>
              <a:chOff x="4808969" y="2261603"/>
              <a:chExt cx="364070" cy="196621"/>
            </a:xfrm>
          </p:grpSpPr>
          <p:pic>
            <p:nvPicPr>
              <p:cNvPr id="678" name="Google Shape;678;p9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4808969" y="2261603"/>
                <a:ext cx="221172" cy="1966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79" name="Google Shape;679;p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052809" y="2284463"/>
                <a:ext cx="120230" cy="1286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80" name="Google Shape;680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449811" y="2235695"/>
              <a:ext cx="170141" cy="17757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81" name="Google Shape;681;p9"/>
            <p:cNvGrpSpPr/>
            <p:nvPr/>
          </p:nvGrpSpPr>
          <p:grpSpPr>
            <a:xfrm>
              <a:off x="5926990" y="2216645"/>
              <a:ext cx="341234" cy="270630"/>
              <a:chOff x="5926990" y="2216645"/>
              <a:chExt cx="341234" cy="270630"/>
            </a:xfrm>
          </p:grpSpPr>
          <p:pic>
            <p:nvPicPr>
              <p:cNvPr id="682" name="Google Shape;682;p9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5926990" y="2255507"/>
                <a:ext cx="89012" cy="23176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83" name="Google Shape;683;p9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6057887" y="2216645"/>
                <a:ext cx="210337" cy="18138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84" name="Google Shape;684;p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760403" y="2199881"/>
              <a:ext cx="262963" cy="30101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85" name="Google Shape;685;p9"/>
            <p:cNvGrpSpPr/>
            <p:nvPr/>
          </p:nvGrpSpPr>
          <p:grpSpPr>
            <a:xfrm>
              <a:off x="7361669" y="2238743"/>
              <a:ext cx="185940" cy="113539"/>
              <a:chOff x="7361669" y="2238743"/>
              <a:chExt cx="185940" cy="113539"/>
            </a:xfrm>
          </p:grpSpPr>
          <p:pic>
            <p:nvPicPr>
              <p:cNvPr id="686" name="Google Shape;686;p9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361669" y="2238743"/>
                <a:ext cx="133375" cy="11353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7" name="Google Shape;687;p9"/>
              <p:cNvSpPr/>
              <p:nvPr/>
            </p:nvSpPr>
            <p:spPr>
              <a:xfrm>
                <a:off x="7536179" y="2266950"/>
                <a:ext cx="11430" cy="75565"/>
              </a:xfrm>
              <a:custGeom>
                <a:rect b="b" l="l" r="r" t="t"/>
                <a:pathLst>
                  <a:path extrusionOk="0" h="75564" w="11429">
                    <a:moveTo>
                      <a:pt x="11429" y="0"/>
                    </a:moveTo>
                    <a:lnTo>
                      <a:pt x="5333" y="48768"/>
                    </a:lnTo>
                    <a:lnTo>
                      <a:pt x="3643" y="55399"/>
                    </a:lnTo>
                    <a:lnTo>
                      <a:pt x="2095" y="61817"/>
                    </a:lnTo>
                    <a:lnTo>
                      <a:pt x="833" y="68377"/>
                    </a:lnTo>
                    <a:lnTo>
                      <a:pt x="0" y="75438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8" name="Google Shape;688;p9"/>
            <p:cNvGrpSpPr/>
            <p:nvPr/>
          </p:nvGrpSpPr>
          <p:grpSpPr>
            <a:xfrm>
              <a:off x="7592568" y="2161781"/>
              <a:ext cx="426732" cy="173297"/>
              <a:chOff x="7592568" y="2161781"/>
              <a:chExt cx="426732" cy="173297"/>
            </a:xfrm>
          </p:grpSpPr>
          <p:sp>
            <p:nvSpPr>
              <p:cNvPr id="689" name="Google Shape;689;p9"/>
              <p:cNvSpPr/>
              <p:nvPr/>
            </p:nvSpPr>
            <p:spPr>
              <a:xfrm>
                <a:off x="7608570" y="2208275"/>
                <a:ext cx="6985" cy="123189"/>
              </a:xfrm>
              <a:custGeom>
                <a:rect b="b" l="l" r="r" t="t"/>
                <a:pathLst>
                  <a:path extrusionOk="0" h="123189" w="6984">
                    <a:moveTo>
                      <a:pt x="6857" y="0"/>
                    </a:moveTo>
                    <a:lnTo>
                      <a:pt x="6607" y="13025"/>
                    </a:lnTo>
                    <a:lnTo>
                      <a:pt x="6000" y="25908"/>
                    </a:lnTo>
                    <a:lnTo>
                      <a:pt x="5250" y="38790"/>
                    </a:lnTo>
                    <a:lnTo>
                      <a:pt x="4571" y="51816"/>
                    </a:lnTo>
                    <a:lnTo>
                      <a:pt x="3786" y="65079"/>
                    </a:lnTo>
                    <a:lnTo>
                      <a:pt x="3428" y="78486"/>
                    </a:lnTo>
                    <a:lnTo>
                      <a:pt x="3071" y="91892"/>
                    </a:lnTo>
                    <a:lnTo>
                      <a:pt x="2285" y="105155"/>
                    </a:lnTo>
                    <a:lnTo>
                      <a:pt x="1523" y="114300"/>
                    </a:lnTo>
                    <a:lnTo>
                      <a:pt x="761" y="117348"/>
                    </a:lnTo>
                    <a:lnTo>
                      <a:pt x="0" y="12268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9"/>
              <p:cNvSpPr/>
              <p:nvPr/>
            </p:nvSpPr>
            <p:spPr>
              <a:xfrm>
                <a:off x="7592568" y="2205227"/>
                <a:ext cx="121920" cy="125095"/>
              </a:xfrm>
              <a:custGeom>
                <a:rect b="b" l="l" r="r" t="t"/>
                <a:pathLst>
                  <a:path extrusionOk="0" h="125094" w="121920">
                    <a:moveTo>
                      <a:pt x="0" y="79248"/>
                    </a:moveTo>
                    <a:lnTo>
                      <a:pt x="8143" y="38421"/>
                    </a:lnTo>
                    <a:lnTo>
                      <a:pt x="39576" y="5976"/>
                    </a:lnTo>
                    <a:lnTo>
                      <a:pt x="60959" y="0"/>
                    </a:lnTo>
                    <a:lnTo>
                      <a:pt x="60959" y="9144"/>
                    </a:lnTo>
                    <a:lnTo>
                      <a:pt x="61721" y="18288"/>
                    </a:lnTo>
                    <a:lnTo>
                      <a:pt x="63138" y="31218"/>
                    </a:lnTo>
                    <a:lnTo>
                      <a:pt x="63912" y="44577"/>
                    </a:lnTo>
                    <a:lnTo>
                      <a:pt x="63972" y="57935"/>
                    </a:lnTo>
                    <a:lnTo>
                      <a:pt x="63246" y="70866"/>
                    </a:lnTo>
                    <a:lnTo>
                      <a:pt x="62448" y="82867"/>
                    </a:lnTo>
                    <a:lnTo>
                      <a:pt x="61436" y="94869"/>
                    </a:lnTo>
                    <a:lnTo>
                      <a:pt x="60567" y="106870"/>
                    </a:lnTo>
                    <a:lnTo>
                      <a:pt x="60198" y="118872"/>
                    </a:lnTo>
                    <a:lnTo>
                      <a:pt x="60198" y="124968"/>
                    </a:lnTo>
                    <a:lnTo>
                      <a:pt x="60960" y="112776"/>
                    </a:lnTo>
                    <a:lnTo>
                      <a:pt x="61722" y="107442"/>
                    </a:lnTo>
                    <a:lnTo>
                      <a:pt x="74473" y="71116"/>
                    </a:lnTo>
                    <a:lnTo>
                      <a:pt x="95250" y="51816"/>
                    </a:lnTo>
                    <a:lnTo>
                      <a:pt x="101346" y="54864"/>
                    </a:lnTo>
                    <a:lnTo>
                      <a:pt x="121062" y="93345"/>
                    </a:lnTo>
                    <a:lnTo>
                      <a:pt x="121431" y="101607"/>
                    </a:lnTo>
                    <a:lnTo>
                      <a:pt x="121157" y="109728"/>
                    </a:lnTo>
                    <a:lnTo>
                      <a:pt x="121157" y="112014"/>
                    </a:lnTo>
                    <a:lnTo>
                      <a:pt x="120396" y="113538"/>
                    </a:lnTo>
                    <a:lnTo>
                      <a:pt x="120396" y="11582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91" name="Google Shape;691;p9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743431" y="2231885"/>
                <a:ext cx="68248" cy="1031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2" name="Google Shape;692;p9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834871" y="2161781"/>
                <a:ext cx="184429" cy="16156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93" name="Google Shape;693;p9"/>
            <p:cNvGrpSpPr/>
            <p:nvPr/>
          </p:nvGrpSpPr>
          <p:grpSpPr>
            <a:xfrm>
              <a:off x="8461962" y="2108454"/>
              <a:ext cx="786253" cy="248919"/>
              <a:chOff x="8461962" y="2108454"/>
              <a:chExt cx="786253" cy="248919"/>
            </a:xfrm>
          </p:grpSpPr>
          <p:sp>
            <p:nvSpPr>
              <p:cNvPr id="694" name="Google Shape;694;p9"/>
              <p:cNvSpPr/>
              <p:nvPr/>
            </p:nvSpPr>
            <p:spPr>
              <a:xfrm>
                <a:off x="8461962" y="2155698"/>
                <a:ext cx="147955" cy="152400"/>
              </a:xfrm>
              <a:custGeom>
                <a:rect b="b" l="l" r="r" t="t"/>
                <a:pathLst>
                  <a:path extrusionOk="0" h="152400" w="147954">
                    <a:moveTo>
                      <a:pt x="46529" y="0"/>
                    </a:moveTo>
                    <a:lnTo>
                      <a:pt x="33528" y="702"/>
                    </a:lnTo>
                    <a:lnTo>
                      <a:pt x="25955" y="6191"/>
                    </a:lnTo>
                    <a:lnTo>
                      <a:pt x="21240" y="16394"/>
                    </a:lnTo>
                    <a:lnTo>
                      <a:pt x="16811" y="31242"/>
                    </a:lnTo>
                    <a:lnTo>
                      <a:pt x="10989" y="50696"/>
                    </a:lnTo>
                    <a:lnTo>
                      <a:pt x="6238" y="70294"/>
                    </a:lnTo>
                    <a:lnTo>
                      <a:pt x="2774" y="90177"/>
                    </a:lnTo>
                    <a:lnTo>
                      <a:pt x="809" y="110489"/>
                    </a:lnTo>
                    <a:lnTo>
                      <a:pt x="0" y="123027"/>
                    </a:lnTo>
                    <a:lnTo>
                      <a:pt x="1190" y="135350"/>
                    </a:lnTo>
                    <a:lnTo>
                      <a:pt x="6381" y="145530"/>
                    </a:lnTo>
                    <a:lnTo>
                      <a:pt x="17573" y="151638"/>
                    </a:lnTo>
                    <a:lnTo>
                      <a:pt x="31468" y="152042"/>
                    </a:lnTo>
                    <a:lnTo>
                      <a:pt x="43576" y="147447"/>
                    </a:lnTo>
                    <a:lnTo>
                      <a:pt x="73937" y="113073"/>
                    </a:lnTo>
                    <a:lnTo>
                      <a:pt x="84939" y="75854"/>
                    </a:lnTo>
                    <a:lnTo>
                      <a:pt x="86153" y="56387"/>
                    </a:lnTo>
                    <a:lnTo>
                      <a:pt x="86153" y="54863"/>
                    </a:lnTo>
                    <a:lnTo>
                      <a:pt x="86153" y="54101"/>
                    </a:lnTo>
                    <a:lnTo>
                      <a:pt x="82343" y="83057"/>
                    </a:lnTo>
                    <a:lnTo>
                      <a:pt x="82593" y="94821"/>
                    </a:lnTo>
                    <a:lnTo>
                      <a:pt x="84343" y="105727"/>
                    </a:lnTo>
                    <a:lnTo>
                      <a:pt x="89094" y="115204"/>
                    </a:lnTo>
                    <a:lnTo>
                      <a:pt x="98345" y="122682"/>
                    </a:lnTo>
                    <a:lnTo>
                      <a:pt x="109930" y="126051"/>
                    </a:lnTo>
                    <a:lnTo>
                      <a:pt x="121300" y="125063"/>
                    </a:lnTo>
                    <a:lnTo>
                      <a:pt x="131671" y="120217"/>
                    </a:lnTo>
                    <a:lnTo>
                      <a:pt x="140255" y="112013"/>
                    </a:lnTo>
                    <a:lnTo>
                      <a:pt x="146220" y="100024"/>
                    </a:lnTo>
                    <a:lnTo>
                      <a:pt x="147399" y="87534"/>
                    </a:lnTo>
                    <a:lnTo>
                      <a:pt x="144434" y="75473"/>
                    </a:lnTo>
                    <a:lnTo>
                      <a:pt x="117681" y="46386"/>
                    </a:lnTo>
                    <a:lnTo>
                      <a:pt x="92249" y="36575"/>
                    </a:lnTo>
                    <a:lnTo>
                      <a:pt x="91487" y="36575"/>
                    </a:lnTo>
                    <a:lnTo>
                      <a:pt x="90725" y="36575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9"/>
              <p:cNvSpPr/>
              <p:nvPr/>
            </p:nvSpPr>
            <p:spPr>
              <a:xfrm>
                <a:off x="8636508" y="2200656"/>
                <a:ext cx="139065" cy="94615"/>
              </a:xfrm>
              <a:custGeom>
                <a:rect b="b" l="l" r="r" t="t"/>
                <a:pathLst>
                  <a:path extrusionOk="0" h="94614" w="139065">
                    <a:moveTo>
                      <a:pt x="7620" y="0"/>
                    </a:moveTo>
                    <a:lnTo>
                      <a:pt x="8203" y="12656"/>
                    </a:lnTo>
                    <a:lnTo>
                      <a:pt x="7715" y="24669"/>
                    </a:lnTo>
                    <a:lnTo>
                      <a:pt x="6226" y="36540"/>
                    </a:lnTo>
                    <a:lnTo>
                      <a:pt x="3810" y="48768"/>
                    </a:lnTo>
                    <a:lnTo>
                      <a:pt x="1928" y="58697"/>
                    </a:lnTo>
                    <a:lnTo>
                      <a:pt x="762" y="68199"/>
                    </a:lnTo>
                    <a:lnTo>
                      <a:pt x="166" y="77700"/>
                    </a:lnTo>
                    <a:lnTo>
                      <a:pt x="0" y="87630"/>
                    </a:lnTo>
                    <a:lnTo>
                      <a:pt x="0" y="91440"/>
                    </a:lnTo>
                    <a:lnTo>
                      <a:pt x="0" y="92202"/>
                    </a:lnTo>
                    <a:lnTo>
                      <a:pt x="762" y="94488"/>
                    </a:lnTo>
                    <a:lnTo>
                      <a:pt x="8382" y="92964"/>
                    </a:lnTo>
                    <a:lnTo>
                      <a:pt x="9144" y="83058"/>
                    </a:lnTo>
                    <a:lnTo>
                      <a:pt x="10668" y="75438"/>
                    </a:lnTo>
                    <a:lnTo>
                      <a:pt x="23622" y="27431"/>
                    </a:lnTo>
                    <a:lnTo>
                      <a:pt x="37338" y="9751"/>
                    </a:lnTo>
                    <a:lnTo>
                      <a:pt x="44958" y="9905"/>
                    </a:lnTo>
                    <a:lnTo>
                      <a:pt x="66960" y="41588"/>
                    </a:lnTo>
                    <a:lnTo>
                      <a:pt x="74676" y="62483"/>
                    </a:lnTo>
                    <a:lnTo>
                      <a:pt x="74676" y="64007"/>
                    </a:lnTo>
                    <a:lnTo>
                      <a:pt x="74676" y="63245"/>
                    </a:lnTo>
                    <a:lnTo>
                      <a:pt x="74676" y="65531"/>
                    </a:lnTo>
                    <a:lnTo>
                      <a:pt x="74116" y="58102"/>
                    </a:lnTo>
                    <a:lnTo>
                      <a:pt x="73628" y="50672"/>
                    </a:lnTo>
                    <a:lnTo>
                      <a:pt x="73282" y="43243"/>
                    </a:lnTo>
                    <a:lnTo>
                      <a:pt x="73152" y="35813"/>
                    </a:lnTo>
                    <a:lnTo>
                      <a:pt x="72973" y="29098"/>
                    </a:lnTo>
                    <a:lnTo>
                      <a:pt x="74009" y="21526"/>
                    </a:lnTo>
                    <a:lnTo>
                      <a:pt x="76902" y="14811"/>
                    </a:lnTo>
                    <a:lnTo>
                      <a:pt x="82296" y="10667"/>
                    </a:lnTo>
                    <a:lnTo>
                      <a:pt x="88903" y="10798"/>
                    </a:lnTo>
                    <a:lnTo>
                      <a:pt x="94011" y="14573"/>
                    </a:lnTo>
                    <a:lnTo>
                      <a:pt x="97833" y="20204"/>
                    </a:lnTo>
                    <a:lnTo>
                      <a:pt x="100584" y="25907"/>
                    </a:lnTo>
                    <a:lnTo>
                      <a:pt x="105477" y="34599"/>
                    </a:lnTo>
                    <a:lnTo>
                      <a:pt x="110013" y="43433"/>
                    </a:lnTo>
                    <a:lnTo>
                      <a:pt x="114407" y="52268"/>
                    </a:lnTo>
                    <a:lnTo>
                      <a:pt x="118872" y="60959"/>
                    </a:lnTo>
                    <a:lnTo>
                      <a:pt x="122610" y="68579"/>
                    </a:lnTo>
                    <a:lnTo>
                      <a:pt x="126492" y="74485"/>
                    </a:lnTo>
                    <a:lnTo>
                      <a:pt x="131516" y="78962"/>
                    </a:lnTo>
                    <a:lnTo>
                      <a:pt x="138684" y="82295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9"/>
              <p:cNvSpPr/>
              <p:nvPr/>
            </p:nvSpPr>
            <p:spPr>
              <a:xfrm>
                <a:off x="8795575" y="2123694"/>
                <a:ext cx="81915" cy="233679"/>
              </a:xfrm>
              <a:custGeom>
                <a:rect b="b" l="l" r="r" t="t"/>
                <a:pathLst>
                  <a:path extrusionOk="0" h="233680" w="81915">
                    <a:moveTo>
                      <a:pt x="2476" y="0"/>
                    </a:moveTo>
                    <a:lnTo>
                      <a:pt x="4953" y="42671"/>
                    </a:lnTo>
                    <a:lnTo>
                      <a:pt x="6286" y="85344"/>
                    </a:lnTo>
                    <a:lnTo>
                      <a:pt x="6405" y="120193"/>
                    </a:lnTo>
                    <a:lnTo>
                      <a:pt x="6096" y="154971"/>
                    </a:lnTo>
                    <a:lnTo>
                      <a:pt x="6072" y="189607"/>
                    </a:lnTo>
                    <a:lnTo>
                      <a:pt x="7048" y="224028"/>
                    </a:lnTo>
                    <a:lnTo>
                      <a:pt x="7048" y="229361"/>
                    </a:lnTo>
                    <a:lnTo>
                      <a:pt x="7810" y="230124"/>
                    </a:lnTo>
                    <a:lnTo>
                      <a:pt x="7048" y="233172"/>
                    </a:lnTo>
                    <a:lnTo>
                      <a:pt x="6107" y="221861"/>
                    </a:lnTo>
                    <a:lnTo>
                      <a:pt x="4667" y="210693"/>
                    </a:lnTo>
                    <a:lnTo>
                      <a:pt x="3083" y="199524"/>
                    </a:lnTo>
                    <a:lnTo>
                      <a:pt x="1714" y="188214"/>
                    </a:lnTo>
                    <a:lnTo>
                      <a:pt x="285" y="168544"/>
                    </a:lnTo>
                    <a:lnTo>
                      <a:pt x="0" y="148590"/>
                    </a:lnTo>
                    <a:lnTo>
                      <a:pt x="1714" y="128635"/>
                    </a:lnTo>
                    <a:lnTo>
                      <a:pt x="19050" y="86868"/>
                    </a:lnTo>
                    <a:lnTo>
                      <a:pt x="42100" y="78485"/>
                    </a:lnTo>
                    <a:lnTo>
                      <a:pt x="53042" y="80474"/>
                    </a:lnTo>
                    <a:lnTo>
                      <a:pt x="80545" y="112144"/>
                    </a:lnTo>
                    <a:lnTo>
                      <a:pt x="81438" y="122205"/>
                    </a:lnTo>
                    <a:lnTo>
                      <a:pt x="79617" y="132123"/>
                    </a:lnTo>
                    <a:lnTo>
                      <a:pt x="49791" y="158222"/>
                    </a:lnTo>
                    <a:lnTo>
                      <a:pt x="40576" y="16154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9"/>
              <p:cNvSpPr/>
              <p:nvPr/>
            </p:nvSpPr>
            <p:spPr>
              <a:xfrm>
                <a:off x="8894826" y="2180082"/>
                <a:ext cx="104775" cy="81915"/>
              </a:xfrm>
              <a:custGeom>
                <a:rect b="b" l="l" r="r" t="t"/>
                <a:pathLst>
                  <a:path extrusionOk="0" h="81914" w="104775">
                    <a:moveTo>
                      <a:pt x="1524" y="3048"/>
                    </a:moveTo>
                    <a:lnTo>
                      <a:pt x="904" y="19323"/>
                    </a:lnTo>
                    <a:lnTo>
                      <a:pt x="0" y="37242"/>
                    </a:lnTo>
                    <a:lnTo>
                      <a:pt x="238" y="55018"/>
                    </a:lnTo>
                    <a:lnTo>
                      <a:pt x="3048" y="70866"/>
                    </a:lnTo>
                    <a:lnTo>
                      <a:pt x="6941" y="76592"/>
                    </a:lnTo>
                    <a:lnTo>
                      <a:pt x="12477" y="80105"/>
                    </a:lnTo>
                    <a:lnTo>
                      <a:pt x="19014" y="81474"/>
                    </a:lnTo>
                    <a:lnTo>
                      <a:pt x="25908" y="80772"/>
                    </a:lnTo>
                    <a:lnTo>
                      <a:pt x="51054" y="47244"/>
                    </a:lnTo>
                    <a:lnTo>
                      <a:pt x="57150" y="4572"/>
                    </a:lnTo>
                    <a:lnTo>
                      <a:pt x="57150" y="1524"/>
                    </a:lnTo>
                    <a:lnTo>
                      <a:pt x="57150" y="0"/>
                    </a:lnTo>
                    <a:lnTo>
                      <a:pt x="57150" y="7620"/>
                    </a:lnTo>
                    <a:lnTo>
                      <a:pt x="56388" y="14478"/>
                    </a:lnTo>
                    <a:lnTo>
                      <a:pt x="56388" y="22098"/>
                    </a:lnTo>
                    <a:lnTo>
                      <a:pt x="56804" y="31623"/>
                    </a:lnTo>
                    <a:lnTo>
                      <a:pt x="86296" y="62579"/>
                    </a:lnTo>
                    <a:lnTo>
                      <a:pt x="95273" y="63234"/>
                    </a:lnTo>
                    <a:lnTo>
                      <a:pt x="104394" y="6324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9"/>
              <p:cNvSpPr/>
              <p:nvPr/>
            </p:nvSpPr>
            <p:spPr>
              <a:xfrm>
                <a:off x="9006744" y="2128266"/>
                <a:ext cx="9525" cy="111760"/>
              </a:xfrm>
              <a:custGeom>
                <a:rect b="b" l="l" r="r" t="t"/>
                <a:pathLst>
                  <a:path extrusionOk="0" h="111760" w="9525">
                    <a:moveTo>
                      <a:pt x="9239" y="0"/>
                    </a:moveTo>
                    <a:lnTo>
                      <a:pt x="1845" y="40826"/>
                    </a:lnTo>
                    <a:lnTo>
                      <a:pt x="0" y="79914"/>
                    </a:lnTo>
                    <a:lnTo>
                      <a:pt x="750" y="92475"/>
                    </a:lnTo>
                    <a:lnTo>
                      <a:pt x="3143" y="104394"/>
                    </a:lnTo>
                    <a:lnTo>
                      <a:pt x="3905" y="106680"/>
                    </a:lnTo>
                    <a:lnTo>
                      <a:pt x="4667" y="108966"/>
                    </a:lnTo>
                    <a:lnTo>
                      <a:pt x="6191" y="11125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9"/>
              <p:cNvSpPr/>
              <p:nvPr/>
            </p:nvSpPr>
            <p:spPr>
              <a:xfrm>
                <a:off x="9009888" y="2176272"/>
                <a:ext cx="63500" cy="70485"/>
              </a:xfrm>
              <a:custGeom>
                <a:rect b="b" l="l" r="r" t="t"/>
                <a:pathLst>
                  <a:path extrusionOk="0" h="70485" w="63500">
                    <a:moveTo>
                      <a:pt x="0" y="31241"/>
                    </a:moveTo>
                    <a:lnTo>
                      <a:pt x="32063" y="6000"/>
                    </a:lnTo>
                    <a:lnTo>
                      <a:pt x="56387" y="0"/>
                    </a:lnTo>
                    <a:lnTo>
                      <a:pt x="59435" y="0"/>
                    </a:lnTo>
                    <a:lnTo>
                      <a:pt x="60197" y="0"/>
                    </a:lnTo>
                    <a:lnTo>
                      <a:pt x="62483" y="0"/>
                    </a:lnTo>
                    <a:lnTo>
                      <a:pt x="63246" y="8381"/>
                    </a:lnTo>
                    <a:lnTo>
                      <a:pt x="60960" y="16001"/>
                    </a:lnTo>
                    <a:lnTo>
                      <a:pt x="58674" y="24383"/>
                    </a:lnTo>
                    <a:lnTo>
                      <a:pt x="48006" y="62483"/>
                    </a:lnTo>
                    <a:lnTo>
                      <a:pt x="47244" y="70103"/>
                    </a:lnTo>
                    <a:lnTo>
                      <a:pt x="48768" y="69341"/>
                    </a:lnTo>
                    <a:lnTo>
                      <a:pt x="55626" y="70103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9"/>
              <p:cNvSpPr/>
              <p:nvPr/>
            </p:nvSpPr>
            <p:spPr>
              <a:xfrm>
                <a:off x="9052560" y="2108454"/>
                <a:ext cx="15240" cy="15240"/>
              </a:xfrm>
              <a:custGeom>
                <a:rect b="b" l="l" r="r" t="t"/>
                <a:pathLst>
                  <a:path extrusionOk="0" h="15239" w="15240">
                    <a:moveTo>
                      <a:pt x="0" y="3048"/>
                    </a:moveTo>
                    <a:lnTo>
                      <a:pt x="0" y="11430"/>
                    </a:lnTo>
                    <a:lnTo>
                      <a:pt x="3048" y="15240"/>
                    </a:lnTo>
                    <a:lnTo>
                      <a:pt x="11430" y="15240"/>
                    </a:lnTo>
                    <a:lnTo>
                      <a:pt x="15240" y="11430"/>
                    </a:lnTo>
                    <a:lnTo>
                      <a:pt x="15240" y="7620"/>
                    </a:lnTo>
                    <a:lnTo>
                      <a:pt x="15240" y="3048"/>
                    </a:lnTo>
                    <a:lnTo>
                      <a:pt x="11430" y="0"/>
                    </a:lnTo>
                    <a:lnTo>
                      <a:pt x="3048" y="0"/>
                    </a:lnTo>
                    <a:lnTo>
                      <a:pt x="0" y="3048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01" name="Google Shape;701;p9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9102839" y="2122490"/>
                <a:ext cx="145376" cy="210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702" name="Google Shape;702;p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9479267" y="2097773"/>
              <a:ext cx="259867" cy="22938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3" name="Google Shape;703;p9"/>
            <p:cNvGrpSpPr/>
            <p:nvPr/>
          </p:nvGrpSpPr>
          <p:grpSpPr>
            <a:xfrm>
              <a:off x="9845801" y="2054351"/>
              <a:ext cx="61594" cy="166370"/>
              <a:chOff x="9845801" y="2054351"/>
              <a:chExt cx="61594" cy="166370"/>
            </a:xfrm>
          </p:grpSpPr>
          <p:sp>
            <p:nvSpPr>
              <p:cNvPr id="704" name="Google Shape;704;p9"/>
              <p:cNvSpPr/>
              <p:nvPr/>
            </p:nvSpPr>
            <p:spPr>
              <a:xfrm>
                <a:off x="9845801" y="2054351"/>
                <a:ext cx="61594" cy="146050"/>
              </a:xfrm>
              <a:custGeom>
                <a:rect b="b" l="l" r="r" t="t"/>
                <a:pathLst>
                  <a:path extrusionOk="0" h="146050" w="61595">
                    <a:moveTo>
                      <a:pt x="0" y="15239"/>
                    </a:moveTo>
                    <a:lnTo>
                      <a:pt x="3976" y="6536"/>
                    </a:lnTo>
                    <a:lnTo>
                      <a:pt x="7238" y="2190"/>
                    </a:lnTo>
                    <a:lnTo>
                      <a:pt x="12215" y="559"/>
                    </a:lnTo>
                    <a:lnTo>
                      <a:pt x="21336" y="0"/>
                    </a:lnTo>
                    <a:lnTo>
                      <a:pt x="29527" y="952"/>
                    </a:lnTo>
                    <a:lnTo>
                      <a:pt x="59817" y="25907"/>
                    </a:lnTo>
                    <a:lnTo>
                      <a:pt x="61460" y="33742"/>
                    </a:lnTo>
                    <a:lnTo>
                      <a:pt x="60960" y="41147"/>
                    </a:lnTo>
                    <a:lnTo>
                      <a:pt x="54149" y="55471"/>
                    </a:lnTo>
                    <a:lnTo>
                      <a:pt x="44196" y="68865"/>
                    </a:lnTo>
                    <a:lnTo>
                      <a:pt x="33099" y="81545"/>
                    </a:lnTo>
                    <a:lnTo>
                      <a:pt x="22860" y="93725"/>
                    </a:lnTo>
                    <a:lnTo>
                      <a:pt x="16573" y="103262"/>
                    </a:lnTo>
                    <a:lnTo>
                      <a:pt x="10858" y="113442"/>
                    </a:lnTo>
                    <a:lnTo>
                      <a:pt x="6572" y="124051"/>
                    </a:lnTo>
                    <a:lnTo>
                      <a:pt x="4572" y="134873"/>
                    </a:lnTo>
                    <a:lnTo>
                      <a:pt x="4572" y="140207"/>
                    </a:lnTo>
                    <a:lnTo>
                      <a:pt x="4572" y="141731"/>
                    </a:lnTo>
                    <a:lnTo>
                      <a:pt x="4572" y="145541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5" name="Google Shape;705;p9"/>
              <p:cNvSpPr/>
              <p:nvPr/>
            </p:nvSpPr>
            <p:spPr>
              <a:xfrm>
                <a:off x="9845801" y="2218181"/>
                <a:ext cx="10795" cy="2540"/>
              </a:xfrm>
              <a:custGeom>
                <a:rect b="b" l="l" r="r" t="t"/>
                <a:pathLst>
                  <a:path extrusionOk="0" h="2539" w="10795">
                    <a:moveTo>
                      <a:pt x="10668" y="2286"/>
                    </a:moveTo>
                    <a:lnTo>
                      <a:pt x="5334" y="1524"/>
                    </a:lnTo>
                    <a:lnTo>
                      <a:pt x="3810" y="762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06" name="Google Shape;706;p9"/>
          <p:cNvGrpSpPr/>
          <p:nvPr/>
        </p:nvGrpSpPr>
        <p:grpSpPr>
          <a:xfrm>
            <a:off x="1681788" y="2438401"/>
            <a:ext cx="7523679" cy="3660660"/>
            <a:chOff x="3415284" y="3091421"/>
            <a:chExt cx="5790183" cy="3007639"/>
          </a:xfrm>
        </p:grpSpPr>
        <p:grpSp>
          <p:nvGrpSpPr>
            <p:cNvPr id="707" name="Google Shape;707;p9"/>
            <p:cNvGrpSpPr/>
            <p:nvPr/>
          </p:nvGrpSpPr>
          <p:grpSpPr>
            <a:xfrm>
              <a:off x="3415284" y="3124009"/>
              <a:ext cx="561225" cy="256540"/>
              <a:chOff x="3415284" y="3124009"/>
              <a:chExt cx="561225" cy="256540"/>
            </a:xfrm>
          </p:grpSpPr>
          <p:sp>
            <p:nvSpPr>
              <p:cNvPr id="708" name="Google Shape;708;p9"/>
              <p:cNvSpPr/>
              <p:nvPr/>
            </p:nvSpPr>
            <p:spPr>
              <a:xfrm>
                <a:off x="3415284" y="3124009"/>
                <a:ext cx="153670" cy="256540"/>
              </a:xfrm>
              <a:custGeom>
                <a:rect b="b" l="l" r="r" t="t"/>
                <a:pathLst>
                  <a:path extrusionOk="0" h="256539" w="153670">
                    <a:moveTo>
                      <a:pt x="125729" y="8572"/>
                    </a:moveTo>
                    <a:lnTo>
                      <a:pt x="116431" y="4191"/>
                    </a:lnTo>
                    <a:lnTo>
                      <a:pt x="106775" y="952"/>
                    </a:lnTo>
                    <a:lnTo>
                      <a:pt x="96690" y="0"/>
                    </a:lnTo>
                    <a:lnTo>
                      <a:pt x="86105" y="2476"/>
                    </a:lnTo>
                    <a:lnTo>
                      <a:pt x="52768" y="30194"/>
                    </a:lnTo>
                    <a:lnTo>
                      <a:pt x="32003" y="68770"/>
                    </a:lnTo>
                    <a:lnTo>
                      <a:pt x="22895" y="123313"/>
                    </a:lnTo>
                    <a:lnTo>
                      <a:pt x="27431" y="140398"/>
                    </a:lnTo>
                    <a:lnTo>
                      <a:pt x="63650" y="163972"/>
                    </a:lnTo>
                    <a:lnTo>
                      <a:pt x="107251" y="173259"/>
                    </a:lnTo>
                    <a:lnTo>
                      <a:pt x="121658" y="177034"/>
                    </a:lnTo>
                    <a:lnTo>
                      <a:pt x="135635" y="182308"/>
                    </a:lnTo>
                    <a:lnTo>
                      <a:pt x="142863" y="186690"/>
                    </a:lnTo>
                    <a:lnTo>
                      <a:pt x="149447" y="192786"/>
                    </a:lnTo>
                    <a:lnTo>
                      <a:pt x="153316" y="200310"/>
                    </a:lnTo>
                    <a:lnTo>
                      <a:pt x="152399" y="208978"/>
                    </a:lnTo>
                    <a:lnTo>
                      <a:pt x="115002" y="238446"/>
                    </a:lnTo>
                    <a:lnTo>
                      <a:pt x="66389" y="254508"/>
                    </a:lnTo>
                    <a:lnTo>
                      <a:pt x="47446" y="256460"/>
                    </a:lnTo>
                    <a:lnTo>
                      <a:pt x="29717" y="254698"/>
                    </a:lnTo>
                    <a:lnTo>
                      <a:pt x="18645" y="250114"/>
                    </a:lnTo>
                    <a:lnTo>
                      <a:pt x="9715" y="242601"/>
                    </a:lnTo>
                    <a:lnTo>
                      <a:pt x="3357" y="232945"/>
                    </a:lnTo>
                    <a:lnTo>
                      <a:pt x="0" y="221932"/>
                    </a:lnTo>
                    <a:lnTo>
                      <a:pt x="464" y="211895"/>
                    </a:lnTo>
                    <a:lnTo>
                      <a:pt x="31241" y="195262"/>
                    </a:lnTo>
                    <a:lnTo>
                      <a:pt x="35813" y="19373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09" name="Google Shape;709;p9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3586268" y="3202673"/>
                <a:ext cx="86726" cy="1403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0" name="Google Shape;710;p9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3709403" y="3192767"/>
                <a:ext cx="162140" cy="1387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1" name="Google Shape;711;p9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3893045" y="3200387"/>
                <a:ext cx="83464" cy="1516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12" name="Google Shape;712;p9"/>
            <p:cNvGrpSpPr/>
            <p:nvPr/>
          </p:nvGrpSpPr>
          <p:grpSpPr>
            <a:xfrm>
              <a:off x="4237659" y="3091421"/>
              <a:ext cx="693255" cy="298729"/>
              <a:chOff x="4237659" y="3091421"/>
              <a:chExt cx="693255" cy="298729"/>
            </a:xfrm>
          </p:grpSpPr>
          <p:pic>
            <p:nvPicPr>
              <p:cNvPr id="713" name="Google Shape;713;p9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4237659" y="3093707"/>
                <a:ext cx="235292" cy="29644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4" name="Google Shape;714;p9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4496549" y="3091421"/>
                <a:ext cx="247675" cy="21402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15" name="Google Shape;715;p9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4771488" y="3107423"/>
                <a:ext cx="159426" cy="11665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16" name="Google Shape;716;p9"/>
            <p:cNvSpPr/>
            <p:nvPr/>
          </p:nvSpPr>
          <p:spPr>
            <a:xfrm>
              <a:off x="3505200" y="3454729"/>
              <a:ext cx="551815" cy="24765"/>
            </a:xfrm>
            <a:custGeom>
              <a:rect b="b" l="l" r="r" t="t"/>
              <a:pathLst>
                <a:path extrusionOk="0" h="24764" w="551814">
                  <a:moveTo>
                    <a:pt x="0" y="21514"/>
                  </a:moveTo>
                  <a:lnTo>
                    <a:pt x="19300" y="21538"/>
                  </a:lnTo>
                  <a:lnTo>
                    <a:pt x="38385" y="21705"/>
                  </a:lnTo>
                  <a:lnTo>
                    <a:pt x="57328" y="22157"/>
                  </a:lnTo>
                  <a:lnTo>
                    <a:pt x="76200" y="23038"/>
                  </a:lnTo>
                  <a:lnTo>
                    <a:pt x="106037" y="23919"/>
                  </a:lnTo>
                  <a:lnTo>
                    <a:pt x="136017" y="24372"/>
                  </a:lnTo>
                  <a:lnTo>
                    <a:pt x="165996" y="24538"/>
                  </a:lnTo>
                  <a:lnTo>
                    <a:pt x="195834" y="24562"/>
                  </a:lnTo>
                  <a:lnTo>
                    <a:pt x="232731" y="23895"/>
                  </a:lnTo>
                  <a:lnTo>
                    <a:pt x="305669" y="19419"/>
                  </a:lnTo>
                  <a:lnTo>
                    <a:pt x="373570" y="12965"/>
                  </a:lnTo>
                  <a:lnTo>
                    <a:pt x="405003" y="9322"/>
                  </a:lnTo>
                  <a:lnTo>
                    <a:pt x="436435" y="5679"/>
                  </a:lnTo>
                  <a:lnTo>
                    <a:pt x="467868" y="2464"/>
                  </a:lnTo>
                  <a:lnTo>
                    <a:pt x="483417" y="1357"/>
                  </a:lnTo>
                  <a:lnTo>
                    <a:pt x="499109" y="464"/>
                  </a:lnTo>
                  <a:lnTo>
                    <a:pt x="514802" y="0"/>
                  </a:lnTo>
                  <a:lnTo>
                    <a:pt x="530352" y="178"/>
                  </a:lnTo>
                  <a:lnTo>
                    <a:pt x="534924" y="178"/>
                  </a:lnTo>
                  <a:lnTo>
                    <a:pt x="543306" y="5512"/>
                  </a:lnTo>
                  <a:lnTo>
                    <a:pt x="547878" y="3988"/>
                  </a:lnTo>
                  <a:lnTo>
                    <a:pt x="549402" y="3226"/>
                  </a:lnTo>
                  <a:lnTo>
                    <a:pt x="550164" y="2464"/>
                  </a:lnTo>
                  <a:lnTo>
                    <a:pt x="551688" y="94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4214621" y="3365753"/>
              <a:ext cx="701040" cy="86995"/>
            </a:xfrm>
            <a:custGeom>
              <a:rect b="b" l="l" r="r" t="t"/>
              <a:pathLst>
                <a:path extrusionOk="0" h="86995" w="701039">
                  <a:moveTo>
                    <a:pt x="0" y="86868"/>
                  </a:moveTo>
                  <a:lnTo>
                    <a:pt x="44898" y="83439"/>
                  </a:lnTo>
                  <a:lnTo>
                    <a:pt x="84891" y="80557"/>
                  </a:lnTo>
                  <a:lnTo>
                    <a:pt x="109728" y="78676"/>
                  </a:lnTo>
                  <a:lnTo>
                    <a:pt x="134564" y="76509"/>
                  </a:lnTo>
                  <a:lnTo>
                    <a:pt x="159258" y="73914"/>
                  </a:lnTo>
                  <a:lnTo>
                    <a:pt x="195833" y="69913"/>
                  </a:lnTo>
                  <a:lnTo>
                    <a:pt x="232409" y="65913"/>
                  </a:lnTo>
                  <a:lnTo>
                    <a:pt x="268985" y="61912"/>
                  </a:lnTo>
                  <a:lnTo>
                    <a:pt x="305562" y="57912"/>
                  </a:lnTo>
                  <a:lnTo>
                    <a:pt x="346269" y="53351"/>
                  </a:lnTo>
                  <a:lnTo>
                    <a:pt x="387191" y="48863"/>
                  </a:lnTo>
                  <a:lnTo>
                    <a:pt x="428255" y="44517"/>
                  </a:lnTo>
                  <a:lnTo>
                    <a:pt x="469392" y="40386"/>
                  </a:lnTo>
                  <a:lnTo>
                    <a:pt x="536448" y="34099"/>
                  </a:lnTo>
                  <a:lnTo>
                    <a:pt x="603504" y="28956"/>
                  </a:lnTo>
                  <a:lnTo>
                    <a:pt x="624768" y="27122"/>
                  </a:lnTo>
                  <a:lnTo>
                    <a:pt x="646176" y="25146"/>
                  </a:lnTo>
                  <a:lnTo>
                    <a:pt x="667583" y="23169"/>
                  </a:lnTo>
                  <a:lnTo>
                    <a:pt x="688848" y="21336"/>
                  </a:lnTo>
                  <a:lnTo>
                    <a:pt x="692658" y="20574"/>
                  </a:lnTo>
                  <a:lnTo>
                    <a:pt x="696468" y="19812"/>
                  </a:lnTo>
                  <a:lnTo>
                    <a:pt x="701040" y="19812"/>
                  </a:lnTo>
                  <a:lnTo>
                    <a:pt x="700278" y="12192"/>
                  </a:lnTo>
                  <a:lnTo>
                    <a:pt x="698754" y="7620"/>
                  </a:lnTo>
                  <a:lnTo>
                    <a:pt x="696468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8" name="Google Shape;718;p9"/>
            <p:cNvGrpSpPr/>
            <p:nvPr/>
          </p:nvGrpSpPr>
          <p:grpSpPr>
            <a:xfrm>
              <a:off x="5659170" y="3582911"/>
              <a:ext cx="319494" cy="282727"/>
              <a:chOff x="5659170" y="3582911"/>
              <a:chExt cx="319494" cy="282727"/>
            </a:xfrm>
          </p:grpSpPr>
          <p:pic>
            <p:nvPicPr>
              <p:cNvPr id="719" name="Google Shape;719;p9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5659170" y="3582911"/>
                <a:ext cx="183095" cy="17223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0" name="Google Shape;720;p9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5864339" y="3695687"/>
                <a:ext cx="114325" cy="1699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21" name="Google Shape;721;p9"/>
            <p:cNvGrpSpPr/>
            <p:nvPr/>
          </p:nvGrpSpPr>
          <p:grpSpPr>
            <a:xfrm>
              <a:off x="6160769" y="3607307"/>
              <a:ext cx="101727" cy="66675"/>
              <a:chOff x="6160769" y="3607307"/>
              <a:chExt cx="101727" cy="66675"/>
            </a:xfrm>
          </p:grpSpPr>
          <p:sp>
            <p:nvSpPr>
              <p:cNvPr id="722" name="Google Shape;722;p9"/>
              <p:cNvSpPr/>
              <p:nvPr/>
            </p:nvSpPr>
            <p:spPr>
              <a:xfrm>
                <a:off x="6160769" y="3607307"/>
                <a:ext cx="71755" cy="3810"/>
              </a:xfrm>
              <a:custGeom>
                <a:rect b="b" l="l" r="r" t="t"/>
                <a:pathLst>
                  <a:path extrusionOk="0" h="3810" w="71754">
                    <a:moveTo>
                      <a:pt x="0" y="3810"/>
                    </a:moveTo>
                    <a:lnTo>
                      <a:pt x="11763" y="3655"/>
                    </a:lnTo>
                    <a:lnTo>
                      <a:pt x="23241" y="3143"/>
                    </a:lnTo>
                    <a:lnTo>
                      <a:pt x="34718" y="2202"/>
                    </a:lnTo>
                    <a:lnTo>
                      <a:pt x="46482" y="762"/>
                    </a:lnTo>
                    <a:lnTo>
                      <a:pt x="54102" y="0"/>
                    </a:lnTo>
                    <a:lnTo>
                      <a:pt x="61722" y="0"/>
                    </a:lnTo>
                    <a:lnTo>
                      <a:pt x="70104" y="0"/>
                    </a:lnTo>
                    <a:lnTo>
                      <a:pt x="70866" y="0"/>
                    </a:lnTo>
                    <a:lnTo>
                      <a:pt x="71628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9"/>
              <p:cNvSpPr/>
              <p:nvPr/>
            </p:nvSpPr>
            <p:spPr>
              <a:xfrm>
                <a:off x="6180581" y="3668267"/>
                <a:ext cx="81915" cy="5715"/>
              </a:xfrm>
              <a:custGeom>
                <a:rect b="b" l="l" r="r" t="t"/>
                <a:pathLst>
                  <a:path extrusionOk="0" h="5714" w="81914">
                    <a:moveTo>
                      <a:pt x="0" y="5334"/>
                    </a:moveTo>
                    <a:lnTo>
                      <a:pt x="10513" y="5631"/>
                    </a:lnTo>
                    <a:lnTo>
                      <a:pt x="20669" y="5429"/>
                    </a:lnTo>
                    <a:lnTo>
                      <a:pt x="30968" y="4798"/>
                    </a:lnTo>
                    <a:lnTo>
                      <a:pt x="41910" y="3810"/>
                    </a:lnTo>
                    <a:lnTo>
                      <a:pt x="49911" y="2690"/>
                    </a:lnTo>
                    <a:lnTo>
                      <a:pt x="57912" y="1714"/>
                    </a:lnTo>
                    <a:lnTo>
                      <a:pt x="65913" y="1023"/>
                    </a:lnTo>
                    <a:lnTo>
                      <a:pt x="73914" y="762"/>
                    </a:lnTo>
                    <a:lnTo>
                      <a:pt x="78486" y="762"/>
                    </a:lnTo>
                    <a:lnTo>
                      <a:pt x="81534" y="0"/>
                    </a:lnTo>
                    <a:lnTo>
                      <a:pt x="73914" y="2286"/>
                    </a:lnTo>
                    <a:lnTo>
                      <a:pt x="70866" y="2286"/>
                    </a:lnTo>
                    <a:lnTo>
                      <a:pt x="69342" y="3048"/>
                    </a:lnTo>
                    <a:lnTo>
                      <a:pt x="67056" y="2286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724" name="Google Shape;724;p9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7941550" y="3428225"/>
              <a:ext cx="104419" cy="1173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5" name="Google Shape;725;p9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8100047" y="3393173"/>
              <a:ext cx="143281" cy="1569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6" name="Google Shape;726;p9"/>
            <p:cNvSpPr/>
            <p:nvPr/>
          </p:nvSpPr>
          <p:spPr>
            <a:xfrm>
              <a:off x="5119115" y="3797808"/>
              <a:ext cx="2743200" cy="176530"/>
            </a:xfrm>
            <a:custGeom>
              <a:rect b="b" l="l" r="r" t="t"/>
              <a:pathLst>
                <a:path extrusionOk="0" h="176529" w="2743200">
                  <a:moveTo>
                    <a:pt x="0" y="176022"/>
                  </a:moveTo>
                  <a:lnTo>
                    <a:pt x="46767" y="159829"/>
                  </a:lnTo>
                  <a:lnTo>
                    <a:pt x="95250" y="149352"/>
                  </a:lnTo>
                  <a:lnTo>
                    <a:pt x="169259" y="140970"/>
                  </a:lnTo>
                  <a:lnTo>
                    <a:pt x="243840" y="137160"/>
                  </a:lnTo>
                  <a:lnTo>
                    <a:pt x="290131" y="135683"/>
                  </a:lnTo>
                  <a:lnTo>
                    <a:pt x="336423" y="134493"/>
                  </a:lnTo>
                  <a:lnTo>
                    <a:pt x="382714" y="133302"/>
                  </a:lnTo>
                  <a:lnTo>
                    <a:pt x="429006" y="131826"/>
                  </a:lnTo>
                  <a:lnTo>
                    <a:pt x="483429" y="129028"/>
                  </a:lnTo>
                  <a:lnTo>
                    <a:pt x="538067" y="125444"/>
                  </a:lnTo>
                  <a:lnTo>
                    <a:pt x="592847" y="121431"/>
                  </a:lnTo>
                  <a:lnTo>
                    <a:pt x="647700" y="117348"/>
                  </a:lnTo>
                  <a:lnTo>
                    <a:pt x="696620" y="113781"/>
                  </a:lnTo>
                  <a:lnTo>
                    <a:pt x="745540" y="110398"/>
                  </a:lnTo>
                  <a:lnTo>
                    <a:pt x="794461" y="107198"/>
                  </a:lnTo>
                  <a:lnTo>
                    <a:pt x="843381" y="104180"/>
                  </a:lnTo>
                  <a:lnTo>
                    <a:pt x="892302" y="101346"/>
                  </a:lnTo>
                  <a:lnTo>
                    <a:pt x="943965" y="98334"/>
                  </a:lnTo>
                  <a:lnTo>
                    <a:pt x="995629" y="95725"/>
                  </a:lnTo>
                  <a:lnTo>
                    <a:pt x="1047292" y="93555"/>
                  </a:lnTo>
                  <a:lnTo>
                    <a:pt x="1098956" y="91860"/>
                  </a:lnTo>
                  <a:lnTo>
                    <a:pt x="1150620" y="90677"/>
                  </a:lnTo>
                  <a:lnTo>
                    <a:pt x="1203204" y="89318"/>
                  </a:lnTo>
                  <a:lnTo>
                    <a:pt x="1255824" y="88032"/>
                  </a:lnTo>
                  <a:lnTo>
                    <a:pt x="1308518" y="86892"/>
                  </a:lnTo>
                  <a:lnTo>
                    <a:pt x="1361322" y="85971"/>
                  </a:lnTo>
                  <a:lnTo>
                    <a:pt x="1414272" y="85343"/>
                  </a:lnTo>
                  <a:lnTo>
                    <a:pt x="1466850" y="84496"/>
                  </a:lnTo>
                  <a:lnTo>
                    <a:pt x="1519428" y="83685"/>
                  </a:lnTo>
                  <a:lnTo>
                    <a:pt x="1572006" y="82765"/>
                  </a:lnTo>
                  <a:lnTo>
                    <a:pt x="1624584" y="81588"/>
                  </a:lnTo>
                  <a:lnTo>
                    <a:pt x="1677162" y="80009"/>
                  </a:lnTo>
                  <a:lnTo>
                    <a:pt x="1725168" y="78576"/>
                  </a:lnTo>
                  <a:lnTo>
                    <a:pt x="1773174" y="77116"/>
                  </a:lnTo>
                  <a:lnTo>
                    <a:pt x="1821180" y="75603"/>
                  </a:lnTo>
                  <a:lnTo>
                    <a:pt x="1869186" y="74009"/>
                  </a:lnTo>
                  <a:lnTo>
                    <a:pt x="1917192" y="72308"/>
                  </a:lnTo>
                  <a:lnTo>
                    <a:pt x="1965198" y="70473"/>
                  </a:lnTo>
                  <a:lnTo>
                    <a:pt x="2013204" y="68477"/>
                  </a:lnTo>
                  <a:lnTo>
                    <a:pt x="2061210" y="66293"/>
                  </a:lnTo>
                  <a:lnTo>
                    <a:pt x="2110124" y="63995"/>
                  </a:lnTo>
                  <a:lnTo>
                    <a:pt x="2159002" y="61624"/>
                  </a:lnTo>
                  <a:lnTo>
                    <a:pt x="2207806" y="59106"/>
                  </a:lnTo>
                  <a:lnTo>
                    <a:pt x="2256501" y="56369"/>
                  </a:lnTo>
                  <a:lnTo>
                    <a:pt x="2305050" y="53339"/>
                  </a:lnTo>
                  <a:lnTo>
                    <a:pt x="2360285" y="49213"/>
                  </a:lnTo>
                  <a:lnTo>
                    <a:pt x="2415375" y="45012"/>
                  </a:lnTo>
                  <a:lnTo>
                    <a:pt x="2470355" y="40666"/>
                  </a:lnTo>
                  <a:lnTo>
                    <a:pt x="2525261" y="36100"/>
                  </a:lnTo>
                  <a:lnTo>
                    <a:pt x="2580132" y="31241"/>
                  </a:lnTo>
                  <a:lnTo>
                    <a:pt x="2645283" y="24955"/>
                  </a:lnTo>
                  <a:lnTo>
                    <a:pt x="2710434" y="15239"/>
                  </a:lnTo>
                  <a:lnTo>
                    <a:pt x="2718220" y="14049"/>
                  </a:lnTo>
                  <a:lnTo>
                    <a:pt x="2726435" y="12572"/>
                  </a:lnTo>
                  <a:lnTo>
                    <a:pt x="2734651" y="10525"/>
                  </a:lnTo>
                  <a:lnTo>
                    <a:pt x="2742438" y="7619"/>
                  </a:lnTo>
                  <a:lnTo>
                    <a:pt x="2743128" y="4179"/>
                  </a:lnTo>
                  <a:lnTo>
                    <a:pt x="2732532" y="2381"/>
                  </a:lnTo>
                  <a:lnTo>
                    <a:pt x="2717363" y="1297"/>
                  </a:lnTo>
                  <a:lnTo>
                    <a:pt x="2704338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27" name="Google Shape;727;p9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5906249" y="4882121"/>
              <a:ext cx="290347" cy="2659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8" name="Google Shape;728;p9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6796265" y="4792967"/>
              <a:ext cx="264439" cy="281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9" name="Google Shape;729;p9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6563855" y="3497567"/>
              <a:ext cx="166903" cy="1943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0" name="Google Shape;730;p9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6784358" y="3487661"/>
              <a:ext cx="243579" cy="2766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1" name="Google Shape;731;p9"/>
            <p:cNvSpPr/>
            <p:nvPr/>
          </p:nvSpPr>
          <p:spPr>
            <a:xfrm>
              <a:off x="6357365" y="4908803"/>
              <a:ext cx="71755" cy="6985"/>
            </a:xfrm>
            <a:custGeom>
              <a:rect b="b" l="l" r="r" t="t"/>
              <a:pathLst>
                <a:path extrusionOk="0" h="6985" w="71754">
                  <a:moveTo>
                    <a:pt x="0" y="0"/>
                  </a:moveTo>
                  <a:lnTo>
                    <a:pt x="12096" y="2202"/>
                  </a:lnTo>
                  <a:lnTo>
                    <a:pt x="23622" y="3333"/>
                  </a:lnTo>
                  <a:lnTo>
                    <a:pt x="35147" y="3750"/>
                  </a:lnTo>
                  <a:lnTo>
                    <a:pt x="47244" y="3809"/>
                  </a:lnTo>
                  <a:lnTo>
                    <a:pt x="55626" y="3809"/>
                  </a:lnTo>
                  <a:lnTo>
                    <a:pt x="64769" y="4571"/>
                  </a:lnTo>
                  <a:lnTo>
                    <a:pt x="71628" y="6857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9"/>
            <p:cNvSpPr/>
            <p:nvPr/>
          </p:nvSpPr>
          <p:spPr>
            <a:xfrm>
              <a:off x="6363461" y="4978908"/>
              <a:ext cx="80010" cy="11430"/>
            </a:xfrm>
            <a:custGeom>
              <a:rect b="b" l="l" r="r" t="t"/>
              <a:pathLst>
                <a:path extrusionOk="0" h="11429" w="80010">
                  <a:moveTo>
                    <a:pt x="0" y="9143"/>
                  </a:moveTo>
                  <a:lnTo>
                    <a:pt x="12549" y="10560"/>
                  </a:lnTo>
                  <a:lnTo>
                    <a:pt x="24384" y="11334"/>
                  </a:lnTo>
                  <a:lnTo>
                    <a:pt x="36218" y="11394"/>
                  </a:lnTo>
                  <a:lnTo>
                    <a:pt x="48768" y="10667"/>
                  </a:lnTo>
                  <a:lnTo>
                    <a:pt x="56197" y="9798"/>
                  </a:lnTo>
                  <a:lnTo>
                    <a:pt x="64198" y="8858"/>
                  </a:lnTo>
                  <a:lnTo>
                    <a:pt x="71913" y="6917"/>
                  </a:lnTo>
                  <a:lnTo>
                    <a:pt x="78486" y="3047"/>
                  </a:lnTo>
                  <a:lnTo>
                    <a:pt x="78486" y="2285"/>
                  </a:lnTo>
                  <a:lnTo>
                    <a:pt x="79248" y="761"/>
                  </a:lnTo>
                  <a:lnTo>
                    <a:pt x="80010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33" name="Google Shape;733;p9"/>
            <p:cNvGrpSpPr/>
            <p:nvPr/>
          </p:nvGrpSpPr>
          <p:grpSpPr>
            <a:xfrm>
              <a:off x="7151441" y="4755438"/>
              <a:ext cx="297121" cy="210528"/>
              <a:chOff x="7151441" y="4755438"/>
              <a:chExt cx="297121" cy="210528"/>
            </a:xfrm>
          </p:grpSpPr>
          <p:pic>
            <p:nvPicPr>
              <p:cNvPr id="734" name="Google Shape;734;p9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7151441" y="4755438"/>
                <a:ext cx="141245" cy="12004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35" name="Google Shape;735;p9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7328141" y="4800587"/>
                <a:ext cx="120421" cy="16537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36" name="Google Shape;736;p9"/>
            <p:cNvGrpSpPr/>
            <p:nvPr/>
          </p:nvGrpSpPr>
          <p:grpSpPr>
            <a:xfrm>
              <a:off x="5751467" y="4267949"/>
              <a:ext cx="305683" cy="238531"/>
              <a:chOff x="5751467" y="4267949"/>
              <a:chExt cx="305683" cy="238531"/>
            </a:xfrm>
          </p:grpSpPr>
          <p:pic>
            <p:nvPicPr>
              <p:cNvPr id="737" name="Google Shape;737;p9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5751467" y="4267949"/>
                <a:ext cx="151675" cy="1640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38" name="Google Shape;738;p9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5927585" y="4354817"/>
                <a:ext cx="129565" cy="1516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39" name="Google Shape;739;p9"/>
            <p:cNvSpPr/>
            <p:nvPr/>
          </p:nvSpPr>
          <p:spPr>
            <a:xfrm>
              <a:off x="6224778" y="4295394"/>
              <a:ext cx="47625" cy="3810"/>
            </a:xfrm>
            <a:custGeom>
              <a:rect b="b" l="l" r="r" t="t"/>
              <a:pathLst>
                <a:path extrusionOk="0" h="3810" w="47625">
                  <a:moveTo>
                    <a:pt x="0" y="3810"/>
                  </a:moveTo>
                  <a:lnTo>
                    <a:pt x="39624" y="0"/>
                  </a:lnTo>
                  <a:lnTo>
                    <a:pt x="42672" y="0"/>
                  </a:lnTo>
                  <a:lnTo>
                    <a:pt x="47244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9"/>
            <p:cNvSpPr/>
            <p:nvPr/>
          </p:nvSpPr>
          <p:spPr>
            <a:xfrm>
              <a:off x="6232397" y="4370832"/>
              <a:ext cx="52069" cy="5715"/>
            </a:xfrm>
            <a:custGeom>
              <a:rect b="b" l="l" r="r" t="t"/>
              <a:pathLst>
                <a:path extrusionOk="0" h="5714" w="52070">
                  <a:moveTo>
                    <a:pt x="0" y="5334"/>
                  </a:moveTo>
                  <a:lnTo>
                    <a:pt x="11156" y="4833"/>
                  </a:lnTo>
                  <a:lnTo>
                    <a:pt x="21240" y="3619"/>
                  </a:lnTo>
                  <a:lnTo>
                    <a:pt x="31182" y="2119"/>
                  </a:lnTo>
                  <a:lnTo>
                    <a:pt x="41910" y="762"/>
                  </a:lnTo>
                  <a:lnTo>
                    <a:pt x="47244" y="0"/>
                  </a:lnTo>
                  <a:lnTo>
                    <a:pt x="48768" y="0"/>
                  </a:lnTo>
                  <a:lnTo>
                    <a:pt x="51816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41" name="Google Shape;741;p9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6600431" y="4216609"/>
              <a:ext cx="252247" cy="2959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2" name="Google Shape;742;p9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6927364" y="4197083"/>
              <a:ext cx="292597" cy="21871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43" name="Google Shape;743;p9"/>
            <p:cNvGrpSpPr/>
            <p:nvPr/>
          </p:nvGrpSpPr>
          <p:grpSpPr>
            <a:xfrm>
              <a:off x="7605521" y="4058888"/>
              <a:ext cx="300716" cy="331470"/>
              <a:chOff x="7605521" y="4058888"/>
              <a:chExt cx="300716" cy="331470"/>
            </a:xfrm>
          </p:grpSpPr>
          <p:sp>
            <p:nvSpPr>
              <p:cNvPr id="744" name="Google Shape;744;p9"/>
              <p:cNvSpPr/>
              <p:nvPr/>
            </p:nvSpPr>
            <p:spPr>
              <a:xfrm>
                <a:off x="7605521" y="4058888"/>
                <a:ext cx="156210" cy="331470"/>
              </a:xfrm>
              <a:custGeom>
                <a:rect b="b" l="l" r="r" t="t"/>
                <a:pathLst>
                  <a:path extrusionOk="0" h="331470" w="156209">
                    <a:moveTo>
                      <a:pt x="156209" y="3333"/>
                    </a:moveTo>
                    <a:lnTo>
                      <a:pt x="140374" y="773"/>
                    </a:lnTo>
                    <a:lnTo>
                      <a:pt x="126110" y="0"/>
                    </a:lnTo>
                    <a:lnTo>
                      <a:pt x="111847" y="1083"/>
                    </a:lnTo>
                    <a:lnTo>
                      <a:pt x="54673" y="13906"/>
                    </a:lnTo>
                    <a:lnTo>
                      <a:pt x="14477" y="27717"/>
                    </a:lnTo>
                    <a:lnTo>
                      <a:pt x="0" y="50577"/>
                    </a:lnTo>
                    <a:lnTo>
                      <a:pt x="2214" y="64829"/>
                    </a:lnTo>
                    <a:lnTo>
                      <a:pt x="6857" y="78866"/>
                    </a:lnTo>
                    <a:lnTo>
                      <a:pt x="12644" y="92475"/>
                    </a:lnTo>
                    <a:lnTo>
                      <a:pt x="18287" y="105441"/>
                    </a:lnTo>
                    <a:lnTo>
                      <a:pt x="25836" y="125599"/>
                    </a:lnTo>
                    <a:lnTo>
                      <a:pt x="37790" y="167056"/>
                    </a:lnTo>
                    <a:lnTo>
                      <a:pt x="44791" y="209645"/>
                    </a:lnTo>
                    <a:lnTo>
                      <a:pt x="47696" y="251936"/>
                    </a:lnTo>
                    <a:lnTo>
                      <a:pt x="48005" y="273081"/>
                    </a:lnTo>
                    <a:lnTo>
                      <a:pt x="48005" y="287488"/>
                    </a:lnTo>
                    <a:lnTo>
                      <a:pt x="48005" y="302037"/>
                    </a:lnTo>
                    <a:lnTo>
                      <a:pt x="48005" y="316587"/>
                    </a:lnTo>
                    <a:lnTo>
                      <a:pt x="48005" y="330993"/>
                    </a:lnTo>
                    <a:lnTo>
                      <a:pt x="54101" y="329469"/>
                    </a:lnTo>
                    <a:lnTo>
                      <a:pt x="58673" y="326421"/>
                    </a:lnTo>
                    <a:lnTo>
                      <a:pt x="64769" y="324135"/>
                    </a:lnTo>
                    <a:lnTo>
                      <a:pt x="76461" y="319670"/>
                    </a:lnTo>
                    <a:lnTo>
                      <a:pt x="88582" y="316420"/>
                    </a:lnTo>
                    <a:lnTo>
                      <a:pt x="100988" y="314170"/>
                    </a:lnTo>
                    <a:lnTo>
                      <a:pt x="113537" y="312705"/>
                    </a:lnTo>
                    <a:lnTo>
                      <a:pt x="123134" y="311657"/>
                    </a:lnTo>
                    <a:lnTo>
                      <a:pt x="132587" y="310610"/>
                    </a:lnTo>
                    <a:lnTo>
                      <a:pt x="142041" y="309276"/>
                    </a:lnTo>
                    <a:lnTo>
                      <a:pt x="151637" y="307371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45" name="Google Shape;745;p9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7738858" y="4129265"/>
                <a:ext cx="167379" cy="16690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46" name="Google Shape;746;p9"/>
            <p:cNvGrpSpPr/>
            <p:nvPr/>
          </p:nvGrpSpPr>
          <p:grpSpPr>
            <a:xfrm>
              <a:off x="8096999" y="3999738"/>
              <a:ext cx="520078" cy="231660"/>
              <a:chOff x="8096999" y="3999738"/>
              <a:chExt cx="520078" cy="231660"/>
            </a:xfrm>
          </p:grpSpPr>
          <p:pic>
            <p:nvPicPr>
              <p:cNvPr id="747" name="Google Shape;747;p9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8096999" y="4035539"/>
                <a:ext cx="226339" cy="1958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8" name="Google Shape;748;p9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8352269" y="4007345"/>
                <a:ext cx="115087" cy="1859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9" name="Google Shape;749;p9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8496287" y="4083307"/>
                <a:ext cx="86536" cy="9017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0" name="Google Shape;750;p9"/>
              <p:cNvSpPr/>
              <p:nvPr/>
            </p:nvSpPr>
            <p:spPr>
              <a:xfrm>
                <a:off x="8611362" y="4084320"/>
                <a:ext cx="5715" cy="80010"/>
              </a:xfrm>
              <a:custGeom>
                <a:rect b="b" l="l" r="r" t="t"/>
                <a:pathLst>
                  <a:path extrusionOk="0" h="80010" w="5715">
                    <a:moveTo>
                      <a:pt x="0" y="0"/>
                    </a:moveTo>
                    <a:lnTo>
                      <a:pt x="1524" y="44958"/>
                    </a:lnTo>
                    <a:lnTo>
                      <a:pt x="2214" y="53220"/>
                    </a:lnTo>
                    <a:lnTo>
                      <a:pt x="2476" y="62484"/>
                    </a:lnTo>
                    <a:lnTo>
                      <a:pt x="3024" y="71747"/>
                    </a:lnTo>
                    <a:lnTo>
                      <a:pt x="4572" y="80010"/>
                    </a:lnTo>
                    <a:lnTo>
                      <a:pt x="5334" y="8001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9"/>
              <p:cNvSpPr/>
              <p:nvPr/>
            </p:nvSpPr>
            <p:spPr>
              <a:xfrm>
                <a:off x="8596122" y="3999738"/>
                <a:ext cx="15240" cy="15240"/>
              </a:xfrm>
              <a:custGeom>
                <a:rect b="b" l="l" r="r" t="t"/>
                <a:pathLst>
                  <a:path extrusionOk="0" h="15239" w="15240">
                    <a:moveTo>
                      <a:pt x="0" y="3048"/>
                    </a:moveTo>
                    <a:lnTo>
                      <a:pt x="0" y="11430"/>
                    </a:lnTo>
                    <a:lnTo>
                      <a:pt x="3048" y="15240"/>
                    </a:lnTo>
                    <a:lnTo>
                      <a:pt x="12192" y="15240"/>
                    </a:lnTo>
                    <a:lnTo>
                      <a:pt x="15240" y="11430"/>
                    </a:lnTo>
                    <a:lnTo>
                      <a:pt x="15240" y="7620"/>
                    </a:lnTo>
                    <a:lnTo>
                      <a:pt x="15240" y="3048"/>
                    </a:lnTo>
                    <a:lnTo>
                      <a:pt x="12192" y="0"/>
                    </a:lnTo>
                    <a:lnTo>
                      <a:pt x="3048" y="0"/>
                    </a:lnTo>
                    <a:lnTo>
                      <a:pt x="0" y="3048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2" name="Google Shape;752;p9"/>
            <p:cNvGrpSpPr/>
            <p:nvPr/>
          </p:nvGrpSpPr>
          <p:grpSpPr>
            <a:xfrm>
              <a:off x="8670023" y="3816095"/>
              <a:ext cx="450609" cy="371475"/>
              <a:chOff x="8670023" y="3816095"/>
              <a:chExt cx="450609" cy="371475"/>
            </a:xfrm>
          </p:grpSpPr>
          <p:pic>
            <p:nvPicPr>
              <p:cNvPr id="753" name="Google Shape;753;p9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8670023" y="3982199"/>
                <a:ext cx="93310" cy="17604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4" name="Google Shape;754;p9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8789657" y="4030967"/>
                <a:ext cx="64997" cy="945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5" name="Google Shape;755;p9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8878049" y="4013167"/>
                <a:ext cx="87560" cy="1024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6" name="Google Shape;756;p9"/>
              <p:cNvSpPr/>
              <p:nvPr/>
            </p:nvSpPr>
            <p:spPr>
              <a:xfrm>
                <a:off x="8961882" y="3816095"/>
                <a:ext cx="158750" cy="371475"/>
              </a:xfrm>
              <a:custGeom>
                <a:rect b="b" l="l" r="r" t="t"/>
                <a:pathLst>
                  <a:path extrusionOk="0" h="371475" w="158750">
                    <a:moveTo>
                      <a:pt x="0" y="29717"/>
                    </a:moveTo>
                    <a:lnTo>
                      <a:pt x="42648" y="11394"/>
                    </a:lnTo>
                    <a:lnTo>
                      <a:pt x="84677" y="2666"/>
                    </a:lnTo>
                    <a:lnTo>
                      <a:pt x="111252" y="0"/>
                    </a:lnTo>
                    <a:lnTo>
                      <a:pt x="122682" y="0"/>
                    </a:lnTo>
                    <a:lnTo>
                      <a:pt x="128016" y="0"/>
                    </a:lnTo>
                    <a:lnTo>
                      <a:pt x="141612" y="49137"/>
                    </a:lnTo>
                    <a:lnTo>
                      <a:pt x="142494" y="61721"/>
                    </a:lnTo>
                    <a:lnTo>
                      <a:pt x="144137" y="84581"/>
                    </a:lnTo>
                    <a:lnTo>
                      <a:pt x="144780" y="107441"/>
                    </a:lnTo>
                    <a:lnTo>
                      <a:pt x="144851" y="130301"/>
                    </a:lnTo>
                    <a:lnTo>
                      <a:pt x="144780" y="153161"/>
                    </a:lnTo>
                    <a:lnTo>
                      <a:pt x="144863" y="183451"/>
                    </a:lnTo>
                    <a:lnTo>
                      <a:pt x="144303" y="213740"/>
                    </a:lnTo>
                    <a:lnTo>
                      <a:pt x="143601" y="244030"/>
                    </a:lnTo>
                    <a:lnTo>
                      <a:pt x="143256" y="274319"/>
                    </a:lnTo>
                    <a:lnTo>
                      <a:pt x="142898" y="292024"/>
                    </a:lnTo>
                    <a:lnTo>
                      <a:pt x="143256" y="309657"/>
                    </a:lnTo>
                    <a:lnTo>
                      <a:pt x="144756" y="327148"/>
                    </a:lnTo>
                    <a:lnTo>
                      <a:pt x="147828" y="344423"/>
                    </a:lnTo>
                    <a:lnTo>
                      <a:pt x="149352" y="353567"/>
                    </a:lnTo>
                    <a:lnTo>
                      <a:pt x="152400" y="359663"/>
                    </a:lnTo>
                    <a:lnTo>
                      <a:pt x="156972" y="367283"/>
                    </a:lnTo>
                    <a:lnTo>
                      <a:pt x="156972" y="368807"/>
                    </a:lnTo>
                    <a:lnTo>
                      <a:pt x="158496" y="369569"/>
                    </a:lnTo>
                    <a:lnTo>
                      <a:pt x="131290" y="370296"/>
                    </a:lnTo>
                    <a:lnTo>
                      <a:pt x="103155" y="371379"/>
                    </a:lnTo>
                    <a:lnTo>
                      <a:pt x="75449" y="371177"/>
                    </a:lnTo>
                    <a:lnTo>
                      <a:pt x="49530" y="368045"/>
                    </a:lnTo>
                    <a:lnTo>
                      <a:pt x="56376" y="365629"/>
                    </a:lnTo>
                    <a:lnTo>
                      <a:pt x="63150" y="362997"/>
                    </a:lnTo>
                    <a:lnTo>
                      <a:pt x="69782" y="360223"/>
                    </a:lnTo>
                    <a:lnTo>
                      <a:pt x="76200" y="357377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57" name="Google Shape;757;p9"/>
            <p:cNvSpPr/>
            <p:nvPr/>
          </p:nvSpPr>
          <p:spPr>
            <a:xfrm>
              <a:off x="9185147" y="4126229"/>
              <a:ext cx="20320" cy="3810"/>
            </a:xfrm>
            <a:custGeom>
              <a:rect b="b" l="l" r="r" t="t"/>
              <a:pathLst>
                <a:path extrusionOk="0" h="3810" w="20320">
                  <a:moveTo>
                    <a:pt x="19811" y="3810"/>
                  </a:moveTo>
                  <a:lnTo>
                    <a:pt x="8381" y="2286"/>
                  </a:lnTo>
                  <a:lnTo>
                    <a:pt x="6857" y="2286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58" name="Google Shape;758;p9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5495816" y="4278617"/>
              <a:ext cx="159759" cy="2004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9" name="Google Shape;759;p9"/>
            <p:cNvSpPr/>
            <p:nvPr/>
          </p:nvSpPr>
          <p:spPr>
            <a:xfrm>
              <a:off x="5665470" y="4803647"/>
              <a:ext cx="120650" cy="418465"/>
            </a:xfrm>
            <a:custGeom>
              <a:rect b="b" l="l" r="r" t="t"/>
              <a:pathLst>
                <a:path extrusionOk="0" h="418464" w="120650">
                  <a:moveTo>
                    <a:pt x="0" y="0"/>
                  </a:moveTo>
                  <a:lnTo>
                    <a:pt x="48113" y="22074"/>
                  </a:lnTo>
                  <a:lnTo>
                    <a:pt x="76902" y="57054"/>
                  </a:lnTo>
                  <a:lnTo>
                    <a:pt x="99548" y="102584"/>
                  </a:lnTo>
                  <a:lnTo>
                    <a:pt x="113859" y="152673"/>
                  </a:lnTo>
                  <a:lnTo>
                    <a:pt x="119550" y="205037"/>
                  </a:lnTo>
                  <a:lnTo>
                    <a:pt x="120396" y="231648"/>
                  </a:lnTo>
                  <a:lnTo>
                    <a:pt x="119431" y="258198"/>
                  </a:lnTo>
                  <a:lnTo>
                    <a:pt x="108930" y="308157"/>
                  </a:lnTo>
                  <a:lnTo>
                    <a:pt x="91701" y="351234"/>
                  </a:lnTo>
                  <a:lnTo>
                    <a:pt x="71747" y="386572"/>
                  </a:lnTo>
                  <a:lnTo>
                    <a:pt x="45196" y="418099"/>
                  </a:lnTo>
                  <a:lnTo>
                    <a:pt x="38100" y="418338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60" name="Google Shape;760;p9"/>
            <p:cNvGrpSpPr/>
            <p:nvPr/>
          </p:nvGrpSpPr>
          <p:grpSpPr>
            <a:xfrm>
              <a:off x="5116068" y="5005578"/>
              <a:ext cx="142240" cy="173609"/>
              <a:chOff x="5116068" y="5005578"/>
              <a:chExt cx="142240" cy="173609"/>
            </a:xfrm>
          </p:grpSpPr>
          <p:sp>
            <p:nvSpPr>
              <p:cNvPr id="761" name="Google Shape;761;p9"/>
              <p:cNvSpPr/>
              <p:nvPr/>
            </p:nvSpPr>
            <p:spPr>
              <a:xfrm>
                <a:off x="5164074" y="5005578"/>
                <a:ext cx="24130" cy="97155"/>
              </a:xfrm>
              <a:custGeom>
                <a:rect b="b" l="l" r="r" t="t"/>
                <a:pathLst>
                  <a:path extrusionOk="0" h="97154" w="24129">
                    <a:moveTo>
                      <a:pt x="0" y="0"/>
                    </a:moveTo>
                    <a:lnTo>
                      <a:pt x="10715" y="36968"/>
                    </a:lnTo>
                    <a:lnTo>
                      <a:pt x="17145" y="68103"/>
                    </a:lnTo>
                    <a:lnTo>
                      <a:pt x="18859" y="77283"/>
                    </a:lnTo>
                    <a:lnTo>
                      <a:pt x="20574" y="86106"/>
                    </a:lnTo>
                    <a:lnTo>
                      <a:pt x="20574" y="86868"/>
                    </a:lnTo>
                    <a:lnTo>
                      <a:pt x="23622" y="95250"/>
                    </a:lnTo>
                    <a:lnTo>
                      <a:pt x="22860" y="95250"/>
                    </a:lnTo>
                    <a:lnTo>
                      <a:pt x="22098" y="96774"/>
                    </a:lnTo>
                    <a:lnTo>
                      <a:pt x="21336" y="96012"/>
                    </a:lnTo>
                    <a:lnTo>
                      <a:pt x="19050" y="9601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5116068" y="5151882"/>
                <a:ext cx="142240" cy="27305"/>
              </a:xfrm>
              <a:custGeom>
                <a:rect b="b" l="l" r="r" t="t"/>
                <a:pathLst>
                  <a:path extrusionOk="0" h="27304" w="142239">
                    <a:moveTo>
                      <a:pt x="0" y="25907"/>
                    </a:moveTo>
                    <a:lnTo>
                      <a:pt x="13573" y="26991"/>
                    </a:lnTo>
                    <a:lnTo>
                      <a:pt x="26289" y="26003"/>
                    </a:lnTo>
                    <a:lnTo>
                      <a:pt x="39004" y="23443"/>
                    </a:lnTo>
                    <a:lnTo>
                      <a:pt x="52577" y="19811"/>
                    </a:lnTo>
                    <a:lnTo>
                      <a:pt x="70877" y="15370"/>
                    </a:lnTo>
                    <a:lnTo>
                      <a:pt x="89249" y="11144"/>
                    </a:lnTo>
                    <a:lnTo>
                      <a:pt x="107763" y="7060"/>
                    </a:lnTo>
                    <a:lnTo>
                      <a:pt x="126492" y="3047"/>
                    </a:lnTo>
                    <a:lnTo>
                      <a:pt x="131826" y="1523"/>
                    </a:lnTo>
                    <a:lnTo>
                      <a:pt x="136398" y="0"/>
                    </a:lnTo>
                    <a:lnTo>
                      <a:pt x="141732" y="0"/>
                    </a:lnTo>
                    <a:lnTo>
                      <a:pt x="134112" y="3047"/>
                    </a:lnTo>
                    <a:lnTo>
                      <a:pt x="127254" y="6095"/>
                    </a:lnTo>
                    <a:lnTo>
                      <a:pt x="120396" y="9143"/>
                    </a:lnTo>
                    <a:lnTo>
                      <a:pt x="118110" y="10667"/>
                    </a:lnTo>
                    <a:lnTo>
                      <a:pt x="115823" y="11429"/>
                    </a:lnTo>
                    <a:lnTo>
                      <a:pt x="113538" y="12953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763" name="Google Shape;763;p9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5147392" y="5242190"/>
              <a:ext cx="111182" cy="1299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4" name="Google Shape;764;p9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5334749" y="4986515"/>
              <a:ext cx="116611" cy="1539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65" name="Google Shape;765;p9"/>
            <p:cNvGrpSpPr/>
            <p:nvPr/>
          </p:nvGrpSpPr>
          <p:grpSpPr>
            <a:xfrm>
              <a:off x="5500103" y="4853927"/>
              <a:ext cx="128803" cy="268797"/>
              <a:chOff x="5500103" y="4853927"/>
              <a:chExt cx="128803" cy="268797"/>
            </a:xfrm>
          </p:grpSpPr>
          <p:pic>
            <p:nvPicPr>
              <p:cNvPr id="766" name="Google Shape;766;p9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5500103" y="4969751"/>
                <a:ext cx="120421" cy="15297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7" name="Google Shape;767;p9"/>
              <p:cNvPicPr preferRelativeResize="0"/>
              <p:nvPr/>
            </p:nvPicPr>
            <p:blipFill rotWithShape="1">
              <a:blip r:embed="rId48">
                <a:alphaModFix/>
              </a:blip>
              <a:srcRect b="0" l="0" r="0" t="0"/>
              <a:stretch/>
            </p:blipFill>
            <p:spPr>
              <a:xfrm>
                <a:off x="5542013" y="4853927"/>
                <a:ext cx="86893" cy="960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68" name="Google Shape;768;p9"/>
            <p:cNvSpPr/>
            <p:nvPr/>
          </p:nvSpPr>
          <p:spPr>
            <a:xfrm>
              <a:off x="4928044" y="4914138"/>
              <a:ext cx="211454" cy="525780"/>
            </a:xfrm>
            <a:custGeom>
              <a:rect b="b" l="l" r="r" t="t"/>
              <a:pathLst>
                <a:path extrusionOk="0" h="525779" w="211454">
                  <a:moveTo>
                    <a:pt x="40195" y="0"/>
                  </a:moveTo>
                  <a:lnTo>
                    <a:pt x="34897" y="21717"/>
                  </a:lnTo>
                  <a:lnTo>
                    <a:pt x="30384" y="43434"/>
                  </a:lnTo>
                  <a:lnTo>
                    <a:pt x="26586" y="65151"/>
                  </a:lnTo>
                  <a:lnTo>
                    <a:pt x="23431" y="86868"/>
                  </a:lnTo>
                  <a:lnTo>
                    <a:pt x="17776" y="123443"/>
                  </a:lnTo>
                  <a:lnTo>
                    <a:pt x="7893" y="196595"/>
                  </a:lnTo>
                  <a:lnTo>
                    <a:pt x="1690" y="268509"/>
                  </a:lnTo>
                  <a:lnTo>
                    <a:pt x="0" y="304419"/>
                  </a:lnTo>
                  <a:lnTo>
                    <a:pt x="309" y="340328"/>
                  </a:lnTo>
                  <a:lnTo>
                    <a:pt x="8655" y="401824"/>
                  </a:lnTo>
                  <a:lnTo>
                    <a:pt x="29015" y="450996"/>
                  </a:lnTo>
                  <a:lnTo>
                    <a:pt x="62364" y="489596"/>
                  </a:lnTo>
                  <a:lnTo>
                    <a:pt x="104989" y="513909"/>
                  </a:lnTo>
                  <a:lnTo>
                    <a:pt x="149054" y="524351"/>
                  </a:lnTo>
                  <a:lnTo>
                    <a:pt x="169449" y="525208"/>
                  </a:lnTo>
                  <a:lnTo>
                    <a:pt x="189988" y="524637"/>
                  </a:lnTo>
                  <a:lnTo>
                    <a:pt x="210883" y="523494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69" name="Google Shape;769;p9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5423903" y="5769089"/>
              <a:ext cx="124231" cy="1669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0" name="Google Shape;770;p9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5456288" y="6000749"/>
              <a:ext cx="98037" cy="983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1" name="Google Shape;771;p9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5654027" y="5757659"/>
              <a:ext cx="120421" cy="1577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2" name="Google Shape;772;p9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5826239" y="5759183"/>
              <a:ext cx="94513" cy="133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3" name="Google Shape;773;p9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5850623" y="5602211"/>
              <a:ext cx="105181" cy="11127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74" name="Google Shape;774;p9"/>
            <p:cNvGrpSpPr/>
            <p:nvPr/>
          </p:nvGrpSpPr>
          <p:grpSpPr>
            <a:xfrm>
              <a:off x="6084665" y="5650230"/>
              <a:ext cx="447072" cy="349182"/>
              <a:chOff x="6084665" y="5650230"/>
              <a:chExt cx="447072" cy="349182"/>
            </a:xfrm>
          </p:grpSpPr>
          <p:sp>
            <p:nvSpPr>
              <p:cNvPr id="775" name="Google Shape;775;p9"/>
              <p:cNvSpPr/>
              <p:nvPr/>
            </p:nvSpPr>
            <p:spPr>
              <a:xfrm>
                <a:off x="6084665" y="5681912"/>
                <a:ext cx="118110" cy="317500"/>
              </a:xfrm>
              <a:custGeom>
                <a:rect b="b" l="l" r="r" t="t"/>
                <a:pathLst>
                  <a:path extrusionOk="0" h="317500" w="118110">
                    <a:moveTo>
                      <a:pt x="28098" y="321"/>
                    </a:moveTo>
                    <a:lnTo>
                      <a:pt x="678" y="30753"/>
                    </a:lnTo>
                    <a:lnTo>
                      <a:pt x="0" y="48327"/>
                    </a:lnTo>
                    <a:lnTo>
                      <a:pt x="607" y="65901"/>
                    </a:lnTo>
                    <a:lnTo>
                      <a:pt x="3488" y="110620"/>
                    </a:lnTo>
                    <a:lnTo>
                      <a:pt x="11608" y="166627"/>
                    </a:lnTo>
                    <a:lnTo>
                      <a:pt x="21990" y="219384"/>
                    </a:lnTo>
                    <a:lnTo>
                      <a:pt x="36921" y="268033"/>
                    </a:lnTo>
                    <a:lnTo>
                      <a:pt x="58959" y="302835"/>
                    </a:lnTo>
                    <a:lnTo>
                      <a:pt x="87248" y="317218"/>
                    </a:lnTo>
                    <a:lnTo>
                      <a:pt x="103536" y="316551"/>
                    </a:lnTo>
                    <a:lnTo>
                      <a:pt x="108108" y="313503"/>
                    </a:lnTo>
                    <a:lnTo>
                      <a:pt x="113442" y="311217"/>
                    </a:lnTo>
                    <a:lnTo>
                      <a:pt x="118014" y="308931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76" name="Google Shape;776;p9"/>
              <p:cNvPicPr preferRelativeResize="0"/>
              <p:nvPr/>
            </p:nvPicPr>
            <p:blipFill rotWithShape="1">
              <a:blip r:embed="rId54">
                <a:alphaModFix/>
              </a:blip>
              <a:srcRect b="0" l="0" r="0" t="0"/>
              <a:stretch/>
            </p:blipFill>
            <p:spPr>
              <a:xfrm>
                <a:off x="6108941" y="5702795"/>
                <a:ext cx="108991" cy="16766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77" name="Google Shape;777;p9"/>
              <p:cNvPicPr preferRelativeResize="0"/>
              <p:nvPr/>
            </p:nvPicPr>
            <p:blipFill rotWithShape="1">
              <a:blip r:embed="rId55">
                <a:alphaModFix/>
              </a:blip>
              <a:srcRect b="0" l="0" r="0" t="0"/>
              <a:stretch/>
            </p:blipFill>
            <p:spPr>
              <a:xfrm>
                <a:off x="6254483" y="5676887"/>
                <a:ext cx="266725" cy="26215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8" name="Google Shape;778;p9"/>
              <p:cNvSpPr/>
              <p:nvPr/>
            </p:nvSpPr>
            <p:spPr>
              <a:xfrm>
                <a:off x="6443472" y="5650230"/>
                <a:ext cx="88265" cy="289560"/>
              </a:xfrm>
              <a:custGeom>
                <a:rect b="b" l="l" r="r" t="t"/>
                <a:pathLst>
                  <a:path extrusionOk="0" h="289560" w="88265">
                    <a:moveTo>
                      <a:pt x="0" y="0"/>
                    </a:moveTo>
                    <a:lnTo>
                      <a:pt x="36540" y="22931"/>
                    </a:lnTo>
                    <a:lnTo>
                      <a:pt x="66198" y="84105"/>
                    </a:lnTo>
                    <a:lnTo>
                      <a:pt x="78676" y="132397"/>
                    </a:lnTo>
                    <a:lnTo>
                      <a:pt x="85153" y="182117"/>
                    </a:lnTo>
                    <a:lnTo>
                      <a:pt x="87630" y="232409"/>
                    </a:lnTo>
                    <a:lnTo>
                      <a:pt x="88165" y="245792"/>
                    </a:lnTo>
                    <a:lnTo>
                      <a:pt x="87915" y="260032"/>
                    </a:lnTo>
                    <a:lnTo>
                      <a:pt x="85808" y="273986"/>
                    </a:lnTo>
                    <a:lnTo>
                      <a:pt x="80772" y="286511"/>
                    </a:lnTo>
                    <a:lnTo>
                      <a:pt x="77724" y="288797"/>
                    </a:lnTo>
                    <a:lnTo>
                      <a:pt x="76962" y="289559"/>
                    </a:lnTo>
                    <a:lnTo>
                      <a:pt x="74676" y="288035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9" name="Google Shape;779;p9"/>
            <p:cNvGrpSpPr/>
            <p:nvPr/>
          </p:nvGrpSpPr>
          <p:grpSpPr>
            <a:xfrm>
              <a:off x="6669785" y="5682234"/>
              <a:ext cx="94742" cy="67818"/>
              <a:chOff x="6669785" y="5682234"/>
              <a:chExt cx="94742" cy="67818"/>
            </a:xfrm>
          </p:grpSpPr>
          <p:sp>
            <p:nvSpPr>
              <p:cNvPr id="780" name="Google Shape;780;p9"/>
              <p:cNvSpPr/>
              <p:nvPr/>
            </p:nvSpPr>
            <p:spPr>
              <a:xfrm>
                <a:off x="6669785" y="5682234"/>
                <a:ext cx="67310" cy="3175"/>
              </a:xfrm>
              <a:custGeom>
                <a:rect b="b" l="l" r="r" t="t"/>
                <a:pathLst>
                  <a:path extrusionOk="0" h="3175" w="67309">
                    <a:moveTo>
                      <a:pt x="0" y="2285"/>
                    </a:moveTo>
                    <a:lnTo>
                      <a:pt x="9155" y="2821"/>
                    </a:lnTo>
                    <a:lnTo>
                      <a:pt x="18383" y="3143"/>
                    </a:lnTo>
                    <a:lnTo>
                      <a:pt x="27753" y="3036"/>
                    </a:lnTo>
                    <a:lnTo>
                      <a:pt x="37338" y="2285"/>
                    </a:lnTo>
                    <a:lnTo>
                      <a:pt x="44648" y="1607"/>
                    </a:lnTo>
                    <a:lnTo>
                      <a:pt x="51816" y="857"/>
                    </a:lnTo>
                    <a:lnTo>
                      <a:pt x="58983" y="250"/>
                    </a:lnTo>
                    <a:lnTo>
                      <a:pt x="66294" y="0"/>
                    </a:lnTo>
                    <a:lnTo>
                      <a:pt x="67056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9"/>
              <p:cNvSpPr/>
              <p:nvPr/>
            </p:nvSpPr>
            <p:spPr>
              <a:xfrm>
                <a:off x="6685787" y="5742432"/>
                <a:ext cx="78740" cy="7620"/>
              </a:xfrm>
              <a:custGeom>
                <a:rect b="b" l="l" r="r" t="t"/>
                <a:pathLst>
                  <a:path extrusionOk="0" h="7620" w="78740">
                    <a:moveTo>
                      <a:pt x="0" y="4572"/>
                    </a:moveTo>
                    <a:lnTo>
                      <a:pt x="11429" y="5679"/>
                    </a:lnTo>
                    <a:lnTo>
                      <a:pt x="22859" y="6572"/>
                    </a:lnTo>
                    <a:lnTo>
                      <a:pt x="34290" y="7036"/>
                    </a:lnTo>
                    <a:lnTo>
                      <a:pt x="45720" y="6858"/>
                    </a:lnTo>
                    <a:lnTo>
                      <a:pt x="52756" y="6691"/>
                    </a:lnTo>
                    <a:lnTo>
                      <a:pt x="62007" y="6667"/>
                    </a:lnTo>
                    <a:lnTo>
                      <a:pt x="71116" y="5786"/>
                    </a:lnTo>
                    <a:lnTo>
                      <a:pt x="77724" y="3048"/>
                    </a:lnTo>
                    <a:lnTo>
                      <a:pt x="77724" y="2286"/>
                    </a:lnTo>
                    <a:lnTo>
                      <a:pt x="78486" y="762"/>
                    </a:lnTo>
                    <a:lnTo>
                      <a:pt x="78486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782" name="Google Shape;782;p9"/>
            <p:cNvPicPr preferRelativeResize="0"/>
            <p:nvPr/>
          </p:nvPicPr>
          <p:blipFill rotWithShape="1">
            <a:blip r:embed="rId56">
              <a:alphaModFix/>
            </a:blip>
            <a:srcRect b="0" l="0" r="0" t="0"/>
            <a:stretch/>
          </p:blipFill>
          <p:spPr>
            <a:xfrm>
              <a:off x="7040105" y="5590781"/>
              <a:ext cx="266725" cy="24462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83" name="Google Shape;783;p9"/>
            <p:cNvGrpSpPr/>
            <p:nvPr/>
          </p:nvGrpSpPr>
          <p:grpSpPr>
            <a:xfrm>
              <a:off x="7385197" y="5482589"/>
              <a:ext cx="171569" cy="369570"/>
              <a:chOff x="7385197" y="5482589"/>
              <a:chExt cx="171569" cy="369570"/>
            </a:xfrm>
          </p:grpSpPr>
          <p:pic>
            <p:nvPicPr>
              <p:cNvPr id="784" name="Google Shape;784;p9"/>
              <p:cNvPicPr preferRelativeResize="0"/>
              <p:nvPr/>
            </p:nvPicPr>
            <p:blipFill rotWithShape="1">
              <a:blip r:embed="rId57">
                <a:alphaModFix/>
              </a:blip>
              <a:srcRect b="0" l="0" r="0" t="0"/>
              <a:stretch/>
            </p:blipFill>
            <p:spPr>
              <a:xfrm>
                <a:off x="7427963" y="5537441"/>
                <a:ext cx="128803" cy="1806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5" name="Google Shape;785;p9"/>
              <p:cNvSpPr/>
              <p:nvPr/>
            </p:nvSpPr>
            <p:spPr>
              <a:xfrm>
                <a:off x="7385197" y="5482589"/>
                <a:ext cx="132715" cy="369570"/>
              </a:xfrm>
              <a:custGeom>
                <a:rect b="b" l="l" r="r" t="t"/>
                <a:pathLst>
                  <a:path extrusionOk="0" h="369570" w="132715">
                    <a:moveTo>
                      <a:pt x="13823" y="0"/>
                    </a:moveTo>
                    <a:lnTo>
                      <a:pt x="3345" y="46672"/>
                    </a:lnTo>
                    <a:lnTo>
                      <a:pt x="869" y="94487"/>
                    </a:lnTo>
                    <a:lnTo>
                      <a:pt x="0" y="128777"/>
                    </a:lnTo>
                    <a:lnTo>
                      <a:pt x="202" y="163067"/>
                    </a:lnTo>
                    <a:lnTo>
                      <a:pt x="6965" y="231647"/>
                    </a:lnTo>
                    <a:lnTo>
                      <a:pt x="22109" y="284797"/>
                    </a:lnTo>
                    <a:lnTo>
                      <a:pt x="50399" y="332231"/>
                    </a:lnTo>
                    <a:lnTo>
                      <a:pt x="79736" y="356806"/>
                    </a:lnTo>
                    <a:lnTo>
                      <a:pt x="115931" y="368807"/>
                    </a:lnTo>
                    <a:lnTo>
                      <a:pt x="122027" y="368807"/>
                    </a:lnTo>
                    <a:lnTo>
                      <a:pt x="127361" y="369569"/>
                    </a:lnTo>
                    <a:lnTo>
                      <a:pt x="132695" y="369569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6" name="Google Shape;786;p9"/>
            <p:cNvGrpSpPr/>
            <p:nvPr/>
          </p:nvGrpSpPr>
          <p:grpSpPr>
            <a:xfrm>
              <a:off x="7607986" y="5440680"/>
              <a:ext cx="317195" cy="363855"/>
              <a:chOff x="7607986" y="5440680"/>
              <a:chExt cx="317195" cy="363855"/>
            </a:xfrm>
          </p:grpSpPr>
          <p:pic>
            <p:nvPicPr>
              <p:cNvPr id="787" name="Google Shape;787;p9"/>
              <p:cNvPicPr preferRelativeResize="0"/>
              <p:nvPr/>
            </p:nvPicPr>
            <p:blipFill rotWithShape="1">
              <a:blip r:embed="rId58">
                <a:alphaModFix/>
              </a:blip>
              <a:srcRect b="0" l="0" r="0" t="0"/>
              <a:stretch/>
            </p:blipFill>
            <p:spPr>
              <a:xfrm>
                <a:off x="7607986" y="5520677"/>
                <a:ext cx="109562" cy="1920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88" name="Google Shape;788;p9"/>
              <p:cNvPicPr preferRelativeResize="0"/>
              <p:nvPr/>
            </p:nvPicPr>
            <p:blipFill rotWithShape="1">
              <a:blip r:embed="rId59">
                <a:alphaModFix/>
              </a:blip>
              <a:srcRect b="0" l="0" r="0" t="0"/>
              <a:stretch/>
            </p:blipFill>
            <p:spPr>
              <a:xfrm>
                <a:off x="7744955" y="5619904"/>
                <a:ext cx="107467" cy="16755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9" name="Google Shape;789;p9"/>
              <p:cNvSpPr/>
              <p:nvPr/>
            </p:nvSpPr>
            <p:spPr>
              <a:xfrm>
                <a:off x="7812786" y="5440680"/>
                <a:ext cx="112395" cy="363855"/>
              </a:xfrm>
              <a:custGeom>
                <a:rect b="b" l="l" r="r" t="t"/>
                <a:pathLst>
                  <a:path extrusionOk="0" h="363854" w="112395">
                    <a:moveTo>
                      <a:pt x="0" y="0"/>
                    </a:moveTo>
                    <a:lnTo>
                      <a:pt x="42862" y="33218"/>
                    </a:lnTo>
                    <a:lnTo>
                      <a:pt x="76402" y="69842"/>
                    </a:lnTo>
                    <a:lnTo>
                      <a:pt x="103000" y="125229"/>
                    </a:lnTo>
                    <a:lnTo>
                      <a:pt x="112335" y="183880"/>
                    </a:lnTo>
                    <a:lnTo>
                      <a:pt x="112299" y="211836"/>
                    </a:lnTo>
                    <a:lnTo>
                      <a:pt x="105156" y="267462"/>
                    </a:lnTo>
                    <a:lnTo>
                      <a:pt x="94869" y="307276"/>
                    </a:lnTo>
                    <a:lnTo>
                      <a:pt x="80010" y="345948"/>
                    </a:lnTo>
                    <a:lnTo>
                      <a:pt x="73152" y="358902"/>
                    </a:lnTo>
                    <a:lnTo>
                      <a:pt x="65532" y="36347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oogle Shape;794;p10"/>
          <p:cNvGrpSpPr/>
          <p:nvPr/>
        </p:nvGrpSpPr>
        <p:grpSpPr>
          <a:xfrm>
            <a:off x="2514601" y="1078578"/>
            <a:ext cx="6143238" cy="2846865"/>
            <a:chOff x="4494263" y="2080260"/>
            <a:chExt cx="4167137" cy="1845182"/>
          </a:xfrm>
        </p:grpSpPr>
        <p:pic>
          <p:nvPicPr>
            <p:cNvPr id="795" name="Google Shape;795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66753" y="2304275"/>
              <a:ext cx="141757" cy="190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6" name="Google Shape;796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75541" y="2157209"/>
              <a:ext cx="150139" cy="31473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97" name="Google Shape;797;p10"/>
            <p:cNvGrpSpPr/>
            <p:nvPr/>
          </p:nvGrpSpPr>
          <p:grpSpPr>
            <a:xfrm>
              <a:off x="5874257" y="2214372"/>
              <a:ext cx="217183" cy="318770"/>
              <a:chOff x="5874257" y="2214372"/>
              <a:chExt cx="217183" cy="318770"/>
            </a:xfrm>
          </p:grpSpPr>
          <p:sp>
            <p:nvSpPr>
              <p:cNvPr id="798" name="Google Shape;798;p10"/>
              <p:cNvSpPr/>
              <p:nvPr/>
            </p:nvSpPr>
            <p:spPr>
              <a:xfrm>
                <a:off x="5874257" y="2214372"/>
                <a:ext cx="93345" cy="318770"/>
              </a:xfrm>
              <a:custGeom>
                <a:rect b="b" l="l" r="r" t="t"/>
                <a:pathLst>
                  <a:path extrusionOk="0" h="318769" w="93345">
                    <a:moveTo>
                      <a:pt x="36575" y="3048"/>
                    </a:moveTo>
                    <a:lnTo>
                      <a:pt x="36575" y="2286"/>
                    </a:lnTo>
                    <a:lnTo>
                      <a:pt x="36575" y="1524"/>
                    </a:lnTo>
                    <a:lnTo>
                      <a:pt x="35051" y="0"/>
                    </a:lnTo>
                    <a:lnTo>
                      <a:pt x="31241" y="3048"/>
                    </a:lnTo>
                    <a:lnTo>
                      <a:pt x="31241" y="6858"/>
                    </a:lnTo>
                    <a:lnTo>
                      <a:pt x="29717" y="12192"/>
                    </a:lnTo>
                    <a:lnTo>
                      <a:pt x="25181" y="27515"/>
                    </a:lnTo>
                    <a:lnTo>
                      <a:pt x="20859" y="42767"/>
                    </a:lnTo>
                    <a:lnTo>
                      <a:pt x="7286" y="109692"/>
                    </a:lnTo>
                    <a:lnTo>
                      <a:pt x="428" y="180963"/>
                    </a:lnTo>
                    <a:lnTo>
                      <a:pt x="0" y="217170"/>
                    </a:lnTo>
                    <a:lnTo>
                      <a:pt x="1333" y="234838"/>
                    </a:lnTo>
                    <a:lnTo>
                      <a:pt x="16763" y="284988"/>
                    </a:lnTo>
                    <a:lnTo>
                      <a:pt x="47244" y="313182"/>
                    </a:lnTo>
                    <a:lnTo>
                      <a:pt x="70496" y="318539"/>
                    </a:lnTo>
                    <a:lnTo>
                      <a:pt x="77724" y="316992"/>
                    </a:lnTo>
                    <a:lnTo>
                      <a:pt x="86105" y="310896"/>
                    </a:lnTo>
                    <a:lnTo>
                      <a:pt x="88392" y="308610"/>
                    </a:lnTo>
                    <a:lnTo>
                      <a:pt x="92964" y="30327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99" name="Google Shape;799;p1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985497" y="2276843"/>
                <a:ext cx="105943" cy="15547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00" name="Google Shape;800;p10"/>
            <p:cNvGrpSpPr/>
            <p:nvPr/>
          </p:nvGrpSpPr>
          <p:grpSpPr>
            <a:xfrm>
              <a:off x="6139326" y="2115311"/>
              <a:ext cx="389743" cy="365773"/>
              <a:chOff x="6139326" y="2115311"/>
              <a:chExt cx="389743" cy="365773"/>
            </a:xfrm>
          </p:grpSpPr>
          <p:pic>
            <p:nvPicPr>
              <p:cNvPr id="801" name="Google Shape;801;p1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6139326" y="2228075"/>
                <a:ext cx="239388" cy="25300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2" name="Google Shape;802;p10"/>
              <p:cNvSpPr/>
              <p:nvPr/>
            </p:nvSpPr>
            <p:spPr>
              <a:xfrm>
                <a:off x="6404609" y="2115311"/>
                <a:ext cx="124460" cy="313690"/>
              </a:xfrm>
              <a:custGeom>
                <a:rect b="b" l="l" r="r" t="t"/>
                <a:pathLst>
                  <a:path extrusionOk="0" h="313689" w="124459">
                    <a:moveTo>
                      <a:pt x="0" y="0"/>
                    </a:moveTo>
                    <a:lnTo>
                      <a:pt x="40076" y="30646"/>
                    </a:lnTo>
                    <a:lnTo>
                      <a:pt x="67329" y="63531"/>
                    </a:lnTo>
                    <a:lnTo>
                      <a:pt x="94357" y="106870"/>
                    </a:lnTo>
                    <a:lnTo>
                      <a:pt x="113704" y="151542"/>
                    </a:lnTo>
                    <a:lnTo>
                      <a:pt x="123372" y="197262"/>
                    </a:lnTo>
                    <a:lnTo>
                      <a:pt x="124206" y="220979"/>
                    </a:lnTo>
                    <a:lnTo>
                      <a:pt x="122289" y="239720"/>
                    </a:lnTo>
                    <a:lnTo>
                      <a:pt x="97536" y="288798"/>
                    </a:lnTo>
                    <a:lnTo>
                      <a:pt x="70866" y="313182"/>
                    </a:lnTo>
                    <a:lnTo>
                      <a:pt x="74676" y="307848"/>
                    </a:lnTo>
                    <a:lnTo>
                      <a:pt x="82296" y="297942"/>
                    </a:lnTo>
                    <a:lnTo>
                      <a:pt x="86106" y="29337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3" name="Google Shape;803;p10"/>
            <p:cNvGrpSpPr/>
            <p:nvPr/>
          </p:nvGrpSpPr>
          <p:grpSpPr>
            <a:xfrm>
              <a:off x="6672071" y="2231135"/>
              <a:ext cx="56006" cy="58547"/>
              <a:chOff x="6672071" y="2231135"/>
              <a:chExt cx="56006" cy="58547"/>
            </a:xfrm>
          </p:grpSpPr>
          <p:sp>
            <p:nvSpPr>
              <p:cNvPr id="804" name="Google Shape;804;p10"/>
              <p:cNvSpPr/>
              <p:nvPr/>
            </p:nvSpPr>
            <p:spPr>
              <a:xfrm>
                <a:off x="6672071" y="2231135"/>
                <a:ext cx="53340" cy="3810"/>
              </a:xfrm>
              <a:custGeom>
                <a:rect b="b" l="l" r="r" t="t"/>
                <a:pathLst>
                  <a:path extrusionOk="0" h="3810" w="53340">
                    <a:moveTo>
                      <a:pt x="0" y="3810"/>
                    </a:moveTo>
                    <a:lnTo>
                      <a:pt x="42672" y="762"/>
                    </a:lnTo>
                    <a:lnTo>
                      <a:pt x="48006" y="0"/>
                    </a:lnTo>
                    <a:lnTo>
                      <a:pt x="53340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10"/>
              <p:cNvSpPr/>
              <p:nvPr/>
            </p:nvSpPr>
            <p:spPr>
              <a:xfrm>
                <a:off x="6672833" y="2281427"/>
                <a:ext cx="55244" cy="8255"/>
              </a:xfrm>
              <a:custGeom>
                <a:rect b="b" l="l" r="r" t="t"/>
                <a:pathLst>
                  <a:path extrusionOk="0" h="8255" w="55245">
                    <a:moveTo>
                      <a:pt x="0" y="7620"/>
                    </a:moveTo>
                    <a:lnTo>
                      <a:pt x="9263" y="8048"/>
                    </a:lnTo>
                    <a:lnTo>
                      <a:pt x="18669" y="8191"/>
                    </a:lnTo>
                    <a:lnTo>
                      <a:pt x="28074" y="8048"/>
                    </a:lnTo>
                    <a:lnTo>
                      <a:pt x="37338" y="7620"/>
                    </a:lnTo>
                    <a:lnTo>
                      <a:pt x="46482" y="6858"/>
                    </a:lnTo>
                    <a:lnTo>
                      <a:pt x="48768" y="5334"/>
                    </a:lnTo>
                    <a:lnTo>
                      <a:pt x="54864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806" name="Google Shape;806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987526" y="2109965"/>
              <a:ext cx="261391" cy="27282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07" name="Google Shape;807;p10"/>
            <p:cNvGrpSpPr/>
            <p:nvPr/>
          </p:nvGrpSpPr>
          <p:grpSpPr>
            <a:xfrm>
              <a:off x="7441692" y="2103882"/>
              <a:ext cx="112014" cy="155194"/>
              <a:chOff x="7441692" y="2103882"/>
              <a:chExt cx="112014" cy="155194"/>
            </a:xfrm>
          </p:grpSpPr>
          <p:sp>
            <p:nvSpPr>
              <p:cNvPr id="808" name="Google Shape;808;p10"/>
              <p:cNvSpPr/>
              <p:nvPr/>
            </p:nvSpPr>
            <p:spPr>
              <a:xfrm>
                <a:off x="7447026" y="2103882"/>
                <a:ext cx="106680" cy="135255"/>
              </a:xfrm>
              <a:custGeom>
                <a:rect b="b" l="l" r="r" t="t"/>
                <a:pathLst>
                  <a:path extrusionOk="0" h="135255" w="106679">
                    <a:moveTo>
                      <a:pt x="0" y="0"/>
                    </a:moveTo>
                    <a:lnTo>
                      <a:pt x="25503" y="45005"/>
                    </a:lnTo>
                    <a:lnTo>
                      <a:pt x="56483" y="83153"/>
                    </a:lnTo>
                    <a:lnTo>
                      <a:pt x="86379" y="109787"/>
                    </a:lnTo>
                    <a:lnTo>
                      <a:pt x="93249" y="114776"/>
                    </a:lnTo>
                    <a:lnTo>
                      <a:pt x="99405" y="120479"/>
                    </a:lnTo>
                    <a:lnTo>
                      <a:pt x="103632" y="127253"/>
                    </a:lnTo>
                    <a:lnTo>
                      <a:pt x="106680" y="134111"/>
                    </a:lnTo>
                    <a:lnTo>
                      <a:pt x="102108" y="134111"/>
                    </a:lnTo>
                    <a:lnTo>
                      <a:pt x="96774" y="134873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10"/>
              <p:cNvSpPr/>
              <p:nvPr/>
            </p:nvSpPr>
            <p:spPr>
              <a:xfrm>
                <a:off x="7441692" y="2109216"/>
                <a:ext cx="83185" cy="149860"/>
              </a:xfrm>
              <a:custGeom>
                <a:rect b="b" l="l" r="r" t="t"/>
                <a:pathLst>
                  <a:path extrusionOk="0" h="149860" w="83184">
                    <a:moveTo>
                      <a:pt x="83057" y="0"/>
                    </a:moveTo>
                    <a:lnTo>
                      <a:pt x="60983" y="31182"/>
                    </a:lnTo>
                    <a:lnTo>
                      <a:pt x="37433" y="71342"/>
                    </a:lnTo>
                    <a:lnTo>
                      <a:pt x="15775" y="111001"/>
                    </a:lnTo>
                    <a:lnTo>
                      <a:pt x="1523" y="143256"/>
                    </a:lnTo>
                    <a:lnTo>
                      <a:pt x="0" y="147066"/>
                    </a:lnTo>
                    <a:lnTo>
                      <a:pt x="761" y="147066"/>
                    </a:lnTo>
                    <a:lnTo>
                      <a:pt x="1523" y="149352"/>
                    </a:lnTo>
                    <a:lnTo>
                      <a:pt x="9905" y="147066"/>
                    </a:lnTo>
                    <a:lnTo>
                      <a:pt x="12953" y="144018"/>
                    </a:lnTo>
                    <a:lnTo>
                      <a:pt x="19811" y="13868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810" name="Google Shape;810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842747" y="2200655"/>
              <a:ext cx="103657" cy="10974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11" name="Google Shape;811;p10"/>
            <p:cNvGrpSpPr/>
            <p:nvPr/>
          </p:nvGrpSpPr>
          <p:grpSpPr>
            <a:xfrm>
              <a:off x="7584185" y="2080260"/>
              <a:ext cx="235077" cy="231267"/>
              <a:chOff x="7584185" y="2080260"/>
              <a:chExt cx="235077" cy="231267"/>
            </a:xfrm>
          </p:grpSpPr>
          <p:sp>
            <p:nvSpPr>
              <p:cNvPr id="812" name="Google Shape;812;p10"/>
              <p:cNvSpPr/>
              <p:nvPr/>
            </p:nvSpPr>
            <p:spPr>
              <a:xfrm>
                <a:off x="7584185" y="2080260"/>
                <a:ext cx="106045" cy="161925"/>
              </a:xfrm>
              <a:custGeom>
                <a:rect b="b" l="l" r="r" t="t"/>
                <a:pathLst>
                  <a:path extrusionOk="0" h="161925" w="106045">
                    <a:moveTo>
                      <a:pt x="105155" y="0"/>
                    </a:moveTo>
                    <a:lnTo>
                      <a:pt x="91654" y="40719"/>
                    </a:lnTo>
                    <a:lnTo>
                      <a:pt x="67532" y="82200"/>
                    </a:lnTo>
                    <a:lnTo>
                      <a:pt x="37885" y="114442"/>
                    </a:lnTo>
                    <a:lnTo>
                      <a:pt x="0" y="131826"/>
                    </a:lnTo>
                    <a:lnTo>
                      <a:pt x="3047" y="121158"/>
                    </a:lnTo>
                    <a:lnTo>
                      <a:pt x="3047" y="114300"/>
                    </a:lnTo>
                    <a:lnTo>
                      <a:pt x="24860" y="77712"/>
                    </a:lnTo>
                    <a:lnTo>
                      <a:pt x="40576" y="75211"/>
                    </a:lnTo>
                    <a:lnTo>
                      <a:pt x="48005" y="76962"/>
                    </a:lnTo>
                    <a:lnTo>
                      <a:pt x="82295" y="104394"/>
                    </a:lnTo>
                    <a:lnTo>
                      <a:pt x="105917" y="142494"/>
                    </a:lnTo>
                    <a:lnTo>
                      <a:pt x="105155" y="150114"/>
                    </a:lnTo>
                    <a:lnTo>
                      <a:pt x="105155" y="156972"/>
                    </a:lnTo>
                    <a:lnTo>
                      <a:pt x="105155" y="159258"/>
                    </a:lnTo>
                    <a:lnTo>
                      <a:pt x="105155" y="160020"/>
                    </a:lnTo>
                    <a:lnTo>
                      <a:pt x="105155" y="16154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10"/>
              <p:cNvSpPr/>
              <p:nvPr/>
            </p:nvSpPr>
            <p:spPr>
              <a:xfrm>
                <a:off x="7722107" y="2183892"/>
                <a:ext cx="97155" cy="127635"/>
              </a:xfrm>
              <a:custGeom>
                <a:rect b="b" l="l" r="r" t="t"/>
                <a:pathLst>
                  <a:path extrusionOk="0" h="127635" w="97154">
                    <a:moveTo>
                      <a:pt x="0" y="76200"/>
                    </a:moveTo>
                    <a:lnTo>
                      <a:pt x="10846" y="67056"/>
                    </a:lnTo>
                    <a:lnTo>
                      <a:pt x="21621" y="57911"/>
                    </a:lnTo>
                    <a:lnTo>
                      <a:pt x="32254" y="48767"/>
                    </a:lnTo>
                    <a:lnTo>
                      <a:pt x="42671" y="39623"/>
                    </a:lnTo>
                    <a:lnTo>
                      <a:pt x="49934" y="33492"/>
                    </a:lnTo>
                    <a:lnTo>
                      <a:pt x="57340" y="26574"/>
                    </a:lnTo>
                    <a:lnTo>
                      <a:pt x="63888" y="18942"/>
                    </a:lnTo>
                    <a:lnTo>
                      <a:pt x="68580" y="10667"/>
                    </a:lnTo>
                    <a:lnTo>
                      <a:pt x="72389" y="0"/>
                    </a:lnTo>
                    <a:lnTo>
                      <a:pt x="64769" y="0"/>
                    </a:lnTo>
                    <a:lnTo>
                      <a:pt x="56387" y="0"/>
                    </a:lnTo>
                    <a:lnTo>
                      <a:pt x="21335" y="20574"/>
                    </a:lnTo>
                    <a:lnTo>
                      <a:pt x="12191" y="61721"/>
                    </a:lnTo>
                    <a:lnTo>
                      <a:pt x="12727" y="73259"/>
                    </a:lnTo>
                    <a:lnTo>
                      <a:pt x="14192" y="84867"/>
                    </a:lnTo>
                    <a:lnTo>
                      <a:pt x="16371" y="96333"/>
                    </a:lnTo>
                    <a:lnTo>
                      <a:pt x="19050" y="107441"/>
                    </a:lnTo>
                    <a:lnTo>
                      <a:pt x="20574" y="114300"/>
                    </a:lnTo>
                    <a:lnTo>
                      <a:pt x="21336" y="119634"/>
                    </a:lnTo>
                    <a:lnTo>
                      <a:pt x="21336" y="126491"/>
                    </a:lnTo>
                    <a:lnTo>
                      <a:pt x="21336" y="127254"/>
                    </a:lnTo>
                    <a:lnTo>
                      <a:pt x="12192" y="86105"/>
                    </a:lnTo>
                    <a:lnTo>
                      <a:pt x="13596" y="78521"/>
                    </a:lnTo>
                    <a:lnTo>
                      <a:pt x="46481" y="50958"/>
                    </a:lnTo>
                    <a:lnTo>
                      <a:pt x="57959" y="49375"/>
                    </a:lnTo>
                    <a:lnTo>
                      <a:pt x="68580" y="50291"/>
                    </a:lnTo>
                    <a:lnTo>
                      <a:pt x="74676" y="51815"/>
                    </a:lnTo>
                    <a:lnTo>
                      <a:pt x="78486" y="58673"/>
                    </a:lnTo>
                    <a:lnTo>
                      <a:pt x="76200" y="64769"/>
                    </a:lnTo>
                    <a:lnTo>
                      <a:pt x="72116" y="72640"/>
                    </a:lnTo>
                    <a:lnTo>
                      <a:pt x="64674" y="79152"/>
                    </a:lnTo>
                    <a:lnTo>
                      <a:pt x="55947" y="84379"/>
                    </a:lnTo>
                    <a:lnTo>
                      <a:pt x="48006" y="88391"/>
                    </a:lnTo>
                    <a:lnTo>
                      <a:pt x="41005" y="91963"/>
                    </a:lnTo>
                    <a:lnTo>
                      <a:pt x="33718" y="94678"/>
                    </a:lnTo>
                    <a:lnTo>
                      <a:pt x="26146" y="96535"/>
                    </a:lnTo>
                    <a:lnTo>
                      <a:pt x="18288" y="97536"/>
                    </a:lnTo>
                    <a:lnTo>
                      <a:pt x="17526" y="97536"/>
                    </a:lnTo>
                    <a:lnTo>
                      <a:pt x="16764" y="97536"/>
                    </a:lnTo>
                    <a:lnTo>
                      <a:pt x="25562" y="97357"/>
                    </a:lnTo>
                    <a:lnTo>
                      <a:pt x="34575" y="97250"/>
                    </a:lnTo>
                    <a:lnTo>
                      <a:pt x="43445" y="97857"/>
                    </a:lnTo>
                    <a:lnTo>
                      <a:pt x="79248" y="114299"/>
                    </a:lnTo>
                    <a:lnTo>
                      <a:pt x="83058" y="117347"/>
                    </a:lnTo>
                    <a:lnTo>
                      <a:pt x="86106" y="119633"/>
                    </a:lnTo>
                    <a:lnTo>
                      <a:pt x="90678" y="120395"/>
                    </a:lnTo>
                    <a:lnTo>
                      <a:pt x="93726" y="121919"/>
                    </a:lnTo>
                    <a:lnTo>
                      <a:pt x="93726" y="120395"/>
                    </a:lnTo>
                    <a:lnTo>
                      <a:pt x="96774" y="120395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4" name="Google Shape;814;p10"/>
            <p:cNvGrpSpPr/>
            <p:nvPr/>
          </p:nvGrpSpPr>
          <p:grpSpPr>
            <a:xfrm>
              <a:off x="4494263" y="2844533"/>
              <a:ext cx="1104068" cy="294824"/>
              <a:chOff x="4494263" y="2844533"/>
              <a:chExt cx="1104068" cy="294824"/>
            </a:xfrm>
          </p:grpSpPr>
          <p:pic>
            <p:nvPicPr>
              <p:cNvPr id="815" name="Google Shape;815;p10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4494263" y="2866381"/>
                <a:ext cx="115849" cy="26316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16" name="Google Shape;816;p10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4638281" y="2961988"/>
                <a:ext cx="182905" cy="1500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17" name="Google Shape;817;p10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4856499" y="2871965"/>
                <a:ext cx="351021" cy="2240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18" name="Google Shape;818;p10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5227307" y="2855963"/>
                <a:ext cx="100609" cy="1729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19" name="Google Shape;819;p10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5361419" y="2844533"/>
                <a:ext cx="236912" cy="29482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20" name="Google Shape;820;p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939777" y="2828531"/>
              <a:ext cx="246151" cy="2507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1" name="Google Shape;821;p10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465557" y="2673845"/>
              <a:ext cx="146329" cy="29949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22" name="Google Shape;822;p10"/>
            <p:cNvGrpSpPr/>
            <p:nvPr/>
          </p:nvGrpSpPr>
          <p:grpSpPr>
            <a:xfrm>
              <a:off x="6909624" y="2775000"/>
              <a:ext cx="192704" cy="119564"/>
              <a:chOff x="6909624" y="2775000"/>
              <a:chExt cx="192704" cy="119564"/>
            </a:xfrm>
          </p:grpSpPr>
          <p:pic>
            <p:nvPicPr>
              <p:cNvPr id="823" name="Google Shape;823;p10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6909624" y="2785859"/>
                <a:ext cx="76403" cy="10870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24" name="Google Shape;824;p10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007339" y="2775000"/>
                <a:ext cx="94989" cy="10994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25" name="Google Shape;825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375385" y="2667749"/>
              <a:ext cx="339591" cy="1905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26" name="Google Shape;826;p10"/>
            <p:cNvGrpSpPr/>
            <p:nvPr/>
          </p:nvGrpSpPr>
          <p:grpSpPr>
            <a:xfrm>
              <a:off x="7982080" y="2606801"/>
              <a:ext cx="137537" cy="151162"/>
              <a:chOff x="7982080" y="2606801"/>
              <a:chExt cx="137537" cy="151162"/>
            </a:xfrm>
          </p:grpSpPr>
          <p:sp>
            <p:nvSpPr>
              <p:cNvPr id="827" name="Google Shape;827;p10"/>
              <p:cNvSpPr/>
              <p:nvPr/>
            </p:nvSpPr>
            <p:spPr>
              <a:xfrm>
                <a:off x="7982080" y="2632233"/>
                <a:ext cx="90170" cy="125730"/>
              </a:xfrm>
              <a:custGeom>
                <a:rect b="b" l="l" r="r" t="t"/>
                <a:pathLst>
                  <a:path extrusionOk="0" h="125730" w="90170">
                    <a:moveTo>
                      <a:pt x="82165" y="10382"/>
                    </a:moveTo>
                    <a:lnTo>
                      <a:pt x="69734" y="3798"/>
                    </a:lnTo>
                    <a:lnTo>
                      <a:pt x="58162" y="0"/>
                    </a:lnTo>
                    <a:lnTo>
                      <a:pt x="46589" y="631"/>
                    </a:lnTo>
                    <a:lnTo>
                      <a:pt x="14013" y="32944"/>
                    </a:lnTo>
                    <a:lnTo>
                      <a:pt x="11299" y="43148"/>
                    </a:lnTo>
                    <a:lnTo>
                      <a:pt x="12084" y="53685"/>
                    </a:lnTo>
                    <a:lnTo>
                      <a:pt x="45958" y="78295"/>
                    </a:lnTo>
                    <a:lnTo>
                      <a:pt x="70699" y="86582"/>
                    </a:lnTo>
                    <a:lnTo>
                      <a:pt x="82927" y="91154"/>
                    </a:lnTo>
                    <a:lnTo>
                      <a:pt x="87499" y="93440"/>
                    </a:lnTo>
                    <a:lnTo>
                      <a:pt x="89023" y="93440"/>
                    </a:lnTo>
                    <a:lnTo>
                      <a:pt x="89785" y="98012"/>
                    </a:lnTo>
                    <a:lnTo>
                      <a:pt x="46267" y="118586"/>
                    </a:lnTo>
                    <a:lnTo>
                      <a:pt x="6727" y="125444"/>
                    </a:lnTo>
                    <a:lnTo>
                      <a:pt x="0" y="123420"/>
                    </a:lnTo>
                    <a:lnTo>
                      <a:pt x="345" y="117824"/>
                    </a:lnTo>
                    <a:lnTo>
                      <a:pt x="4262" y="111085"/>
                    </a:lnTo>
                    <a:lnTo>
                      <a:pt x="8251" y="105632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10"/>
              <p:cNvSpPr/>
              <p:nvPr/>
            </p:nvSpPr>
            <p:spPr>
              <a:xfrm>
                <a:off x="8114537" y="2664713"/>
                <a:ext cx="5080" cy="91440"/>
              </a:xfrm>
              <a:custGeom>
                <a:rect b="b" l="l" r="r" t="t"/>
                <a:pathLst>
                  <a:path extrusionOk="0" h="91439" w="5079">
                    <a:moveTo>
                      <a:pt x="0" y="0"/>
                    </a:moveTo>
                    <a:lnTo>
                      <a:pt x="2321" y="9572"/>
                    </a:lnTo>
                    <a:lnTo>
                      <a:pt x="3714" y="18288"/>
                    </a:lnTo>
                    <a:lnTo>
                      <a:pt x="4393" y="27003"/>
                    </a:lnTo>
                    <a:lnTo>
                      <a:pt x="4572" y="36576"/>
                    </a:lnTo>
                    <a:lnTo>
                      <a:pt x="4548" y="46743"/>
                    </a:lnTo>
                    <a:lnTo>
                      <a:pt x="4381" y="56769"/>
                    </a:lnTo>
                    <a:lnTo>
                      <a:pt x="3929" y="66794"/>
                    </a:lnTo>
                    <a:lnTo>
                      <a:pt x="3048" y="76962"/>
                    </a:lnTo>
                    <a:lnTo>
                      <a:pt x="2286" y="81534"/>
                    </a:lnTo>
                    <a:lnTo>
                      <a:pt x="2286" y="86106"/>
                    </a:lnTo>
                    <a:lnTo>
                      <a:pt x="1524" y="9144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10"/>
              <p:cNvSpPr/>
              <p:nvPr/>
            </p:nvSpPr>
            <p:spPr>
              <a:xfrm>
                <a:off x="8091677" y="2606801"/>
                <a:ext cx="15240" cy="15240"/>
              </a:xfrm>
              <a:custGeom>
                <a:rect b="b" l="l" r="r" t="t"/>
                <a:pathLst>
                  <a:path extrusionOk="0" h="15239" w="15240">
                    <a:moveTo>
                      <a:pt x="0" y="3810"/>
                    </a:moveTo>
                    <a:lnTo>
                      <a:pt x="0" y="12192"/>
                    </a:lnTo>
                    <a:lnTo>
                      <a:pt x="3048" y="15240"/>
                    </a:lnTo>
                    <a:lnTo>
                      <a:pt x="11430" y="15240"/>
                    </a:lnTo>
                    <a:lnTo>
                      <a:pt x="15240" y="12192"/>
                    </a:lnTo>
                    <a:lnTo>
                      <a:pt x="15240" y="7620"/>
                    </a:lnTo>
                    <a:lnTo>
                      <a:pt x="15240" y="3810"/>
                    </a:lnTo>
                    <a:lnTo>
                      <a:pt x="11430" y="0"/>
                    </a:lnTo>
                    <a:lnTo>
                      <a:pt x="3048" y="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0" name="Google Shape;830;p10"/>
            <p:cNvGrpSpPr/>
            <p:nvPr/>
          </p:nvGrpSpPr>
          <p:grpSpPr>
            <a:xfrm>
              <a:off x="8187676" y="2577071"/>
              <a:ext cx="328448" cy="155949"/>
              <a:chOff x="8187676" y="2577071"/>
              <a:chExt cx="328448" cy="155949"/>
            </a:xfrm>
          </p:grpSpPr>
          <p:pic>
            <p:nvPicPr>
              <p:cNvPr id="831" name="Google Shape;831;p10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8187676" y="2577071"/>
                <a:ext cx="113563" cy="1559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32" name="Google Shape;832;p10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8322253" y="2578595"/>
                <a:ext cx="193871" cy="1539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33" name="Google Shape;833;p10"/>
            <p:cNvGrpSpPr/>
            <p:nvPr/>
          </p:nvGrpSpPr>
          <p:grpSpPr>
            <a:xfrm>
              <a:off x="5172443" y="3526523"/>
              <a:ext cx="165379" cy="315493"/>
              <a:chOff x="5172443" y="3526523"/>
              <a:chExt cx="165379" cy="315493"/>
            </a:xfrm>
          </p:grpSpPr>
          <p:pic>
            <p:nvPicPr>
              <p:cNvPr id="834" name="Google Shape;834;p10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5172443" y="3653777"/>
                <a:ext cx="133375" cy="1882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35" name="Google Shape;835;p10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5228069" y="3526523"/>
                <a:ext cx="109753" cy="10746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36" name="Google Shape;836;p10"/>
            <p:cNvSpPr/>
            <p:nvPr/>
          </p:nvSpPr>
          <p:spPr>
            <a:xfrm>
              <a:off x="5437286" y="3461765"/>
              <a:ext cx="118110" cy="429259"/>
            </a:xfrm>
            <a:custGeom>
              <a:rect b="b" l="l" r="r" t="t"/>
              <a:pathLst>
                <a:path extrusionOk="0" h="429260" w="118110">
                  <a:moveTo>
                    <a:pt x="68925" y="0"/>
                  </a:moveTo>
                  <a:lnTo>
                    <a:pt x="38445" y="26670"/>
                  </a:lnTo>
                  <a:lnTo>
                    <a:pt x="22729" y="67818"/>
                  </a:lnTo>
                  <a:lnTo>
                    <a:pt x="13299" y="111252"/>
                  </a:lnTo>
                  <a:lnTo>
                    <a:pt x="4250" y="178784"/>
                  </a:lnTo>
                  <a:lnTo>
                    <a:pt x="345" y="246888"/>
                  </a:lnTo>
                  <a:lnTo>
                    <a:pt x="0" y="275189"/>
                  </a:lnTo>
                  <a:lnTo>
                    <a:pt x="1012" y="302990"/>
                  </a:lnTo>
                  <a:lnTo>
                    <a:pt x="12537" y="357378"/>
                  </a:lnTo>
                  <a:lnTo>
                    <a:pt x="40397" y="401633"/>
                  </a:lnTo>
                  <a:lnTo>
                    <a:pt x="75688" y="423767"/>
                  </a:lnTo>
                  <a:lnTo>
                    <a:pt x="110073" y="429006"/>
                  </a:lnTo>
                  <a:lnTo>
                    <a:pt x="110835" y="428244"/>
                  </a:lnTo>
                  <a:lnTo>
                    <a:pt x="117693" y="421386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7" name="Google Shape;837;p10"/>
            <p:cNvGrpSpPr/>
            <p:nvPr/>
          </p:nvGrpSpPr>
          <p:grpSpPr>
            <a:xfrm>
              <a:off x="5616689" y="3447275"/>
              <a:ext cx="294919" cy="310921"/>
              <a:chOff x="5616689" y="3447275"/>
              <a:chExt cx="294919" cy="310921"/>
            </a:xfrm>
          </p:grpSpPr>
          <p:pic>
            <p:nvPicPr>
              <p:cNvPr id="838" name="Google Shape;838;p10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5616689" y="3589769"/>
                <a:ext cx="130327" cy="1684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39" name="Google Shape;839;p10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5780519" y="3447275"/>
                <a:ext cx="131089" cy="28348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40" name="Google Shape;840;p10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6040361" y="3578339"/>
              <a:ext cx="106705" cy="17223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41" name="Google Shape;841;p10"/>
            <p:cNvGrpSpPr/>
            <p:nvPr/>
          </p:nvGrpSpPr>
          <p:grpSpPr>
            <a:xfrm>
              <a:off x="6230063" y="3353562"/>
              <a:ext cx="437182" cy="426720"/>
              <a:chOff x="6230063" y="3353562"/>
              <a:chExt cx="437182" cy="426720"/>
            </a:xfrm>
          </p:grpSpPr>
          <p:pic>
            <p:nvPicPr>
              <p:cNvPr id="842" name="Google Shape;842;p10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6230063" y="3515855"/>
                <a:ext cx="112075" cy="18976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43" name="Google Shape;843;p10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6384785" y="3623297"/>
                <a:ext cx="118897" cy="13947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44" name="Google Shape;844;p10"/>
              <p:cNvSpPr/>
              <p:nvPr/>
            </p:nvSpPr>
            <p:spPr>
              <a:xfrm>
                <a:off x="6528815" y="3353562"/>
                <a:ext cx="138430" cy="426720"/>
              </a:xfrm>
              <a:custGeom>
                <a:rect b="b" l="l" r="r" t="t"/>
                <a:pathLst>
                  <a:path extrusionOk="0" h="426720" w="138429">
                    <a:moveTo>
                      <a:pt x="0" y="0"/>
                    </a:moveTo>
                    <a:lnTo>
                      <a:pt x="33718" y="27908"/>
                    </a:lnTo>
                    <a:lnTo>
                      <a:pt x="64008" y="58673"/>
                    </a:lnTo>
                    <a:lnTo>
                      <a:pt x="96583" y="104774"/>
                    </a:lnTo>
                    <a:lnTo>
                      <a:pt x="121158" y="155447"/>
                    </a:lnTo>
                    <a:lnTo>
                      <a:pt x="135255" y="207644"/>
                    </a:lnTo>
                    <a:lnTo>
                      <a:pt x="138088" y="234529"/>
                    </a:lnTo>
                    <a:lnTo>
                      <a:pt x="137922" y="262127"/>
                    </a:lnTo>
                    <a:lnTo>
                      <a:pt x="128587" y="308895"/>
                    </a:lnTo>
                    <a:lnTo>
                      <a:pt x="108966" y="352806"/>
                    </a:lnTo>
                    <a:lnTo>
                      <a:pt x="82498" y="396740"/>
                    </a:lnTo>
                    <a:lnTo>
                      <a:pt x="72390" y="410718"/>
                    </a:lnTo>
                    <a:lnTo>
                      <a:pt x="69342" y="416052"/>
                    </a:lnTo>
                    <a:lnTo>
                      <a:pt x="67056" y="426720"/>
                    </a:lnTo>
                    <a:lnTo>
                      <a:pt x="61722" y="424434"/>
                    </a:lnTo>
                    <a:lnTo>
                      <a:pt x="61722" y="422909"/>
                    </a:lnTo>
                    <a:lnTo>
                      <a:pt x="61722" y="422148"/>
                    </a:lnTo>
                    <a:lnTo>
                      <a:pt x="61722" y="42138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5" name="Google Shape;845;p10"/>
            <p:cNvGrpSpPr/>
            <p:nvPr/>
          </p:nvGrpSpPr>
          <p:grpSpPr>
            <a:xfrm>
              <a:off x="6875525" y="3517392"/>
              <a:ext cx="73660" cy="70358"/>
              <a:chOff x="6875525" y="3517392"/>
              <a:chExt cx="73660" cy="70358"/>
            </a:xfrm>
          </p:grpSpPr>
          <p:sp>
            <p:nvSpPr>
              <p:cNvPr id="846" name="Google Shape;846;p10"/>
              <p:cNvSpPr/>
              <p:nvPr/>
            </p:nvSpPr>
            <p:spPr>
              <a:xfrm>
                <a:off x="6875525" y="3517392"/>
                <a:ext cx="55880" cy="8255"/>
              </a:xfrm>
              <a:custGeom>
                <a:rect b="b" l="l" r="r" t="t"/>
                <a:pathLst>
                  <a:path extrusionOk="0" h="8254" w="55879">
                    <a:moveTo>
                      <a:pt x="0" y="3810"/>
                    </a:moveTo>
                    <a:lnTo>
                      <a:pt x="9036" y="5893"/>
                    </a:lnTo>
                    <a:lnTo>
                      <a:pt x="18002" y="7334"/>
                    </a:lnTo>
                    <a:lnTo>
                      <a:pt x="27110" y="7774"/>
                    </a:lnTo>
                    <a:lnTo>
                      <a:pt x="36576" y="6858"/>
                    </a:lnTo>
                    <a:lnTo>
                      <a:pt x="42672" y="6096"/>
                    </a:lnTo>
                    <a:lnTo>
                      <a:pt x="50292" y="3810"/>
                    </a:lnTo>
                    <a:lnTo>
                      <a:pt x="55626" y="762"/>
                    </a:lnTo>
                    <a:lnTo>
                      <a:pt x="55626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10"/>
              <p:cNvSpPr/>
              <p:nvPr/>
            </p:nvSpPr>
            <p:spPr>
              <a:xfrm>
                <a:off x="6886955" y="3581400"/>
                <a:ext cx="62230" cy="6350"/>
              </a:xfrm>
              <a:custGeom>
                <a:rect b="b" l="l" r="r" t="t"/>
                <a:pathLst>
                  <a:path extrusionOk="0" h="6350" w="62229">
                    <a:moveTo>
                      <a:pt x="0" y="0"/>
                    </a:moveTo>
                    <a:lnTo>
                      <a:pt x="11132" y="4226"/>
                    </a:lnTo>
                    <a:lnTo>
                      <a:pt x="19907" y="5810"/>
                    </a:lnTo>
                    <a:lnTo>
                      <a:pt x="28825" y="5250"/>
                    </a:lnTo>
                    <a:lnTo>
                      <a:pt x="40386" y="3047"/>
                    </a:lnTo>
                    <a:lnTo>
                      <a:pt x="47244" y="2285"/>
                    </a:lnTo>
                    <a:lnTo>
                      <a:pt x="54864" y="1523"/>
                    </a:lnTo>
                    <a:lnTo>
                      <a:pt x="61722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8" name="Google Shape;848;p10"/>
            <p:cNvGrpSpPr/>
            <p:nvPr/>
          </p:nvGrpSpPr>
          <p:grpSpPr>
            <a:xfrm>
              <a:off x="7126211" y="3293351"/>
              <a:ext cx="137947" cy="297205"/>
              <a:chOff x="7126211" y="3293351"/>
              <a:chExt cx="137947" cy="297205"/>
            </a:xfrm>
          </p:grpSpPr>
          <p:pic>
            <p:nvPicPr>
              <p:cNvPr id="849" name="Google Shape;849;p10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7126211" y="3429749"/>
                <a:ext cx="124993" cy="1608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50" name="Google Shape;850;p10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7172693" y="3293351"/>
                <a:ext cx="91465" cy="10137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51" name="Google Shape;851;p10"/>
            <p:cNvGrpSpPr/>
            <p:nvPr/>
          </p:nvGrpSpPr>
          <p:grpSpPr>
            <a:xfrm>
              <a:off x="7356157" y="3307080"/>
              <a:ext cx="234137" cy="384175"/>
              <a:chOff x="7356157" y="3307080"/>
              <a:chExt cx="234137" cy="384175"/>
            </a:xfrm>
          </p:grpSpPr>
          <p:sp>
            <p:nvSpPr>
              <p:cNvPr id="852" name="Google Shape;852;p10"/>
              <p:cNvSpPr/>
              <p:nvPr/>
            </p:nvSpPr>
            <p:spPr>
              <a:xfrm>
                <a:off x="7356157" y="3307080"/>
                <a:ext cx="83820" cy="384175"/>
              </a:xfrm>
              <a:custGeom>
                <a:rect b="b" l="l" r="r" t="t"/>
                <a:pathLst>
                  <a:path extrusionOk="0" h="384175" w="83820">
                    <a:moveTo>
                      <a:pt x="17716" y="0"/>
                    </a:moveTo>
                    <a:lnTo>
                      <a:pt x="20633" y="17133"/>
                    </a:lnTo>
                    <a:lnTo>
                      <a:pt x="21621" y="33623"/>
                    </a:lnTo>
                    <a:lnTo>
                      <a:pt x="21038" y="50256"/>
                    </a:lnTo>
                    <a:lnTo>
                      <a:pt x="19240" y="67818"/>
                    </a:lnTo>
                    <a:lnTo>
                      <a:pt x="15359" y="98238"/>
                    </a:lnTo>
                    <a:lnTo>
                      <a:pt x="11048" y="128873"/>
                    </a:lnTo>
                    <a:lnTo>
                      <a:pt x="7024" y="159650"/>
                    </a:lnTo>
                    <a:lnTo>
                      <a:pt x="4000" y="190500"/>
                    </a:lnTo>
                    <a:lnTo>
                      <a:pt x="1428" y="220360"/>
                    </a:lnTo>
                    <a:lnTo>
                      <a:pt x="0" y="251079"/>
                    </a:lnTo>
                    <a:lnTo>
                      <a:pt x="571" y="281797"/>
                    </a:lnTo>
                    <a:lnTo>
                      <a:pt x="7881" y="327326"/>
                    </a:lnTo>
                    <a:lnTo>
                      <a:pt x="32956" y="368046"/>
                    </a:lnTo>
                    <a:lnTo>
                      <a:pt x="68770" y="383286"/>
                    </a:lnTo>
                    <a:lnTo>
                      <a:pt x="76390" y="383286"/>
                    </a:lnTo>
                    <a:lnTo>
                      <a:pt x="78676" y="384048"/>
                    </a:lnTo>
                    <a:lnTo>
                      <a:pt x="83248" y="38100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53" name="Google Shape;853;p10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7478255" y="3411461"/>
                <a:ext cx="112039" cy="1135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54" name="Google Shape;854;p10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7651943" y="3319688"/>
              <a:ext cx="294205" cy="2388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5" name="Google Shape;855;p10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8058137" y="3259823"/>
              <a:ext cx="130327" cy="14023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56" name="Google Shape;856;p10"/>
            <p:cNvGrpSpPr/>
            <p:nvPr/>
          </p:nvGrpSpPr>
          <p:grpSpPr>
            <a:xfrm>
              <a:off x="8271402" y="3107638"/>
              <a:ext cx="389998" cy="379095"/>
              <a:chOff x="8271402" y="3107638"/>
              <a:chExt cx="389998" cy="379095"/>
            </a:xfrm>
          </p:grpSpPr>
          <p:pic>
            <p:nvPicPr>
              <p:cNvPr id="857" name="Google Shape;857;p10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8271402" y="3215627"/>
                <a:ext cx="231768" cy="25224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58" name="Google Shape;858;p10"/>
              <p:cNvSpPr/>
              <p:nvPr/>
            </p:nvSpPr>
            <p:spPr>
              <a:xfrm>
                <a:off x="8519160" y="3107638"/>
                <a:ext cx="142240" cy="379095"/>
              </a:xfrm>
              <a:custGeom>
                <a:rect b="b" l="l" r="r" t="t"/>
                <a:pathLst>
                  <a:path extrusionOk="0" h="379095" w="142240">
                    <a:moveTo>
                      <a:pt x="0" y="1321"/>
                    </a:moveTo>
                    <a:lnTo>
                      <a:pt x="13025" y="0"/>
                    </a:lnTo>
                    <a:lnTo>
                      <a:pt x="23622" y="1035"/>
                    </a:lnTo>
                    <a:lnTo>
                      <a:pt x="33647" y="5072"/>
                    </a:lnTo>
                    <a:lnTo>
                      <a:pt x="76485" y="44565"/>
                    </a:lnTo>
                    <a:lnTo>
                      <a:pt x="100584" y="82093"/>
                    </a:lnTo>
                    <a:lnTo>
                      <a:pt x="121824" y="129718"/>
                    </a:lnTo>
                    <a:lnTo>
                      <a:pt x="135636" y="179629"/>
                    </a:lnTo>
                    <a:lnTo>
                      <a:pt x="141541" y="222301"/>
                    </a:lnTo>
                    <a:lnTo>
                      <a:pt x="141851" y="244137"/>
                    </a:lnTo>
                    <a:lnTo>
                      <a:pt x="139446" y="264973"/>
                    </a:lnTo>
                    <a:lnTo>
                      <a:pt x="120907" y="315765"/>
                    </a:lnTo>
                    <a:lnTo>
                      <a:pt x="97440" y="352603"/>
                    </a:lnTo>
                    <a:lnTo>
                      <a:pt x="70008" y="378987"/>
                    </a:lnTo>
                    <a:lnTo>
                      <a:pt x="66615" y="378190"/>
                    </a:lnTo>
                    <a:lnTo>
                      <a:pt x="64008" y="373177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59" name="Google Shape;859;p10"/>
            <p:cNvSpPr/>
            <p:nvPr/>
          </p:nvSpPr>
          <p:spPr>
            <a:xfrm>
              <a:off x="5199126" y="3782567"/>
              <a:ext cx="493395" cy="142875"/>
            </a:xfrm>
            <a:custGeom>
              <a:rect b="b" l="l" r="r" t="t"/>
              <a:pathLst>
                <a:path extrusionOk="0" h="142875" w="493395">
                  <a:moveTo>
                    <a:pt x="0" y="120396"/>
                  </a:moveTo>
                  <a:lnTo>
                    <a:pt x="42457" y="142148"/>
                  </a:lnTo>
                  <a:lnTo>
                    <a:pt x="56387" y="142589"/>
                  </a:lnTo>
                  <a:lnTo>
                    <a:pt x="70318" y="142029"/>
                  </a:lnTo>
                  <a:lnTo>
                    <a:pt x="113716" y="135290"/>
                  </a:lnTo>
                  <a:lnTo>
                    <a:pt x="154686" y="119634"/>
                  </a:lnTo>
                  <a:lnTo>
                    <a:pt x="163389" y="114978"/>
                  </a:lnTo>
                  <a:lnTo>
                    <a:pt x="172307" y="110394"/>
                  </a:lnTo>
                  <a:lnTo>
                    <a:pt x="181367" y="106239"/>
                  </a:lnTo>
                  <a:lnTo>
                    <a:pt x="190500" y="102870"/>
                  </a:lnTo>
                  <a:lnTo>
                    <a:pt x="197608" y="100179"/>
                  </a:lnTo>
                  <a:lnTo>
                    <a:pt x="240029" y="94202"/>
                  </a:lnTo>
                  <a:lnTo>
                    <a:pt x="250221" y="94714"/>
                  </a:lnTo>
                  <a:lnTo>
                    <a:pt x="291084" y="108966"/>
                  </a:lnTo>
                  <a:lnTo>
                    <a:pt x="299466" y="119634"/>
                  </a:lnTo>
                  <a:lnTo>
                    <a:pt x="300228" y="121158"/>
                  </a:lnTo>
                  <a:lnTo>
                    <a:pt x="300228" y="122682"/>
                  </a:lnTo>
                  <a:lnTo>
                    <a:pt x="300990" y="124968"/>
                  </a:lnTo>
                  <a:lnTo>
                    <a:pt x="303276" y="122682"/>
                  </a:lnTo>
                  <a:lnTo>
                    <a:pt x="304800" y="121920"/>
                  </a:lnTo>
                  <a:lnTo>
                    <a:pt x="307086" y="118110"/>
                  </a:lnTo>
                  <a:lnTo>
                    <a:pt x="312122" y="111728"/>
                  </a:lnTo>
                  <a:lnTo>
                    <a:pt x="317087" y="105346"/>
                  </a:lnTo>
                  <a:lnTo>
                    <a:pt x="345948" y="81534"/>
                  </a:lnTo>
                  <a:lnTo>
                    <a:pt x="351924" y="78974"/>
                  </a:lnTo>
                  <a:lnTo>
                    <a:pt x="358330" y="77057"/>
                  </a:lnTo>
                  <a:lnTo>
                    <a:pt x="365021" y="75854"/>
                  </a:lnTo>
                  <a:lnTo>
                    <a:pt x="371856" y="75438"/>
                  </a:lnTo>
                  <a:lnTo>
                    <a:pt x="378714" y="75438"/>
                  </a:lnTo>
                  <a:lnTo>
                    <a:pt x="386334" y="76200"/>
                  </a:lnTo>
                  <a:lnTo>
                    <a:pt x="393192" y="76200"/>
                  </a:lnTo>
                  <a:lnTo>
                    <a:pt x="402895" y="76295"/>
                  </a:lnTo>
                  <a:lnTo>
                    <a:pt x="412527" y="76390"/>
                  </a:lnTo>
                  <a:lnTo>
                    <a:pt x="422017" y="76200"/>
                  </a:lnTo>
                  <a:lnTo>
                    <a:pt x="464820" y="67056"/>
                  </a:lnTo>
                  <a:lnTo>
                    <a:pt x="493014" y="38100"/>
                  </a:lnTo>
                  <a:lnTo>
                    <a:pt x="493014" y="32004"/>
                  </a:lnTo>
                  <a:lnTo>
                    <a:pt x="493014" y="24384"/>
                  </a:lnTo>
                  <a:lnTo>
                    <a:pt x="493014" y="17526"/>
                  </a:lnTo>
                  <a:lnTo>
                    <a:pt x="493014" y="9906"/>
                  </a:lnTo>
                  <a:lnTo>
                    <a:pt x="493014" y="3048"/>
                  </a:lnTo>
                  <a:lnTo>
                    <a:pt x="489966" y="2286"/>
                  </a:lnTo>
                  <a:lnTo>
                    <a:pt x="486156" y="3048"/>
                  </a:lnTo>
                  <a:lnTo>
                    <a:pt x="483108" y="1524"/>
                  </a:lnTo>
                  <a:lnTo>
                    <a:pt x="482345" y="1524"/>
                  </a:lnTo>
                  <a:lnTo>
                    <a:pt x="480822" y="762"/>
                  </a:lnTo>
                  <a:lnTo>
                    <a:pt x="480059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10"/>
            <p:cNvSpPr/>
            <p:nvPr/>
          </p:nvSpPr>
          <p:spPr>
            <a:xfrm>
              <a:off x="5804153" y="3771138"/>
              <a:ext cx="333375" cy="73025"/>
            </a:xfrm>
            <a:custGeom>
              <a:rect b="b" l="l" r="r" t="t"/>
              <a:pathLst>
                <a:path extrusionOk="0" h="73025" w="333375">
                  <a:moveTo>
                    <a:pt x="0" y="42672"/>
                  </a:moveTo>
                  <a:lnTo>
                    <a:pt x="4572" y="48768"/>
                  </a:lnTo>
                  <a:lnTo>
                    <a:pt x="6096" y="50292"/>
                  </a:lnTo>
                  <a:lnTo>
                    <a:pt x="11191" y="56054"/>
                  </a:lnTo>
                  <a:lnTo>
                    <a:pt x="46482" y="72580"/>
                  </a:lnTo>
                  <a:lnTo>
                    <a:pt x="54483" y="72556"/>
                  </a:lnTo>
                  <a:lnTo>
                    <a:pt x="95250" y="61722"/>
                  </a:lnTo>
                  <a:lnTo>
                    <a:pt x="110871" y="51244"/>
                  </a:lnTo>
                  <a:lnTo>
                    <a:pt x="118610" y="46291"/>
                  </a:lnTo>
                  <a:lnTo>
                    <a:pt x="155876" y="33754"/>
                  </a:lnTo>
                  <a:lnTo>
                    <a:pt x="162686" y="33432"/>
                  </a:lnTo>
                  <a:lnTo>
                    <a:pt x="169497" y="33539"/>
                  </a:lnTo>
                  <a:lnTo>
                    <a:pt x="203454" y="46482"/>
                  </a:lnTo>
                  <a:lnTo>
                    <a:pt x="207264" y="48768"/>
                  </a:lnTo>
                  <a:lnTo>
                    <a:pt x="210311" y="51816"/>
                  </a:lnTo>
                  <a:lnTo>
                    <a:pt x="213360" y="54102"/>
                  </a:lnTo>
                  <a:lnTo>
                    <a:pt x="214884" y="55626"/>
                  </a:lnTo>
                  <a:lnTo>
                    <a:pt x="215646" y="56388"/>
                  </a:lnTo>
                  <a:lnTo>
                    <a:pt x="216408" y="54864"/>
                  </a:lnTo>
                  <a:lnTo>
                    <a:pt x="218694" y="51816"/>
                  </a:lnTo>
                  <a:lnTo>
                    <a:pt x="219456" y="49530"/>
                  </a:lnTo>
                  <a:lnTo>
                    <a:pt x="223063" y="42612"/>
                  </a:lnTo>
                  <a:lnTo>
                    <a:pt x="257556" y="19050"/>
                  </a:lnTo>
                  <a:lnTo>
                    <a:pt x="265878" y="19311"/>
                  </a:lnTo>
                  <a:lnTo>
                    <a:pt x="273843" y="20002"/>
                  </a:lnTo>
                  <a:lnTo>
                    <a:pt x="281666" y="20978"/>
                  </a:lnTo>
                  <a:lnTo>
                    <a:pt x="289560" y="22098"/>
                  </a:lnTo>
                  <a:lnTo>
                    <a:pt x="297180" y="23622"/>
                  </a:lnTo>
                  <a:lnTo>
                    <a:pt x="304800" y="23622"/>
                  </a:lnTo>
                  <a:lnTo>
                    <a:pt x="312420" y="23622"/>
                  </a:lnTo>
                  <a:lnTo>
                    <a:pt x="316992" y="23622"/>
                  </a:lnTo>
                  <a:lnTo>
                    <a:pt x="324612" y="25908"/>
                  </a:lnTo>
                  <a:lnTo>
                    <a:pt x="327660" y="22098"/>
                  </a:lnTo>
                  <a:lnTo>
                    <a:pt x="329184" y="19050"/>
                  </a:lnTo>
                  <a:lnTo>
                    <a:pt x="331470" y="16002"/>
                  </a:lnTo>
                  <a:lnTo>
                    <a:pt x="332232" y="12954"/>
                  </a:lnTo>
                  <a:lnTo>
                    <a:pt x="332994" y="9144"/>
                  </a:lnTo>
                  <a:lnTo>
                    <a:pt x="332994" y="6858"/>
                  </a:lnTo>
                  <a:lnTo>
                    <a:pt x="332994" y="3810"/>
                  </a:lnTo>
                  <a:lnTo>
                    <a:pt x="332994" y="3048"/>
                  </a:lnTo>
                  <a:lnTo>
                    <a:pt x="332994" y="2286"/>
                  </a:lnTo>
                  <a:lnTo>
                    <a:pt x="328422" y="1524"/>
                  </a:lnTo>
                  <a:lnTo>
                    <a:pt x="324612" y="762"/>
                  </a:lnTo>
                  <a:lnTo>
                    <a:pt x="320040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1" name="Google Shape;861;p10"/>
          <p:cNvGrpSpPr/>
          <p:nvPr/>
        </p:nvGrpSpPr>
        <p:grpSpPr>
          <a:xfrm>
            <a:off x="3498407" y="4264977"/>
            <a:ext cx="4743133" cy="3008792"/>
            <a:chOff x="5247881" y="4095737"/>
            <a:chExt cx="3400068" cy="2036089"/>
          </a:xfrm>
        </p:grpSpPr>
        <p:grpSp>
          <p:nvGrpSpPr>
            <p:cNvPr id="862" name="Google Shape;862;p10"/>
            <p:cNvGrpSpPr/>
            <p:nvPr/>
          </p:nvGrpSpPr>
          <p:grpSpPr>
            <a:xfrm>
              <a:off x="5327642" y="4420349"/>
              <a:ext cx="452001" cy="397395"/>
              <a:chOff x="5327642" y="4420349"/>
              <a:chExt cx="452001" cy="397395"/>
            </a:xfrm>
          </p:grpSpPr>
          <p:pic>
            <p:nvPicPr>
              <p:cNvPr id="863" name="Google Shape;863;p10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5425427" y="4420349"/>
                <a:ext cx="280441" cy="3071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4" name="Google Shape;864;p10"/>
              <p:cNvSpPr/>
              <p:nvPr/>
            </p:nvSpPr>
            <p:spPr>
              <a:xfrm>
                <a:off x="5706618" y="4437125"/>
                <a:ext cx="73025" cy="245745"/>
              </a:xfrm>
              <a:custGeom>
                <a:rect b="b" l="l" r="r" t="t"/>
                <a:pathLst>
                  <a:path extrusionOk="0" h="245745" w="73025">
                    <a:moveTo>
                      <a:pt x="0" y="0"/>
                    </a:moveTo>
                    <a:lnTo>
                      <a:pt x="38147" y="37933"/>
                    </a:lnTo>
                    <a:lnTo>
                      <a:pt x="64198" y="82867"/>
                    </a:lnTo>
                    <a:lnTo>
                      <a:pt x="72699" y="135421"/>
                    </a:lnTo>
                    <a:lnTo>
                      <a:pt x="72199" y="154114"/>
                    </a:lnTo>
                    <a:lnTo>
                      <a:pt x="59900" y="202787"/>
                    </a:lnTo>
                    <a:lnTo>
                      <a:pt x="41148" y="236220"/>
                    </a:lnTo>
                    <a:lnTo>
                      <a:pt x="38100" y="241554"/>
                    </a:lnTo>
                    <a:lnTo>
                      <a:pt x="36576" y="243840"/>
                    </a:lnTo>
                    <a:lnTo>
                      <a:pt x="32766" y="24536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10"/>
              <p:cNvSpPr/>
              <p:nvPr/>
            </p:nvSpPr>
            <p:spPr>
              <a:xfrm>
                <a:off x="5327642" y="4514849"/>
                <a:ext cx="178435" cy="302895"/>
              </a:xfrm>
              <a:custGeom>
                <a:rect b="b" l="l" r="r" t="t"/>
                <a:pathLst>
                  <a:path extrusionOk="0" h="302895" w="178435">
                    <a:moveTo>
                      <a:pt x="17025" y="0"/>
                    </a:moveTo>
                    <a:lnTo>
                      <a:pt x="6095" y="44577"/>
                    </a:lnTo>
                    <a:lnTo>
                      <a:pt x="1762" y="83629"/>
                    </a:lnTo>
                    <a:lnTo>
                      <a:pt x="0" y="130492"/>
                    </a:lnTo>
                    <a:lnTo>
                      <a:pt x="261" y="153924"/>
                    </a:lnTo>
                    <a:lnTo>
                      <a:pt x="6167" y="202977"/>
                    </a:lnTo>
                    <a:lnTo>
                      <a:pt x="22359" y="249174"/>
                    </a:lnTo>
                    <a:lnTo>
                      <a:pt x="56328" y="291715"/>
                    </a:lnTo>
                    <a:lnTo>
                      <a:pt x="93214" y="302383"/>
                    </a:lnTo>
                    <a:lnTo>
                      <a:pt x="114276" y="300513"/>
                    </a:lnTo>
                    <a:lnTo>
                      <a:pt x="134909" y="295072"/>
                    </a:lnTo>
                    <a:lnTo>
                      <a:pt x="154185" y="287273"/>
                    </a:lnTo>
                    <a:lnTo>
                      <a:pt x="160019" y="283845"/>
                    </a:lnTo>
                    <a:lnTo>
                      <a:pt x="165996" y="280416"/>
                    </a:lnTo>
                    <a:lnTo>
                      <a:pt x="171973" y="276987"/>
                    </a:lnTo>
                    <a:lnTo>
                      <a:pt x="177807" y="273557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6" name="Google Shape;866;p10"/>
            <p:cNvGrpSpPr/>
            <p:nvPr/>
          </p:nvGrpSpPr>
          <p:grpSpPr>
            <a:xfrm>
              <a:off x="5915691" y="4376915"/>
              <a:ext cx="412731" cy="352819"/>
              <a:chOff x="5915691" y="4376915"/>
              <a:chExt cx="412731" cy="352819"/>
            </a:xfrm>
          </p:grpSpPr>
          <p:pic>
            <p:nvPicPr>
              <p:cNvPr id="867" name="Google Shape;867;p10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5939015" y="4490453"/>
                <a:ext cx="115087" cy="1509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8" name="Google Shape;868;p10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5989307" y="4376915"/>
                <a:ext cx="76987" cy="8765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9" name="Google Shape;869;p10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6108941" y="4402061"/>
                <a:ext cx="219481" cy="23472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70" name="Google Shape;870;p10"/>
              <p:cNvSpPr/>
              <p:nvPr/>
            </p:nvSpPr>
            <p:spPr>
              <a:xfrm>
                <a:off x="5915691" y="4447794"/>
                <a:ext cx="118110" cy="281940"/>
              </a:xfrm>
              <a:custGeom>
                <a:rect b="b" l="l" r="r" t="t"/>
                <a:pathLst>
                  <a:path extrusionOk="0" h="281939" w="118110">
                    <a:moveTo>
                      <a:pt x="35528" y="0"/>
                    </a:moveTo>
                    <a:lnTo>
                      <a:pt x="25146" y="5631"/>
                    </a:lnTo>
                    <a:lnTo>
                      <a:pt x="19907" y="11334"/>
                    </a:lnTo>
                    <a:lnTo>
                      <a:pt x="17526" y="19180"/>
                    </a:lnTo>
                    <a:lnTo>
                      <a:pt x="15716" y="31242"/>
                    </a:lnTo>
                    <a:lnTo>
                      <a:pt x="11680" y="53078"/>
                    </a:lnTo>
                    <a:lnTo>
                      <a:pt x="8572" y="75057"/>
                    </a:lnTo>
                    <a:lnTo>
                      <a:pt x="6179" y="97035"/>
                    </a:lnTo>
                    <a:lnTo>
                      <a:pt x="4286" y="118872"/>
                    </a:lnTo>
                    <a:lnTo>
                      <a:pt x="2095" y="143113"/>
                    </a:lnTo>
                    <a:lnTo>
                      <a:pt x="476" y="167640"/>
                    </a:lnTo>
                    <a:lnTo>
                      <a:pt x="0" y="192166"/>
                    </a:lnTo>
                    <a:lnTo>
                      <a:pt x="1238" y="216408"/>
                    </a:lnTo>
                    <a:lnTo>
                      <a:pt x="16240" y="257877"/>
                    </a:lnTo>
                    <a:lnTo>
                      <a:pt x="50768" y="278415"/>
                    </a:lnTo>
                    <a:lnTo>
                      <a:pt x="87820" y="281606"/>
                    </a:lnTo>
                    <a:lnTo>
                      <a:pt x="97821" y="281178"/>
                    </a:lnTo>
                    <a:lnTo>
                      <a:pt x="107537" y="279034"/>
                    </a:lnTo>
                    <a:lnTo>
                      <a:pt x="117824" y="27432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1" name="Google Shape;871;p10"/>
            <p:cNvGrpSpPr/>
            <p:nvPr/>
          </p:nvGrpSpPr>
          <p:grpSpPr>
            <a:xfrm>
              <a:off x="6445459" y="4408157"/>
              <a:ext cx="269297" cy="245389"/>
              <a:chOff x="6445459" y="4408157"/>
              <a:chExt cx="269297" cy="245389"/>
            </a:xfrm>
          </p:grpSpPr>
          <p:pic>
            <p:nvPicPr>
              <p:cNvPr id="872" name="Google Shape;872;p10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6598145" y="4504931"/>
                <a:ext cx="116611" cy="1486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73" name="Google Shape;873;p10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6445459" y="4408157"/>
                <a:ext cx="109277" cy="1547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74" name="Google Shape;874;p10"/>
            <p:cNvGrpSpPr/>
            <p:nvPr/>
          </p:nvGrpSpPr>
          <p:grpSpPr>
            <a:xfrm>
              <a:off x="7003542" y="4376928"/>
              <a:ext cx="124714" cy="73152"/>
              <a:chOff x="7003542" y="4376928"/>
              <a:chExt cx="124714" cy="73152"/>
            </a:xfrm>
          </p:grpSpPr>
          <p:sp>
            <p:nvSpPr>
              <p:cNvPr id="875" name="Google Shape;875;p10"/>
              <p:cNvSpPr/>
              <p:nvPr/>
            </p:nvSpPr>
            <p:spPr>
              <a:xfrm>
                <a:off x="7003542" y="4376928"/>
                <a:ext cx="74930" cy="3810"/>
              </a:xfrm>
              <a:custGeom>
                <a:rect b="b" l="l" r="r" t="t"/>
                <a:pathLst>
                  <a:path extrusionOk="0" h="3810" w="74929">
                    <a:moveTo>
                      <a:pt x="0" y="0"/>
                    </a:moveTo>
                    <a:lnTo>
                      <a:pt x="11203" y="1976"/>
                    </a:lnTo>
                    <a:lnTo>
                      <a:pt x="22193" y="3238"/>
                    </a:lnTo>
                    <a:lnTo>
                      <a:pt x="33325" y="3643"/>
                    </a:lnTo>
                    <a:lnTo>
                      <a:pt x="44958" y="3047"/>
                    </a:lnTo>
                    <a:lnTo>
                      <a:pt x="52387" y="2250"/>
                    </a:lnTo>
                    <a:lnTo>
                      <a:pt x="59817" y="1238"/>
                    </a:lnTo>
                    <a:lnTo>
                      <a:pt x="67246" y="369"/>
                    </a:lnTo>
                    <a:lnTo>
                      <a:pt x="74676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10"/>
              <p:cNvSpPr/>
              <p:nvPr/>
            </p:nvSpPr>
            <p:spPr>
              <a:xfrm>
                <a:off x="7016496" y="4423410"/>
                <a:ext cx="111760" cy="26670"/>
              </a:xfrm>
              <a:custGeom>
                <a:rect b="b" l="l" r="r" t="t"/>
                <a:pathLst>
                  <a:path extrusionOk="0" h="26670" w="111759">
                    <a:moveTo>
                      <a:pt x="0" y="26670"/>
                    </a:moveTo>
                    <a:lnTo>
                      <a:pt x="45219" y="20240"/>
                    </a:lnTo>
                    <a:lnTo>
                      <a:pt x="73080" y="12703"/>
                    </a:lnTo>
                    <a:lnTo>
                      <a:pt x="85344" y="9620"/>
                    </a:lnTo>
                    <a:lnTo>
                      <a:pt x="97607" y="6679"/>
                    </a:lnTo>
                    <a:lnTo>
                      <a:pt x="109728" y="3810"/>
                    </a:lnTo>
                    <a:lnTo>
                      <a:pt x="110489" y="3810"/>
                    </a:lnTo>
                    <a:lnTo>
                      <a:pt x="111252" y="3048"/>
                    </a:lnTo>
                    <a:lnTo>
                      <a:pt x="105155" y="3048"/>
                    </a:lnTo>
                    <a:lnTo>
                      <a:pt x="103632" y="3048"/>
                    </a:lnTo>
                    <a:lnTo>
                      <a:pt x="98298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877" name="Google Shape;877;p10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7296899" y="4341863"/>
              <a:ext cx="102133" cy="12804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78" name="Google Shape;878;p10"/>
            <p:cNvGrpSpPr/>
            <p:nvPr/>
          </p:nvGrpSpPr>
          <p:grpSpPr>
            <a:xfrm>
              <a:off x="7455395" y="4284713"/>
              <a:ext cx="253771" cy="253009"/>
              <a:chOff x="7455395" y="4284713"/>
              <a:chExt cx="253771" cy="253009"/>
            </a:xfrm>
          </p:grpSpPr>
          <p:pic>
            <p:nvPicPr>
              <p:cNvPr id="879" name="Google Shape;879;p10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7455395" y="4284713"/>
                <a:ext cx="102133" cy="1714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0" name="Google Shape;880;p10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7585411" y="4370819"/>
                <a:ext cx="123755" cy="16690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81" name="Google Shape;881;p10"/>
            <p:cNvGrpSpPr/>
            <p:nvPr/>
          </p:nvGrpSpPr>
          <p:grpSpPr>
            <a:xfrm>
              <a:off x="7802118" y="4095737"/>
              <a:ext cx="473976" cy="352945"/>
              <a:chOff x="7802118" y="4095737"/>
              <a:chExt cx="473976" cy="352945"/>
            </a:xfrm>
          </p:grpSpPr>
          <p:pic>
            <p:nvPicPr>
              <p:cNvPr id="882" name="Google Shape;882;p10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7893545" y="4227563"/>
                <a:ext cx="115087" cy="12880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3" name="Google Shape;883;p10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7924025" y="4098785"/>
                <a:ext cx="94513" cy="9603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4" name="Google Shape;884;p10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8061185" y="4185653"/>
                <a:ext cx="114325" cy="1287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5" name="Google Shape;885;p10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8210537" y="4095737"/>
                <a:ext cx="65557" cy="2370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86" name="Google Shape;886;p10"/>
              <p:cNvSpPr/>
              <p:nvPr/>
            </p:nvSpPr>
            <p:spPr>
              <a:xfrm>
                <a:off x="7802118" y="4159757"/>
                <a:ext cx="158115" cy="288925"/>
              </a:xfrm>
              <a:custGeom>
                <a:rect b="b" l="l" r="r" t="t"/>
                <a:pathLst>
                  <a:path extrusionOk="0" h="288925" w="158115">
                    <a:moveTo>
                      <a:pt x="9144" y="0"/>
                    </a:moveTo>
                    <a:lnTo>
                      <a:pt x="3857" y="26193"/>
                    </a:lnTo>
                    <a:lnTo>
                      <a:pt x="1143" y="52387"/>
                    </a:lnTo>
                    <a:lnTo>
                      <a:pt x="142" y="78867"/>
                    </a:lnTo>
                    <a:lnTo>
                      <a:pt x="0" y="105918"/>
                    </a:lnTo>
                    <a:lnTo>
                      <a:pt x="571" y="135362"/>
                    </a:lnTo>
                    <a:lnTo>
                      <a:pt x="7715" y="192821"/>
                    </a:lnTo>
                    <a:lnTo>
                      <a:pt x="24645" y="239910"/>
                    </a:lnTo>
                    <a:lnTo>
                      <a:pt x="50506" y="270057"/>
                    </a:lnTo>
                    <a:lnTo>
                      <a:pt x="101917" y="287369"/>
                    </a:lnTo>
                    <a:lnTo>
                      <a:pt x="136398" y="288035"/>
                    </a:lnTo>
                    <a:lnTo>
                      <a:pt x="147066" y="288035"/>
                    </a:lnTo>
                    <a:lnTo>
                      <a:pt x="150114" y="288797"/>
                    </a:lnTo>
                    <a:lnTo>
                      <a:pt x="157734" y="286511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887" name="Google Shape;887;p10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8391702" y="4123169"/>
              <a:ext cx="256247" cy="27891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88" name="Google Shape;888;p10"/>
            <p:cNvGrpSpPr/>
            <p:nvPr/>
          </p:nvGrpSpPr>
          <p:grpSpPr>
            <a:xfrm>
              <a:off x="5662422" y="5015471"/>
              <a:ext cx="504456" cy="464198"/>
              <a:chOff x="5662422" y="5015471"/>
              <a:chExt cx="504456" cy="464198"/>
            </a:xfrm>
          </p:grpSpPr>
          <p:pic>
            <p:nvPicPr>
              <p:cNvPr id="889" name="Google Shape;889;p10"/>
              <p:cNvPicPr preferRelativeResize="0"/>
              <p:nvPr/>
            </p:nvPicPr>
            <p:blipFill rotWithShape="1">
              <a:blip r:embed="rId48">
                <a:alphaModFix/>
              </a:blip>
              <a:srcRect b="0" l="0" r="0" t="0"/>
              <a:stretch/>
            </p:blipFill>
            <p:spPr>
              <a:xfrm>
                <a:off x="5768327" y="5103101"/>
                <a:ext cx="243865" cy="28085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90" name="Google Shape;890;p10"/>
              <p:cNvSpPr/>
              <p:nvPr/>
            </p:nvSpPr>
            <p:spPr>
              <a:xfrm>
                <a:off x="6035040" y="5125212"/>
                <a:ext cx="71755" cy="241300"/>
              </a:xfrm>
              <a:custGeom>
                <a:rect b="b" l="l" r="r" t="t"/>
                <a:pathLst>
                  <a:path extrusionOk="0" h="241300" w="71754">
                    <a:moveTo>
                      <a:pt x="0" y="0"/>
                    </a:moveTo>
                    <a:lnTo>
                      <a:pt x="35337" y="29241"/>
                    </a:lnTo>
                    <a:lnTo>
                      <a:pt x="58674" y="69341"/>
                    </a:lnTo>
                    <a:lnTo>
                      <a:pt x="69913" y="112585"/>
                    </a:lnTo>
                    <a:lnTo>
                      <a:pt x="71532" y="134921"/>
                    </a:lnTo>
                    <a:lnTo>
                      <a:pt x="70866" y="156971"/>
                    </a:lnTo>
                    <a:lnTo>
                      <a:pt x="57900" y="209907"/>
                    </a:lnTo>
                    <a:lnTo>
                      <a:pt x="43434" y="238506"/>
                    </a:lnTo>
                    <a:lnTo>
                      <a:pt x="32766" y="24079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10"/>
              <p:cNvSpPr/>
              <p:nvPr/>
            </p:nvSpPr>
            <p:spPr>
              <a:xfrm>
                <a:off x="5662422" y="5171694"/>
                <a:ext cx="161925" cy="307975"/>
              </a:xfrm>
              <a:custGeom>
                <a:rect b="b" l="l" r="r" t="t"/>
                <a:pathLst>
                  <a:path extrusionOk="0" h="307975" w="161925">
                    <a:moveTo>
                      <a:pt x="0" y="0"/>
                    </a:moveTo>
                    <a:lnTo>
                      <a:pt x="452" y="18859"/>
                    </a:lnTo>
                    <a:lnTo>
                      <a:pt x="762" y="37718"/>
                    </a:lnTo>
                    <a:lnTo>
                      <a:pt x="1071" y="56578"/>
                    </a:lnTo>
                    <a:lnTo>
                      <a:pt x="1524" y="75437"/>
                    </a:lnTo>
                    <a:lnTo>
                      <a:pt x="3429" y="130587"/>
                    </a:lnTo>
                    <a:lnTo>
                      <a:pt x="9906" y="185165"/>
                    </a:lnTo>
                    <a:lnTo>
                      <a:pt x="23241" y="233838"/>
                    </a:lnTo>
                    <a:lnTo>
                      <a:pt x="48006" y="277367"/>
                    </a:lnTo>
                    <a:lnTo>
                      <a:pt x="78676" y="301751"/>
                    </a:lnTo>
                    <a:lnTo>
                      <a:pt x="117348" y="307847"/>
                    </a:lnTo>
                    <a:lnTo>
                      <a:pt x="131968" y="305704"/>
                    </a:lnTo>
                    <a:lnTo>
                      <a:pt x="142875" y="303275"/>
                    </a:lnTo>
                    <a:lnTo>
                      <a:pt x="152066" y="299704"/>
                    </a:lnTo>
                    <a:lnTo>
                      <a:pt x="161544" y="294131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92" name="Google Shape;892;p10"/>
              <p:cNvPicPr preferRelativeResize="0"/>
              <p:nvPr/>
            </p:nvPicPr>
            <p:blipFill rotWithShape="1">
              <a:blip r:embed="rId49">
                <a:alphaModFix/>
              </a:blip>
              <a:srcRect b="0" l="0" r="0" t="0"/>
              <a:stretch/>
            </p:blipFill>
            <p:spPr>
              <a:xfrm>
                <a:off x="6067793" y="5015471"/>
                <a:ext cx="99085" cy="10518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93" name="Google Shape;893;p10"/>
            <p:cNvGrpSpPr/>
            <p:nvPr/>
          </p:nvGrpSpPr>
          <p:grpSpPr>
            <a:xfrm>
              <a:off x="6216157" y="5156441"/>
              <a:ext cx="254759" cy="269380"/>
              <a:chOff x="6216157" y="5156441"/>
              <a:chExt cx="254759" cy="269380"/>
            </a:xfrm>
          </p:grpSpPr>
          <p:pic>
            <p:nvPicPr>
              <p:cNvPr id="894" name="Google Shape;894;p10"/>
              <p:cNvPicPr preferRelativeResize="0"/>
              <p:nvPr/>
            </p:nvPicPr>
            <p:blipFill rotWithShape="1">
              <a:blip r:embed="rId50">
                <a:alphaModFix/>
              </a:blip>
              <a:srcRect b="0" l="0" r="0" t="0"/>
              <a:stretch/>
            </p:blipFill>
            <p:spPr>
              <a:xfrm>
                <a:off x="6216157" y="5156441"/>
                <a:ext cx="117599" cy="1699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95" name="Google Shape;895;p10"/>
              <p:cNvPicPr preferRelativeResize="0"/>
              <p:nvPr/>
            </p:nvPicPr>
            <p:blipFill rotWithShape="1">
              <a:blip r:embed="rId51">
                <a:alphaModFix/>
              </a:blip>
              <a:srcRect b="0" l="0" r="0" t="0"/>
              <a:stretch/>
            </p:blipFill>
            <p:spPr>
              <a:xfrm>
                <a:off x="6358877" y="5250929"/>
                <a:ext cx="112039" cy="1748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96" name="Google Shape;896;p10"/>
            <p:cNvSpPr/>
            <p:nvPr/>
          </p:nvSpPr>
          <p:spPr>
            <a:xfrm>
              <a:off x="6640830" y="5179314"/>
              <a:ext cx="64135" cy="3810"/>
            </a:xfrm>
            <a:custGeom>
              <a:rect b="b" l="l" r="r" t="t"/>
              <a:pathLst>
                <a:path extrusionOk="0" h="3810" w="64134">
                  <a:moveTo>
                    <a:pt x="0" y="3048"/>
                  </a:moveTo>
                  <a:lnTo>
                    <a:pt x="44958" y="762"/>
                  </a:lnTo>
                  <a:lnTo>
                    <a:pt x="51053" y="0"/>
                  </a:lnTo>
                  <a:lnTo>
                    <a:pt x="57150" y="0"/>
                  </a:lnTo>
                  <a:lnTo>
                    <a:pt x="64008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10"/>
            <p:cNvSpPr/>
            <p:nvPr/>
          </p:nvSpPr>
          <p:spPr>
            <a:xfrm>
              <a:off x="6643878" y="5245608"/>
              <a:ext cx="73660" cy="12065"/>
            </a:xfrm>
            <a:custGeom>
              <a:rect b="b" l="l" r="r" t="t"/>
              <a:pathLst>
                <a:path extrusionOk="0" h="12064" w="73659">
                  <a:moveTo>
                    <a:pt x="0" y="11430"/>
                  </a:moveTo>
                  <a:lnTo>
                    <a:pt x="38897" y="8643"/>
                  </a:lnTo>
                  <a:lnTo>
                    <a:pt x="67056" y="3048"/>
                  </a:lnTo>
                  <a:lnTo>
                    <a:pt x="73152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98" name="Google Shape;898;p10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6946951" y="5131390"/>
              <a:ext cx="103085" cy="1233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9" name="Google Shape;899;p10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7120115" y="5089385"/>
              <a:ext cx="208813" cy="23624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00" name="Google Shape;900;p10"/>
            <p:cNvGrpSpPr/>
            <p:nvPr/>
          </p:nvGrpSpPr>
          <p:grpSpPr>
            <a:xfrm>
              <a:off x="7411473" y="4900409"/>
              <a:ext cx="438663" cy="336563"/>
              <a:chOff x="7411473" y="4900409"/>
              <a:chExt cx="438663" cy="336563"/>
            </a:xfrm>
          </p:grpSpPr>
          <p:sp>
            <p:nvSpPr>
              <p:cNvPr id="901" name="Google Shape;901;p10"/>
              <p:cNvSpPr/>
              <p:nvPr/>
            </p:nvSpPr>
            <p:spPr>
              <a:xfrm>
                <a:off x="7411473" y="4946142"/>
                <a:ext cx="167005" cy="290830"/>
              </a:xfrm>
              <a:custGeom>
                <a:rect b="b" l="l" r="r" t="t"/>
                <a:pathLst>
                  <a:path extrusionOk="0" h="290829" w="167004">
                    <a:moveTo>
                      <a:pt x="33266" y="0"/>
                    </a:moveTo>
                    <a:lnTo>
                      <a:pt x="18597" y="36195"/>
                    </a:lnTo>
                    <a:lnTo>
                      <a:pt x="9644" y="74676"/>
                    </a:lnTo>
                    <a:lnTo>
                      <a:pt x="1452" y="126968"/>
                    </a:lnTo>
                    <a:lnTo>
                      <a:pt x="0" y="153650"/>
                    </a:lnTo>
                    <a:lnTo>
                      <a:pt x="1262" y="179832"/>
                    </a:lnTo>
                    <a:lnTo>
                      <a:pt x="12501" y="221837"/>
                    </a:lnTo>
                    <a:lnTo>
                      <a:pt x="36314" y="257556"/>
                    </a:lnTo>
                    <a:lnTo>
                      <a:pt x="78224" y="283368"/>
                    </a:lnTo>
                    <a:lnTo>
                      <a:pt x="126992" y="290322"/>
                    </a:lnTo>
                    <a:lnTo>
                      <a:pt x="140148" y="289655"/>
                    </a:lnTo>
                    <a:lnTo>
                      <a:pt x="149947" y="288417"/>
                    </a:lnTo>
                    <a:lnTo>
                      <a:pt x="158174" y="286035"/>
                    </a:lnTo>
                    <a:lnTo>
                      <a:pt x="166616" y="281939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902" name="Google Shape;902;p10"/>
              <p:cNvPicPr preferRelativeResize="0"/>
              <p:nvPr/>
            </p:nvPicPr>
            <p:blipFill rotWithShape="1">
              <a:blip r:embed="rId54">
                <a:alphaModFix/>
              </a:blip>
              <a:srcRect b="0" l="0" r="0" t="0"/>
              <a:stretch/>
            </p:blipFill>
            <p:spPr>
              <a:xfrm>
                <a:off x="7501115" y="4900409"/>
                <a:ext cx="233197" cy="2575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03" name="Google Shape;903;p10"/>
              <p:cNvPicPr preferRelativeResize="0"/>
              <p:nvPr/>
            </p:nvPicPr>
            <p:blipFill rotWithShape="1">
              <a:blip r:embed="rId55">
                <a:alphaModFix/>
              </a:blip>
              <a:srcRect b="0" l="0" r="0" t="0"/>
              <a:stretch/>
            </p:blipFill>
            <p:spPr>
              <a:xfrm>
                <a:off x="7762481" y="4908791"/>
                <a:ext cx="87655" cy="24005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904" name="Google Shape;904;p10"/>
            <p:cNvPicPr preferRelativeResize="0"/>
            <p:nvPr/>
          </p:nvPicPr>
          <p:blipFill rotWithShape="1">
            <a:blip r:embed="rId56">
              <a:alphaModFix/>
            </a:blip>
            <a:srcRect b="0" l="0" r="0" t="0"/>
            <a:stretch/>
          </p:blipFill>
          <p:spPr>
            <a:xfrm>
              <a:off x="7929585" y="4962131"/>
              <a:ext cx="250497" cy="2773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5" name="Google Shape;905;p10"/>
            <p:cNvPicPr preferRelativeResize="0"/>
            <p:nvPr/>
          </p:nvPicPr>
          <p:blipFill rotWithShape="1">
            <a:blip r:embed="rId57">
              <a:alphaModFix/>
            </a:blip>
            <a:srcRect b="0" l="0" r="0" t="0"/>
            <a:stretch/>
          </p:blipFill>
          <p:spPr>
            <a:xfrm>
              <a:off x="5247881" y="5912345"/>
              <a:ext cx="304063" cy="21948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06" name="Google Shape;906;p10"/>
            <p:cNvGrpSpPr/>
            <p:nvPr/>
          </p:nvGrpSpPr>
          <p:grpSpPr>
            <a:xfrm>
              <a:off x="5878686" y="5907786"/>
              <a:ext cx="238269" cy="186154"/>
              <a:chOff x="5878686" y="5907786"/>
              <a:chExt cx="238269" cy="186154"/>
            </a:xfrm>
          </p:grpSpPr>
          <p:pic>
            <p:nvPicPr>
              <p:cNvPr id="907" name="Google Shape;907;p10"/>
              <p:cNvPicPr preferRelativeResize="0"/>
              <p:nvPr/>
            </p:nvPicPr>
            <p:blipFill rotWithShape="1">
              <a:blip r:embed="rId58">
                <a:alphaModFix/>
              </a:blip>
              <a:srcRect b="0" l="0" r="0" t="0"/>
              <a:stretch/>
            </p:blipFill>
            <p:spPr>
              <a:xfrm>
                <a:off x="5878686" y="5914631"/>
                <a:ext cx="207420" cy="17930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8" name="Google Shape;908;p10"/>
              <p:cNvSpPr/>
              <p:nvPr/>
            </p:nvSpPr>
            <p:spPr>
              <a:xfrm>
                <a:off x="6115050" y="5907786"/>
                <a:ext cx="1905" cy="184150"/>
              </a:xfrm>
              <a:custGeom>
                <a:rect b="b" l="l" r="r" t="t"/>
                <a:pathLst>
                  <a:path extrusionOk="0" h="184150" w="1904">
                    <a:moveTo>
                      <a:pt x="1524" y="0"/>
                    </a:moveTo>
                    <a:lnTo>
                      <a:pt x="642" y="13596"/>
                    </a:lnTo>
                    <a:lnTo>
                      <a:pt x="190" y="27051"/>
                    </a:lnTo>
                    <a:lnTo>
                      <a:pt x="23" y="40505"/>
                    </a:lnTo>
                    <a:lnTo>
                      <a:pt x="0" y="54102"/>
                    </a:lnTo>
                    <a:lnTo>
                      <a:pt x="0" y="71830"/>
                    </a:lnTo>
                    <a:lnTo>
                      <a:pt x="0" y="89630"/>
                    </a:lnTo>
                    <a:lnTo>
                      <a:pt x="0" y="107572"/>
                    </a:lnTo>
                    <a:lnTo>
                      <a:pt x="0" y="125730"/>
                    </a:lnTo>
                    <a:lnTo>
                      <a:pt x="321" y="138874"/>
                    </a:lnTo>
                    <a:lnTo>
                      <a:pt x="285" y="152019"/>
                    </a:lnTo>
                    <a:lnTo>
                      <a:pt x="107" y="165163"/>
                    </a:lnTo>
                    <a:lnTo>
                      <a:pt x="0" y="178308"/>
                    </a:lnTo>
                    <a:lnTo>
                      <a:pt x="0" y="179832"/>
                    </a:lnTo>
                    <a:lnTo>
                      <a:pt x="0" y="182118"/>
                    </a:lnTo>
                    <a:lnTo>
                      <a:pt x="0" y="18364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9" name="Google Shape;909;p10"/>
            <p:cNvGrpSpPr/>
            <p:nvPr/>
          </p:nvGrpSpPr>
          <p:grpSpPr>
            <a:xfrm>
              <a:off x="6592049" y="5762231"/>
              <a:ext cx="326161" cy="291109"/>
              <a:chOff x="6592049" y="5762231"/>
              <a:chExt cx="326161" cy="291109"/>
            </a:xfrm>
          </p:grpSpPr>
          <p:pic>
            <p:nvPicPr>
              <p:cNvPr id="910" name="Google Shape;910;p10"/>
              <p:cNvPicPr preferRelativeResize="0"/>
              <p:nvPr/>
            </p:nvPicPr>
            <p:blipFill rotWithShape="1">
              <a:blip r:embed="rId59">
                <a:alphaModFix/>
              </a:blip>
              <a:srcRect b="0" l="0" r="0" t="0"/>
              <a:stretch/>
            </p:blipFill>
            <p:spPr>
              <a:xfrm>
                <a:off x="6592049" y="5762231"/>
                <a:ext cx="162331" cy="2911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11" name="Google Shape;911;p10"/>
              <p:cNvPicPr preferRelativeResize="0"/>
              <p:nvPr/>
            </p:nvPicPr>
            <p:blipFill rotWithShape="1">
              <a:blip r:embed="rId60">
                <a:alphaModFix/>
              </a:blip>
              <a:srcRect b="0" l="0" r="0" t="0"/>
              <a:stretch/>
            </p:blipFill>
            <p:spPr>
              <a:xfrm>
                <a:off x="6783311" y="5864339"/>
                <a:ext cx="134899" cy="1878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912" name="Google Shape;912;p10"/>
            <p:cNvPicPr preferRelativeResize="0"/>
            <p:nvPr/>
          </p:nvPicPr>
          <p:blipFill rotWithShape="1">
            <a:blip r:embed="rId61">
              <a:alphaModFix/>
            </a:blip>
            <a:srcRect b="0" l="0" r="0" t="0"/>
            <a:stretch/>
          </p:blipFill>
          <p:spPr>
            <a:xfrm>
              <a:off x="7199363" y="5837466"/>
              <a:ext cx="194335" cy="16253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13" name="Google Shape;913;p10"/>
            <p:cNvGrpSpPr/>
            <p:nvPr/>
          </p:nvGrpSpPr>
          <p:grpSpPr>
            <a:xfrm>
              <a:off x="7777733" y="5757672"/>
              <a:ext cx="180594" cy="197485"/>
              <a:chOff x="7777733" y="5757672"/>
              <a:chExt cx="180594" cy="197485"/>
            </a:xfrm>
          </p:grpSpPr>
          <p:sp>
            <p:nvSpPr>
              <p:cNvPr id="914" name="Google Shape;914;p10"/>
              <p:cNvSpPr/>
              <p:nvPr/>
            </p:nvSpPr>
            <p:spPr>
              <a:xfrm>
                <a:off x="7777733" y="5757672"/>
                <a:ext cx="14604" cy="197485"/>
              </a:xfrm>
              <a:custGeom>
                <a:rect b="b" l="l" r="r" t="t"/>
                <a:pathLst>
                  <a:path extrusionOk="0" h="197485" w="14604">
                    <a:moveTo>
                      <a:pt x="0" y="0"/>
                    </a:moveTo>
                    <a:lnTo>
                      <a:pt x="440" y="12573"/>
                    </a:lnTo>
                    <a:lnTo>
                      <a:pt x="666" y="25146"/>
                    </a:lnTo>
                    <a:lnTo>
                      <a:pt x="750" y="37719"/>
                    </a:lnTo>
                    <a:lnTo>
                      <a:pt x="762" y="50292"/>
                    </a:lnTo>
                    <a:lnTo>
                      <a:pt x="916" y="67770"/>
                    </a:lnTo>
                    <a:lnTo>
                      <a:pt x="1428" y="84963"/>
                    </a:lnTo>
                    <a:lnTo>
                      <a:pt x="2369" y="102155"/>
                    </a:lnTo>
                    <a:lnTo>
                      <a:pt x="3810" y="119634"/>
                    </a:lnTo>
                    <a:lnTo>
                      <a:pt x="4953" y="133480"/>
                    </a:lnTo>
                    <a:lnTo>
                      <a:pt x="6096" y="147542"/>
                    </a:lnTo>
                    <a:lnTo>
                      <a:pt x="7239" y="161746"/>
                    </a:lnTo>
                    <a:lnTo>
                      <a:pt x="8382" y="176022"/>
                    </a:lnTo>
                    <a:lnTo>
                      <a:pt x="8382" y="183642"/>
                    </a:lnTo>
                    <a:lnTo>
                      <a:pt x="8382" y="190500"/>
                    </a:lnTo>
                    <a:lnTo>
                      <a:pt x="8382" y="197358"/>
                    </a:lnTo>
                    <a:lnTo>
                      <a:pt x="9144" y="193548"/>
                    </a:lnTo>
                    <a:lnTo>
                      <a:pt x="9144" y="192024"/>
                    </a:lnTo>
                    <a:lnTo>
                      <a:pt x="9906" y="188214"/>
                    </a:lnTo>
                    <a:lnTo>
                      <a:pt x="11430" y="179070"/>
                    </a:lnTo>
                    <a:lnTo>
                      <a:pt x="12192" y="175260"/>
                    </a:lnTo>
                    <a:lnTo>
                      <a:pt x="14478" y="16916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" name="Google Shape;915;p10"/>
              <p:cNvSpPr/>
              <p:nvPr/>
            </p:nvSpPr>
            <p:spPr>
              <a:xfrm>
                <a:off x="7798307" y="5779770"/>
                <a:ext cx="160020" cy="167640"/>
              </a:xfrm>
              <a:custGeom>
                <a:rect b="b" l="l" r="r" t="t"/>
                <a:pathLst>
                  <a:path extrusionOk="0" h="167639" w="160020">
                    <a:moveTo>
                      <a:pt x="113538" y="0"/>
                    </a:moveTo>
                    <a:lnTo>
                      <a:pt x="83058" y="29718"/>
                    </a:lnTo>
                    <a:lnTo>
                      <a:pt x="44374" y="54149"/>
                    </a:lnTo>
                    <a:lnTo>
                      <a:pt x="31242" y="61722"/>
                    </a:lnTo>
                    <a:lnTo>
                      <a:pt x="24395" y="65734"/>
                    </a:lnTo>
                    <a:lnTo>
                      <a:pt x="17621" y="69818"/>
                    </a:lnTo>
                    <a:lnTo>
                      <a:pt x="10989" y="74044"/>
                    </a:lnTo>
                    <a:lnTo>
                      <a:pt x="4572" y="78486"/>
                    </a:lnTo>
                    <a:lnTo>
                      <a:pt x="3048" y="80010"/>
                    </a:lnTo>
                    <a:lnTo>
                      <a:pt x="3810" y="78486"/>
                    </a:lnTo>
                    <a:lnTo>
                      <a:pt x="3048" y="80010"/>
                    </a:lnTo>
                    <a:lnTo>
                      <a:pt x="2286" y="82296"/>
                    </a:lnTo>
                    <a:lnTo>
                      <a:pt x="1524" y="84582"/>
                    </a:lnTo>
                    <a:lnTo>
                      <a:pt x="0" y="86106"/>
                    </a:lnTo>
                    <a:lnTo>
                      <a:pt x="0" y="86868"/>
                    </a:lnTo>
                    <a:lnTo>
                      <a:pt x="6524" y="86665"/>
                    </a:lnTo>
                    <a:lnTo>
                      <a:pt x="13335" y="86391"/>
                    </a:lnTo>
                    <a:lnTo>
                      <a:pt x="20145" y="86546"/>
                    </a:lnTo>
                    <a:lnTo>
                      <a:pt x="26670" y="87630"/>
                    </a:lnTo>
                    <a:lnTo>
                      <a:pt x="66294" y="103632"/>
                    </a:lnTo>
                    <a:lnTo>
                      <a:pt x="103477" y="131814"/>
                    </a:lnTo>
                    <a:lnTo>
                      <a:pt x="115824" y="141732"/>
                    </a:lnTo>
                    <a:lnTo>
                      <a:pt x="123515" y="147530"/>
                    </a:lnTo>
                    <a:lnTo>
                      <a:pt x="131635" y="153257"/>
                    </a:lnTo>
                    <a:lnTo>
                      <a:pt x="140041" y="158555"/>
                    </a:lnTo>
                    <a:lnTo>
                      <a:pt x="148590" y="163068"/>
                    </a:lnTo>
                    <a:lnTo>
                      <a:pt x="152400" y="165354"/>
                    </a:lnTo>
                    <a:lnTo>
                      <a:pt x="156210" y="166116"/>
                    </a:lnTo>
                    <a:lnTo>
                      <a:pt x="160020" y="167640"/>
                    </a:lnTo>
                    <a:lnTo>
                      <a:pt x="157734" y="163830"/>
                    </a:lnTo>
                    <a:lnTo>
                      <a:pt x="156972" y="161544"/>
                    </a:lnTo>
                    <a:lnTo>
                      <a:pt x="155448" y="15849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0" name="Google Shape;920;p11"/>
          <p:cNvGrpSpPr/>
          <p:nvPr/>
        </p:nvGrpSpPr>
        <p:grpSpPr>
          <a:xfrm>
            <a:off x="1877187" y="807064"/>
            <a:ext cx="5548883" cy="1064443"/>
            <a:chOff x="2609837" y="1658861"/>
            <a:chExt cx="3929646" cy="662965"/>
          </a:xfrm>
        </p:grpSpPr>
        <p:pic>
          <p:nvPicPr>
            <p:cNvPr id="921" name="Google Shape;921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09837" y="1846313"/>
              <a:ext cx="400837" cy="19128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22" name="Google Shape;922;p11"/>
            <p:cNvGrpSpPr/>
            <p:nvPr/>
          </p:nvGrpSpPr>
          <p:grpSpPr>
            <a:xfrm>
              <a:off x="3170193" y="1861553"/>
              <a:ext cx="221481" cy="175285"/>
              <a:chOff x="3170193" y="1861553"/>
              <a:chExt cx="221481" cy="175285"/>
            </a:xfrm>
          </p:grpSpPr>
          <p:pic>
            <p:nvPicPr>
              <p:cNvPr id="923" name="Google Shape;923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170193" y="1861553"/>
                <a:ext cx="101847" cy="1455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24" name="Google Shape;924;p1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297161" y="1890509"/>
                <a:ext cx="94513" cy="14632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25" name="Google Shape;925;p11"/>
            <p:cNvGrpSpPr/>
            <p:nvPr/>
          </p:nvGrpSpPr>
          <p:grpSpPr>
            <a:xfrm>
              <a:off x="2993135" y="2167651"/>
              <a:ext cx="230137" cy="154175"/>
              <a:chOff x="2993135" y="2167651"/>
              <a:chExt cx="230137" cy="154175"/>
            </a:xfrm>
          </p:grpSpPr>
          <p:sp>
            <p:nvSpPr>
              <p:cNvPr id="926" name="Google Shape;926;p11"/>
              <p:cNvSpPr/>
              <p:nvPr/>
            </p:nvSpPr>
            <p:spPr>
              <a:xfrm>
                <a:off x="2993135" y="2167651"/>
                <a:ext cx="72390" cy="138430"/>
              </a:xfrm>
              <a:custGeom>
                <a:rect b="b" l="l" r="r" t="t"/>
                <a:pathLst>
                  <a:path extrusionOk="0" h="138430" w="72389">
                    <a:moveTo>
                      <a:pt x="69342" y="29194"/>
                    </a:moveTo>
                    <a:lnTo>
                      <a:pt x="36576" y="238"/>
                    </a:lnTo>
                    <a:lnTo>
                      <a:pt x="28372" y="0"/>
                    </a:lnTo>
                    <a:lnTo>
                      <a:pt x="21812" y="1762"/>
                    </a:lnTo>
                    <a:lnTo>
                      <a:pt x="16537" y="5810"/>
                    </a:lnTo>
                    <a:lnTo>
                      <a:pt x="12192" y="12430"/>
                    </a:lnTo>
                    <a:lnTo>
                      <a:pt x="8501" y="22324"/>
                    </a:lnTo>
                    <a:lnTo>
                      <a:pt x="6667" y="33861"/>
                    </a:lnTo>
                    <a:lnTo>
                      <a:pt x="6834" y="45541"/>
                    </a:lnTo>
                    <a:lnTo>
                      <a:pt x="30039" y="84581"/>
                    </a:lnTo>
                    <a:lnTo>
                      <a:pt x="52863" y="101774"/>
                    </a:lnTo>
                    <a:lnTo>
                      <a:pt x="59971" y="106584"/>
                    </a:lnTo>
                    <a:lnTo>
                      <a:pt x="66294" y="112252"/>
                    </a:lnTo>
                    <a:lnTo>
                      <a:pt x="72390" y="119872"/>
                    </a:lnTo>
                    <a:lnTo>
                      <a:pt x="64008" y="124444"/>
                    </a:lnTo>
                    <a:lnTo>
                      <a:pt x="58674" y="127492"/>
                    </a:lnTo>
                    <a:lnTo>
                      <a:pt x="17526" y="138160"/>
                    </a:lnTo>
                    <a:lnTo>
                      <a:pt x="10287" y="138279"/>
                    </a:lnTo>
                    <a:lnTo>
                      <a:pt x="4191" y="136826"/>
                    </a:lnTo>
                    <a:lnTo>
                      <a:pt x="381" y="132802"/>
                    </a:lnTo>
                    <a:lnTo>
                      <a:pt x="0" y="125206"/>
                    </a:lnTo>
                    <a:lnTo>
                      <a:pt x="3048" y="118348"/>
                    </a:lnTo>
                    <a:lnTo>
                      <a:pt x="4572" y="115300"/>
                    </a:lnTo>
                    <a:lnTo>
                      <a:pt x="9144" y="11225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7" name="Google Shape;927;p11"/>
              <p:cNvSpPr/>
              <p:nvPr/>
            </p:nvSpPr>
            <p:spPr>
              <a:xfrm>
                <a:off x="3087623" y="2228087"/>
                <a:ext cx="15240" cy="15240"/>
              </a:xfrm>
              <a:custGeom>
                <a:rect b="b" l="l" r="r" t="t"/>
                <a:pathLst>
                  <a:path extrusionOk="0" h="15239" w="15239">
                    <a:moveTo>
                      <a:pt x="0" y="3048"/>
                    </a:moveTo>
                    <a:lnTo>
                      <a:pt x="0" y="11430"/>
                    </a:lnTo>
                    <a:lnTo>
                      <a:pt x="3809" y="15240"/>
                    </a:lnTo>
                    <a:lnTo>
                      <a:pt x="12191" y="15240"/>
                    </a:lnTo>
                    <a:lnTo>
                      <a:pt x="15239" y="11430"/>
                    </a:lnTo>
                    <a:lnTo>
                      <a:pt x="15239" y="7620"/>
                    </a:lnTo>
                    <a:lnTo>
                      <a:pt x="15239" y="3048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048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928" name="Google Shape;928;p1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143237" y="2180831"/>
                <a:ext cx="80035" cy="14099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929" name="Google Shape;929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369295" y="1658861"/>
              <a:ext cx="124993" cy="1402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0" name="Google Shape;930;p1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567093" y="1813547"/>
              <a:ext cx="273904" cy="2331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1" name="Google Shape;931;p1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281665" y="1799069"/>
              <a:ext cx="121183" cy="1867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2" name="Google Shape;932;p11"/>
            <p:cNvSpPr/>
            <p:nvPr/>
          </p:nvSpPr>
          <p:spPr>
            <a:xfrm>
              <a:off x="5038344" y="1819655"/>
              <a:ext cx="72390" cy="6985"/>
            </a:xfrm>
            <a:custGeom>
              <a:rect b="b" l="l" r="r" t="t"/>
              <a:pathLst>
                <a:path extrusionOk="0" h="6985" w="72389">
                  <a:moveTo>
                    <a:pt x="0" y="3048"/>
                  </a:moveTo>
                  <a:lnTo>
                    <a:pt x="10739" y="5024"/>
                  </a:lnTo>
                  <a:lnTo>
                    <a:pt x="21336" y="6286"/>
                  </a:lnTo>
                  <a:lnTo>
                    <a:pt x="31932" y="6691"/>
                  </a:lnTo>
                  <a:lnTo>
                    <a:pt x="42672" y="6096"/>
                  </a:lnTo>
                  <a:lnTo>
                    <a:pt x="50101" y="4822"/>
                  </a:lnTo>
                  <a:lnTo>
                    <a:pt x="57530" y="3333"/>
                  </a:lnTo>
                  <a:lnTo>
                    <a:pt x="64960" y="1702"/>
                  </a:lnTo>
                  <a:lnTo>
                    <a:pt x="72390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11"/>
            <p:cNvSpPr/>
            <p:nvPr/>
          </p:nvSpPr>
          <p:spPr>
            <a:xfrm>
              <a:off x="5052821" y="1890522"/>
              <a:ext cx="79375" cy="9525"/>
            </a:xfrm>
            <a:custGeom>
              <a:rect b="b" l="l" r="r" t="t"/>
              <a:pathLst>
                <a:path extrusionOk="0" h="9525" w="79375">
                  <a:moveTo>
                    <a:pt x="0" y="6858"/>
                  </a:moveTo>
                  <a:lnTo>
                    <a:pt x="11989" y="8572"/>
                  </a:lnTo>
                  <a:lnTo>
                    <a:pt x="23336" y="9144"/>
                  </a:lnTo>
                  <a:lnTo>
                    <a:pt x="34825" y="8572"/>
                  </a:lnTo>
                  <a:lnTo>
                    <a:pt x="47244" y="6858"/>
                  </a:lnTo>
                  <a:lnTo>
                    <a:pt x="54387" y="5917"/>
                  </a:lnTo>
                  <a:lnTo>
                    <a:pt x="63245" y="5048"/>
                  </a:lnTo>
                  <a:lnTo>
                    <a:pt x="72104" y="3750"/>
                  </a:lnTo>
                  <a:lnTo>
                    <a:pt x="79248" y="1524"/>
                  </a:lnTo>
                  <a:lnTo>
                    <a:pt x="79248" y="762"/>
                  </a:lnTo>
                  <a:lnTo>
                    <a:pt x="79248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11"/>
            <p:cNvSpPr/>
            <p:nvPr/>
          </p:nvSpPr>
          <p:spPr>
            <a:xfrm>
              <a:off x="5579364" y="2075688"/>
              <a:ext cx="454659" cy="69850"/>
            </a:xfrm>
            <a:custGeom>
              <a:rect b="b" l="l" r="r" t="t"/>
              <a:pathLst>
                <a:path extrusionOk="0" h="69850" w="454660">
                  <a:moveTo>
                    <a:pt x="0" y="5334"/>
                  </a:moveTo>
                  <a:lnTo>
                    <a:pt x="34290" y="41148"/>
                  </a:lnTo>
                  <a:lnTo>
                    <a:pt x="75438" y="49530"/>
                  </a:lnTo>
                  <a:lnTo>
                    <a:pt x="90606" y="48506"/>
                  </a:lnTo>
                  <a:lnTo>
                    <a:pt x="105346" y="45910"/>
                  </a:lnTo>
                  <a:lnTo>
                    <a:pt x="119800" y="42457"/>
                  </a:lnTo>
                  <a:lnTo>
                    <a:pt x="134112" y="38862"/>
                  </a:lnTo>
                  <a:lnTo>
                    <a:pt x="149994" y="34611"/>
                  </a:lnTo>
                  <a:lnTo>
                    <a:pt x="165735" y="31146"/>
                  </a:lnTo>
                  <a:lnTo>
                    <a:pt x="181475" y="28682"/>
                  </a:lnTo>
                  <a:lnTo>
                    <a:pt x="197358" y="27432"/>
                  </a:lnTo>
                  <a:lnTo>
                    <a:pt x="207025" y="27301"/>
                  </a:lnTo>
                  <a:lnTo>
                    <a:pt x="215836" y="28098"/>
                  </a:lnTo>
                  <a:lnTo>
                    <a:pt x="252888" y="44446"/>
                  </a:lnTo>
                  <a:lnTo>
                    <a:pt x="264414" y="60960"/>
                  </a:lnTo>
                  <a:lnTo>
                    <a:pt x="267462" y="66294"/>
                  </a:lnTo>
                  <a:lnTo>
                    <a:pt x="269748" y="68580"/>
                  </a:lnTo>
                  <a:lnTo>
                    <a:pt x="275082" y="69342"/>
                  </a:lnTo>
                  <a:lnTo>
                    <a:pt x="278130" y="67056"/>
                  </a:lnTo>
                  <a:lnTo>
                    <a:pt x="283285" y="62698"/>
                  </a:lnTo>
                  <a:lnTo>
                    <a:pt x="288512" y="57912"/>
                  </a:lnTo>
                  <a:lnTo>
                    <a:pt x="293881" y="53125"/>
                  </a:lnTo>
                  <a:lnTo>
                    <a:pt x="337637" y="38588"/>
                  </a:lnTo>
                  <a:lnTo>
                    <a:pt x="345948" y="38957"/>
                  </a:lnTo>
                  <a:lnTo>
                    <a:pt x="354258" y="40040"/>
                  </a:lnTo>
                  <a:lnTo>
                    <a:pt x="362712" y="41910"/>
                  </a:lnTo>
                  <a:lnTo>
                    <a:pt x="372439" y="43469"/>
                  </a:lnTo>
                  <a:lnTo>
                    <a:pt x="382238" y="44672"/>
                  </a:lnTo>
                  <a:lnTo>
                    <a:pt x="392179" y="45446"/>
                  </a:lnTo>
                  <a:lnTo>
                    <a:pt x="402336" y="45720"/>
                  </a:lnTo>
                  <a:lnTo>
                    <a:pt x="411896" y="44779"/>
                  </a:lnTo>
                  <a:lnTo>
                    <a:pt x="421100" y="42195"/>
                  </a:lnTo>
                  <a:lnTo>
                    <a:pt x="429875" y="38326"/>
                  </a:lnTo>
                  <a:lnTo>
                    <a:pt x="438150" y="33528"/>
                  </a:lnTo>
                  <a:lnTo>
                    <a:pt x="445008" y="28956"/>
                  </a:lnTo>
                  <a:lnTo>
                    <a:pt x="454152" y="23622"/>
                  </a:lnTo>
                  <a:lnTo>
                    <a:pt x="453390" y="14478"/>
                  </a:lnTo>
                  <a:lnTo>
                    <a:pt x="451866" y="6858"/>
                  </a:lnTo>
                  <a:lnTo>
                    <a:pt x="450342" y="3810"/>
                  </a:lnTo>
                  <a:lnTo>
                    <a:pt x="445008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35" name="Google Shape;935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547073" y="1799069"/>
              <a:ext cx="164891" cy="14328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36" name="Google Shape;936;p11"/>
            <p:cNvGrpSpPr/>
            <p:nvPr/>
          </p:nvGrpSpPr>
          <p:grpSpPr>
            <a:xfrm>
              <a:off x="5794248" y="1740407"/>
              <a:ext cx="231775" cy="293688"/>
              <a:chOff x="5794248" y="1740407"/>
              <a:chExt cx="231775" cy="293688"/>
            </a:xfrm>
          </p:grpSpPr>
          <p:sp>
            <p:nvSpPr>
              <p:cNvPr id="937" name="Google Shape;937;p11"/>
              <p:cNvSpPr/>
              <p:nvPr/>
            </p:nvSpPr>
            <p:spPr>
              <a:xfrm>
                <a:off x="5816346" y="1740407"/>
                <a:ext cx="89535" cy="151765"/>
              </a:xfrm>
              <a:custGeom>
                <a:rect b="b" l="l" r="r" t="t"/>
                <a:pathLst>
                  <a:path extrusionOk="0" h="151764" w="89535">
                    <a:moveTo>
                      <a:pt x="0" y="0"/>
                    </a:moveTo>
                    <a:lnTo>
                      <a:pt x="21324" y="46934"/>
                    </a:lnTo>
                    <a:lnTo>
                      <a:pt x="45529" y="89915"/>
                    </a:lnTo>
                    <a:lnTo>
                      <a:pt x="62484" y="117347"/>
                    </a:lnTo>
                    <a:lnTo>
                      <a:pt x="67222" y="125551"/>
                    </a:lnTo>
                    <a:lnTo>
                      <a:pt x="72390" y="133826"/>
                    </a:lnTo>
                    <a:lnTo>
                      <a:pt x="78128" y="141672"/>
                    </a:lnTo>
                    <a:lnTo>
                      <a:pt x="84582" y="148589"/>
                    </a:lnTo>
                    <a:lnTo>
                      <a:pt x="86868" y="150113"/>
                    </a:lnTo>
                    <a:lnTo>
                      <a:pt x="87630" y="150876"/>
                    </a:lnTo>
                    <a:lnTo>
                      <a:pt x="89154" y="151637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8" name="Google Shape;938;p11"/>
              <p:cNvSpPr/>
              <p:nvPr/>
            </p:nvSpPr>
            <p:spPr>
              <a:xfrm>
                <a:off x="5794248" y="1839467"/>
                <a:ext cx="70485" cy="96520"/>
              </a:xfrm>
              <a:custGeom>
                <a:rect b="b" l="l" r="r" t="t"/>
                <a:pathLst>
                  <a:path extrusionOk="0" h="96519" w="70485">
                    <a:moveTo>
                      <a:pt x="70103" y="0"/>
                    </a:moveTo>
                    <a:lnTo>
                      <a:pt x="43338" y="27717"/>
                    </a:lnTo>
                    <a:lnTo>
                      <a:pt x="20573" y="59436"/>
                    </a:lnTo>
                    <a:lnTo>
                      <a:pt x="11715" y="76581"/>
                    </a:lnTo>
                    <a:lnTo>
                      <a:pt x="7393" y="85367"/>
                    </a:lnTo>
                    <a:lnTo>
                      <a:pt x="2285" y="93726"/>
                    </a:lnTo>
                    <a:lnTo>
                      <a:pt x="1523" y="94488"/>
                    </a:lnTo>
                    <a:lnTo>
                      <a:pt x="761" y="95250"/>
                    </a:lnTo>
                    <a:lnTo>
                      <a:pt x="0" y="9601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9" name="Google Shape;939;p11"/>
              <p:cNvSpPr/>
              <p:nvPr/>
            </p:nvSpPr>
            <p:spPr>
              <a:xfrm>
                <a:off x="5919978" y="1872805"/>
                <a:ext cx="106045" cy="161290"/>
              </a:xfrm>
              <a:custGeom>
                <a:rect b="b" l="l" r="r" t="t"/>
                <a:pathLst>
                  <a:path extrusionOk="0" h="161289" w="106045">
                    <a:moveTo>
                      <a:pt x="0" y="86296"/>
                    </a:moveTo>
                    <a:lnTo>
                      <a:pt x="33146" y="63246"/>
                    </a:lnTo>
                    <a:lnTo>
                      <a:pt x="61721" y="34480"/>
                    </a:lnTo>
                    <a:lnTo>
                      <a:pt x="68365" y="14656"/>
                    </a:lnTo>
                    <a:lnTo>
                      <a:pt x="66293" y="8572"/>
                    </a:lnTo>
                    <a:lnTo>
                      <a:pt x="61757" y="4381"/>
                    </a:lnTo>
                    <a:lnTo>
                      <a:pt x="55721" y="1333"/>
                    </a:lnTo>
                    <a:lnTo>
                      <a:pt x="49256" y="0"/>
                    </a:lnTo>
                    <a:lnTo>
                      <a:pt x="43433" y="952"/>
                    </a:lnTo>
                    <a:lnTo>
                      <a:pt x="31241" y="37528"/>
                    </a:lnTo>
                    <a:lnTo>
                      <a:pt x="31777" y="86177"/>
                    </a:lnTo>
                    <a:lnTo>
                      <a:pt x="32766" y="102298"/>
                    </a:lnTo>
                    <a:lnTo>
                      <a:pt x="33099" y="114300"/>
                    </a:lnTo>
                    <a:lnTo>
                      <a:pt x="33147" y="126301"/>
                    </a:lnTo>
                    <a:lnTo>
                      <a:pt x="33194" y="138303"/>
                    </a:lnTo>
                    <a:lnTo>
                      <a:pt x="33528" y="150304"/>
                    </a:lnTo>
                    <a:lnTo>
                      <a:pt x="33528" y="157162"/>
                    </a:lnTo>
                    <a:lnTo>
                      <a:pt x="32766" y="156400"/>
                    </a:lnTo>
                    <a:lnTo>
                      <a:pt x="31242" y="160972"/>
                    </a:lnTo>
                    <a:lnTo>
                      <a:pt x="27432" y="155638"/>
                    </a:lnTo>
                    <a:lnTo>
                      <a:pt x="25908" y="151066"/>
                    </a:lnTo>
                    <a:lnTo>
                      <a:pt x="25146" y="141922"/>
                    </a:lnTo>
                    <a:lnTo>
                      <a:pt x="24336" y="128087"/>
                    </a:lnTo>
                    <a:lnTo>
                      <a:pt x="24384" y="114109"/>
                    </a:lnTo>
                    <a:lnTo>
                      <a:pt x="35147" y="68103"/>
                    </a:lnTo>
                    <a:lnTo>
                      <a:pt x="55828" y="53601"/>
                    </a:lnTo>
                    <a:lnTo>
                      <a:pt x="62769" y="53721"/>
                    </a:lnTo>
                    <a:lnTo>
                      <a:pt x="69568" y="55268"/>
                    </a:lnTo>
                    <a:lnTo>
                      <a:pt x="75438" y="58102"/>
                    </a:lnTo>
                    <a:lnTo>
                      <a:pt x="83058" y="62674"/>
                    </a:lnTo>
                    <a:lnTo>
                      <a:pt x="86868" y="68008"/>
                    </a:lnTo>
                    <a:lnTo>
                      <a:pt x="86106" y="76390"/>
                    </a:lnTo>
                    <a:lnTo>
                      <a:pt x="50863" y="101441"/>
                    </a:lnTo>
                    <a:lnTo>
                      <a:pt x="34290" y="102298"/>
                    </a:lnTo>
                    <a:lnTo>
                      <a:pt x="33528" y="102298"/>
                    </a:lnTo>
                    <a:lnTo>
                      <a:pt x="32766" y="102298"/>
                    </a:lnTo>
                    <a:lnTo>
                      <a:pt x="40386" y="103060"/>
                    </a:lnTo>
                    <a:lnTo>
                      <a:pt x="45720" y="107632"/>
                    </a:lnTo>
                    <a:lnTo>
                      <a:pt x="52577" y="111442"/>
                    </a:lnTo>
                    <a:lnTo>
                      <a:pt x="59566" y="116133"/>
                    </a:lnTo>
                    <a:lnTo>
                      <a:pt x="66770" y="120967"/>
                    </a:lnTo>
                    <a:lnTo>
                      <a:pt x="74116" y="125801"/>
                    </a:lnTo>
                    <a:lnTo>
                      <a:pt x="81534" y="130492"/>
                    </a:lnTo>
                    <a:lnTo>
                      <a:pt x="88130" y="134064"/>
                    </a:lnTo>
                    <a:lnTo>
                      <a:pt x="94297" y="136207"/>
                    </a:lnTo>
                    <a:lnTo>
                      <a:pt x="100179" y="136064"/>
                    </a:lnTo>
                    <a:lnTo>
                      <a:pt x="105918" y="132778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40" name="Google Shape;940;p11"/>
            <p:cNvGrpSpPr/>
            <p:nvPr/>
          </p:nvGrpSpPr>
          <p:grpSpPr>
            <a:xfrm>
              <a:off x="6200000" y="1708391"/>
              <a:ext cx="263296" cy="253771"/>
              <a:chOff x="6200000" y="1708391"/>
              <a:chExt cx="263296" cy="253771"/>
            </a:xfrm>
          </p:grpSpPr>
          <p:pic>
            <p:nvPicPr>
              <p:cNvPr id="941" name="Google Shape;941;p11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6200000" y="1708391"/>
                <a:ext cx="133756" cy="17757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42" name="Google Shape;942;p1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6360020" y="1812023"/>
                <a:ext cx="103276" cy="15013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43" name="Google Shape;943;p11"/>
            <p:cNvSpPr/>
            <p:nvPr/>
          </p:nvSpPr>
          <p:spPr>
            <a:xfrm>
              <a:off x="6524243" y="1893570"/>
              <a:ext cx="15240" cy="1905"/>
            </a:xfrm>
            <a:custGeom>
              <a:rect b="b" l="l" r="r" t="t"/>
              <a:pathLst>
                <a:path extrusionOk="0" h="1905" w="15240">
                  <a:moveTo>
                    <a:pt x="15240" y="1524"/>
                  </a:moveTo>
                  <a:lnTo>
                    <a:pt x="10668" y="762"/>
                  </a:lnTo>
                  <a:lnTo>
                    <a:pt x="5334" y="0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4" name="Google Shape;944;p11"/>
            <p:cNvGrpSpPr/>
            <p:nvPr/>
          </p:nvGrpSpPr>
          <p:grpSpPr>
            <a:xfrm>
              <a:off x="6038016" y="1716785"/>
              <a:ext cx="87701" cy="174879"/>
              <a:chOff x="6038016" y="1716785"/>
              <a:chExt cx="87701" cy="174879"/>
            </a:xfrm>
          </p:grpSpPr>
          <p:sp>
            <p:nvSpPr>
              <p:cNvPr id="945" name="Google Shape;945;p11"/>
              <p:cNvSpPr/>
              <p:nvPr/>
            </p:nvSpPr>
            <p:spPr>
              <a:xfrm>
                <a:off x="6038016" y="1716785"/>
                <a:ext cx="5715" cy="174625"/>
              </a:xfrm>
              <a:custGeom>
                <a:rect b="b" l="l" r="r" t="t"/>
                <a:pathLst>
                  <a:path extrusionOk="0" h="174625" w="5714">
                    <a:moveTo>
                      <a:pt x="71" y="0"/>
                    </a:moveTo>
                    <a:lnTo>
                      <a:pt x="0" y="14287"/>
                    </a:lnTo>
                    <a:lnTo>
                      <a:pt x="642" y="28575"/>
                    </a:lnTo>
                    <a:lnTo>
                      <a:pt x="1571" y="42862"/>
                    </a:lnTo>
                    <a:lnTo>
                      <a:pt x="2357" y="57150"/>
                    </a:lnTo>
                    <a:lnTo>
                      <a:pt x="2797" y="73152"/>
                    </a:lnTo>
                    <a:lnTo>
                      <a:pt x="3024" y="89154"/>
                    </a:lnTo>
                    <a:lnTo>
                      <a:pt x="3107" y="105155"/>
                    </a:lnTo>
                    <a:lnTo>
                      <a:pt x="3119" y="121157"/>
                    </a:lnTo>
                    <a:lnTo>
                      <a:pt x="3429" y="133516"/>
                    </a:lnTo>
                    <a:lnTo>
                      <a:pt x="3881" y="146304"/>
                    </a:lnTo>
                    <a:lnTo>
                      <a:pt x="3762" y="159091"/>
                    </a:lnTo>
                    <a:lnTo>
                      <a:pt x="2357" y="171450"/>
                    </a:lnTo>
                    <a:lnTo>
                      <a:pt x="2357" y="172212"/>
                    </a:lnTo>
                    <a:lnTo>
                      <a:pt x="1595" y="174498"/>
                    </a:lnTo>
                    <a:lnTo>
                      <a:pt x="1595" y="166116"/>
                    </a:lnTo>
                    <a:lnTo>
                      <a:pt x="3119" y="160782"/>
                    </a:lnTo>
                    <a:lnTo>
                      <a:pt x="5405" y="15316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" name="Google Shape;946;p11"/>
              <p:cNvSpPr/>
              <p:nvPr/>
            </p:nvSpPr>
            <p:spPr>
              <a:xfrm>
                <a:off x="6041897" y="1737359"/>
                <a:ext cx="83820" cy="154305"/>
              </a:xfrm>
              <a:custGeom>
                <a:rect b="b" l="l" r="r" t="t"/>
                <a:pathLst>
                  <a:path extrusionOk="0" h="154305" w="83820">
                    <a:moveTo>
                      <a:pt x="68579" y="0"/>
                    </a:moveTo>
                    <a:lnTo>
                      <a:pt x="39290" y="40695"/>
                    </a:lnTo>
                    <a:lnTo>
                      <a:pt x="11429" y="67056"/>
                    </a:lnTo>
                    <a:lnTo>
                      <a:pt x="8381" y="70104"/>
                    </a:lnTo>
                    <a:lnTo>
                      <a:pt x="3047" y="72390"/>
                    </a:lnTo>
                    <a:lnTo>
                      <a:pt x="761" y="76200"/>
                    </a:lnTo>
                    <a:lnTo>
                      <a:pt x="0" y="76200"/>
                    </a:lnTo>
                    <a:lnTo>
                      <a:pt x="0" y="76962"/>
                    </a:lnTo>
                    <a:lnTo>
                      <a:pt x="0" y="77724"/>
                    </a:lnTo>
                    <a:lnTo>
                      <a:pt x="0" y="79248"/>
                    </a:lnTo>
                    <a:lnTo>
                      <a:pt x="0" y="83058"/>
                    </a:lnTo>
                    <a:lnTo>
                      <a:pt x="761" y="83820"/>
                    </a:lnTo>
                    <a:lnTo>
                      <a:pt x="4571" y="88392"/>
                    </a:lnTo>
                    <a:lnTo>
                      <a:pt x="9143" y="91440"/>
                    </a:lnTo>
                    <a:lnTo>
                      <a:pt x="12191" y="95250"/>
                    </a:lnTo>
                    <a:lnTo>
                      <a:pt x="22276" y="105155"/>
                    </a:lnTo>
                    <a:lnTo>
                      <a:pt x="32861" y="114490"/>
                    </a:lnTo>
                    <a:lnTo>
                      <a:pt x="43588" y="123539"/>
                    </a:lnTo>
                    <a:lnTo>
                      <a:pt x="54101" y="132588"/>
                    </a:lnTo>
                    <a:lnTo>
                      <a:pt x="60209" y="138064"/>
                    </a:lnTo>
                    <a:lnTo>
                      <a:pt x="66960" y="144399"/>
                    </a:lnTo>
                    <a:lnTo>
                      <a:pt x="74140" y="150161"/>
                    </a:lnTo>
                    <a:lnTo>
                      <a:pt x="81533" y="153924"/>
                    </a:lnTo>
                    <a:lnTo>
                      <a:pt x="83057" y="153924"/>
                    </a:lnTo>
                    <a:lnTo>
                      <a:pt x="83819" y="15392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947" name="Google Shape;947;p11"/>
          <p:cNvCxnSpPr/>
          <p:nvPr/>
        </p:nvCxnSpPr>
        <p:spPr>
          <a:xfrm>
            <a:off x="876115" y="2005390"/>
            <a:ext cx="8077200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48" name="Google Shape;948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588541" y="2978562"/>
            <a:ext cx="2506535" cy="3686081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11"/>
          <p:cNvSpPr txBox="1"/>
          <p:nvPr/>
        </p:nvSpPr>
        <p:spPr>
          <a:xfrm>
            <a:off x="2141279" y="4959762"/>
            <a:ext cx="15953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Observation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4" name="Google Shape;954;p12"/>
          <p:cNvGrpSpPr/>
          <p:nvPr/>
        </p:nvGrpSpPr>
        <p:grpSpPr>
          <a:xfrm>
            <a:off x="457200" y="1559926"/>
            <a:ext cx="360171" cy="344442"/>
            <a:chOff x="2110727" y="2091748"/>
            <a:chExt cx="307873" cy="274388"/>
          </a:xfrm>
        </p:grpSpPr>
        <p:sp>
          <p:nvSpPr>
            <p:cNvPr id="955" name="Google Shape;955;p12"/>
            <p:cNvSpPr/>
            <p:nvPr/>
          </p:nvSpPr>
          <p:spPr>
            <a:xfrm>
              <a:off x="2123598" y="2126741"/>
              <a:ext cx="20320" cy="239395"/>
            </a:xfrm>
            <a:custGeom>
              <a:rect b="b" l="l" r="r" t="t"/>
              <a:pathLst>
                <a:path extrusionOk="0" h="239394" w="20319">
                  <a:moveTo>
                    <a:pt x="3143" y="0"/>
                  </a:moveTo>
                  <a:lnTo>
                    <a:pt x="464" y="13799"/>
                  </a:lnTo>
                  <a:lnTo>
                    <a:pt x="0" y="26384"/>
                  </a:lnTo>
                  <a:lnTo>
                    <a:pt x="1107" y="39112"/>
                  </a:lnTo>
                  <a:lnTo>
                    <a:pt x="3143" y="53340"/>
                  </a:lnTo>
                  <a:lnTo>
                    <a:pt x="6869" y="74937"/>
                  </a:lnTo>
                  <a:lnTo>
                    <a:pt x="10096" y="96392"/>
                  </a:lnTo>
                  <a:lnTo>
                    <a:pt x="12894" y="117848"/>
                  </a:lnTo>
                  <a:lnTo>
                    <a:pt x="15335" y="139446"/>
                  </a:lnTo>
                  <a:lnTo>
                    <a:pt x="17335" y="157043"/>
                  </a:lnTo>
                  <a:lnTo>
                    <a:pt x="19907" y="209550"/>
                  </a:lnTo>
                  <a:lnTo>
                    <a:pt x="20097" y="224599"/>
                  </a:lnTo>
                  <a:lnTo>
                    <a:pt x="19907" y="232052"/>
                  </a:lnTo>
                  <a:lnTo>
                    <a:pt x="19145" y="238506"/>
                  </a:lnTo>
                  <a:lnTo>
                    <a:pt x="18002" y="239220"/>
                  </a:lnTo>
                  <a:lnTo>
                    <a:pt x="16859" y="232790"/>
                  </a:lnTo>
                  <a:lnTo>
                    <a:pt x="15716" y="223504"/>
                  </a:lnTo>
                  <a:lnTo>
                    <a:pt x="14573" y="215646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56" name="Google Shape;956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10727" y="2091748"/>
              <a:ext cx="132137" cy="1432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7" name="Google Shape;95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83165" y="2141969"/>
              <a:ext cx="135435" cy="1905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58" name="Google Shape;95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1137" y="1589489"/>
            <a:ext cx="157814" cy="266908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12"/>
          <p:cNvSpPr/>
          <p:nvPr/>
        </p:nvSpPr>
        <p:spPr>
          <a:xfrm>
            <a:off x="554382" y="1945341"/>
            <a:ext cx="519264" cy="49422"/>
          </a:xfrm>
          <a:custGeom>
            <a:rect b="b" l="l" r="r" t="t"/>
            <a:pathLst>
              <a:path extrusionOk="0" h="39369" w="443864">
                <a:moveTo>
                  <a:pt x="0" y="38862"/>
                </a:moveTo>
                <a:lnTo>
                  <a:pt x="52185" y="35968"/>
                </a:lnTo>
                <a:lnTo>
                  <a:pt x="105096" y="30599"/>
                </a:lnTo>
                <a:lnTo>
                  <a:pt x="175748" y="22074"/>
                </a:lnTo>
                <a:lnTo>
                  <a:pt x="211074" y="17525"/>
                </a:lnTo>
                <a:lnTo>
                  <a:pt x="245935" y="13120"/>
                </a:lnTo>
                <a:lnTo>
                  <a:pt x="315658" y="5738"/>
                </a:lnTo>
                <a:lnTo>
                  <a:pt x="369391" y="2166"/>
                </a:lnTo>
                <a:lnTo>
                  <a:pt x="426720" y="1523"/>
                </a:lnTo>
                <a:lnTo>
                  <a:pt x="432816" y="1523"/>
                </a:lnTo>
                <a:lnTo>
                  <a:pt x="436626" y="1523"/>
                </a:lnTo>
                <a:lnTo>
                  <a:pt x="443484" y="1523"/>
                </a:lnTo>
                <a:lnTo>
                  <a:pt x="438150" y="1523"/>
                </a:lnTo>
                <a:lnTo>
                  <a:pt x="433578" y="761"/>
                </a:lnTo>
                <a:lnTo>
                  <a:pt x="428244" y="0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0" name="Google Shape;960;p12"/>
          <p:cNvGrpSpPr/>
          <p:nvPr/>
        </p:nvGrpSpPr>
        <p:grpSpPr>
          <a:xfrm>
            <a:off x="2112186" y="3522671"/>
            <a:ext cx="7128400" cy="1264093"/>
            <a:chOff x="2112186" y="3522671"/>
            <a:chExt cx="7128400" cy="1264093"/>
          </a:xfrm>
        </p:grpSpPr>
        <p:sp>
          <p:nvSpPr>
            <p:cNvPr id="961" name="Google Shape;961;p12"/>
            <p:cNvSpPr/>
            <p:nvPr/>
          </p:nvSpPr>
          <p:spPr>
            <a:xfrm>
              <a:off x="2249008" y="4421841"/>
              <a:ext cx="1192301" cy="123554"/>
            </a:xfrm>
            <a:custGeom>
              <a:rect b="b" l="l" r="r" t="t"/>
              <a:pathLst>
                <a:path extrusionOk="0" h="98425" w="1019175">
                  <a:moveTo>
                    <a:pt x="11429" y="96774"/>
                  </a:moveTo>
                  <a:lnTo>
                    <a:pt x="7619" y="96774"/>
                  </a:lnTo>
                  <a:lnTo>
                    <a:pt x="3809" y="97536"/>
                  </a:lnTo>
                  <a:lnTo>
                    <a:pt x="0" y="97536"/>
                  </a:lnTo>
                  <a:lnTo>
                    <a:pt x="9715" y="97857"/>
                  </a:lnTo>
                  <a:lnTo>
                    <a:pt x="19430" y="97821"/>
                  </a:lnTo>
                  <a:lnTo>
                    <a:pt x="29146" y="97643"/>
                  </a:lnTo>
                  <a:lnTo>
                    <a:pt x="38861" y="97536"/>
                  </a:lnTo>
                  <a:lnTo>
                    <a:pt x="90296" y="95535"/>
                  </a:lnTo>
                  <a:lnTo>
                    <a:pt x="141731" y="90678"/>
                  </a:lnTo>
                  <a:lnTo>
                    <a:pt x="211073" y="82486"/>
                  </a:lnTo>
                  <a:lnTo>
                    <a:pt x="245673" y="77819"/>
                  </a:lnTo>
                  <a:lnTo>
                    <a:pt x="280415" y="73152"/>
                  </a:lnTo>
                  <a:lnTo>
                    <a:pt x="329445" y="66484"/>
                  </a:lnTo>
                  <a:lnTo>
                    <a:pt x="378332" y="60388"/>
                  </a:lnTo>
                  <a:lnTo>
                    <a:pt x="427220" y="55149"/>
                  </a:lnTo>
                  <a:lnTo>
                    <a:pt x="476249" y="51053"/>
                  </a:lnTo>
                  <a:lnTo>
                    <a:pt x="549020" y="47339"/>
                  </a:lnTo>
                  <a:lnTo>
                    <a:pt x="585335" y="45803"/>
                  </a:lnTo>
                  <a:lnTo>
                    <a:pt x="621791" y="44195"/>
                  </a:lnTo>
                  <a:lnTo>
                    <a:pt x="681132" y="42100"/>
                  </a:lnTo>
                  <a:lnTo>
                    <a:pt x="739901" y="38861"/>
                  </a:lnTo>
                  <a:lnTo>
                    <a:pt x="792479" y="34480"/>
                  </a:lnTo>
                  <a:lnTo>
                    <a:pt x="845057" y="28955"/>
                  </a:lnTo>
                  <a:lnTo>
                    <a:pt x="867358" y="26098"/>
                  </a:lnTo>
                  <a:lnTo>
                    <a:pt x="889730" y="23240"/>
                  </a:lnTo>
                  <a:lnTo>
                    <a:pt x="912244" y="20383"/>
                  </a:lnTo>
                  <a:lnTo>
                    <a:pt x="934973" y="17525"/>
                  </a:lnTo>
                  <a:lnTo>
                    <a:pt x="949963" y="15704"/>
                  </a:lnTo>
                  <a:lnTo>
                    <a:pt x="965168" y="13811"/>
                  </a:lnTo>
                  <a:lnTo>
                    <a:pt x="980515" y="12061"/>
                  </a:lnTo>
                  <a:lnTo>
                    <a:pt x="995933" y="10667"/>
                  </a:lnTo>
                  <a:lnTo>
                    <a:pt x="1002791" y="9905"/>
                  </a:lnTo>
                  <a:lnTo>
                    <a:pt x="1010411" y="9143"/>
                  </a:lnTo>
                  <a:lnTo>
                    <a:pt x="1017269" y="7619"/>
                  </a:lnTo>
                  <a:lnTo>
                    <a:pt x="1018031" y="7619"/>
                  </a:lnTo>
                  <a:lnTo>
                    <a:pt x="1018793" y="7619"/>
                  </a:lnTo>
                  <a:lnTo>
                    <a:pt x="1017269" y="6095"/>
                  </a:lnTo>
                  <a:lnTo>
                    <a:pt x="1017269" y="7619"/>
                  </a:lnTo>
                  <a:lnTo>
                    <a:pt x="1014983" y="6095"/>
                  </a:lnTo>
                  <a:lnTo>
                    <a:pt x="1011173" y="3809"/>
                  </a:lnTo>
                  <a:lnTo>
                    <a:pt x="1010411" y="3047"/>
                  </a:lnTo>
                  <a:lnTo>
                    <a:pt x="1009649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2" name="Google Shape;962;p12"/>
            <p:cNvGrpSpPr/>
            <p:nvPr/>
          </p:nvGrpSpPr>
          <p:grpSpPr>
            <a:xfrm>
              <a:off x="2112186" y="4176949"/>
              <a:ext cx="555814" cy="229064"/>
              <a:chOff x="3525404" y="4176509"/>
              <a:chExt cx="475108" cy="182476"/>
            </a:xfrm>
          </p:grpSpPr>
          <p:pic>
            <p:nvPicPr>
              <p:cNvPr id="963" name="Google Shape;963;p12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525404" y="4176509"/>
                <a:ext cx="356998" cy="1824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64" name="Google Shape;964;p12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915048" y="4202417"/>
                <a:ext cx="85464" cy="152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65" name="Google Shape;965;p12"/>
            <p:cNvGrpSpPr/>
            <p:nvPr/>
          </p:nvGrpSpPr>
          <p:grpSpPr>
            <a:xfrm>
              <a:off x="2720566" y="4109034"/>
              <a:ext cx="833525" cy="265952"/>
              <a:chOff x="4045445" y="4122407"/>
              <a:chExt cx="712495" cy="211861"/>
            </a:xfrm>
          </p:grpSpPr>
          <p:pic>
            <p:nvPicPr>
              <p:cNvPr id="966" name="Google Shape;966;p12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4045445" y="4178795"/>
                <a:ext cx="195097" cy="15547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67" name="Google Shape;967;p12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4280141" y="4146029"/>
                <a:ext cx="176809" cy="1669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68" name="Google Shape;968;p12"/>
              <p:cNvSpPr/>
              <p:nvPr/>
            </p:nvSpPr>
            <p:spPr>
              <a:xfrm>
                <a:off x="4485894" y="4175759"/>
                <a:ext cx="16510" cy="101600"/>
              </a:xfrm>
              <a:custGeom>
                <a:rect b="b" l="l" r="r" t="t"/>
                <a:pathLst>
                  <a:path extrusionOk="0" h="101600" w="16510">
                    <a:moveTo>
                      <a:pt x="0" y="0"/>
                    </a:moveTo>
                    <a:lnTo>
                      <a:pt x="3643" y="10989"/>
                    </a:lnTo>
                    <a:lnTo>
                      <a:pt x="7429" y="22193"/>
                    </a:lnTo>
                    <a:lnTo>
                      <a:pt x="10929" y="33539"/>
                    </a:lnTo>
                    <a:lnTo>
                      <a:pt x="13716" y="44958"/>
                    </a:lnTo>
                    <a:lnTo>
                      <a:pt x="15763" y="57328"/>
                    </a:lnTo>
                    <a:lnTo>
                      <a:pt x="16383" y="70199"/>
                    </a:lnTo>
                    <a:lnTo>
                      <a:pt x="15859" y="83212"/>
                    </a:lnTo>
                    <a:lnTo>
                      <a:pt x="14478" y="96012"/>
                    </a:lnTo>
                    <a:lnTo>
                      <a:pt x="14478" y="97536"/>
                    </a:lnTo>
                    <a:lnTo>
                      <a:pt x="14478" y="99822"/>
                    </a:lnTo>
                    <a:lnTo>
                      <a:pt x="13716" y="101346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969" name="Google Shape;969;p12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4536721" y="4122407"/>
                <a:ext cx="221219" cy="15775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70" name="Google Shape;970;p12"/>
            <p:cNvGrpSpPr/>
            <p:nvPr/>
          </p:nvGrpSpPr>
          <p:grpSpPr>
            <a:xfrm>
              <a:off x="3763566" y="4098512"/>
              <a:ext cx="182002" cy="259877"/>
              <a:chOff x="4936998" y="4114025"/>
              <a:chExt cx="155575" cy="207022"/>
            </a:xfrm>
          </p:grpSpPr>
          <p:pic>
            <p:nvPicPr>
              <p:cNvPr id="971" name="Google Shape;971;p12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4970513" y="4114025"/>
                <a:ext cx="103657" cy="14709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72" name="Google Shape;972;p12"/>
              <p:cNvSpPr/>
              <p:nvPr/>
            </p:nvSpPr>
            <p:spPr>
              <a:xfrm>
                <a:off x="4936998" y="4308347"/>
                <a:ext cx="155575" cy="12700"/>
              </a:xfrm>
              <a:custGeom>
                <a:rect b="b" l="l" r="r" t="t"/>
                <a:pathLst>
                  <a:path extrusionOk="0" h="12700" w="155575">
                    <a:moveTo>
                      <a:pt x="0" y="12191"/>
                    </a:moveTo>
                    <a:lnTo>
                      <a:pt x="15192" y="12037"/>
                    </a:lnTo>
                    <a:lnTo>
                      <a:pt x="30099" y="11525"/>
                    </a:lnTo>
                    <a:lnTo>
                      <a:pt x="45005" y="10584"/>
                    </a:lnTo>
                    <a:lnTo>
                      <a:pt x="60198" y="9143"/>
                    </a:lnTo>
                    <a:lnTo>
                      <a:pt x="77354" y="8000"/>
                    </a:lnTo>
                    <a:lnTo>
                      <a:pt x="94583" y="6857"/>
                    </a:lnTo>
                    <a:lnTo>
                      <a:pt x="111954" y="5714"/>
                    </a:lnTo>
                    <a:lnTo>
                      <a:pt x="129539" y="4571"/>
                    </a:lnTo>
                    <a:lnTo>
                      <a:pt x="135838" y="4012"/>
                    </a:lnTo>
                    <a:lnTo>
                      <a:pt x="142208" y="3524"/>
                    </a:lnTo>
                    <a:lnTo>
                      <a:pt x="148720" y="3178"/>
                    </a:lnTo>
                    <a:lnTo>
                      <a:pt x="155448" y="3047"/>
                    </a:lnTo>
                    <a:lnTo>
                      <a:pt x="151638" y="3047"/>
                    </a:lnTo>
                    <a:lnTo>
                      <a:pt x="152400" y="4571"/>
                    </a:lnTo>
                    <a:lnTo>
                      <a:pt x="149352" y="3047"/>
                    </a:lnTo>
                    <a:lnTo>
                      <a:pt x="148590" y="2285"/>
                    </a:lnTo>
                    <a:lnTo>
                      <a:pt x="147066" y="761"/>
                    </a:lnTo>
                    <a:lnTo>
                      <a:pt x="146304" y="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3" name="Google Shape;973;p12"/>
            <p:cNvSpPr/>
            <p:nvPr/>
          </p:nvSpPr>
          <p:spPr>
            <a:xfrm>
              <a:off x="4102312" y="4115745"/>
              <a:ext cx="15600" cy="35073"/>
            </a:xfrm>
            <a:custGeom>
              <a:rect b="b" l="l" r="r" t="t"/>
              <a:pathLst>
                <a:path extrusionOk="0" h="27939" w="13335">
                  <a:moveTo>
                    <a:pt x="12953" y="0"/>
                  </a:moveTo>
                  <a:lnTo>
                    <a:pt x="9536" y="6750"/>
                  </a:lnTo>
                  <a:lnTo>
                    <a:pt x="6191" y="13430"/>
                  </a:lnTo>
                  <a:lnTo>
                    <a:pt x="2988" y="20252"/>
                  </a:lnTo>
                  <a:lnTo>
                    <a:pt x="0" y="27432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2"/>
            <p:cNvSpPr/>
            <p:nvPr/>
          </p:nvSpPr>
          <p:spPr>
            <a:xfrm>
              <a:off x="4114792" y="4283141"/>
              <a:ext cx="17829" cy="19131"/>
            </a:xfrm>
            <a:custGeom>
              <a:rect b="b" l="l" r="r" t="t"/>
              <a:pathLst>
                <a:path extrusionOk="0" h="15239" w="15239">
                  <a:moveTo>
                    <a:pt x="0" y="3048"/>
                  </a:moveTo>
                  <a:lnTo>
                    <a:pt x="0" y="11430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1430"/>
                  </a:lnTo>
                  <a:lnTo>
                    <a:pt x="15239" y="7620"/>
                  </a:lnTo>
                  <a:lnTo>
                    <a:pt x="15239" y="3048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5" name="Google Shape;975;p12"/>
            <p:cNvGrpSpPr/>
            <p:nvPr/>
          </p:nvGrpSpPr>
          <p:grpSpPr>
            <a:xfrm>
              <a:off x="4908381" y="4065033"/>
              <a:ext cx="324291" cy="312822"/>
              <a:chOff x="5915583" y="4087355"/>
              <a:chExt cx="277203" cy="249199"/>
            </a:xfrm>
          </p:grpSpPr>
          <p:pic>
            <p:nvPicPr>
              <p:cNvPr id="976" name="Google Shape;976;p1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5915583" y="4087355"/>
                <a:ext cx="134970" cy="1414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77" name="Google Shape;977;p12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6093701" y="4166603"/>
                <a:ext cx="99085" cy="1699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78" name="Google Shape;978;p12"/>
            <p:cNvGrpSpPr/>
            <p:nvPr/>
          </p:nvGrpSpPr>
          <p:grpSpPr>
            <a:xfrm>
              <a:off x="5385984" y="4101472"/>
              <a:ext cx="108310" cy="86651"/>
              <a:chOff x="6323837" y="4116383"/>
              <a:chExt cx="92583" cy="69028"/>
            </a:xfrm>
          </p:grpSpPr>
          <p:sp>
            <p:nvSpPr>
              <p:cNvPr id="979" name="Google Shape;979;p12"/>
              <p:cNvSpPr/>
              <p:nvPr/>
            </p:nvSpPr>
            <p:spPr>
              <a:xfrm>
                <a:off x="6323837" y="4116383"/>
                <a:ext cx="78105" cy="13335"/>
              </a:xfrm>
              <a:custGeom>
                <a:rect b="b" l="l" r="r" t="t"/>
                <a:pathLst>
                  <a:path extrusionOk="0" h="13335" w="78104">
                    <a:moveTo>
                      <a:pt x="0" y="12894"/>
                    </a:moveTo>
                    <a:lnTo>
                      <a:pt x="10977" y="10929"/>
                    </a:lnTo>
                    <a:lnTo>
                      <a:pt x="22097" y="8608"/>
                    </a:lnTo>
                    <a:lnTo>
                      <a:pt x="33218" y="6143"/>
                    </a:lnTo>
                    <a:lnTo>
                      <a:pt x="44196" y="3750"/>
                    </a:lnTo>
                    <a:lnTo>
                      <a:pt x="51435" y="2309"/>
                    </a:lnTo>
                    <a:lnTo>
                      <a:pt x="59817" y="797"/>
                    </a:lnTo>
                    <a:lnTo>
                      <a:pt x="68199" y="0"/>
                    </a:lnTo>
                    <a:lnTo>
                      <a:pt x="75438" y="702"/>
                    </a:lnTo>
                    <a:lnTo>
                      <a:pt x="76962" y="702"/>
                    </a:lnTo>
                    <a:lnTo>
                      <a:pt x="77724" y="702"/>
                    </a:lnTo>
                    <a:lnTo>
                      <a:pt x="76962" y="2226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0" name="Google Shape;980;p12"/>
              <p:cNvSpPr/>
              <p:nvPr/>
            </p:nvSpPr>
            <p:spPr>
              <a:xfrm>
                <a:off x="6338315" y="4172711"/>
                <a:ext cx="78105" cy="12700"/>
              </a:xfrm>
              <a:custGeom>
                <a:rect b="b" l="l" r="r" t="t"/>
                <a:pathLst>
                  <a:path extrusionOk="0" h="12700" w="78104">
                    <a:moveTo>
                      <a:pt x="0" y="11429"/>
                    </a:moveTo>
                    <a:lnTo>
                      <a:pt x="14918" y="12322"/>
                    </a:lnTo>
                    <a:lnTo>
                      <a:pt x="28479" y="11715"/>
                    </a:lnTo>
                    <a:lnTo>
                      <a:pt x="41898" y="9822"/>
                    </a:lnTo>
                    <a:lnTo>
                      <a:pt x="56388" y="6857"/>
                    </a:lnTo>
                    <a:lnTo>
                      <a:pt x="64769" y="5333"/>
                    </a:lnTo>
                    <a:lnTo>
                      <a:pt x="70104" y="3809"/>
                    </a:lnTo>
                    <a:lnTo>
                      <a:pt x="77724" y="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981" name="Google Shape;981;p1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656077" y="4007640"/>
              <a:ext cx="171186" cy="23629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82" name="Google Shape;982;p12"/>
            <p:cNvGrpSpPr/>
            <p:nvPr/>
          </p:nvGrpSpPr>
          <p:grpSpPr>
            <a:xfrm>
              <a:off x="5890525" y="4014336"/>
              <a:ext cx="279050" cy="280300"/>
              <a:chOff x="6755117" y="4046969"/>
              <a:chExt cx="238531" cy="223291"/>
            </a:xfrm>
          </p:grpSpPr>
          <p:pic>
            <p:nvPicPr>
              <p:cNvPr id="983" name="Google Shape;983;p12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6755117" y="4046969"/>
                <a:ext cx="100609" cy="17604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4" name="Google Shape;984;p12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6896849" y="4098023"/>
                <a:ext cx="96799" cy="1722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985" name="Google Shape;985;p12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6642900" y="3889028"/>
              <a:ext cx="306685" cy="21238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86" name="Google Shape;986;p12"/>
            <p:cNvGrpSpPr/>
            <p:nvPr/>
          </p:nvGrpSpPr>
          <p:grpSpPr>
            <a:xfrm>
              <a:off x="7399733" y="3828766"/>
              <a:ext cx="628494" cy="190384"/>
              <a:chOff x="8045183" y="3899141"/>
              <a:chExt cx="537235" cy="151663"/>
            </a:xfrm>
          </p:grpSpPr>
          <p:pic>
            <p:nvPicPr>
              <p:cNvPr id="987" name="Google Shape;987;p12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8045183" y="3903713"/>
                <a:ext cx="226470" cy="14709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8" name="Google Shape;988;p12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8304644" y="3909988"/>
                <a:ext cx="158045" cy="10728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9" name="Google Shape;989;p12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8498573" y="3899141"/>
                <a:ext cx="83845" cy="1166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90" name="Google Shape;990;p12"/>
            <p:cNvGrpSpPr/>
            <p:nvPr/>
          </p:nvGrpSpPr>
          <p:grpSpPr>
            <a:xfrm>
              <a:off x="8370803" y="3762764"/>
              <a:ext cx="277866" cy="297518"/>
              <a:chOff x="8875251" y="3846563"/>
              <a:chExt cx="237519" cy="237007"/>
            </a:xfrm>
          </p:grpSpPr>
          <p:pic>
            <p:nvPicPr>
              <p:cNvPr id="991" name="Google Shape;991;p12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8875251" y="3846563"/>
                <a:ext cx="112551" cy="15699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92" name="Google Shape;992;p12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9012161" y="3928097"/>
                <a:ext cx="100609" cy="15547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993" name="Google Shape;993;p12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8769025" y="3686240"/>
              <a:ext cx="111417" cy="1924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4" name="Google Shape;994;p12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9000759" y="3522671"/>
              <a:ext cx="239827" cy="3252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5" name="Google Shape;995;p12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5769721" y="4361562"/>
              <a:ext cx="102113" cy="1989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6" name="Google Shape;996;p12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5854868" y="4655222"/>
              <a:ext cx="252307" cy="1315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7" name="Google Shape;997;p12"/>
          <p:cNvSpPr/>
          <p:nvPr/>
        </p:nvSpPr>
        <p:spPr>
          <a:xfrm>
            <a:off x="6049217" y="2502051"/>
            <a:ext cx="866925" cy="94858"/>
          </a:xfrm>
          <a:custGeom>
            <a:rect b="b" l="l" r="r" t="t"/>
            <a:pathLst>
              <a:path extrusionOk="0" h="75564" w="741045">
                <a:moveTo>
                  <a:pt x="0" y="75437"/>
                </a:moveTo>
                <a:lnTo>
                  <a:pt x="12573" y="74747"/>
                </a:lnTo>
                <a:lnTo>
                  <a:pt x="25146" y="73913"/>
                </a:lnTo>
                <a:lnTo>
                  <a:pt x="37719" y="73080"/>
                </a:lnTo>
                <a:lnTo>
                  <a:pt x="50292" y="72389"/>
                </a:lnTo>
                <a:lnTo>
                  <a:pt x="66174" y="71949"/>
                </a:lnTo>
                <a:lnTo>
                  <a:pt x="81915" y="71723"/>
                </a:lnTo>
                <a:lnTo>
                  <a:pt x="97655" y="71639"/>
                </a:lnTo>
                <a:lnTo>
                  <a:pt x="113538" y="71627"/>
                </a:lnTo>
                <a:lnTo>
                  <a:pt x="135707" y="71163"/>
                </a:lnTo>
                <a:lnTo>
                  <a:pt x="179760" y="70234"/>
                </a:lnTo>
                <a:lnTo>
                  <a:pt x="228671" y="67615"/>
                </a:lnTo>
                <a:lnTo>
                  <a:pt x="281868" y="63877"/>
                </a:lnTo>
                <a:lnTo>
                  <a:pt x="308610" y="61721"/>
                </a:lnTo>
                <a:lnTo>
                  <a:pt x="332172" y="60007"/>
                </a:lnTo>
                <a:lnTo>
                  <a:pt x="355949" y="58292"/>
                </a:lnTo>
                <a:lnTo>
                  <a:pt x="379868" y="56578"/>
                </a:lnTo>
                <a:lnTo>
                  <a:pt x="403860" y="54863"/>
                </a:lnTo>
                <a:lnTo>
                  <a:pt x="423743" y="52899"/>
                </a:lnTo>
                <a:lnTo>
                  <a:pt x="443484" y="50577"/>
                </a:lnTo>
                <a:lnTo>
                  <a:pt x="463224" y="48113"/>
                </a:lnTo>
                <a:lnTo>
                  <a:pt x="483108" y="45719"/>
                </a:lnTo>
                <a:lnTo>
                  <a:pt x="500133" y="43433"/>
                </a:lnTo>
                <a:lnTo>
                  <a:pt x="517017" y="41147"/>
                </a:lnTo>
                <a:lnTo>
                  <a:pt x="533900" y="38861"/>
                </a:lnTo>
                <a:lnTo>
                  <a:pt x="550926" y="36575"/>
                </a:lnTo>
                <a:lnTo>
                  <a:pt x="565094" y="34754"/>
                </a:lnTo>
                <a:lnTo>
                  <a:pt x="579120" y="32861"/>
                </a:lnTo>
                <a:lnTo>
                  <a:pt x="593145" y="31111"/>
                </a:lnTo>
                <a:lnTo>
                  <a:pt x="607314" y="29717"/>
                </a:lnTo>
                <a:lnTo>
                  <a:pt x="616017" y="28598"/>
                </a:lnTo>
                <a:lnTo>
                  <a:pt x="624935" y="27622"/>
                </a:lnTo>
                <a:lnTo>
                  <a:pt x="633995" y="26931"/>
                </a:lnTo>
                <a:lnTo>
                  <a:pt x="643128" y="26669"/>
                </a:lnTo>
                <a:lnTo>
                  <a:pt x="649426" y="26217"/>
                </a:lnTo>
                <a:lnTo>
                  <a:pt x="655796" y="25907"/>
                </a:lnTo>
                <a:lnTo>
                  <a:pt x="662308" y="25598"/>
                </a:lnTo>
                <a:lnTo>
                  <a:pt x="669036" y="25145"/>
                </a:lnTo>
                <a:lnTo>
                  <a:pt x="675894" y="25145"/>
                </a:lnTo>
                <a:lnTo>
                  <a:pt x="682752" y="24383"/>
                </a:lnTo>
                <a:lnTo>
                  <a:pt x="690372" y="23621"/>
                </a:lnTo>
                <a:lnTo>
                  <a:pt x="697230" y="22097"/>
                </a:lnTo>
                <a:lnTo>
                  <a:pt x="704088" y="20573"/>
                </a:lnTo>
                <a:lnTo>
                  <a:pt x="710946" y="20573"/>
                </a:lnTo>
                <a:lnTo>
                  <a:pt x="717804" y="19811"/>
                </a:lnTo>
                <a:lnTo>
                  <a:pt x="723900" y="19049"/>
                </a:lnTo>
                <a:lnTo>
                  <a:pt x="729996" y="18287"/>
                </a:lnTo>
                <a:lnTo>
                  <a:pt x="733806" y="17525"/>
                </a:lnTo>
                <a:lnTo>
                  <a:pt x="737616" y="17525"/>
                </a:lnTo>
                <a:lnTo>
                  <a:pt x="740664" y="16763"/>
                </a:lnTo>
                <a:lnTo>
                  <a:pt x="740664" y="16001"/>
                </a:lnTo>
                <a:lnTo>
                  <a:pt x="735330" y="13715"/>
                </a:lnTo>
                <a:lnTo>
                  <a:pt x="731520" y="10667"/>
                </a:lnTo>
                <a:lnTo>
                  <a:pt x="726948" y="6857"/>
                </a:lnTo>
                <a:lnTo>
                  <a:pt x="725424" y="4571"/>
                </a:lnTo>
                <a:lnTo>
                  <a:pt x="723900" y="2285"/>
                </a:lnTo>
                <a:lnTo>
                  <a:pt x="722376" y="0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8" name="Google Shape;998;p12"/>
          <p:cNvGrpSpPr/>
          <p:nvPr/>
        </p:nvGrpSpPr>
        <p:grpSpPr>
          <a:xfrm>
            <a:off x="571067" y="2359988"/>
            <a:ext cx="403629" cy="262275"/>
            <a:chOff x="2208060" y="2729090"/>
            <a:chExt cx="345021" cy="208932"/>
          </a:xfrm>
        </p:grpSpPr>
        <p:pic>
          <p:nvPicPr>
            <p:cNvPr id="999" name="Google Shape;999;p12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2208060" y="2729090"/>
              <a:ext cx="149877" cy="2089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0" name="Google Shape;1000;p12"/>
            <p:cNvSpPr/>
            <p:nvPr/>
          </p:nvSpPr>
          <p:spPr>
            <a:xfrm>
              <a:off x="2404014" y="2740914"/>
              <a:ext cx="8890" cy="163195"/>
            </a:xfrm>
            <a:custGeom>
              <a:rect b="b" l="l" r="r" t="t"/>
              <a:pathLst>
                <a:path extrusionOk="0" h="163194" w="8889">
                  <a:moveTo>
                    <a:pt x="857" y="0"/>
                  </a:moveTo>
                  <a:lnTo>
                    <a:pt x="321" y="13144"/>
                  </a:lnTo>
                  <a:lnTo>
                    <a:pt x="0" y="26288"/>
                  </a:lnTo>
                  <a:lnTo>
                    <a:pt x="107" y="39433"/>
                  </a:lnTo>
                  <a:lnTo>
                    <a:pt x="857" y="52577"/>
                  </a:lnTo>
                  <a:lnTo>
                    <a:pt x="1559" y="68580"/>
                  </a:lnTo>
                  <a:lnTo>
                    <a:pt x="2476" y="84582"/>
                  </a:lnTo>
                  <a:lnTo>
                    <a:pt x="3536" y="100584"/>
                  </a:lnTo>
                  <a:lnTo>
                    <a:pt x="4667" y="116586"/>
                  </a:lnTo>
                  <a:lnTo>
                    <a:pt x="5131" y="126420"/>
                  </a:lnTo>
                  <a:lnTo>
                    <a:pt x="5524" y="136397"/>
                  </a:lnTo>
                  <a:lnTo>
                    <a:pt x="6060" y="146375"/>
                  </a:lnTo>
                  <a:lnTo>
                    <a:pt x="6953" y="156210"/>
                  </a:lnTo>
                  <a:lnTo>
                    <a:pt x="6953" y="163068"/>
                  </a:lnTo>
                  <a:lnTo>
                    <a:pt x="6953" y="162306"/>
                  </a:lnTo>
                  <a:lnTo>
                    <a:pt x="8477" y="15621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12"/>
            <p:cNvSpPr/>
            <p:nvPr/>
          </p:nvSpPr>
          <p:spPr>
            <a:xfrm>
              <a:off x="2404872" y="2734401"/>
              <a:ext cx="96520" cy="147320"/>
            </a:xfrm>
            <a:custGeom>
              <a:rect b="b" l="l" r="r" t="t"/>
              <a:pathLst>
                <a:path extrusionOk="0" h="147319" w="96519">
                  <a:moveTo>
                    <a:pt x="0" y="14894"/>
                  </a:moveTo>
                  <a:lnTo>
                    <a:pt x="10060" y="6310"/>
                  </a:lnTo>
                  <a:lnTo>
                    <a:pt x="18192" y="1654"/>
                  </a:lnTo>
                  <a:lnTo>
                    <a:pt x="27324" y="0"/>
                  </a:lnTo>
                  <a:lnTo>
                    <a:pt x="40386" y="416"/>
                  </a:lnTo>
                  <a:lnTo>
                    <a:pt x="67186" y="26872"/>
                  </a:lnTo>
                  <a:lnTo>
                    <a:pt x="64865" y="36611"/>
                  </a:lnTo>
                  <a:lnTo>
                    <a:pt x="39624" y="74806"/>
                  </a:lnTo>
                  <a:lnTo>
                    <a:pt x="12954" y="101000"/>
                  </a:lnTo>
                  <a:lnTo>
                    <a:pt x="9144" y="104810"/>
                  </a:lnTo>
                  <a:lnTo>
                    <a:pt x="9144" y="105572"/>
                  </a:lnTo>
                  <a:lnTo>
                    <a:pt x="16002" y="107858"/>
                  </a:lnTo>
                  <a:lnTo>
                    <a:pt x="22860" y="109382"/>
                  </a:lnTo>
                  <a:lnTo>
                    <a:pt x="28956" y="111668"/>
                  </a:lnTo>
                  <a:lnTo>
                    <a:pt x="70282" y="129135"/>
                  </a:lnTo>
                  <a:lnTo>
                    <a:pt x="88392" y="139100"/>
                  </a:lnTo>
                  <a:lnTo>
                    <a:pt x="91440" y="140624"/>
                  </a:lnTo>
                  <a:lnTo>
                    <a:pt x="94488" y="146720"/>
                  </a:lnTo>
                  <a:lnTo>
                    <a:pt x="96012" y="144434"/>
                  </a:lnTo>
                  <a:lnTo>
                    <a:pt x="96012" y="140624"/>
                  </a:lnTo>
                  <a:lnTo>
                    <a:pt x="96012" y="139100"/>
                  </a:lnTo>
                  <a:lnTo>
                    <a:pt x="95250" y="136052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12"/>
            <p:cNvSpPr/>
            <p:nvPr/>
          </p:nvSpPr>
          <p:spPr>
            <a:xfrm>
              <a:off x="2541651" y="2734056"/>
              <a:ext cx="11430" cy="158115"/>
            </a:xfrm>
            <a:custGeom>
              <a:rect b="b" l="l" r="r" t="t"/>
              <a:pathLst>
                <a:path extrusionOk="0" h="158114" w="11430">
                  <a:moveTo>
                    <a:pt x="1143" y="0"/>
                  </a:moveTo>
                  <a:lnTo>
                    <a:pt x="285" y="15061"/>
                  </a:lnTo>
                  <a:lnTo>
                    <a:pt x="0" y="29622"/>
                  </a:lnTo>
                  <a:lnTo>
                    <a:pt x="285" y="44041"/>
                  </a:lnTo>
                  <a:lnTo>
                    <a:pt x="1143" y="58674"/>
                  </a:lnTo>
                  <a:lnTo>
                    <a:pt x="2274" y="74795"/>
                  </a:lnTo>
                  <a:lnTo>
                    <a:pt x="3333" y="91058"/>
                  </a:lnTo>
                  <a:lnTo>
                    <a:pt x="4250" y="107322"/>
                  </a:lnTo>
                  <a:lnTo>
                    <a:pt x="4953" y="123444"/>
                  </a:lnTo>
                  <a:lnTo>
                    <a:pt x="4893" y="129420"/>
                  </a:lnTo>
                  <a:lnTo>
                    <a:pt x="5048" y="139827"/>
                  </a:lnTo>
                  <a:lnTo>
                    <a:pt x="5917" y="150233"/>
                  </a:lnTo>
                  <a:lnTo>
                    <a:pt x="8001" y="156210"/>
                  </a:lnTo>
                  <a:lnTo>
                    <a:pt x="11049" y="157734"/>
                  </a:lnTo>
                  <a:lnTo>
                    <a:pt x="10287" y="150114"/>
                  </a:lnTo>
                  <a:lnTo>
                    <a:pt x="10287" y="147066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03" name="Google Shape;1003;p12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052333" y="2327944"/>
            <a:ext cx="148357" cy="259674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12"/>
          <p:cNvSpPr/>
          <p:nvPr/>
        </p:nvSpPr>
        <p:spPr>
          <a:xfrm>
            <a:off x="1264858" y="2398744"/>
            <a:ext cx="2971" cy="138698"/>
          </a:xfrm>
          <a:custGeom>
            <a:rect b="b" l="l" r="r" t="t"/>
            <a:pathLst>
              <a:path extrusionOk="0" h="110489" w="2539">
                <a:moveTo>
                  <a:pt x="0" y="0"/>
                </a:moveTo>
                <a:lnTo>
                  <a:pt x="571" y="9834"/>
                </a:lnTo>
                <a:lnTo>
                  <a:pt x="1143" y="19812"/>
                </a:lnTo>
                <a:lnTo>
                  <a:pt x="1714" y="29789"/>
                </a:lnTo>
                <a:lnTo>
                  <a:pt x="2286" y="39624"/>
                </a:lnTo>
                <a:lnTo>
                  <a:pt x="2262" y="53220"/>
                </a:lnTo>
                <a:lnTo>
                  <a:pt x="2095" y="66675"/>
                </a:lnTo>
                <a:lnTo>
                  <a:pt x="1643" y="80129"/>
                </a:lnTo>
                <a:lnTo>
                  <a:pt x="762" y="93726"/>
                </a:lnTo>
                <a:lnTo>
                  <a:pt x="0" y="99060"/>
                </a:lnTo>
                <a:lnTo>
                  <a:pt x="0" y="105918"/>
                </a:lnTo>
                <a:lnTo>
                  <a:pt x="0" y="110489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5" name="Google Shape;1005;p12"/>
          <p:cNvGrpSpPr/>
          <p:nvPr/>
        </p:nvGrpSpPr>
        <p:grpSpPr>
          <a:xfrm>
            <a:off x="1329028" y="2320291"/>
            <a:ext cx="419005" cy="203776"/>
            <a:chOff x="2855963" y="2697467"/>
            <a:chExt cx="358164" cy="162331"/>
          </a:xfrm>
        </p:grpSpPr>
        <p:pic>
          <p:nvPicPr>
            <p:cNvPr id="1006" name="Google Shape;1006;p12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2855963" y="2708897"/>
              <a:ext cx="237007" cy="150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7" name="Google Shape;1007;p12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3116602" y="2697467"/>
              <a:ext cx="97525" cy="16080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08" name="Google Shape;1008;p12"/>
          <p:cNvGrpSpPr/>
          <p:nvPr/>
        </p:nvGrpSpPr>
        <p:grpSpPr>
          <a:xfrm>
            <a:off x="2110821" y="2242333"/>
            <a:ext cx="680197" cy="258523"/>
            <a:chOff x="3524237" y="2635364"/>
            <a:chExt cx="581430" cy="205943"/>
          </a:xfrm>
        </p:grpSpPr>
        <p:pic>
          <p:nvPicPr>
            <p:cNvPr id="1009" name="Google Shape;1009;p12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3524237" y="2635364"/>
              <a:ext cx="142519" cy="2059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0" name="Google Shape;1010;p12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3695591" y="2685275"/>
              <a:ext cx="103633" cy="130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1" name="Google Shape;1011;p12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3831323" y="2676131"/>
              <a:ext cx="115849" cy="1478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2" name="Google Shape;1012;p12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3978198" y="2649461"/>
              <a:ext cx="127469" cy="1669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3" name="Google Shape;1013;p12"/>
          <p:cNvSpPr/>
          <p:nvPr/>
        </p:nvSpPr>
        <p:spPr>
          <a:xfrm>
            <a:off x="686314" y="2659880"/>
            <a:ext cx="1011041" cy="100437"/>
          </a:xfrm>
          <a:custGeom>
            <a:rect b="b" l="l" r="r" t="t"/>
            <a:pathLst>
              <a:path extrusionOk="0" h="80010" w="864235">
                <a:moveTo>
                  <a:pt x="0" y="80010"/>
                </a:moveTo>
                <a:lnTo>
                  <a:pt x="38469" y="71866"/>
                </a:lnTo>
                <a:lnTo>
                  <a:pt x="88487" y="67151"/>
                </a:lnTo>
                <a:lnTo>
                  <a:pt x="125730" y="64770"/>
                </a:lnTo>
                <a:lnTo>
                  <a:pt x="150876" y="62936"/>
                </a:lnTo>
                <a:lnTo>
                  <a:pt x="176022" y="60960"/>
                </a:lnTo>
                <a:lnTo>
                  <a:pt x="201168" y="58983"/>
                </a:lnTo>
                <a:lnTo>
                  <a:pt x="226314" y="57150"/>
                </a:lnTo>
                <a:lnTo>
                  <a:pt x="254317" y="54864"/>
                </a:lnTo>
                <a:lnTo>
                  <a:pt x="282320" y="52578"/>
                </a:lnTo>
                <a:lnTo>
                  <a:pt x="310324" y="50292"/>
                </a:lnTo>
                <a:lnTo>
                  <a:pt x="338328" y="48006"/>
                </a:lnTo>
                <a:lnTo>
                  <a:pt x="364045" y="45267"/>
                </a:lnTo>
                <a:lnTo>
                  <a:pt x="389763" y="42672"/>
                </a:lnTo>
                <a:lnTo>
                  <a:pt x="415480" y="40076"/>
                </a:lnTo>
                <a:lnTo>
                  <a:pt x="441198" y="37338"/>
                </a:lnTo>
                <a:lnTo>
                  <a:pt x="468760" y="33920"/>
                </a:lnTo>
                <a:lnTo>
                  <a:pt x="496538" y="30575"/>
                </a:lnTo>
                <a:lnTo>
                  <a:pt x="552450" y="24384"/>
                </a:lnTo>
                <a:lnTo>
                  <a:pt x="595884" y="20669"/>
                </a:lnTo>
                <a:lnTo>
                  <a:pt x="617601" y="19133"/>
                </a:lnTo>
                <a:lnTo>
                  <a:pt x="639318" y="17526"/>
                </a:lnTo>
                <a:lnTo>
                  <a:pt x="658189" y="16394"/>
                </a:lnTo>
                <a:lnTo>
                  <a:pt x="677132" y="15335"/>
                </a:lnTo>
                <a:lnTo>
                  <a:pt x="696217" y="14418"/>
                </a:lnTo>
                <a:lnTo>
                  <a:pt x="715518" y="13716"/>
                </a:lnTo>
                <a:lnTo>
                  <a:pt x="730365" y="13144"/>
                </a:lnTo>
                <a:lnTo>
                  <a:pt x="745140" y="12573"/>
                </a:lnTo>
                <a:lnTo>
                  <a:pt x="759773" y="12001"/>
                </a:lnTo>
                <a:lnTo>
                  <a:pt x="774192" y="11429"/>
                </a:lnTo>
                <a:lnTo>
                  <a:pt x="785050" y="10417"/>
                </a:lnTo>
                <a:lnTo>
                  <a:pt x="795909" y="9620"/>
                </a:lnTo>
                <a:lnTo>
                  <a:pt x="806767" y="8965"/>
                </a:lnTo>
                <a:lnTo>
                  <a:pt x="817626" y="8382"/>
                </a:lnTo>
                <a:lnTo>
                  <a:pt x="825626" y="7369"/>
                </a:lnTo>
                <a:lnTo>
                  <a:pt x="833627" y="6572"/>
                </a:lnTo>
                <a:lnTo>
                  <a:pt x="841628" y="5917"/>
                </a:lnTo>
                <a:lnTo>
                  <a:pt x="849630" y="5333"/>
                </a:lnTo>
                <a:lnTo>
                  <a:pt x="852678" y="4571"/>
                </a:lnTo>
                <a:lnTo>
                  <a:pt x="864108" y="4571"/>
                </a:lnTo>
                <a:lnTo>
                  <a:pt x="860297" y="3809"/>
                </a:lnTo>
                <a:lnTo>
                  <a:pt x="857250" y="3047"/>
                </a:lnTo>
                <a:lnTo>
                  <a:pt x="851916" y="2285"/>
                </a:lnTo>
                <a:lnTo>
                  <a:pt x="847344" y="0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12"/>
          <p:cNvSpPr/>
          <p:nvPr/>
        </p:nvSpPr>
        <p:spPr>
          <a:xfrm>
            <a:off x="2125989" y="2623532"/>
            <a:ext cx="704237" cy="47827"/>
          </a:xfrm>
          <a:custGeom>
            <a:rect b="b" l="l" r="r" t="t"/>
            <a:pathLst>
              <a:path extrusionOk="0" h="38100" w="601979">
                <a:moveTo>
                  <a:pt x="0" y="37337"/>
                </a:moveTo>
                <a:lnTo>
                  <a:pt x="12573" y="37445"/>
                </a:lnTo>
                <a:lnTo>
                  <a:pt x="25146" y="37623"/>
                </a:lnTo>
                <a:lnTo>
                  <a:pt x="37719" y="37659"/>
                </a:lnTo>
                <a:lnTo>
                  <a:pt x="50292" y="37337"/>
                </a:lnTo>
                <a:lnTo>
                  <a:pt x="71318" y="36194"/>
                </a:lnTo>
                <a:lnTo>
                  <a:pt x="92202" y="35051"/>
                </a:lnTo>
                <a:lnTo>
                  <a:pt x="113085" y="33908"/>
                </a:lnTo>
                <a:lnTo>
                  <a:pt x="134112" y="32765"/>
                </a:lnTo>
                <a:lnTo>
                  <a:pt x="160270" y="30944"/>
                </a:lnTo>
                <a:lnTo>
                  <a:pt x="186213" y="29051"/>
                </a:lnTo>
                <a:lnTo>
                  <a:pt x="212014" y="27301"/>
                </a:lnTo>
                <a:lnTo>
                  <a:pt x="237744" y="25907"/>
                </a:lnTo>
                <a:lnTo>
                  <a:pt x="262306" y="24526"/>
                </a:lnTo>
                <a:lnTo>
                  <a:pt x="286797" y="22859"/>
                </a:lnTo>
                <a:lnTo>
                  <a:pt x="311146" y="21193"/>
                </a:lnTo>
                <a:lnTo>
                  <a:pt x="335280" y="19811"/>
                </a:lnTo>
                <a:lnTo>
                  <a:pt x="355163" y="18538"/>
                </a:lnTo>
                <a:lnTo>
                  <a:pt x="374904" y="17049"/>
                </a:lnTo>
                <a:lnTo>
                  <a:pt x="394644" y="15418"/>
                </a:lnTo>
                <a:lnTo>
                  <a:pt x="414528" y="13715"/>
                </a:lnTo>
                <a:lnTo>
                  <a:pt x="432946" y="12453"/>
                </a:lnTo>
                <a:lnTo>
                  <a:pt x="489204" y="8381"/>
                </a:lnTo>
                <a:lnTo>
                  <a:pt x="537960" y="6881"/>
                </a:lnTo>
                <a:lnTo>
                  <a:pt x="553974" y="6857"/>
                </a:lnTo>
                <a:lnTo>
                  <a:pt x="565868" y="6857"/>
                </a:lnTo>
                <a:lnTo>
                  <a:pt x="579977" y="6857"/>
                </a:lnTo>
                <a:lnTo>
                  <a:pt x="593086" y="6857"/>
                </a:lnTo>
                <a:lnTo>
                  <a:pt x="601980" y="6857"/>
                </a:lnTo>
                <a:lnTo>
                  <a:pt x="591312" y="6857"/>
                </a:lnTo>
                <a:lnTo>
                  <a:pt x="588264" y="6095"/>
                </a:lnTo>
                <a:lnTo>
                  <a:pt x="579882" y="0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12"/>
          <p:cNvSpPr/>
          <p:nvPr/>
        </p:nvSpPr>
        <p:spPr>
          <a:xfrm>
            <a:off x="2971966" y="2324133"/>
            <a:ext cx="17829" cy="19131"/>
          </a:xfrm>
          <a:custGeom>
            <a:rect b="b" l="l" r="r" t="t"/>
            <a:pathLst>
              <a:path extrusionOk="0" h="15239" w="15239">
                <a:moveTo>
                  <a:pt x="0" y="3810"/>
                </a:moveTo>
                <a:lnTo>
                  <a:pt x="0" y="12192"/>
                </a:lnTo>
                <a:lnTo>
                  <a:pt x="3809" y="15240"/>
                </a:lnTo>
                <a:lnTo>
                  <a:pt x="12191" y="15240"/>
                </a:lnTo>
                <a:lnTo>
                  <a:pt x="15239" y="12192"/>
                </a:lnTo>
                <a:lnTo>
                  <a:pt x="15239" y="7620"/>
                </a:lnTo>
                <a:lnTo>
                  <a:pt x="15239" y="3810"/>
                </a:lnTo>
                <a:lnTo>
                  <a:pt x="12191" y="0"/>
                </a:lnTo>
                <a:lnTo>
                  <a:pt x="3809" y="0"/>
                </a:lnTo>
                <a:lnTo>
                  <a:pt x="0" y="38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12"/>
          <p:cNvSpPr/>
          <p:nvPr/>
        </p:nvSpPr>
        <p:spPr>
          <a:xfrm>
            <a:off x="3011190" y="2516398"/>
            <a:ext cx="0" cy="8768"/>
          </a:xfrm>
          <a:custGeom>
            <a:rect b="b" l="l" r="r" t="t"/>
            <a:pathLst>
              <a:path extrusionOk="0" h="6985" w="120000">
                <a:moveTo>
                  <a:pt x="0" y="6858"/>
                </a:moveTo>
                <a:lnTo>
                  <a:pt x="0" y="4572"/>
                </a:lnTo>
                <a:lnTo>
                  <a:pt x="0" y="2286"/>
                </a:lnTo>
                <a:lnTo>
                  <a:pt x="0" y="0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7" name="Google Shape;1017;p12"/>
          <p:cNvGrpSpPr/>
          <p:nvPr/>
        </p:nvGrpSpPr>
        <p:grpSpPr>
          <a:xfrm>
            <a:off x="4405387" y="2769868"/>
            <a:ext cx="285290" cy="213342"/>
            <a:chOff x="5485625" y="3055607"/>
            <a:chExt cx="243865" cy="169951"/>
          </a:xfrm>
        </p:grpSpPr>
        <p:pic>
          <p:nvPicPr>
            <p:cNvPr id="1018" name="Google Shape;1018;p12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5485625" y="3060941"/>
              <a:ext cx="115074" cy="1646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9" name="Google Shape;1019;p12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5641073" y="3055607"/>
              <a:ext cx="88417" cy="12270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20" name="Google Shape;1020;p12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4749622" y="2619690"/>
            <a:ext cx="183527" cy="311866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12"/>
          <p:cNvSpPr/>
          <p:nvPr/>
        </p:nvSpPr>
        <p:spPr>
          <a:xfrm>
            <a:off x="6024256" y="2015168"/>
            <a:ext cx="889211" cy="533275"/>
          </a:xfrm>
          <a:custGeom>
            <a:rect b="b" l="l" r="r" t="t"/>
            <a:pathLst>
              <a:path extrusionOk="0" h="424814" w="760095">
                <a:moveTo>
                  <a:pt x="0" y="28956"/>
                </a:moveTo>
                <a:lnTo>
                  <a:pt x="13608" y="27634"/>
                </a:lnTo>
                <a:lnTo>
                  <a:pt x="27146" y="26955"/>
                </a:lnTo>
                <a:lnTo>
                  <a:pt x="40826" y="26705"/>
                </a:lnTo>
                <a:lnTo>
                  <a:pt x="54864" y="26670"/>
                </a:lnTo>
                <a:lnTo>
                  <a:pt x="78986" y="26753"/>
                </a:lnTo>
                <a:lnTo>
                  <a:pt x="103250" y="26765"/>
                </a:lnTo>
                <a:lnTo>
                  <a:pt x="127515" y="26348"/>
                </a:lnTo>
                <a:lnTo>
                  <a:pt x="151638" y="25146"/>
                </a:lnTo>
                <a:lnTo>
                  <a:pt x="186940" y="22883"/>
                </a:lnTo>
                <a:lnTo>
                  <a:pt x="222027" y="20764"/>
                </a:lnTo>
                <a:lnTo>
                  <a:pt x="291846" y="17526"/>
                </a:lnTo>
                <a:lnTo>
                  <a:pt x="330136" y="16192"/>
                </a:lnTo>
                <a:lnTo>
                  <a:pt x="368427" y="15430"/>
                </a:lnTo>
                <a:lnTo>
                  <a:pt x="406717" y="14954"/>
                </a:lnTo>
                <a:lnTo>
                  <a:pt x="445008" y="14478"/>
                </a:lnTo>
                <a:lnTo>
                  <a:pt x="479869" y="13215"/>
                </a:lnTo>
                <a:lnTo>
                  <a:pt x="514731" y="11811"/>
                </a:lnTo>
                <a:lnTo>
                  <a:pt x="549592" y="10406"/>
                </a:lnTo>
                <a:lnTo>
                  <a:pt x="584454" y="9144"/>
                </a:lnTo>
                <a:lnTo>
                  <a:pt x="611183" y="8108"/>
                </a:lnTo>
                <a:lnTo>
                  <a:pt x="637698" y="7143"/>
                </a:lnTo>
                <a:lnTo>
                  <a:pt x="690372" y="4572"/>
                </a:lnTo>
                <a:lnTo>
                  <a:pt x="734306" y="1250"/>
                </a:lnTo>
                <a:lnTo>
                  <a:pt x="749046" y="0"/>
                </a:lnTo>
                <a:lnTo>
                  <a:pt x="751332" y="0"/>
                </a:lnTo>
                <a:lnTo>
                  <a:pt x="753618" y="0"/>
                </a:lnTo>
                <a:lnTo>
                  <a:pt x="755904" y="0"/>
                </a:lnTo>
                <a:lnTo>
                  <a:pt x="757428" y="5334"/>
                </a:lnTo>
                <a:lnTo>
                  <a:pt x="756666" y="8382"/>
                </a:lnTo>
                <a:lnTo>
                  <a:pt x="755904" y="13716"/>
                </a:lnTo>
                <a:lnTo>
                  <a:pt x="754701" y="24693"/>
                </a:lnTo>
                <a:lnTo>
                  <a:pt x="754284" y="35814"/>
                </a:lnTo>
                <a:lnTo>
                  <a:pt x="754296" y="46934"/>
                </a:lnTo>
                <a:lnTo>
                  <a:pt x="754380" y="57912"/>
                </a:lnTo>
                <a:lnTo>
                  <a:pt x="754939" y="77795"/>
                </a:lnTo>
                <a:lnTo>
                  <a:pt x="755427" y="97536"/>
                </a:lnTo>
                <a:lnTo>
                  <a:pt x="755773" y="117276"/>
                </a:lnTo>
                <a:lnTo>
                  <a:pt x="755904" y="137160"/>
                </a:lnTo>
                <a:lnTo>
                  <a:pt x="756034" y="161615"/>
                </a:lnTo>
                <a:lnTo>
                  <a:pt x="756380" y="185928"/>
                </a:lnTo>
                <a:lnTo>
                  <a:pt x="756868" y="210240"/>
                </a:lnTo>
                <a:lnTo>
                  <a:pt x="757428" y="234696"/>
                </a:lnTo>
                <a:lnTo>
                  <a:pt x="757987" y="256532"/>
                </a:lnTo>
                <a:lnTo>
                  <a:pt x="758475" y="278511"/>
                </a:lnTo>
                <a:lnTo>
                  <a:pt x="758821" y="300489"/>
                </a:lnTo>
                <a:lnTo>
                  <a:pt x="758952" y="322326"/>
                </a:lnTo>
                <a:lnTo>
                  <a:pt x="759594" y="337875"/>
                </a:lnTo>
                <a:lnTo>
                  <a:pt x="760095" y="353568"/>
                </a:lnTo>
                <a:lnTo>
                  <a:pt x="760023" y="369260"/>
                </a:lnTo>
                <a:lnTo>
                  <a:pt x="758952" y="384810"/>
                </a:lnTo>
                <a:lnTo>
                  <a:pt x="757844" y="392918"/>
                </a:lnTo>
                <a:lnTo>
                  <a:pt x="755808" y="401097"/>
                </a:lnTo>
                <a:lnTo>
                  <a:pt x="753058" y="409134"/>
                </a:lnTo>
                <a:lnTo>
                  <a:pt x="749808" y="416814"/>
                </a:lnTo>
                <a:lnTo>
                  <a:pt x="749046" y="419862"/>
                </a:lnTo>
                <a:lnTo>
                  <a:pt x="747522" y="422148"/>
                </a:lnTo>
                <a:lnTo>
                  <a:pt x="745998" y="424434"/>
                </a:lnTo>
                <a:lnTo>
                  <a:pt x="742188" y="421386"/>
                </a:lnTo>
                <a:lnTo>
                  <a:pt x="739902" y="416814"/>
                </a:lnTo>
                <a:lnTo>
                  <a:pt x="737616" y="412242"/>
                </a:lnTo>
                <a:lnTo>
                  <a:pt x="735330" y="409194"/>
                </a:lnTo>
                <a:lnTo>
                  <a:pt x="733806" y="406146"/>
                </a:lnTo>
                <a:lnTo>
                  <a:pt x="732282" y="403098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2" name="Google Shape;1022;p12"/>
          <p:cNvGrpSpPr/>
          <p:nvPr/>
        </p:nvGrpSpPr>
        <p:grpSpPr>
          <a:xfrm>
            <a:off x="3830424" y="2199782"/>
            <a:ext cx="317366" cy="422475"/>
            <a:chOff x="4994148" y="2601467"/>
            <a:chExt cx="271284" cy="336550"/>
          </a:xfrm>
        </p:grpSpPr>
        <p:sp>
          <p:nvSpPr>
            <p:cNvPr id="1023" name="Google Shape;1023;p12"/>
            <p:cNvSpPr/>
            <p:nvPr/>
          </p:nvSpPr>
          <p:spPr>
            <a:xfrm>
              <a:off x="4994148" y="2601467"/>
              <a:ext cx="106045" cy="336550"/>
            </a:xfrm>
            <a:custGeom>
              <a:rect b="b" l="l" r="r" t="t"/>
              <a:pathLst>
                <a:path extrusionOk="0" h="336550" w="106045">
                  <a:moveTo>
                    <a:pt x="80010" y="19050"/>
                  </a:moveTo>
                  <a:lnTo>
                    <a:pt x="48768" y="0"/>
                  </a:lnTo>
                  <a:lnTo>
                    <a:pt x="39469" y="535"/>
                  </a:lnTo>
                  <a:lnTo>
                    <a:pt x="8465" y="23074"/>
                  </a:lnTo>
                  <a:lnTo>
                    <a:pt x="0" y="57150"/>
                  </a:lnTo>
                  <a:lnTo>
                    <a:pt x="2797" y="67103"/>
                  </a:lnTo>
                  <a:lnTo>
                    <a:pt x="8096" y="75628"/>
                  </a:lnTo>
                  <a:lnTo>
                    <a:pt x="14680" y="83296"/>
                  </a:lnTo>
                  <a:lnTo>
                    <a:pt x="21336" y="90678"/>
                  </a:lnTo>
                  <a:lnTo>
                    <a:pt x="27932" y="97250"/>
                  </a:lnTo>
                  <a:lnTo>
                    <a:pt x="34671" y="104394"/>
                  </a:lnTo>
                  <a:lnTo>
                    <a:pt x="40838" y="112109"/>
                  </a:lnTo>
                  <a:lnTo>
                    <a:pt x="45720" y="120396"/>
                  </a:lnTo>
                  <a:lnTo>
                    <a:pt x="48672" y="130456"/>
                  </a:lnTo>
                  <a:lnTo>
                    <a:pt x="48768" y="140874"/>
                  </a:lnTo>
                  <a:lnTo>
                    <a:pt x="46577" y="151149"/>
                  </a:lnTo>
                  <a:lnTo>
                    <a:pt x="26765" y="184880"/>
                  </a:lnTo>
                  <a:lnTo>
                    <a:pt x="9144" y="207264"/>
                  </a:lnTo>
                  <a:lnTo>
                    <a:pt x="6858" y="211074"/>
                  </a:lnTo>
                  <a:lnTo>
                    <a:pt x="6096" y="211836"/>
                  </a:lnTo>
                  <a:lnTo>
                    <a:pt x="5334" y="214884"/>
                  </a:lnTo>
                  <a:lnTo>
                    <a:pt x="9906" y="216408"/>
                  </a:lnTo>
                  <a:lnTo>
                    <a:pt x="14478" y="217170"/>
                  </a:lnTo>
                  <a:lnTo>
                    <a:pt x="18288" y="217932"/>
                  </a:lnTo>
                  <a:lnTo>
                    <a:pt x="51054" y="237744"/>
                  </a:lnTo>
                  <a:lnTo>
                    <a:pt x="51816" y="250317"/>
                  </a:lnTo>
                  <a:lnTo>
                    <a:pt x="51268" y="256817"/>
                  </a:lnTo>
                  <a:lnTo>
                    <a:pt x="38100" y="294894"/>
                  </a:lnTo>
                  <a:lnTo>
                    <a:pt x="36218" y="301513"/>
                  </a:lnTo>
                  <a:lnTo>
                    <a:pt x="35052" y="307848"/>
                  </a:lnTo>
                  <a:lnTo>
                    <a:pt x="34456" y="314182"/>
                  </a:lnTo>
                  <a:lnTo>
                    <a:pt x="34290" y="320802"/>
                  </a:lnTo>
                  <a:lnTo>
                    <a:pt x="34290" y="329184"/>
                  </a:lnTo>
                  <a:lnTo>
                    <a:pt x="41910" y="332994"/>
                  </a:lnTo>
                  <a:lnTo>
                    <a:pt x="49530" y="334518"/>
                  </a:lnTo>
                  <a:lnTo>
                    <a:pt x="58031" y="335482"/>
                  </a:lnTo>
                  <a:lnTo>
                    <a:pt x="67818" y="335946"/>
                  </a:lnTo>
                  <a:lnTo>
                    <a:pt x="77604" y="335696"/>
                  </a:lnTo>
                  <a:lnTo>
                    <a:pt x="86106" y="334518"/>
                  </a:lnTo>
                  <a:lnTo>
                    <a:pt x="96012" y="331470"/>
                  </a:lnTo>
                  <a:lnTo>
                    <a:pt x="99822" y="329946"/>
                  </a:lnTo>
                  <a:lnTo>
                    <a:pt x="105918" y="325374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24" name="Google Shape;1024;p12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5141963" y="2714993"/>
              <a:ext cx="123469" cy="1409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5" name="Google Shape;1025;p12"/>
          <p:cNvSpPr/>
          <p:nvPr/>
        </p:nvSpPr>
        <p:spPr>
          <a:xfrm>
            <a:off x="4211067" y="2445614"/>
            <a:ext cx="30456" cy="90075"/>
          </a:xfrm>
          <a:custGeom>
            <a:rect b="b" l="l" r="r" t="t"/>
            <a:pathLst>
              <a:path extrusionOk="0" h="71755" w="26035">
                <a:moveTo>
                  <a:pt x="10667" y="0"/>
                </a:moveTo>
                <a:lnTo>
                  <a:pt x="18407" y="7477"/>
                </a:lnTo>
                <a:lnTo>
                  <a:pt x="23431" y="14096"/>
                </a:lnTo>
                <a:lnTo>
                  <a:pt x="25884" y="21859"/>
                </a:lnTo>
                <a:lnTo>
                  <a:pt x="25907" y="32766"/>
                </a:lnTo>
                <a:lnTo>
                  <a:pt x="23717" y="41957"/>
                </a:lnTo>
                <a:lnTo>
                  <a:pt x="19811" y="50292"/>
                </a:lnTo>
                <a:lnTo>
                  <a:pt x="14763" y="58054"/>
                </a:lnTo>
                <a:lnTo>
                  <a:pt x="9143" y="65532"/>
                </a:lnTo>
                <a:lnTo>
                  <a:pt x="3809" y="71628"/>
                </a:lnTo>
                <a:lnTo>
                  <a:pt x="5333" y="68580"/>
                </a:lnTo>
                <a:lnTo>
                  <a:pt x="0" y="71628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12"/>
          <p:cNvSpPr/>
          <p:nvPr/>
        </p:nvSpPr>
        <p:spPr>
          <a:xfrm>
            <a:off x="4378659" y="2396830"/>
            <a:ext cx="1486" cy="2391"/>
          </a:xfrm>
          <a:custGeom>
            <a:rect b="b" l="l" r="r" t="t"/>
            <a:pathLst>
              <a:path extrusionOk="0" h="1905" w="1270">
                <a:moveTo>
                  <a:pt x="762" y="0"/>
                </a:moveTo>
                <a:lnTo>
                  <a:pt x="0" y="0"/>
                </a:lnTo>
                <a:lnTo>
                  <a:pt x="0" y="762"/>
                </a:lnTo>
                <a:lnTo>
                  <a:pt x="0" y="1524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12"/>
          <p:cNvSpPr/>
          <p:nvPr/>
        </p:nvSpPr>
        <p:spPr>
          <a:xfrm>
            <a:off x="4502569" y="2378656"/>
            <a:ext cx="17085" cy="3986"/>
          </a:xfrm>
          <a:custGeom>
            <a:rect b="b" l="l" r="r" t="t"/>
            <a:pathLst>
              <a:path extrusionOk="0" h="3175" w="14604">
                <a:moveTo>
                  <a:pt x="0" y="3048"/>
                </a:moveTo>
                <a:lnTo>
                  <a:pt x="4572" y="2286"/>
                </a:lnTo>
                <a:lnTo>
                  <a:pt x="9144" y="762"/>
                </a:lnTo>
                <a:lnTo>
                  <a:pt x="14478" y="0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12"/>
          <p:cNvSpPr/>
          <p:nvPr/>
        </p:nvSpPr>
        <p:spPr>
          <a:xfrm>
            <a:off x="4641632" y="2358569"/>
            <a:ext cx="17829" cy="19131"/>
          </a:xfrm>
          <a:custGeom>
            <a:rect b="b" l="l" r="r" t="t"/>
            <a:pathLst>
              <a:path extrusionOk="0" h="15239" w="15239">
                <a:moveTo>
                  <a:pt x="0" y="3810"/>
                </a:moveTo>
                <a:lnTo>
                  <a:pt x="0" y="12192"/>
                </a:lnTo>
                <a:lnTo>
                  <a:pt x="3047" y="15240"/>
                </a:lnTo>
                <a:lnTo>
                  <a:pt x="11429" y="15240"/>
                </a:lnTo>
                <a:lnTo>
                  <a:pt x="15239" y="12192"/>
                </a:lnTo>
                <a:lnTo>
                  <a:pt x="15239" y="7620"/>
                </a:lnTo>
                <a:lnTo>
                  <a:pt x="15239" y="3810"/>
                </a:lnTo>
                <a:lnTo>
                  <a:pt x="11429" y="0"/>
                </a:lnTo>
                <a:lnTo>
                  <a:pt x="3047" y="0"/>
                </a:lnTo>
                <a:lnTo>
                  <a:pt x="0" y="38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9" name="Google Shape;1029;p12"/>
          <p:cNvGrpSpPr/>
          <p:nvPr/>
        </p:nvGrpSpPr>
        <p:grpSpPr>
          <a:xfrm>
            <a:off x="4881429" y="2091453"/>
            <a:ext cx="414965" cy="456751"/>
            <a:chOff x="5892545" y="2515171"/>
            <a:chExt cx="354711" cy="363855"/>
          </a:xfrm>
        </p:grpSpPr>
        <p:sp>
          <p:nvSpPr>
            <p:cNvPr id="1030" name="Google Shape;1030;p12"/>
            <p:cNvSpPr/>
            <p:nvPr/>
          </p:nvSpPr>
          <p:spPr>
            <a:xfrm>
              <a:off x="5892545" y="2776727"/>
              <a:ext cx="34925" cy="52705"/>
            </a:xfrm>
            <a:custGeom>
              <a:rect b="b" l="l" r="r" t="t"/>
              <a:pathLst>
                <a:path extrusionOk="0" h="52705" w="34925">
                  <a:moveTo>
                    <a:pt x="18287" y="4572"/>
                  </a:moveTo>
                  <a:lnTo>
                    <a:pt x="22859" y="3048"/>
                  </a:lnTo>
                  <a:lnTo>
                    <a:pt x="27431" y="1524"/>
                  </a:lnTo>
                  <a:lnTo>
                    <a:pt x="32003" y="0"/>
                  </a:lnTo>
                  <a:lnTo>
                    <a:pt x="34087" y="8763"/>
                  </a:lnTo>
                  <a:lnTo>
                    <a:pt x="34385" y="16954"/>
                  </a:lnTo>
                  <a:lnTo>
                    <a:pt x="32539" y="24860"/>
                  </a:lnTo>
                  <a:lnTo>
                    <a:pt x="4571" y="52578"/>
                  </a:lnTo>
                  <a:lnTo>
                    <a:pt x="3047" y="52578"/>
                  </a:lnTo>
                  <a:lnTo>
                    <a:pt x="1523" y="52578"/>
                  </a:lnTo>
                  <a:lnTo>
                    <a:pt x="0" y="52578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31" name="Google Shape;1031;p12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5955017" y="2645651"/>
              <a:ext cx="87655" cy="1120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2" name="Google Shape;1032;p12"/>
            <p:cNvSpPr/>
            <p:nvPr/>
          </p:nvSpPr>
          <p:spPr>
            <a:xfrm>
              <a:off x="6082724" y="2728722"/>
              <a:ext cx="42545" cy="52705"/>
            </a:xfrm>
            <a:custGeom>
              <a:rect b="b" l="l" r="r" t="t"/>
              <a:pathLst>
                <a:path extrusionOk="0" h="52705" w="42545">
                  <a:moveTo>
                    <a:pt x="321" y="6858"/>
                  </a:moveTo>
                  <a:lnTo>
                    <a:pt x="214" y="16121"/>
                  </a:lnTo>
                  <a:lnTo>
                    <a:pt x="35" y="25527"/>
                  </a:lnTo>
                  <a:lnTo>
                    <a:pt x="0" y="34932"/>
                  </a:lnTo>
                  <a:lnTo>
                    <a:pt x="321" y="44196"/>
                  </a:lnTo>
                  <a:lnTo>
                    <a:pt x="1083" y="47244"/>
                  </a:lnTo>
                  <a:lnTo>
                    <a:pt x="1845" y="49530"/>
                  </a:lnTo>
                  <a:lnTo>
                    <a:pt x="2607" y="52578"/>
                  </a:lnTo>
                  <a:lnTo>
                    <a:pt x="3369" y="48768"/>
                  </a:lnTo>
                  <a:lnTo>
                    <a:pt x="4131" y="42672"/>
                  </a:lnTo>
                  <a:lnTo>
                    <a:pt x="4131" y="38100"/>
                  </a:lnTo>
                  <a:lnTo>
                    <a:pt x="4036" y="30218"/>
                  </a:lnTo>
                  <a:lnTo>
                    <a:pt x="3940" y="22479"/>
                  </a:lnTo>
                  <a:lnTo>
                    <a:pt x="4131" y="14739"/>
                  </a:lnTo>
                  <a:lnTo>
                    <a:pt x="4893" y="6858"/>
                  </a:lnTo>
                  <a:lnTo>
                    <a:pt x="4893" y="1524"/>
                  </a:lnTo>
                  <a:lnTo>
                    <a:pt x="7179" y="0"/>
                  </a:lnTo>
                  <a:lnTo>
                    <a:pt x="12513" y="0"/>
                  </a:lnTo>
                  <a:lnTo>
                    <a:pt x="20895" y="0"/>
                  </a:lnTo>
                  <a:lnTo>
                    <a:pt x="23181" y="1524"/>
                  </a:lnTo>
                  <a:lnTo>
                    <a:pt x="29277" y="8382"/>
                  </a:lnTo>
                  <a:lnTo>
                    <a:pt x="35373" y="14478"/>
                  </a:lnTo>
                  <a:lnTo>
                    <a:pt x="38421" y="22098"/>
                  </a:lnTo>
                  <a:lnTo>
                    <a:pt x="40707" y="30480"/>
                  </a:lnTo>
                  <a:lnTo>
                    <a:pt x="42231" y="36576"/>
                  </a:lnTo>
                  <a:lnTo>
                    <a:pt x="42231" y="41910"/>
                  </a:lnTo>
                  <a:lnTo>
                    <a:pt x="42231" y="48006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12"/>
            <p:cNvSpPr/>
            <p:nvPr/>
          </p:nvSpPr>
          <p:spPr>
            <a:xfrm>
              <a:off x="6119621" y="2515171"/>
              <a:ext cx="127635" cy="363855"/>
            </a:xfrm>
            <a:custGeom>
              <a:rect b="b" l="l" r="r" t="t"/>
              <a:pathLst>
                <a:path extrusionOk="0" h="363855" w="127635">
                  <a:moveTo>
                    <a:pt x="3048" y="15430"/>
                  </a:moveTo>
                  <a:lnTo>
                    <a:pt x="2286" y="10858"/>
                  </a:lnTo>
                  <a:lnTo>
                    <a:pt x="762" y="6286"/>
                  </a:lnTo>
                  <a:lnTo>
                    <a:pt x="0" y="2476"/>
                  </a:lnTo>
                  <a:lnTo>
                    <a:pt x="7417" y="452"/>
                  </a:lnTo>
                  <a:lnTo>
                    <a:pt x="14763" y="0"/>
                  </a:lnTo>
                  <a:lnTo>
                    <a:pt x="21967" y="976"/>
                  </a:lnTo>
                  <a:lnTo>
                    <a:pt x="66889" y="26812"/>
                  </a:lnTo>
                  <a:lnTo>
                    <a:pt x="95154" y="61531"/>
                  </a:lnTo>
                  <a:lnTo>
                    <a:pt x="103739" y="107430"/>
                  </a:lnTo>
                  <a:lnTo>
                    <a:pt x="102965" y="123920"/>
                  </a:lnTo>
                  <a:lnTo>
                    <a:pt x="100619" y="140267"/>
                  </a:lnTo>
                  <a:lnTo>
                    <a:pt x="96774" y="156400"/>
                  </a:lnTo>
                  <a:lnTo>
                    <a:pt x="93023" y="170009"/>
                  </a:lnTo>
                  <a:lnTo>
                    <a:pt x="89058" y="183546"/>
                  </a:lnTo>
                  <a:lnTo>
                    <a:pt x="85522" y="197227"/>
                  </a:lnTo>
                  <a:lnTo>
                    <a:pt x="83058" y="211264"/>
                  </a:lnTo>
                  <a:lnTo>
                    <a:pt x="81831" y="218229"/>
                  </a:lnTo>
                  <a:lnTo>
                    <a:pt x="81248" y="225837"/>
                  </a:lnTo>
                  <a:lnTo>
                    <a:pt x="82522" y="233017"/>
                  </a:lnTo>
                  <a:lnTo>
                    <a:pt x="86868" y="238696"/>
                  </a:lnTo>
                  <a:lnTo>
                    <a:pt x="92202" y="243268"/>
                  </a:lnTo>
                  <a:lnTo>
                    <a:pt x="104394" y="243268"/>
                  </a:lnTo>
                  <a:lnTo>
                    <a:pt x="110490" y="241744"/>
                  </a:lnTo>
                  <a:lnTo>
                    <a:pt x="115824" y="240982"/>
                  </a:lnTo>
                  <a:lnTo>
                    <a:pt x="121920" y="236410"/>
                  </a:lnTo>
                  <a:lnTo>
                    <a:pt x="125730" y="232600"/>
                  </a:lnTo>
                  <a:lnTo>
                    <a:pt x="126492" y="231838"/>
                  </a:lnTo>
                  <a:lnTo>
                    <a:pt x="127254" y="231838"/>
                  </a:lnTo>
                  <a:lnTo>
                    <a:pt x="127254" y="231076"/>
                  </a:lnTo>
                  <a:lnTo>
                    <a:pt x="121158" y="232600"/>
                  </a:lnTo>
                  <a:lnTo>
                    <a:pt x="104394" y="269938"/>
                  </a:lnTo>
                  <a:lnTo>
                    <a:pt x="103441" y="287083"/>
                  </a:lnTo>
                  <a:lnTo>
                    <a:pt x="103536" y="295655"/>
                  </a:lnTo>
                  <a:lnTo>
                    <a:pt x="103632" y="304228"/>
                  </a:lnTo>
                  <a:lnTo>
                    <a:pt x="103870" y="312670"/>
                  </a:lnTo>
                  <a:lnTo>
                    <a:pt x="104394" y="320897"/>
                  </a:lnTo>
                  <a:lnTo>
                    <a:pt x="104917" y="328981"/>
                  </a:lnTo>
                  <a:lnTo>
                    <a:pt x="105156" y="336994"/>
                  </a:lnTo>
                  <a:lnTo>
                    <a:pt x="105156" y="344614"/>
                  </a:lnTo>
                  <a:lnTo>
                    <a:pt x="105918" y="350710"/>
                  </a:lnTo>
                  <a:lnTo>
                    <a:pt x="102108" y="356806"/>
                  </a:lnTo>
                  <a:lnTo>
                    <a:pt x="98298" y="363664"/>
                  </a:lnTo>
                  <a:lnTo>
                    <a:pt x="90678" y="362902"/>
                  </a:lnTo>
                  <a:lnTo>
                    <a:pt x="84582" y="362902"/>
                  </a:lnTo>
                  <a:lnTo>
                    <a:pt x="77045" y="362390"/>
                  </a:lnTo>
                  <a:lnTo>
                    <a:pt x="69437" y="361092"/>
                  </a:lnTo>
                  <a:lnTo>
                    <a:pt x="61972" y="359366"/>
                  </a:lnTo>
                  <a:lnTo>
                    <a:pt x="54864" y="357568"/>
                  </a:lnTo>
                  <a:lnTo>
                    <a:pt x="47767" y="355973"/>
                  </a:lnTo>
                  <a:lnTo>
                    <a:pt x="40386" y="354520"/>
                  </a:lnTo>
                  <a:lnTo>
                    <a:pt x="33004" y="353067"/>
                  </a:lnTo>
                  <a:lnTo>
                    <a:pt x="25908" y="351472"/>
                  </a:lnTo>
                  <a:lnTo>
                    <a:pt x="19812" y="349186"/>
                  </a:lnTo>
                  <a:lnTo>
                    <a:pt x="18288" y="346138"/>
                  </a:lnTo>
                  <a:lnTo>
                    <a:pt x="15240" y="340804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4" name="Google Shape;1034;p12"/>
          <p:cNvGrpSpPr/>
          <p:nvPr/>
        </p:nvGrpSpPr>
        <p:grpSpPr>
          <a:xfrm>
            <a:off x="5484042" y="2071606"/>
            <a:ext cx="555702" cy="537260"/>
            <a:chOff x="6407657" y="2499360"/>
            <a:chExt cx="475012" cy="427990"/>
          </a:xfrm>
        </p:grpSpPr>
        <p:sp>
          <p:nvSpPr>
            <p:cNvPr id="1035" name="Google Shape;1035;p12"/>
            <p:cNvSpPr/>
            <p:nvPr/>
          </p:nvSpPr>
          <p:spPr>
            <a:xfrm>
              <a:off x="6407657" y="2686812"/>
              <a:ext cx="363855" cy="24130"/>
            </a:xfrm>
            <a:custGeom>
              <a:rect b="b" l="l" r="r" t="t"/>
              <a:pathLst>
                <a:path extrusionOk="0" h="24130" w="363854">
                  <a:moveTo>
                    <a:pt x="0" y="23622"/>
                  </a:moveTo>
                  <a:lnTo>
                    <a:pt x="38278" y="23491"/>
                  </a:lnTo>
                  <a:lnTo>
                    <a:pt x="76485" y="23145"/>
                  </a:lnTo>
                  <a:lnTo>
                    <a:pt x="114550" y="22657"/>
                  </a:lnTo>
                  <a:lnTo>
                    <a:pt x="152400" y="22098"/>
                  </a:lnTo>
                  <a:lnTo>
                    <a:pt x="183261" y="21967"/>
                  </a:lnTo>
                  <a:lnTo>
                    <a:pt x="244983" y="21133"/>
                  </a:lnTo>
                  <a:lnTo>
                    <a:pt x="294120" y="19883"/>
                  </a:lnTo>
                  <a:lnTo>
                    <a:pt x="330386" y="18216"/>
                  </a:lnTo>
                  <a:lnTo>
                    <a:pt x="348234" y="17526"/>
                  </a:lnTo>
                  <a:lnTo>
                    <a:pt x="352044" y="17526"/>
                  </a:lnTo>
                  <a:lnTo>
                    <a:pt x="359664" y="19050"/>
                  </a:lnTo>
                  <a:lnTo>
                    <a:pt x="363474" y="16002"/>
                  </a:lnTo>
                  <a:lnTo>
                    <a:pt x="363474" y="15240"/>
                  </a:lnTo>
                  <a:lnTo>
                    <a:pt x="361188" y="14478"/>
                  </a:lnTo>
                  <a:lnTo>
                    <a:pt x="358902" y="12954"/>
                  </a:lnTo>
                  <a:lnTo>
                    <a:pt x="355854" y="11430"/>
                  </a:lnTo>
                  <a:lnTo>
                    <a:pt x="352044" y="8382"/>
                  </a:lnTo>
                  <a:lnTo>
                    <a:pt x="351282" y="4572"/>
                  </a:lnTo>
                  <a:lnTo>
                    <a:pt x="349758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36" name="Google Shape;1036;p12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6697967" y="2654033"/>
              <a:ext cx="132613" cy="1028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7" name="Google Shape;1037;p12"/>
            <p:cNvSpPr/>
            <p:nvPr/>
          </p:nvSpPr>
          <p:spPr>
            <a:xfrm>
              <a:off x="6855999" y="2499360"/>
              <a:ext cx="26670" cy="427990"/>
            </a:xfrm>
            <a:custGeom>
              <a:rect b="b" l="l" r="r" t="t"/>
              <a:pathLst>
                <a:path extrusionOk="0" h="427989" w="26670">
                  <a:moveTo>
                    <a:pt x="476" y="0"/>
                  </a:moveTo>
                  <a:lnTo>
                    <a:pt x="2190" y="49184"/>
                  </a:lnTo>
                  <a:lnTo>
                    <a:pt x="8143" y="91118"/>
                  </a:lnTo>
                  <a:lnTo>
                    <a:pt x="11715" y="116490"/>
                  </a:lnTo>
                  <a:lnTo>
                    <a:pt x="18002" y="166878"/>
                  </a:lnTo>
                  <a:lnTo>
                    <a:pt x="23241" y="220599"/>
                  </a:lnTo>
                  <a:lnTo>
                    <a:pt x="25622" y="274320"/>
                  </a:lnTo>
                  <a:lnTo>
                    <a:pt x="26193" y="321087"/>
                  </a:lnTo>
                  <a:lnTo>
                    <a:pt x="26050" y="344293"/>
                  </a:lnTo>
                  <a:lnTo>
                    <a:pt x="25622" y="367284"/>
                  </a:lnTo>
                  <a:lnTo>
                    <a:pt x="24681" y="381000"/>
                  </a:lnTo>
                  <a:lnTo>
                    <a:pt x="23241" y="394716"/>
                  </a:lnTo>
                  <a:lnTo>
                    <a:pt x="21657" y="408431"/>
                  </a:lnTo>
                  <a:lnTo>
                    <a:pt x="20288" y="422148"/>
                  </a:lnTo>
                  <a:lnTo>
                    <a:pt x="20288" y="423672"/>
                  </a:lnTo>
                  <a:lnTo>
                    <a:pt x="20288" y="425958"/>
                  </a:lnTo>
                  <a:lnTo>
                    <a:pt x="20288" y="427481"/>
                  </a:lnTo>
                  <a:lnTo>
                    <a:pt x="20288" y="425958"/>
                  </a:lnTo>
                  <a:lnTo>
                    <a:pt x="19526" y="419100"/>
                  </a:lnTo>
                  <a:lnTo>
                    <a:pt x="19526" y="417576"/>
                  </a:lnTo>
                  <a:lnTo>
                    <a:pt x="19526" y="408431"/>
                  </a:lnTo>
                  <a:lnTo>
                    <a:pt x="19526" y="405384"/>
                  </a:lnTo>
                  <a:lnTo>
                    <a:pt x="19526" y="398526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38" name="Google Shape;1038;p12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6251557" y="2251420"/>
            <a:ext cx="143551" cy="1951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9" name="Google Shape;1039;p12"/>
          <p:cNvGrpSpPr/>
          <p:nvPr/>
        </p:nvGrpSpPr>
        <p:grpSpPr>
          <a:xfrm>
            <a:off x="6336261" y="1823859"/>
            <a:ext cx="316475" cy="602641"/>
            <a:chOff x="7136130" y="2302001"/>
            <a:chExt cx="270522" cy="480073"/>
          </a:xfrm>
        </p:grpSpPr>
        <p:sp>
          <p:nvSpPr>
            <p:cNvPr id="1040" name="Google Shape;1040;p12"/>
            <p:cNvSpPr/>
            <p:nvPr/>
          </p:nvSpPr>
          <p:spPr>
            <a:xfrm>
              <a:off x="7136130" y="2427731"/>
              <a:ext cx="97155" cy="115570"/>
            </a:xfrm>
            <a:custGeom>
              <a:rect b="b" l="l" r="r" t="t"/>
              <a:pathLst>
                <a:path extrusionOk="0" h="115569" w="97154">
                  <a:moveTo>
                    <a:pt x="0" y="71627"/>
                  </a:moveTo>
                  <a:lnTo>
                    <a:pt x="35814" y="94487"/>
                  </a:lnTo>
                  <a:lnTo>
                    <a:pt x="43243" y="97928"/>
                  </a:lnTo>
                  <a:lnTo>
                    <a:pt x="50673" y="101441"/>
                  </a:lnTo>
                  <a:lnTo>
                    <a:pt x="58102" y="105096"/>
                  </a:lnTo>
                  <a:lnTo>
                    <a:pt x="65532" y="108965"/>
                  </a:lnTo>
                  <a:lnTo>
                    <a:pt x="68580" y="110489"/>
                  </a:lnTo>
                  <a:lnTo>
                    <a:pt x="71628" y="113537"/>
                  </a:lnTo>
                  <a:lnTo>
                    <a:pt x="75438" y="115061"/>
                  </a:lnTo>
                  <a:lnTo>
                    <a:pt x="77283" y="106489"/>
                  </a:lnTo>
                  <a:lnTo>
                    <a:pt x="79343" y="97916"/>
                  </a:lnTo>
                  <a:lnTo>
                    <a:pt x="81545" y="89344"/>
                  </a:lnTo>
                  <a:lnTo>
                    <a:pt x="83820" y="80771"/>
                  </a:lnTo>
                  <a:lnTo>
                    <a:pt x="88308" y="64091"/>
                  </a:lnTo>
                  <a:lnTo>
                    <a:pt x="92297" y="47910"/>
                  </a:lnTo>
                  <a:lnTo>
                    <a:pt x="95285" y="31587"/>
                  </a:lnTo>
                  <a:lnTo>
                    <a:pt x="96773" y="14477"/>
                  </a:lnTo>
                  <a:lnTo>
                    <a:pt x="96773" y="9905"/>
                  </a:lnTo>
                  <a:lnTo>
                    <a:pt x="96773" y="5333"/>
                  </a:lnTo>
                  <a:lnTo>
                    <a:pt x="96773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41" name="Google Shape;1041;p12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7232891" y="2538209"/>
              <a:ext cx="173761" cy="2438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2" name="Google Shape;1042;p12"/>
            <p:cNvSpPr/>
            <p:nvPr/>
          </p:nvSpPr>
          <p:spPr>
            <a:xfrm>
              <a:off x="7163562" y="2302001"/>
              <a:ext cx="18415" cy="211454"/>
            </a:xfrm>
            <a:custGeom>
              <a:rect b="b" l="l" r="r" t="t"/>
              <a:pathLst>
                <a:path extrusionOk="0" h="211455" w="18415">
                  <a:moveTo>
                    <a:pt x="0" y="0"/>
                  </a:moveTo>
                  <a:lnTo>
                    <a:pt x="500" y="18609"/>
                  </a:lnTo>
                  <a:lnTo>
                    <a:pt x="1714" y="36861"/>
                  </a:lnTo>
                  <a:lnTo>
                    <a:pt x="3214" y="54971"/>
                  </a:lnTo>
                  <a:lnTo>
                    <a:pt x="4572" y="73152"/>
                  </a:lnTo>
                  <a:lnTo>
                    <a:pt x="6750" y="101155"/>
                  </a:lnTo>
                  <a:lnTo>
                    <a:pt x="8858" y="129159"/>
                  </a:lnTo>
                  <a:lnTo>
                    <a:pt x="11108" y="157162"/>
                  </a:lnTo>
                  <a:lnTo>
                    <a:pt x="13716" y="185166"/>
                  </a:lnTo>
                  <a:lnTo>
                    <a:pt x="13716" y="188976"/>
                  </a:lnTo>
                  <a:lnTo>
                    <a:pt x="18288" y="204215"/>
                  </a:lnTo>
                  <a:lnTo>
                    <a:pt x="16764" y="208788"/>
                  </a:lnTo>
                  <a:lnTo>
                    <a:pt x="16002" y="211074"/>
                  </a:lnTo>
                  <a:lnTo>
                    <a:pt x="13716" y="207264"/>
                  </a:lnTo>
                  <a:lnTo>
                    <a:pt x="12192" y="206502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3" name="Google Shape;1043;p12"/>
          <p:cNvGrpSpPr/>
          <p:nvPr/>
        </p:nvGrpSpPr>
        <p:grpSpPr>
          <a:xfrm>
            <a:off x="6201470" y="1447800"/>
            <a:ext cx="358555" cy="286462"/>
            <a:chOff x="7020912" y="2002427"/>
            <a:chExt cx="306492" cy="228200"/>
          </a:xfrm>
        </p:grpSpPr>
        <p:pic>
          <p:nvPicPr>
            <p:cNvPr id="1044" name="Google Shape;1044;p12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7167002" y="2002427"/>
              <a:ext cx="160402" cy="1628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5" name="Google Shape;1045;p12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7020912" y="2077199"/>
              <a:ext cx="108372" cy="907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6" name="Google Shape;1046;p12"/>
            <p:cNvSpPr/>
            <p:nvPr/>
          </p:nvSpPr>
          <p:spPr>
            <a:xfrm>
              <a:off x="7043928" y="2216657"/>
              <a:ext cx="207010" cy="13970"/>
            </a:xfrm>
            <a:custGeom>
              <a:rect b="b" l="l" r="r" t="t"/>
              <a:pathLst>
                <a:path extrusionOk="0" h="13969" w="207009">
                  <a:moveTo>
                    <a:pt x="3048" y="0"/>
                  </a:moveTo>
                  <a:lnTo>
                    <a:pt x="1524" y="1524"/>
                  </a:lnTo>
                  <a:lnTo>
                    <a:pt x="762" y="3048"/>
                  </a:lnTo>
                  <a:lnTo>
                    <a:pt x="0" y="4572"/>
                  </a:lnTo>
                  <a:lnTo>
                    <a:pt x="1524" y="6096"/>
                  </a:lnTo>
                  <a:lnTo>
                    <a:pt x="3810" y="6858"/>
                  </a:lnTo>
                  <a:lnTo>
                    <a:pt x="6096" y="6858"/>
                  </a:lnTo>
                  <a:lnTo>
                    <a:pt x="78105" y="5905"/>
                  </a:lnTo>
                  <a:lnTo>
                    <a:pt x="147828" y="3809"/>
                  </a:lnTo>
                  <a:lnTo>
                    <a:pt x="158567" y="3262"/>
                  </a:lnTo>
                  <a:lnTo>
                    <a:pt x="169164" y="2857"/>
                  </a:lnTo>
                  <a:lnTo>
                    <a:pt x="179760" y="2738"/>
                  </a:lnTo>
                  <a:lnTo>
                    <a:pt x="190500" y="3047"/>
                  </a:lnTo>
                  <a:lnTo>
                    <a:pt x="194310" y="3047"/>
                  </a:lnTo>
                  <a:lnTo>
                    <a:pt x="195072" y="3047"/>
                  </a:lnTo>
                  <a:lnTo>
                    <a:pt x="196596" y="3047"/>
                  </a:lnTo>
                  <a:lnTo>
                    <a:pt x="188464" y="3821"/>
                  </a:lnTo>
                  <a:lnTo>
                    <a:pt x="180117" y="4095"/>
                  </a:lnTo>
                  <a:lnTo>
                    <a:pt x="171628" y="4226"/>
                  </a:lnTo>
                  <a:lnTo>
                    <a:pt x="163068" y="4571"/>
                  </a:lnTo>
                  <a:lnTo>
                    <a:pt x="113347" y="5322"/>
                  </a:lnTo>
                  <a:lnTo>
                    <a:pt x="74485" y="5333"/>
                  </a:lnTo>
                  <a:lnTo>
                    <a:pt x="52197" y="5333"/>
                  </a:lnTo>
                  <a:lnTo>
                    <a:pt x="29908" y="5333"/>
                  </a:lnTo>
                  <a:lnTo>
                    <a:pt x="7620" y="5333"/>
                  </a:lnTo>
                  <a:lnTo>
                    <a:pt x="11430" y="6857"/>
                  </a:lnTo>
                  <a:lnTo>
                    <a:pt x="22098" y="8381"/>
                  </a:lnTo>
                  <a:lnTo>
                    <a:pt x="27432" y="8381"/>
                  </a:lnTo>
                  <a:lnTo>
                    <a:pt x="46172" y="9703"/>
                  </a:lnTo>
                  <a:lnTo>
                    <a:pt x="64770" y="10382"/>
                  </a:lnTo>
                  <a:lnTo>
                    <a:pt x="83367" y="10632"/>
                  </a:lnTo>
                  <a:lnTo>
                    <a:pt x="102108" y="10667"/>
                  </a:lnTo>
                  <a:lnTo>
                    <a:pt x="126313" y="9394"/>
                  </a:lnTo>
                  <a:lnTo>
                    <a:pt x="153447" y="7334"/>
                  </a:lnTo>
                  <a:lnTo>
                    <a:pt x="180439" y="7131"/>
                  </a:lnTo>
                  <a:lnTo>
                    <a:pt x="204216" y="11429"/>
                  </a:lnTo>
                  <a:lnTo>
                    <a:pt x="205740" y="12191"/>
                  </a:lnTo>
                  <a:lnTo>
                    <a:pt x="206502" y="12191"/>
                  </a:lnTo>
                  <a:lnTo>
                    <a:pt x="205740" y="13715"/>
                  </a:lnTo>
                  <a:lnTo>
                    <a:pt x="200406" y="12953"/>
                  </a:lnTo>
                  <a:lnTo>
                    <a:pt x="202692" y="13715"/>
                  </a:lnTo>
                  <a:lnTo>
                    <a:pt x="196596" y="11429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7" name="Google Shape;1047;p12"/>
          <p:cNvGrpSpPr/>
          <p:nvPr/>
        </p:nvGrpSpPr>
        <p:grpSpPr>
          <a:xfrm>
            <a:off x="6925500" y="2227523"/>
            <a:ext cx="257626" cy="95655"/>
            <a:chOff x="7639811" y="2623566"/>
            <a:chExt cx="220218" cy="76200"/>
          </a:xfrm>
        </p:grpSpPr>
        <p:sp>
          <p:nvSpPr>
            <p:cNvPr id="1048" name="Google Shape;1048;p12"/>
            <p:cNvSpPr/>
            <p:nvPr/>
          </p:nvSpPr>
          <p:spPr>
            <a:xfrm>
              <a:off x="7639811" y="2654046"/>
              <a:ext cx="181610" cy="23495"/>
            </a:xfrm>
            <a:custGeom>
              <a:rect b="b" l="l" r="r" t="t"/>
              <a:pathLst>
                <a:path extrusionOk="0" h="23494" w="181609">
                  <a:moveTo>
                    <a:pt x="0" y="22860"/>
                  </a:moveTo>
                  <a:lnTo>
                    <a:pt x="12453" y="22860"/>
                  </a:lnTo>
                  <a:lnTo>
                    <a:pt x="24764" y="22860"/>
                  </a:lnTo>
                  <a:lnTo>
                    <a:pt x="37076" y="22860"/>
                  </a:lnTo>
                  <a:lnTo>
                    <a:pt x="49530" y="22860"/>
                  </a:lnTo>
                  <a:lnTo>
                    <a:pt x="67829" y="23145"/>
                  </a:lnTo>
                  <a:lnTo>
                    <a:pt x="86201" y="22860"/>
                  </a:lnTo>
                  <a:lnTo>
                    <a:pt x="136005" y="19180"/>
                  </a:lnTo>
                  <a:lnTo>
                    <a:pt x="160841" y="15537"/>
                  </a:lnTo>
                  <a:lnTo>
                    <a:pt x="172974" y="13716"/>
                  </a:lnTo>
                  <a:lnTo>
                    <a:pt x="176022" y="12954"/>
                  </a:lnTo>
                  <a:lnTo>
                    <a:pt x="178308" y="12954"/>
                  </a:lnTo>
                  <a:lnTo>
                    <a:pt x="181356" y="12192"/>
                  </a:lnTo>
                  <a:lnTo>
                    <a:pt x="179070" y="10668"/>
                  </a:lnTo>
                  <a:lnTo>
                    <a:pt x="176784" y="9906"/>
                  </a:lnTo>
                  <a:lnTo>
                    <a:pt x="174498" y="8382"/>
                  </a:lnTo>
                  <a:lnTo>
                    <a:pt x="169926" y="6096"/>
                  </a:lnTo>
                  <a:lnTo>
                    <a:pt x="169926" y="4572"/>
                  </a:lnTo>
                  <a:lnTo>
                    <a:pt x="168402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12"/>
            <p:cNvSpPr/>
            <p:nvPr/>
          </p:nvSpPr>
          <p:spPr>
            <a:xfrm>
              <a:off x="7799069" y="2623566"/>
              <a:ext cx="60960" cy="76200"/>
            </a:xfrm>
            <a:custGeom>
              <a:rect b="b" l="l" r="r" t="t"/>
              <a:pathLst>
                <a:path extrusionOk="0" h="76200" w="60959">
                  <a:moveTo>
                    <a:pt x="7620" y="0"/>
                  </a:moveTo>
                  <a:lnTo>
                    <a:pt x="15490" y="2607"/>
                  </a:lnTo>
                  <a:lnTo>
                    <a:pt x="23145" y="4857"/>
                  </a:lnTo>
                  <a:lnTo>
                    <a:pt x="30658" y="6965"/>
                  </a:lnTo>
                  <a:lnTo>
                    <a:pt x="38100" y="9143"/>
                  </a:lnTo>
                  <a:lnTo>
                    <a:pt x="44196" y="11429"/>
                  </a:lnTo>
                  <a:lnTo>
                    <a:pt x="53340" y="13715"/>
                  </a:lnTo>
                  <a:lnTo>
                    <a:pt x="57912" y="18287"/>
                  </a:lnTo>
                  <a:lnTo>
                    <a:pt x="59436" y="19811"/>
                  </a:lnTo>
                  <a:lnTo>
                    <a:pt x="60960" y="22097"/>
                  </a:lnTo>
                  <a:lnTo>
                    <a:pt x="59436" y="24383"/>
                  </a:lnTo>
                  <a:lnTo>
                    <a:pt x="57150" y="30479"/>
                  </a:lnTo>
                  <a:lnTo>
                    <a:pt x="46482" y="36575"/>
                  </a:lnTo>
                  <a:lnTo>
                    <a:pt x="41148" y="39623"/>
                  </a:lnTo>
                  <a:lnTo>
                    <a:pt x="32480" y="46374"/>
                  </a:lnTo>
                  <a:lnTo>
                    <a:pt x="23812" y="53054"/>
                  </a:lnTo>
                  <a:lnTo>
                    <a:pt x="15430" y="59876"/>
                  </a:lnTo>
                  <a:lnTo>
                    <a:pt x="7620" y="67056"/>
                  </a:lnTo>
                  <a:lnTo>
                    <a:pt x="3810" y="72390"/>
                  </a:lnTo>
                  <a:lnTo>
                    <a:pt x="3048" y="73152"/>
                  </a:lnTo>
                  <a:lnTo>
                    <a:pt x="0" y="7620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0" name="Google Shape;1050;p12"/>
          <p:cNvSpPr/>
          <p:nvPr/>
        </p:nvSpPr>
        <p:spPr>
          <a:xfrm>
            <a:off x="7367656" y="1967341"/>
            <a:ext cx="109944" cy="471896"/>
          </a:xfrm>
          <a:custGeom>
            <a:rect b="b" l="l" r="r" t="t"/>
            <a:pathLst>
              <a:path extrusionOk="0" h="375919" w="93979">
                <a:moveTo>
                  <a:pt x="93725" y="32003"/>
                </a:moveTo>
                <a:lnTo>
                  <a:pt x="64769" y="2285"/>
                </a:lnTo>
                <a:lnTo>
                  <a:pt x="57149" y="0"/>
                </a:lnTo>
                <a:lnTo>
                  <a:pt x="51053" y="1523"/>
                </a:lnTo>
                <a:lnTo>
                  <a:pt x="32956" y="43052"/>
                </a:lnTo>
                <a:lnTo>
                  <a:pt x="32813" y="53816"/>
                </a:lnTo>
                <a:lnTo>
                  <a:pt x="33527" y="64007"/>
                </a:lnTo>
                <a:lnTo>
                  <a:pt x="34885" y="74616"/>
                </a:lnTo>
                <a:lnTo>
                  <a:pt x="37528" y="84867"/>
                </a:lnTo>
                <a:lnTo>
                  <a:pt x="41028" y="94976"/>
                </a:lnTo>
                <a:lnTo>
                  <a:pt x="44957" y="105155"/>
                </a:lnTo>
                <a:lnTo>
                  <a:pt x="47458" y="112716"/>
                </a:lnTo>
                <a:lnTo>
                  <a:pt x="50101" y="120491"/>
                </a:lnTo>
                <a:lnTo>
                  <a:pt x="52458" y="128408"/>
                </a:lnTo>
                <a:lnTo>
                  <a:pt x="54101" y="136397"/>
                </a:lnTo>
                <a:lnTo>
                  <a:pt x="54221" y="144720"/>
                </a:lnTo>
                <a:lnTo>
                  <a:pt x="53339" y="152685"/>
                </a:lnTo>
                <a:lnTo>
                  <a:pt x="35528" y="188404"/>
                </a:lnTo>
                <a:lnTo>
                  <a:pt x="10382" y="220313"/>
                </a:lnTo>
                <a:lnTo>
                  <a:pt x="4726" y="227087"/>
                </a:lnTo>
                <a:lnTo>
                  <a:pt x="0" y="233933"/>
                </a:lnTo>
                <a:lnTo>
                  <a:pt x="0" y="234695"/>
                </a:lnTo>
                <a:lnTo>
                  <a:pt x="0" y="235457"/>
                </a:lnTo>
                <a:lnTo>
                  <a:pt x="1523" y="235457"/>
                </a:lnTo>
                <a:lnTo>
                  <a:pt x="6095" y="236219"/>
                </a:lnTo>
                <a:lnTo>
                  <a:pt x="9143" y="236219"/>
                </a:lnTo>
                <a:lnTo>
                  <a:pt x="18276" y="236577"/>
                </a:lnTo>
                <a:lnTo>
                  <a:pt x="27908" y="237934"/>
                </a:lnTo>
                <a:lnTo>
                  <a:pt x="37111" y="240720"/>
                </a:lnTo>
                <a:lnTo>
                  <a:pt x="44957" y="245363"/>
                </a:lnTo>
                <a:lnTo>
                  <a:pt x="50291" y="250697"/>
                </a:lnTo>
                <a:lnTo>
                  <a:pt x="49529" y="257555"/>
                </a:lnTo>
                <a:lnTo>
                  <a:pt x="49529" y="264413"/>
                </a:lnTo>
                <a:lnTo>
                  <a:pt x="48256" y="273867"/>
                </a:lnTo>
                <a:lnTo>
                  <a:pt x="45053" y="282892"/>
                </a:lnTo>
                <a:lnTo>
                  <a:pt x="40850" y="291631"/>
                </a:lnTo>
                <a:lnTo>
                  <a:pt x="36575" y="300227"/>
                </a:lnTo>
                <a:lnTo>
                  <a:pt x="32170" y="309836"/>
                </a:lnTo>
                <a:lnTo>
                  <a:pt x="20288" y="352615"/>
                </a:lnTo>
                <a:lnTo>
                  <a:pt x="20919" y="359021"/>
                </a:lnTo>
                <a:lnTo>
                  <a:pt x="55185" y="375904"/>
                </a:lnTo>
                <a:lnTo>
                  <a:pt x="62198" y="375284"/>
                </a:lnTo>
                <a:lnTo>
                  <a:pt x="68782" y="373522"/>
                </a:lnTo>
                <a:lnTo>
                  <a:pt x="75438" y="370331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1" name="Google Shape;1051;p12"/>
          <p:cNvGrpSpPr/>
          <p:nvPr/>
        </p:nvGrpSpPr>
        <p:grpSpPr>
          <a:xfrm>
            <a:off x="7556626" y="2120373"/>
            <a:ext cx="175035" cy="159121"/>
            <a:chOff x="8179295" y="2538209"/>
            <a:chExt cx="149619" cy="126758"/>
          </a:xfrm>
        </p:grpSpPr>
        <p:pic>
          <p:nvPicPr>
            <p:cNvPr id="1052" name="Google Shape;1052;p12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8179295" y="2538209"/>
              <a:ext cx="117373" cy="1150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3" name="Google Shape;1053;p12"/>
            <p:cNvSpPr/>
            <p:nvPr/>
          </p:nvSpPr>
          <p:spPr>
            <a:xfrm>
              <a:off x="8326374" y="2605277"/>
              <a:ext cx="2540" cy="59690"/>
            </a:xfrm>
            <a:custGeom>
              <a:rect b="b" l="l" r="r" t="t"/>
              <a:pathLst>
                <a:path extrusionOk="0" h="59689" w="2540">
                  <a:moveTo>
                    <a:pt x="2285" y="0"/>
                  </a:moveTo>
                  <a:lnTo>
                    <a:pt x="1285" y="8584"/>
                  </a:lnTo>
                  <a:lnTo>
                    <a:pt x="571" y="17240"/>
                  </a:lnTo>
                  <a:lnTo>
                    <a:pt x="142" y="26038"/>
                  </a:lnTo>
                  <a:lnTo>
                    <a:pt x="0" y="35052"/>
                  </a:lnTo>
                  <a:lnTo>
                    <a:pt x="761" y="42672"/>
                  </a:lnTo>
                  <a:lnTo>
                    <a:pt x="761" y="51053"/>
                  </a:lnTo>
                  <a:lnTo>
                    <a:pt x="761" y="59436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54" name="Google Shape;1054;p12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7816035" y="2226041"/>
            <a:ext cx="80259" cy="97151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12"/>
          <p:cNvSpPr/>
          <p:nvPr/>
        </p:nvSpPr>
        <p:spPr>
          <a:xfrm>
            <a:off x="7623498" y="2332741"/>
            <a:ext cx="114401" cy="15942"/>
          </a:xfrm>
          <a:custGeom>
            <a:rect b="b" l="l" r="r" t="t"/>
            <a:pathLst>
              <a:path extrusionOk="0" h="12700" w="97790">
                <a:moveTo>
                  <a:pt x="0" y="12191"/>
                </a:moveTo>
                <a:lnTo>
                  <a:pt x="11489" y="7655"/>
                </a:lnTo>
                <a:lnTo>
                  <a:pt x="21050" y="5048"/>
                </a:lnTo>
                <a:lnTo>
                  <a:pt x="30753" y="3726"/>
                </a:lnTo>
                <a:lnTo>
                  <a:pt x="42672" y="3047"/>
                </a:lnTo>
                <a:lnTo>
                  <a:pt x="52268" y="2488"/>
                </a:lnTo>
                <a:lnTo>
                  <a:pt x="61721" y="2000"/>
                </a:lnTo>
                <a:lnTo>
                  <a:pt x="71175" y="1654"/>
                </a:lnTo>
                <a:lnTo>
                  <a:pt x="80772" y="1523"/>
                </a:lnTo>
                <a:lnTo>
                  <a:pt x="86868" y="1523"/>
                </a:lnTo>
                <a:lnTo>
                  <a:pt x="93726" y="2285"/>
                </a:lnTo>
                <a:lnTo>
                  <a:pt x="97536" y="0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12"/>
          <p:cNvSpPr/>
          <p:nvPr/>
        </p:nvSpPr>
        <p:spPr>
          <a:xfrm>
            <a:off x="8041583" y="2193086"/>
            <a:ext cx="17829" cy="19131"/>
          </a:xfrm>
          <a:custGeom>
            <a:rect b="b" l="l" r="r" t="t"/>
            <a:pathLst>
              <a:path extrusionOk="0" h="15239" w="15240">
                <a:moveTo>
                  <a:pt x="0" y="3810"/>
                </a:moveTo>
                <a:lnTo>
                  <a:pt x="0" y="12192"/>
                </a:lnTo>
                <a:lnTo>
                  <a:pt x="3810" y="15240"/>
                </a:lnTo>
                <a:lnTo>
                  <a:pt x="12192" y="15240"/>
                </a:lnTo>
                <a:lnTo>
                  <a:pt x="15240" y="12192"/>
                </a:lnTo>
                <a:lnTo>
                  <a:pt x="15240" y="7620"/>
                </a:lnTo>
                <a:lnTo>
                  <a:pt x="15240" y="3810"/>
                </a:lnTo>
                <a:lnTo>
                  <a:pt x="12192" y="0"/>
                </a:lnTo>
                <a:lnTo>
                  <a:pt x="3810" y="0"/>
                </a:lnTo>
                <a:lnTo>
                  <a:pt x="0" y="38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12"/>
          <p:cNvSpPr/>
          <p:nvPr/>
        </p:nvSpPr>
        <p:spPr>
          <a:xfrm>
            <a:off x="8202043" y="2171085"/>
            <a:ext cx="15600" cy="1594"/>
          </a:xfrm>
          <a:custGeom>
            <a:rect b="b" l="l" r="r" t="t"/>
            <a:pathLst>
              <a:path extrusionOk="0" h="1269" w="13334">
                <a:moveTo>
                  <a:pt x="0" y="762"/>
                </a:moveTo>
                <a:lnTo>
                  <a:pt x="4572" y="762"/>
                </a:lnTo>
                <a:lnTo>
                  <a:pt x="8382" y="762"/>
                </a:lnTo>
                <a:lnTo>
                  <a:pt x="12954" y="0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12"/>
          <p:cNvSpPr/>
          <p:nvPr/>
        </p:nvSpPr>
        <p:spPr>
          <a:xfrm>
            <a:off x="8309015" y="2154825"/>
            <a:ext cx="17829" cy="19131"/>
          </a:xfrm>
          <a:custGeom>
            <a:rect b="b" l="l" r="r" t="t"/>
            <a:pathLst>
              <a:path extrusionOk="0" h="15239" w="15240">
                <a:moveTo>
                  <a:pt x="0" y="3048"/>
                </a:moveTo>
                <a:lnTo>
                  <a:pt x="0" y="11430"/>
                </a:lnTo>
                <a:lnTo>
                  <a:pt x="3810" y="15240"/>
                </a:lnTo>
                <a:lnTo>
                  <a:pt x="12192" y="15240"/>
                </a:lnTo>
                <a:lnTo>
                  <a:pt x="15240" y="11430"/>
                </a:lnTo>
                <a:lnTo>
                  <a:pt x="15240" y="7620"/>
                </a:lnTo>
                <a:lnTo>
                  <a:pt x="15240" y="3048"/>
                </a:lnTo>
                <a:lnTo>
                  <a:pt x="12192" y="0"/>
                </a:lnTo>
                <a:lnTo>
                  <a:pt x="3810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12"/>
          <p:cNvSpPr/>
          <p:nvPr/>
        </p:nvSpPr>
        <p:spPr>
          <a:xfrm>
            <a:off x="8530092" y="2201696"/>
            <a:ext cx="46801" cy="70147"/>
          </a:xfrm>
          <a:custGeom>
            <a:rect b="b" l="l" r="r" t="t"/>
            <a:pathLst>
              <a:path extrusionOk="0" h="55880" w="40004">
                <a:moveTo>
                  <a:pt x="21335" y="3048"/>
                </a:moveTo>
                <a:lnTo>
                  <a:pt x="29717" y="1524"/>
                </a:lnTo>
                <a:lnTo>
                  <a:pt x="31241" y="0"/>
                </a:lnTo>
                <a:lnTo>
                  <a:pt x="35813" y="1524"/>
                </a:lnTo>
                <a:lnTo>
                  <a:pt x="38099" y="6096"/>
                </a:lnTo>
                <a:lnTo>
                  <a:pt x="39623" y="15240"/>
                </a:lnTo>
                <a:lnTo>
                  <a:pt x="38099" y="20574"/>
                </a:lnTo>
                <a:lnTo>
                  <a:pt x="11429" y="51816"/>
                </a:lnTo>
                <a:lnTo>
                  <a:pt x="6857" y="54102"/>
                </a:lnTo>
                <a:lnTo>
                  <a:pt x="0" y="55626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0" name="Google Shape;1060;p12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8650423" y="2034284"/>
            <a:ext cx="132854" cy="121513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12"/>
          <p:cNvSpPr/>
          <p:nvPr/>
        </p:nvSpPr>
        <p:spPr>
          <a:xfrm>
            <a:off x="8698576" y="2265783"/>
            <a:ext cx="137430" cy="9565"/>
          </a:xfrm>
          <a:custGeom>
            <a:rect b="b" l="l" r="r" t="t"/>
            <a:pathLst>
              <a:path extrusionOk="0" h="7619" w="117475">
                <a:moveTo>
                  <a:pt x="0" y="7620"/>
                </a:moveTo>
                <a:lnTo>
                  <a:pt x="18859" y="6560"/>
                </a:lnTo>
                <a:lnTo>
                  <a:pt x="37719" y="4857"/>
                </a:lnTo>
                <a:lnTo>
                  <a:pt x="56578" y="3012"/>
                </a:lnTo>
                <a:lnTo>
                  <a:pt x="75438" y="1524"/>
                </a:lnTo>
                <a:lnTo>
                  <a:pt x="89880" y="762"/>
                </a:lnTo>
                <a:lnTo>
                  <a:pt x="106394" y="571"/>
                </a:lnTo>
                <a:lnTo>
                  <a:pt x="117336" y="666"/>
                </a:lnTo>
                <a:lnTo>
                  <a:pt x="115062" y="762"/>
                </a:lnTo>
                <a:lnTo>
                  <a:pt x="111252" y="762"/>
                </a:lnTo>
                <a:lnTo>
                  <a:pt x="109728" y="762"/>
                </a:lnTo>
                <a:lnTo>
                  <a:pt x="107442" y="0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12"/>
          <p:cNvSpPr/>
          <p:nvPr/>
        </p:nvSpPr>
        <p:spPr>
          <a:xfrm>
            <a:off x="8940155" y="1827416"/>
            <a:ext cx="196117" cy="495013"/>
          </a:xfrm>
          <a:custGeom>
            <a:rect b="b" l="l" r="r" t="t"/>
            <a:pathLst>
              <a:path extrusionOk="0" h="394335" w="167640">
                <a:moveTo>
                  <a:pt x="0" y="17740"/>
                </a:moveTo>
                <a:lnTo>
                  <a:pt x="29456" y="0"/>
                </a:lnTo>
                <a:lnTo>
                  <a:pt x="37909" y="785"/>
                </a:lnTo>
                <a:lnTo>
                  <a:pt x="70389" y="23264"/>
                </a:lnTo>
                <a:lnTo>
                  <a:pt x="89535" y="69365"/>
                </a:lnTo>
                <a:lnTo>
                  <a:pt x="93404" y="110692"/>
                </a:lnTo>
                <a:lnTo>
                  <a:pt x="93726" y="151090"/>
                </a:lnTo>
                <a:lnTo>
                  <a:pt x="93297" y="161151"/>
                </a:lnTo>
                <a:lnTo>
                  <a:pt x="92583" y="171569"/>
                </a:lnTo>
                <a:lnTo>
                  <a:pt x="92440" y="181844"/>
                </a:lnTo>
                <a:lnTo>
                  <a:pt x="114300" y="217384"/>
                </a:lnTo>
                <a:lnTo>
                  <a:pt x="160020" y="225004"/>
                </a:lnTo>
                <a:lnTo>
                  <a:pt x="163068" y="225766"/>
                </a:lnTo>
                <a:lnTo>
                  <a:pt x="165354" y="225766"/>
                </a:lnTo>
                <a:lnTo>
                  <a:pt x="167640" y="225766"/>
                </a:lnTo>
                <a:lnTo>
                  <a:pt x="162306" y="228814"/>
                </a:lnTo>
                <a:lnTo>
                  <a:pt x="131492" y="258818"/>
                </a:lnTo>
                <a:lnTo>
                  <a:pt x="118014" y="297680"/>
                </a:lnTo>
                <a:lnTo>
                  <a:pt x="117383" y="313646"/>
                </a:lnTo>
                <a:lnTo>
                  <a:pt x="118110" y="329398"/>
                </a:lnTo>
                <a:lnTo>
                  <a:pt x="118872" y="337018"/>
                </a:lnTo>
                <a:lnTo>
                  <a:pt x="120396" y="344638"/>
                </a:lnTo>
                <a:lnTo>
                  <a:pt x="121920" y="352258"/>
                </a:lnTo>
                <a:lnTo>
                  <a:pt x="123444" y="357592"/>
                </a:lnTo>
                <a:lnTo>
                  <a:pt x="124206" y="363688"/>
                </a:lnTo>
                <a:lnTo>
                  <a:pt x="123444" y="369022"/>
                </a:lnTo>
                <a:lnTo>
                  <a:pt x="121920" y="375118"/>
                </a:lnTo>
                <a:lnTo>
                  <a:pt x="117348" y="380452"/>
                </a:lnTo>
                <a:lnTo>
                  <a:pt x="112014" y="384262"/>
                </a:lnTo>
                <a:lnTo>
                  <a:pt x="105918" y="388072"/>
                </a:lnTo>
                <a:lnTo>
                  <a:pt x="99060" y="392644"/>
                </a:lnTo>
                <a:lnTo>
                  <a:pt x="91440" y="393406"/>
                </a:lnTo>
                <a:lnTo>
                  <a:pt x="84582" y="394168"/>
                </a:lnTo>
                <a:lnTo>
                  <a:pt x="76200" y="394168"/>
                </a:lnTo>
                <a:lnTo>
                  <a:pt x="41910" y="376642"/>
                </a:lnTo>
                <a:lnTo>
                  <a:pt x="35182" y="373332"/>
                </a:lnTo>
                <a:lnTo>
                  <a:pt x="28670" y="370165"/>
                </a:lnTo>
                <a:lnTo>
                  <a:pt x="22300" y="366998"/>
                </a:lnTo>
                <a:lnTo>
                  <a:pt x="16002" y="363688"/>
                </a:lnTo>
              </a:path>
            </a:pathLst>
          </a:custGeom>
          <a:noFill/>
          <a:ln cap="flat" cmpd="sng" w="15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3" name="Google Shape;1063;p12"/>
          <p:cNvGrpSpPr/>
          <p:nvPr/>
        </p:nvGrpSpPr>
        <p:grpSpPr>
          <a:xfrm>
            <a:off x="7468374" y="2491513"/>
            <a:ext cx="344125" cy="265298"/>
            <a:chOff x="8103857" y="2833865"/>
            <a:chExt cx="294157" cy="211341"/>
          </a:xfrm>
        </p:grpSpPr>
        <p:pic>
          <p:nvPicPr>
            <p:cNvPr id="1064" name="Google Shape;1064;p12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8103857" y="2833865"/>
              <a:ext cx="294157" cy="1509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5" name="Google Shape;1065;p12"/>
            <p:cNvSpPr/>
            <p:nvPr/>
          </p:nvSpPr>
          <p:spPr>
            <a:xfrm>
              <a:off x="8176259" y="3031236"/>
              <a:ext cx="191770" cy="13970"/>
            </a:xfrm>
            <a:custGeom>
              <a:rect b="b" l="l" r="r" t="t"/>
              <a:pathLst>
                <a:path extrusionOk="0" h="13969" w="191770">
                  <a:moveTo>
                    <a:pt x="0" y="13715"/>
                  </a:moveTo>
                  <a:lnTo>
                    <a:pt x="18168" y="13334"/>
                  </a:lnTo>
                  <a:lnTo>
                    <a:pt x="36195" y="12382"/>
                  </a:lnTo>
                  <a:lnTo>
                    <a:pt x="54221" y="11144"/>
                  </a:lnTo>
                  <a:lnTo>
                    <a:pt x="72390" y="9905"/>
                  </a:lnTo>
                  <a:lnTo>
                    <a:pt x="99822" y="8512"/>
                  </a:lnTo>
                  <a:lnTo>
                    <a:pt x="127254" y="7334"/>
                  </a:lnTo>
                  <a:lnTo>
                    <a:pt x="154686" y="5726"/>
                  </a:lnTo>
                  <a:lnTo>
                    <a:pt x="182118" y="3047"/>
                  </a:lnTo>
                  <a:lnTo>
                    <a:pt x="191262" y="2285"/>
                  </a:lnTo>
                  <a:lnTo>
                    <a:pt x="185928" y="1523"/>
                  </a:lnTo>
                  <a:lnTo>
                    <a:pt x="182880" y="1523"/>
                  </a:lnTo>
                  <a:lnTo>
                    <a:pt x="181356" y="1523"/>
                  </a:lnTo>
                  <a:lnTo>
                    <a:pt x="179070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66" name="Google Shape;1066;p12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7898048" y="2489600"/>
            <a:ext cx="118591" cy="164557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12"/>
          <p:cNvSpPr/>
          <p:nvPr/>
        </p:nvSpPr>
        <p:spPr>
          <a:xfrm>
            <a:off x="8250180" y="2532661"/>
            <a:ext cx="2229" cy="3986"/>
          </a:xfrm>
          <a:custGeom>
            <a:rect b="b" l="l" r="r" t="t"/>
            <a:pathLst>
              <a:path extrusionOk="0" h="3175" w="1904">
                <a:moveTo>
                  <a:pt x="1524" y="0"/>
                </a:moveTo>
                <a:lnTo>
                  <a:pt x="762" y="2286"/>
                </a:lnTo>
                <a:lnTo>
                  <a:pt x="0" y="3048"/>
                </a:lnTo>
                <a:lnTo>
                  <a:pt x="1524" y="2286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12"/>
          <p:cNvSpPr/>
          <p:nvPr/>
        </p:nvSpPr>
        <p:spPr>
          <a:xfrm>
            <a:off x="8394595" y="2510659"/>
            <a:ext cx="17829" cy="19131"/>
          </a:xfrm>
          <a:custGeom>
            <a:rect b="b" l="l" r="r" t="t"/>
            <a:pathLst>
              <a:path extrusionOk="0" h="15239" w="15240">
                <a:moveTo>
                  <a:pt x="0" y="3810"/>
                </a:moveTo>
                <a:lnTo>
                  <a:pt x="0" y="12192"/>
                </a:lnTo>
                <a:lnTo>
                  <a:pt x="3810" y="15240"/>
                </a:lnTo>
                <a:lnTo>
                  <a:pt x="12192" y="15240"/>
                </a:lnTo>
                <a:lnTo>
                  <a:pt x="15240" y="12192"/>
                </a:lnTo>
                <a:lnTo>
                  <a:pt x="15240" y="7620"/>
                </a:lnTo>
                <a:lnTo>
                  <a:pt x="15240" y="3810"/>
                </a:lnTo>
                <a:lnTo>
                  <a:pt x="12192" y="0"/>
                </a:lnTo>
                <a:lnTo>
                  <a:pt x="3810" y="0"/>
                </a:lnTo>
                <a:lnTo>
                  <a:pt x="0" y="3810"/>
                </a:lnTo>
                <a:close/>
              </a:path>
            </a:pathLst>
          </a:custGeom>
          <a:solidFill>
            <a:srgbClr val="80008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9" name="Google Shape;1069;p12"/>
          <p:cNvGrpSpPr/>
          <p:nvPr/>
        </p:nvGrpSpPr>
        <p:grpSpPr>
          <a:xfrm>
            <a:off x="8519381" y="2371961"/>
            <a:ext cx="440979" cy="238195"/>
            <a:chOff x="9002255" y="2738628"/>
            <a:chExt cx="376948" cy="189750"/>
          </a:xfrm>
        </p:grpSpPr>
        <p:pic>
          <p:nvPicPr>
            <p:cNvPr id="1070" name="Google Shape;1070;p12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9002255" y="2791955"/>
              <a:ext cx="124231" cy="1364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1" name="Google Shape;1071;p12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9167609" y="2784335"/>
              <a:ext cx="102895" cy="792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2" name="Google Shape;1072;p12"/>
            <p:cNvSpPr/>
            <p:nvPr/>
          </p:nvSpPr>
          <p:spPr>
            <a:xfrm>
              <a:off x="9313163" y="2738628"/>
              <a:ext cx="66040" cy="88900"/>
            </a:xfrm>
            <a:custGeom>
              <a:rect b="b" l="l" r="r" t="t"/>
              <a:pathLst>
                <a:path extrusionOk="0" h="88900" w="66040">
                  <a:moveTo>
                    <a:pt x="0" y="0"/>
                  </a:moveTo>
                  <a:lnTo>
                    <a:pt x="19050" y="41148"/>
                  </a:lnTo>
                  <a:lnTo>
                    <a:pt x="46482" y="76961"/>
                  </a:lnTo>
                  <a:lnTo>
                    <a:pt x="52578" y="85343"/>
                  </a:lnTo>
                  <a:lnTo>
                    <a:pt x="58674" y="87630"/>
                  </a:lnTo>
                  <a:lnTo>
                    <a:pt x="62484" y="88391"/>
                  </a:lnTo>
                  <a:lnTo>
                    <a:pt x="63246" y="88391"/>
                  </a:lnTo>
                  <a:lnTo>
                    <a:pt x="65532" y="88391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12"/>
            <p:cNvSpPr/>
            <p:nvPr/>
          </p:nvSpPr>
          <p:spPr>
            <a:xfrm>
              <a:off x="9316973" y="2791968"/>
              <a:ext cx="40005" cy="51435"/>
            </a:xfrm>
            <a:custGeom>
              <a:rect b="b" l="l" r="r" t="t"/>
              <a:pathLst>
                <a:path extrusionOk="0" h="51435" w="40004">
                  <a:moveTo>
                    <a:pt x="39624" y="0"/>
                  </a:moveTo>
                  <a:lnTo>
                    <a:pt x="12227" y="29158"/>
                  </a:lnTo>
                  <a:lnTo>
                    <a:pt x="762" y="48768"/>
                  </a:lnTo>
                  <a:lnTo>
                    <a:pt x="762" y="49530"/>
                  </a:lnTo>
                  <a:lnTo>
                    <a:pt x="0" y="50292"/>
                  </a:lnTo>
                  <a:lnTo>
                    <a:pt x="0" y="51054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74" name="Google Shape;1074;p12"/>
          <p:cNvPicPr preferRelativeResize="0"/>
          <p:nvPr/>
        </p:nvPicPr>
        <p:blipFill rotWithShape="1">
          <a:blip r:embed="rId52">
            <a:alphaModFix/>
          </a:blip>
          <a:srcRect b="0" l="0" r="0" t="0"/>
          <a:stretch/>
        </p:blipFill>
        <p:spPr>
          <a:xfrm>
            <a:off x="8785030" y="2064893"/>
            <a:ext cx="92739" cy="151166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12"/>
          <p:cNvSpPr/>
          <p:nvPr/>
        </p:nvSpPr>
        <p:spPr>
          <a:xfrm>
            <a:off x="8975812" y="2448485"/>
            <a:ext cx="68343" cy="110003"/>
          </a:xfrm>
          <a:custGeom>
            <a:rect b="b" l="l" r="r" t="t"/>
            <a:pathLst>
              <a:path extrusionOk="0" h="87630" w="58420">
                <a:moveTo>
                  <a:pt x="0" y="87629"/>
                </a:moveTo>
                <a:lnTo>
                  <a:pt x="21883" y="54232"/>
                </a:lnTo>
                <a:lnTo>
                  <a:pt x="26860" y="47910"/>
                </a:lnTo>
                <a:lnTo>
                  <a:pt x="31551" y="41445"/>
                </a:lnTo>
                <a:lnTo>
                  <a:pt x="35813" y="35051"/>
                </a:lnTo>
                <a:lnTo>
                  <a:pt x="41147" y="27431"/>
                </a:lnTo>
                <a:lnTo>
                  <a:pt x="44195" y="20573"/>
                </a:lnTo>
                <a:lnTo>
                  <a:pt x="44195" y="11429"/>
                </a:lnTo>
                <a:lnTo>
                  <a:pt x="44957" y="5333"/>
                </a:lnTo>
                <a:lnTo>
                  <a:pt x="43433" y="1523"/>
                </a:lnTo>
                <a:lnTo>
                  <a:pt x="36575" y="761"/>
                </a:lnTo>
                <a:lnTo>
                  <a:pt x="29717" y="0"/>
                </a:lnTo>
                <a:lnTo>
                  <a:pt x="17061" y="30551"/>
                </a:lnTo>
                <a:lnTo>
                  <a:pt x="17525" y="37337"/>
                </a:lnTo>
                <a:lnTo>
                  <a:pt x="46481" y="69341"/>
                </a:lnTo>
                <a:lnTo>
                  <a:pt x="51053" y="71627"/>
                </a:lnTo>
                <a:lnTo>
                  <a:pt x="54864" y="72389"/>
                </a:lnTo>
                <a:lnTo>
                  <a:pt x="57912" y="68579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12"/>
          <p:cNvSpPr/>
          <p:nvPr/>
        </p:nvSpPr>
        <p:spPr>
          <a:xfrm>
            <a:off x="8754735" y="2682838"/>
            <a:ext cx="209488" cy="16740"/>
          </a:xfrm>
          <a:custGeom>
            <a:rect b="b" l="l" r="r" t="t"/>
            <a:pathLst>
              <a:path extrusionOk="0" h="13335" w="179070">
                <a:moveTo>
                  <a:pt x="0" y="12953"/>
                </a:moveTo>
                <a:lnTo>
                  <a:pt x="13025" y="12013"/>
                </a:lnTo>
                <a:lnTo>
                  <a:pt x="25908" y="10572"/>
                </a:lnTo>
                <a:lnTo>
                  <a:pt x="38790" y="8989"/>
                </a:lnTo>
                <a:lnTo>
                  <a:pt x="51816" y="7619"/>
                </a:lnTo>
                <a:lnTo>
                  <a:pt x="104322" y="3762"/>
                </a:lnTo>
                <a:lnTo>
                  <a:pt x="133350" y="2738"/>
                </a:lnTo>
                <a:lnTo>
                  <a:pt x="144780" y="2857"/>
                </a:lnTo>
                <a:lnTo>
                  <a:pt x="156210" y="3262"/>
                </a:lnTo>
                <a:lnTo>
                  <a:pt x="167640" y="3809"/>
                </a:lnTo>
                <a:lnTo>
                  <a:pt x="171450" y="3809"/>
                </a:lnTo>
                <a:lnTo>
                  <a:pt x="179070" y="0"/>
                </a:lnTo>
                <a:lnTo>
                  <a:pt x="179070" y="3809"/>
                </a:lnTo>
                <a:lnTo>
                  <a:pt x="176022" y="3809"/>
                </a:lnTo>
                <a:lnTo>
                  <a:pt x="174498" y="3809"/>
                </a:lnTo>
                <a:lnTo>
                  <a:pt x="171450" y="3809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7" name="Google Shape;1077;p12"/>
          <p:cNvGrpSpPr/>
          <p:nvPr/>
        </p:nvGrpSpPr>
        <p:grpSpPr>
          <a:xfrm>
            <a:off x="2270068" y="5371691"/>
            <a:ext cx="7254886" cy="1638581"/>
            <a:chOff x="2270068" y="5371691"/>
            <a:chExt cx="7254886" cy="1638581"/>
          </a:xfrm>
        </p:grpSpPr>
        <p:sp>
          <p:nvSpPr>
            <p:cNvPr id="1078" name="Google Shape;1078;p12"/>
            <p:cNvSpPr/>
            <p:nvPr/>
          </p:nvSpPr>
          <p:spPr>
            <a:xfrm>
              <a:off x="2405901" y="6069015"/>
              <a:ext cx="1545162" cy="66161"/>
            </a:xfrm>
            <a:custGeom>
              <a:rect b="b" l="l" r="r" t="t"/>
              <a:pathLst>
                <a:path extrusionOk="0" h="52704" w="1320800">
                  <a:moveTo>
                    <a:pt x="0" y="50292"/>
                  </a:moveTo>
                  <a:lnTo>
                    <a:pt x="14739" y="51173"/>
                  </a:lnTo>
                  <a:lnTo>
                    <a:pt x="29337" y="51625"/>
                  </a:lnTo>
                  <a:lnTo>
                    <a:pt x="43934" y="51792"/>
                  </a:lnTo>
                  <a:lnTo>
                    <a:pt x="58674" y="51816"/>
                  </a:lnTo>
                  <a:lnTo>
                    <a:pt x="87820" y="51923"/>
                  </a:lnTo>
                  <a:lnTo>
                    <a:pt x="116967" y="52101"/>
                  </a:lnTo>
                  <a:lnTo>
                    <a:pt x="146113" y="52137"/>
                  </a:lnTo>
                  <a:lnTo>
                    <a:pt x="175260" y="51816"/>
                  </a:lnTo>
                  <a:lnTo>
                    <a:pt x="223837" y="50553"/>
                  </a:lnTo>
                  <a:lnTo>
                    <a:pt x="272415" y="49149"/>
                  </a:lnTo>
                  <a:lnTo>
                    <a:pt x="320992" y="47744"/>
                  </a:lnTo>
                  <a:lnTo>
                    <a:pt x="369570" y="46482"/>
                  </a:lnTo>
                  <a:lnTo>
                    <a:pt x="407741" y="45898"/>
                  </a:lnTo>
                  <a:lnTo>
                    <a:pt x="445769" y="45243"/>
                  </a:lnTo>
                  <a:lnTo>
                    <a:pt x="483798" y="44446"/>
                  </a:lnTo>
                  <a:lnTo>
                    <a:pt x="521970" y="43434"/>
                  </a:lnTo>
                  <a:lnTo>
                    <a:pt x="577297" y="41452"/>
                  </a:lnTo>
                  <a:lnTo>
                    <a:pt x="632661" y="39288"/>
                  </a:lnTo>
                  <a:lnTo>
                    <a:pt x="688098" y="37124"/>
                  </a:lnTo>
                  <a:lnTo>
                    <a:pt x="743644" y="35143"/>
                  </a:lnTo>
                  <a:lnTo>
                    <a:pt x="799338" y="33527"/>
                  </a:lnTo>
                  <a:lnTo>
                    <a:pt x="846189" y="32039"/>
                  </a:lnTo>
                  <a:lnTo>
                    <a:pt x="892968" y="30765"/>
                  </a:lnTo>
                  <a:lnTo>
                    <a:pt x="939605" y="29348"/>
                  </a:lnTo>
                  <a:lnTo>
                    <a:pt x="986028" y="27431"/>
                  </a:lnTo>
                  <a:lnTo>
                    <a:pt x="1020175" y="26027"/>
                  </a:lnTo>
                  <a:lnTo>
                    <a:pt x="1087612" y="22074"/>
                  </a:lnTo>
                  <a:lnTo>
                    <a:pt x="1147762" y="17395"/>
                  </a:lnTo>
                  <a:lnTo>
                    <a:pt x="1201483" y="11989"/>
                  </a:lnTo>
                  <a:lnTo>
                    <a:pt x="1228344" y="9143"/>
                  </a:lnTo>
                  <a:lnTo>
                    <a:pt x="1250049" y="7203"/>
                  </a:lnTo>
                  <a:lnTo>
                    <a:pt x="1271682" y="5048"/>
                  </a:lnTo>
                  <a:lnTo>
                    <a:pt x="1293173" y="3036"/>
                  </a:lnTo>
                  <a:lnTo>
                    <a:pt x="1314450" y="1523"/>
                  </a:lnTo>
                  <a:lnTo>
                    <a:pt x="1318260" y="1523"/>
                  </a:lnTo>
                  <a:lnTo>
                    <a:pt x="1320546" y="1523"/>
                  </a:lnTo>
                  <a:lnTo>
                    <a:pt x="1315212" y="1523"/>
                  </a:lnTo>
                  <a:lnTo>
                    <a:pt x="1313688" y="2285"/>
                  </a:lnTo>
                  <a:lnTo>
                    <a:pt x="1309116" y="1523"/>
                  </a:lnTo>
                  <a:lnTo>
                    <a:pt x="1307592" y="1523"/>
                  </a:lnTo>
                  <a:lnTo>
                    <a:pt x="1306068" y="761"/>
                  </a:lnTo>
                  <a:lnTo>
                    <a:pt x="1304544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9" name="Google Shape;1079;p12"/>
            <p:cNvGrpSpPr/>
            <p:nvPr/>
          </p:nvGrpSpPr>
          <p:grpSpPr>
            <a:xfrm>
              <a:off x="2270068" y="5746642"/>
              <a:ext cx="1403699" cy="283170"/>
              <a:chOff x="3660361" y="5426951"/>
              <a:chExt cx="1199877" cy="225577"/>
            </a:xfrm>
          </p:grpSpPr>
          <p:pic>
            <p:nvPicPr>
              <p:cNvPr id="1080" name="Google Shape;1080;p12"/>
              <p:cNvPicPr preferRelativeResize="0"/>
              <p:nvPr/>
            </p:nvPicPr>
            <p:blipFill rotWithShape="1">
              <a:blip r:embed="rId53">
                <a:alphaModFix/>
              </a:blip>
              <a:srcRect b="0" l="0" r="0" t="0"/>
              <a:stretch/>
            </p:blipFill>
            <p:spPr>
              <a:xfrm>
                <a:off x="3660361" y="5498579"/>
                <a:ext cx="100454" cy="13892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81" name="Google Shape;1081;p12"/>
              <p:cNvPicPr preferRelativeResize="0"/>
              <p:nvPr/>
            </p:nvPicPr>
            <p:blipFill rotWithShape="1">
              <a:blip r:embed="rId54">
                <a:alphaModFix/>
              </a:blip>
              <a:srcRect b="0" l="0" r="0" t="0"/>
              <a:stretch/>
            </p:blipFill>
            <p:spPr>
              <a:xfrm>
                <a:off x="3803891" y="5475433"/>
                <a:ext cx="117766" cy="17709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82" name="Google Shape;1082;p12"/>
              <p:cNvPicPr preferRelativeResize="0"/>
              <p:nvPr/>
            </p:nvPicPr>
            <p:blipFill rotWithShape="1">
              <a:blip r:embed="rId55">
                <a:alphaModFix/>
              </a:blip>
              <a:srcRect b="0" l="0" r="0" t="0"/>
              <a:stretch/>
            </p:blipFill>
            <p:spPr>
              <a:xfrm>
                <a:off x="3950957" y="5478005"/>
                <a:ext cx="106705" cy="16996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83" name="Google Shape;1083;p12"/>
              <p:cNvPicPr preferRelativeResize="0"/>
              <p:nvPr/>
            </p:nvPicPr>
            <p:blipFill rotWithShape="1">
              <a:blip r:embed="rId56">
                <a:alphaModFix/>
              </a:blip>
              <a:srcRect b="0" l="0" r="0" t="0"/>
              <a:stretch/>
            </p:blipFill>
            <p:spPr>
              <a:xfrm>
                <a:off x="4082592" y="5474957"/>
                <a:ext cx="282917" cy="1600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84" name="Google Shape;1084;p12"/>
              <p:cNvPicPr preferRelativeResize="0"/>
              <p:nvPr/>
            </p:nvPicPr>
            <p:blipFill rotWithShape="1">
              <a:blip r:embed="rId57">
                <a:alphaModFix/>
              </a:blip>
              <a:srcRect b="0" l="0" r="0" t="0"/>
              <a:stretch/>
            </p:blipFill>
            <p:spPr>
              <a:xfrm>
                <a:off x="4388464" y="5459717"/>
                <a:ext cx="198026" cy="1608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85" name="Google Shape;1085;p12"/>
              <p:cNvSpPr/>
              <p:nvPr/>
            </p:nvSpPr>
            <p:spPr>
              <a:xfrm>
                <a:off x="4626863" y="5484876"/>
                <a:ext cx="5715" cy="94615"/>
              </a:xfrm>
              <a:custGeom>
                <a:rect b="b" l="l" r="r" t="t"/>
                <a:pathLst>
                  <a:path extrusionOk="0" h="94614" w="5714">
                    <a:moveTo>
                      <a:pt x="0" y="0"/>
                    </a:moveTo>
                    <a:lnTo>
                      <a:pt x="154" y="8346"/>
                    </a:lnTo>
                    <a:lnTo>
                      <a:pt x="666" y="16478"/>
                    </a:lnTo>
                    <a:lnTo>
                      <a:pt x="1607" y="24753"/>
                    </a:lnTo>
                    <a:lnTo>
                      <a:pt x="3048" y="33528"/>
                    </a:lnTo>
                    <a:lnTo>
                      <a:pt x="4369" y="43255"/>
                    </a:lnTo>
                    <a:lnTo>
                      <a:pt x="5334" y="87630"/>
                    </a:lnTo>
                    <a:lnTo>
                      <a:pt x="4572" y="94488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086" name="Google Shape;1086;p12"/>
              <p:cNvPicPr preferRelativeResize="0"/>
              <p:nvPr/>
            </p:nvPicPr>
            <p:blipFill rotWithShape="1">
              <a:blip r:embed="rId58">
                <a:alphaModFix/>
              </a:blip>
              <a:srcRect b="0" l="0" r="0" t="0"/>
              <a:stretch/>
            </p:blipFill>
            <p:spPr>
              <a:xfrm>
                <a:off x="4668285" y="5487149"/>
                <a:ext cx="73415" cy="910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87" name="Google Shape;1087;p12"/>
              <p:cNvPicPr preferRelativeResize="0"/>
              <p:nvPr/>
            </p:nvPicPr>
            <p:blipFill rotWithShape="1">
              <a:blip r:embed="rId59">
                <a:alphaModFix/>
              </a:blip>
              <a:srcRect b="0" l="0" r="0" t="0"/>
              <a:stretch/>
            </p:blipFill>
            <p:spPr>
              <a:xfrm>
                <a:off x="4768047" y="5426951"/>
                <a:ext cx="92191" cy="14861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088" name="Google Shape;1088;p12"/>
            <p:cNvPicPr preferRelativeResize="0"/>
            <p:nvPr/>
          </p:nvPicPr>
          <p:blipFill rotWithShape="1">
            <a:blip r:embed="rId60">
              <a:alphaModFix/>
            </a:blip>
            <a:srcRect b="0" l="0" r="0" t="0"/>
            <a:stretch/>
          </p:blipFill>
          <p:spPr>
            <a:xfrm>
              <a:off x="3931141" y="5741141"/>
              <a:ext cx="144442" cy="177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9" name="Google Shape;1089;p12"/>
            <p:cNvSpPr/>
            <p:nvPr/>
          </p:nvSpPr>
          <p:spPr>
            <a:xfrm>
              <a:off x="4158473" y="5757180"/>
              <a:ext cx="6686" cy="14348"/>
            </a:xfrm>
            <a:custGeom>
              <a:rect b="b" l="l" r="r" t="t"/>
              <a:pathLst>
                <a:path extrusionOk="0" h="11429" w="5714">
                  <a:moveTo>
                    <a:pt x="5334" y="0"/>
                  </a:moveTo>
                  <a:lnTo>
                    <a:pt x="3810" y="3810"/>
                  </a:lnTo>
                  <a:lnTo>
                    <a:pt x="1524" y="7620"/>
                  </a:lnTo>
                  <a:lnTo>
                    <a:pt x="0" y="1143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12"/>
            <p:cNvSpPr/>
            <p:nvPr/>
          </p:nvSpPr>
          <p:spPr>
            <a:xfrm>
              <a:off x="4160256" y="5880575"/>
              <a:ext cx="14857" cy="6377"/>
            </a:xfrm>
            <a:custGeom>
              <a:rect b="b" l="l" r="r" t="t"/>
              <a:pathLst>
                <a:path extrusionOk="0" h="5079" w="12700">
                  <a:moveTo>
                    <a:pt x="12191" y="4572"/>
                  </a:moveTo>
                  <a:lnTo>
                    <a:pt x="8381" y="3048"/>
                  </a:lnTo>
                  <a:lnTo>
                    <a:pt x="3809" y="1524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91" name="Google Shape;1091;p12"/>
            <p:cNvGrpSpPr/>
            <p:nvPr/>
          </p:nvGrpSpPr>
          <p:grpSpPr>
            <a:xfrm>
              <a:off x="6364396" y="6721380"/>
              <a:ext cx="233947" cy="213470"/>
              <a:chOff x="7160180" y="6203442"/>
              <a:chExt cx="199977" cy="170053"/>
            </a:xfrm>
          </p:grpSpPr>
          <p:sp>
            <p:nvSpPr>
              <p:cNvPr id="1092" name="Google Shape;1092;p12"/>
              <p:cNvSpPr/>
              <p:nvPr/>
            </p:nvSpPr>
            <p:spPr>
              <a:xfrm>
                <a:off x="7160180" y="6203442"/>
                <a:ext cx="100965" cy="129539"/>
              </a:xfrm>
              <a:custGeom>
                <a:rect b="b" l="l" r="r" t="t"/>
                <a:pathLst>
                  <a:path extrusionOk="0" h="129539" w="100965">
                    <a:moveTo>
                      <a:pt x="100917" y="0"/>
                    </a:moveTo>
                    <a:lnTo>
                      <a:pt x="92082" y="18621"/>
                    </a:lnTo>
                    <a:lnTo>
                      <a:pt x="83391" y="37528"/>
                    </a:lnTo>
                    <a:lnTo>
                      <a:pt x="74128" y="56149"/>
                    </a:lnTo>
                    <a:lnTo>
                      <a:pt x="48529" y="94202"/>
                    </a:lnTo>
                    <a:lnTo>
                      <a:pt x="11513" y="115740"/>
                    </a:lnTo>
                    <a:lnTo>
                      <a:pt x="0" y="86629"/>
                    </a:lnTo>
                    <a:lnTo>
                      <a:pt x="333" y="78486"/>
                    </a:lnTo>
                    <a:lnTo>
                      <a:pt x="23776" y="46934"/>
                    </a:lnTo>
                    <a:lnTo>
                      <a:pt x="32051" y="47815"/>
                    </a:lnTo>
                    <a:lnTo>
                      <a:pt x="65674" y="73533"/>
                    </a:lnTo>
                    <a:lnTo>
                      <a:pt x="83772" y="109156"/>
                    </a:lnTo>
                    <a:lnTo>
                      <a:pt x="86439" y="122682"/>
                    </a:lnTo>
                    <a:lnTo>
                      <a:pt x="87201" y="124205"/>
                    </a:lnTo>
                    <a:lnTo>
                      <a:pt x="86439" y="129539"/>
                    </a:lnTo>
                    <a:lnTo>
                      <a:pt x="89487" y="129539"/>
                    </a:lnTo>
                    <a:lnTo>
                      <a:pt x="91011" y="129539"/>
                    </a:lnTo>
                    <a:lnTo>
                      <a:pt x="91773" y="129539"/>
                    </a:lnTo>
                    <a:lnTo>
                      <a:pt x="91773" y="127254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3" name="Google Shape;1093;p12"/>
              <p:cNvSpPr/>
              <p:nvPr/>
            </p:nvSpPr>
            <p:spPr>
              <a:xfrm>
                <a:off x="7287767" y="6275070"/>
                <a:ext cx="72390" cy="98425"/>
              </a:xfrm>
              <a:custGeom>
                <a:rect b="b" l="l" r="r" t="t"/>
                <a:pathLst>
                  <a:path extrusionOk="0" h="98425" w="72390">
                    <a:moveTo>
                      <a:pt x="0" y="51054"/>
                    </a:moveTo>
                    <a:lnTo>
                      <a:pt x="7429" y="43981"/>
                    </a:lnTo>
                    <a:lnTo>
                      <a:pt x="14858" y="37338"/>
                    </a:lnTo>
                    <a:lnTo>
                      <a:pt x="22288" y="30694"/>
                    </a:lnTo>
                    <a:lnTo>
                      <a:pt x="29717" y="23622"/>
                    </a:lnTo>
                    <a:lnTo>
                      <a:pt x="35051" y="19050"/>
                    </a:lnTo>
                    <a:lnTo>
                      <a:pt x="38861" y="14478"/>
                    </a:lnTo>
                    <a:lnTo>
                      <a:pt x="38861" y="6858"/>
                    </a:lnTo>
                    <a:lnTo>
                      <a:pt x="39623" y="762"/>
                    </a:lnTo>
                    <a:lnTo>
                      <a:pt x="35813" y="762"/>
                    </a:lnTo>
                    <a:lnTo>
                      <a:pt x="31241" y="762"/>
                    </a:lnTo>
                    <a:lnTo>
                      <a:pt x="22097" y="0"/>
                    </a:lnTo>
                    <a:lnTo>
                      <a:pt x="9143" y="43434"/>
                    </a:lnTo>
                    <a:lnTo>
                      <a:pt x="9263" y="52578"/>
                    </a:lnTo>
                    <a:lnTo>
                      <a:pt x="9525" y="61722"/>
                    </a:lnTo>
                    <a:lnTo>
                      <a:pt x="9786" y="70866"/>
                    </a:lnTo>
                    <a:lnTo>
                      <a:pt x="9906" y="80010"/>
                    </a:lnTo>
                    <a:lnTo>
                      <a:pt x="9906" y="81534"/>
                    </a:lnTo>
                    <a:lnTo>
                      <a:pt x="10668" y="98298"/>
                    </a:lnTo>
                    <a:lnTo>
                      <a:pt x="9906" y="91440"/>
                    </a:lnTo>
                    <a:lnTo>
                      <a:pt x="9144" y="84582"/>
                    </a:lnTo>
                    <a:lnTo>
                      <a:pt x="6096" y="77724"/>
                    </a:lnTo>
                    <a:lnTo>
                      <a:pt x="5334" y="70104"/>
                    </a:lnTo>
                    <a:lnTo>
                      <a:pt x="4572" y="62484"/>
                    </a:lnTo>
                    <a:lnTo>
                      <a:pt x="3810" y="53340"/>
                    </a:lnTo>
                    <a:lnTo>
                      <a:pt x="8382" y="47244"/>
                    </a:lnTo>
                    <a:lnTo>
                      <a:pt x="13954" y="42160"/>
                    </a:lnTo>
                    <a:lnTo>
                      <a:pt x="20955" y="39147"/>
                    </a:lnTo>
                    <a:lnTo>
                      <a:pt x="28527" y="37707"/>
                    </a:lnTo>
                    <a:lnTo>
                      <a:pt x="35814" y="37338"/>
                    </a:lnTo>
                    <a:lnTo>
                      <a:pt x="42672" y="36576"/>
                    </a:lnTo>
                    <a:lnTo>
                      <a:pt x="51053" y="35814"/>
                    </a:lnTo>
                    <a:lnTo>
                      <a:pt x="57150" y="38862"/>
                    </a:lnTo>
                    <a:lnTo>
                      <a:pt x="60960" y="41910"/>
                    </a:lnTo>
                    <a:lnTo>
                      <a:pt x="59436" y="48768"/>
                    </a:lnTo>
                    <a:lnTo>
                      <a:pt x="31242" y="66294"/>
                    </a:lnTo>
                    <a:lnTo>
                      <a:pt x="25908" y="68580"/>
                    </a:lnTo>
                    <a:lnTo>
                      <a:pt x="19812" y="69342"/>
                    </a:lnTo>
                    <a:lnTo>
                      <a:pt x="14478" y="70866"/>
                    </a:lnTo>
                    <a:lnTo>
                      <a:pt x="17526" y="70866"/>
                    </a:lnTo>
                    <a:lnTo>
                      <a:pt x="18288" y="70866"/>
                    </a:lnTo>
                    <a:lnTo>
                      <a:pt x="21336" y="70866"/>
                    </a:lnTo>
                    <a:lnTo>
                      <a:pt x="28194" y="72390"/>
                    </a:lnTo>
                    <a:lnTo>
                      <a:pt x="34290" y="74676"/>
                    </a:lnTo>
                    <a:lnTo>
                      <a:pt x="40386" y="78486"/>
                    </a:lnTo>
                    <a:lnTo>
                      <a:pt x="45720" y="81534"/>
                    </a:lnTo>
                    <a:lnTo>
                      <a:pt x="50292" y="85344"/>
                    </a:lnTo>
                    <a:lnTo>
                      <a:pt x="55626" y="89916"/>
                    </a:lnTo>
                    <a:lnTo>
                      <a:pt x="60960" y="94488"/>
                    </a:lnTo>
                    <a:lnTo>
                      <a:pt x="65532" y="97536"/>
                    </a:lnTo>
                    <a:lnTo>
                      <a:pt x="72390" y="94488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94" name="Google Shape;1094;p12"/>
            <p:cNvGrpSpPr/>
            <p:nvPr/>
          </p:nvGrpSpPr>
          <p:grpSpPr>
            <a:xfrm>
              <a:off x="7233047" y="6734772"/>
              <a:ext cx="78001" cy="73335"/>
              <a:chOff x="7902701" y="6214110"/>
              <a:chExt cx="66675" cy="58420"/>
            </a:xfrm>
          </p:grpSpPr>
          <p:sp>
            <p:nvSpPr>
              <p:cNvPr id="1095" name="Google Shape;1095;p12"/>
              <p:cNvSpPr/>
              <p:nvPr/>
            </p:nvSpPr>
            <p:spPr>
              <a:xfrm>
                <a:off x="7909559" y="6214110"/>
                <a:ext cx="43815" cy="5715"/>
              </a:xfrm>
              <a:custGeom>
                <a:rect b="b" l="l" r="r" t="t"/>
                <a:pathLst>
                  <a:path extrusionOk="0" h="5714" w="43815">
                    <a:moveTo>
                      <a:pt x="0" y="0"/>
                    </a:moveTo>
                    <a:lnTo>
                      <a:pt x="9144" y="452"/>
                    </a:lnTo>
                    <a:lnTo>
                      <a:pt x="18288" y="762"/>
                    </a:lnTo>
                    <a:lnTo>
                      <a:pt x="27432" y="1071"/>
                    </a:lnTo>
                    <a:lnTo>
                      <a:pt x="36576" y="1524"/>
                    </a:lnTo>
                    <a:lnTo>
                      <a:pt x="43434" y="2286"/>
                    </a:lnTo>
                    <a:lnTo>
                      <a:pt x="39624" y="3048"/>
                    </a:lnTo>
                    <a:lnTo>
                      <a:pt x="42672" y="5334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6" name="Google Shape;1096;p12"/>
              <p:cNvSpPr/>
              <p:nvPr/>
            </p:nvSpPr>
            <p:spPr>
              <a:xfrm>
                <a:off x="7902701" y="6263640"/>
                <a:ext cx="66675" cy="8890"/>
              </a:xfrm>
              <a:custGeom>
                <a:rect b="b" l="l" r="r" t="t"/>
                <a:pathLst>
                  <a:path extrusionOk="0" h="8889" w="66675">
                    <a:moveTo>
                      <a:pt x="0" y="7619"/>
                    </a:moveTo>
                    <a:lnTo>
                      <a:pt x="9810" y="8477"/>
                    </a:lnTo>
                    <a:lnTo>
                      <a:pt x="19050" y="8762"/>
                    </a:lnTo>
                    <a:lnTo>
                      <a:pt x="28289" y="8477"/>
                    </a:lnTo>
                    <a:lnTo>
                      <a:pt x="38100" y="7619"/>
                    </a:lnTo>
                    <a:lnTo>
                      <a:pt x="45720" y="6857"/>
                    </a:lnTo>
                    <a:lnTo>
                      <a:pt x="52768" y="5524"/>
                    </a:lnTo>
                    <a:lnTo>
                      <a:pt x="59531" y="3333"/>
                    </a:lnTo>
                    <a:lnTo>
                      <a:pt x="66294" y="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97" name="Google Shape;1097;p12"/>
            <p:cNvSpPr/>
            <p:nvPr/>
          </p:nvSpPr>
          <p:spPr>
            <a:xfrm>
              <a:off x="7403313" y="6698421"/>
              <a:ext cx="6686" cy="145076"/>
            </a:xfrm>
            <a:custGeom>
              <a:rect b="b" l="l" r="r" t="t"/>
              <a:pathLst>
                <a:path extrusionOk="0" h="115570" w="5715">
                  <a:moveTo>
                    <a:pt x="5333" y="0"/>
                  </a:moveTo>
                  <a:lnTo>
                    <a:pt x="2869" y="44255"/>
                  </a:lnTo>
                  <a:lnTo>
                    <a:pt x="2035" y="69984"/>
                  </a:lnTo>
                  <a:lnTo>
                    <a:pt x="1428" y="81152"/>
                  </a:lnTo>
                  <a:lnTo>
                    <a:pt x="678" y="92321"/>
                  </a:lnTo>
                  <a:lnTo>
                    <a:pt x="0" y="103631"/>
                  </a:lnTo>
                  <a:lnTo>
                    <a:pt x="0" y="107441"/>
                  </a:lnTo>
                  <a:lnTo>
                    <a:pt x="0" y="111251"/>
                  </a:lnTo>
                  <a:lnTo>
                    <a:pt x="0" y="115061"/>
                  </a:lnTo>
                  <a:lnTo>
                    <a:pt x="761" y="108965"/>
                  </a:lnTo>
                  <a:lnTo>
                    <a:pt x="761" y="105917"/>
                  </a:lnTo>
                  <a:lnTo>
                    <a:pt x="1523" y="99059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12"/>
            <p:cNvSpPr/>
            <p:nvPr/>
          </p:nvSpPr>
          <p:spPr>
            <a:xfrm>
              <a:off x="6534159" y="6617952"/>
              <a:ext cx="59429" cy="92466"/>
            </a:xfrm>
            <a:custGeom>
              <a:rect b="b" l="l" r="r" t="t"/>
              <a:pathLst>
                <a:path extrusionOk="0" h="73660" w="50800">
                  <a:moveTo>
                    <a:pt x="0" y="12287"/>
                  </a:moveTo>
                  <a:lnTo>
                    <a:pt x="9465" y="8929"/>
                  </a:lnTo>
                  <a:lnTo>
                    <a:pt x="18002" y="6572"/>
                  </a:lnTo>
                  <a:lnTo>
                    <a:pt x="26681" y="4786"/>
                  </a:lnTo>
                  <a:lnTo>
                    <a:pt x="36576" y="3143"/>
                  </a:lnTo>
                  <a:lnTo>
                    <a:pt x="41148" y="2381"/>
                  </a:lnTo>
                  <a:lnTo>
                    <a:pt x="45720" y="1619"/>
                  </a:lnTo>
                  <a:lnTo>
                    <a:pt x="50292" y="857"/>
                  </a:lnTo>
                  <a:lnTo>
                    <a:pt x="44196" y="464"/>
                  </a:lnTo>
                  <a:lnTo>
                    <a:pt x="35814" y="0"/>
                  </a:lnTo>
                  <a:lnTo>
                    <a:pt x="28003" y="535"/>
                  </a:lnTo>
                  <a:lnTo>
                    <a:pt x="23621" y="3143"/>
                  </a:lnTo>
                  <a:lnTo>
                    <a:pt x="21336" y="6953"/>
                  </a:lnTo>
                  <a:lnTo>
                    <a:pt x="22860" y="17621"/>
                  </a:lnTo>
                  <a:lnTo>
                    <a:pt x="22860" y="22193"/>
                  </a:lnTo>
                  <a:lnTo>
                    <a:pt x="25908" y="66389"/>
                  </a:lnTo>
                  <a:lnTo>
                    <a:pt x="28194" y="73247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99" name="Google Shape;1099;p12"/>
            <p:cNvPicPr preferRelativeResize="0"/>
            <p:nvPr/>
          </p:nvPicPr>
          <p:blipFill rotWithShape="1">
            <a:blip r:embed="rId61">
              <a:alphaModFix/>
            </a:blip>
            <a:srcRect b="0" l="0" r="0" t="0"/>
            <a:stretch/>
          </p:blipFill>
          <p:spPr>
            <a:xfrm>
              <a:off x="6694604" y="6690754"/>
              <a:ext cx="116808" cy="1693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0" name="Google Shape;1100;p12"/>
            <p:cNvPicPr preferRelativeResize="0"/>
            <p:nvPr/>
          </p:nvPicPr>
          <p:blipFill rotWithShape="1">
            <a:blip r:embed="rId62">
              <a:alphaModFix/>
            </a:blip>
            <a:srcRect b="0" l="0" r="0" t="0"/>
            <a:stretch/>
          </p:blipFill>
          <p:spPr>
            <a:xfrm>
              <a:off x="6871777" y="6709885"/>
              <a:ext cx="240940" cy="22290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01" name="Google Shape;1101;p12"/>
            <p:cNvGrpSpPr/>
            <p:nvPr/>
          </p:nvGrpSpPr>
          <p:grpSpPr>
            <a:xfrm>
              <a:off x="8749386" y="6231628"/>
              <a:ext cx="120344" cy="194498"/>
              <a:chOff x="9198863" y="5813298"/>
              <a:chExt cx="102870" cy="154940"/>
            </a:xfrm>
          </p:grpSpPr>
          <p:sp>
            <p:nvSpPr>
              <p:cNvPr id="1102" name="Google Shape;1102;p12"/>
              <p:cNvSpPr/>
              <p:nvPr/>
            </p:nvSpPr>
            <p:spPr>
              <a:xfrm>
                <a:off x="9214032" y="5813298"/>
                <a:ext cx="5715" cy="154940"/>
              </a:xfrm>
              <a:custGeom>
                <a:rect b="b" l="l" r="r" t="t"/>
                <a:pathLst>
                  <a:path extrusionOk="0" h="154939" w="5715">
                    <a:moveTo>
                      <a:pt x="71" y="0"/>
                    </a:moveTo>
                    <a:lnTo>
                      <a:pt x="0" y="13477"/>
                    </a:lnTo>
                    <a:lnTo>
                      <a:pt x="642" y="26669"/>
                    </a:lnTo>
                    <a:lnTo>
                      <a:pt x="1571" y="39862"/>
                    </a:lnTo>
                    <a:lnTo>
                      <a:pt x="2357" y="53339"/>
                    </a:lnTo>
                    <a:lnTo>
                      <a:pt x="2809" y="69353"/>
                    </a:lnTo>
                    <a:lnTo>
                      <a:pt x="3119" y="85439"/>
                    </a:lnTo>
                    <a:lnTo>
                      <a:pt x="3429" y="101667"/>
                    </a:lnTo>
                    <a:lnTo>
                      <a:pt x="3881" y="118109"/>
                    </a:lnTo>
                    <a:lnTo>
                      <a:pt x="4417" y="126265"/>
                    </a:lnTo>
                    <a:lnTo>
                      <a:pt x="5310" y="135921"/>
                    </a:lnTo>
                    <a:lnTo>
                      <a:pt x="5488" y="145434"/>
                    </a:lnTo>
                    <a:lnTo>
                      <a:pt x="3881" y="153161"/>
                    </a:lnTo>
                    <a:lnTo>
                      <a:pt x="3119" y="154685"/>
                    </a:lnTo>
                    <a:lnTo>
                      <a:pt x="2357" y="154685"/>
                    </a:lnTo>
                    <a:lnTo>
                      <a:pt x="1595" y="149351"/>
                    </a:lnTo>
                    <a:lnTo>
                      <a:pt x="1595" y="141731"/>
                    </a:lnTo>
                    <a:lnTo>
                      <a:pt x="1595" y="135635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3" name="Google Shape;1103;p12"/>
              <p:cNvSpPr/>
              <p:nvPr/>
            </p:nvSpPr>
            <p:spPr>
              <a:xfrm>
                <a:off x="9198863" y="5849112"/>
                <a:ext cx="102870" cy="107950"/>
              </a:xfrm>
              <a:custGeom>
                <a:rect b="b" l="l" r="r" t="t"/>
                <a:pathLst>
                  <a:path extrusionOk="0" h="107950" w="102870">
                    <a:moveTo>
                      <a:pt x="85344" y="0"/>
                    </a:moveTo>
                    <a:lnTo>
                      <a:pt x="54102" y="25908"/>
                    </a:lnTo>
                    <a:lnTo>
                      <a:pt x="43255" y="32099"/>
                    </a:lnTo>
                    <a:lnTo>
                      <a:pt x="32480" y="38290"/>
                    </a:lnTo>
                    <a:lnTo>
                      <a:pt x="21847" y="44767"/>
                    </a:lnTo>
                    <a:lnTo>
                      <a:pt x="11430" y="51816"/>
                    </a:lnTo>
                    <a:lnTo>
                      <a:pt x="9144" y="53340"/>
                    </a:lnTo>
                    <a:lnTo>
                      <a:pt x="0" y="59436"/>
                    </a:lnTo>
                    <a:lnTo>
                      <a:pt x="3048" y="64770"/>
                    </a:lnTo>
                    <a:lnTo>
                      <a:pt x="8179" y="68925"/>
                    </a:lnTo>
                    <a:lnTo>
                      <a:pt x="15525" y="72294"/>
                    </a:lnTo>
                    <a:lnTo>
                      <a:pt x="23300" y="74949"/>
                    </a:lnTo>
                    <a:lnTo>
                      <a:pt x="29718" y="76962"/>
                    </a:lnTo>
                    <a:lnTo>
                      <a:pt x="40124" y="80724"/>
                    </a:lnTo>
                    <a:lnTo>
                      <a:pt x="50673" y="84201"/>
                    </a:lnTo>
                    <a:lnTo>
                      <a:pt x="61221" y="87677"/>
                    </a:lnTo>
                    <a:lnTo>
                      <a:pt x="71628" y="91440"/>
                    </a:lnTo>
                    <a:lnTo>
                      <a:pt x="102870" y="106680"/>
                    </a:lnTo>
                    <a:lnTo>
                      <a:pt x="100584" y="107442"/>
                    </a:lnTo>
                    <a:lnTo>
                      <a:pt x="102108" y="10134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04" name="Google Shape;1104;p12"/>
            <p:cNvGrpSpPr/>
            <p:nvPr/>
          </p:nvGrpSpPr>
          <p:grpSpPr>
            <a:xfrm>
              <a:off x="8935698" y="6278499"/>
              <a:ext cx="55715" cy="69350"/>
              <a:chOff x="9358121" y="5850636"/>
              <a:chExt cx="47625" cy="55245"/>
            </a:xfrm>
          </p:grpSpPr>
          <p:sp>
            <p:nvSpPr>
              <p:cNvPr id="1105" name="Google Shape;1105;p12"/>
              <p:cNvSpPr/>
              <p:nvPr/>
            </p:nvSpPr>
            <p:spPr>
              <a:xfrm>
                <a:off x="9359645" y="5850636"/>
                <a:ext cx="40640" cy="0"/>
              </a:xfrm>
              <a:custGeom>
                <a:rect b="b" l="l" r="r" t="t"/>
                <a:pathLst>
                  <a:path extrusionOk="0" h="120000" w="40640">
                    <a:moveTo>
                      <a:pt x="0" y="0"/>
                    </a:moveTo>
                    <a:lnTo>
                      <a:pt x="9846" y="0"/>
                    </a:lnTo>
                    <a:lnTo>
                      <a:pt x="19907" y="0"/>
                    </a:lnTo>
                    <a:lnTo>
                      <a:pt x="30110" y="0"/>
                    </a:lnTo>
                    <a:lnTo>
                      <a:pt x="40386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6" name="Google Shape;1106;p12"/>
              <p:cNvSpPr/>
              <p:nvPr/>
            </p:nvSpPr>
            <p:spPr>
              <a:xfrm>
                <a:off x="9358121" y="5900166"/>
                <a:ext cx="47625" cy="5715"/>
              </a:xfrm>
              <a:custGeom>
                <a:rect b="b" l="l" r="r" t="t"/>
                <a:pathLst>
                  <a:path extrusionOk="0" h="5714" w="47625">
                    <a:moveTo>
                      <a:pt x="0" y="4572"/>
                    </a:moveTo>
                    <a:lnTo>
                      <a:pt x="10727" y="5179"/>
                    </a:lnTo>
                    <a:lnTo>
                      <a:pt x="21240" y="5429"/>
                    </a:lnTo>
                    <a:lnTo>
                      <a:pt x="31611" y="4679"/>
                    </a:lnTo>
                    <a:lnTo>
                      <a:pt x="41910" y="2286"/>
                    </a:lnTo>
                    <a:lnTo>
                      <a:pt x="44196" y="1524"/>
                    </a:lnTo>
                    <a:lnTo>
                      <a:pt x="45720" y="762"/>
                    </a:lnTo>
                    <a:lnTo>
                      <a:pt x="47244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07" name="Google Shape;1107;p12"/>
            <p:cNvGrpSpPr/>
            <p:nvPr/>
          </p:nvGrpSpPr>
          <p:grpSpPr>
            <a:xfrm>
              <a:off x="9105947" y="6116826"/>
              <a:ext cx="378891" cy="337693"/>
              <a:chOff x="9503650" y="5721845"/>
              <a:chExt cx="323875" cy="269011"/>
            </a:xfrm>
          </p:grpSpPr>
          <p:pic>
            <p:nvPicPr>
              <p:cNvPr id="1108" name="Google Shape;1108;p12"/>
              <p:cNvPicPr preferRelativeResize="0"/>
              <p:nvPr/>
            </p:nvPicPr>
            <p:blipFill rotWithShape="1">
              <a:blip r:embed="rId63">
                <a:alphaModFix/>
              </a:blip>
              <a:srcRect b="0" l="0" r="0" t="0"/>
              <a:stretch/>
            </p:blipFill>
            <p:spPr>
              <a:xfrm>
                <a:off x="9503650" y="5721845"/>
                <a:ext cx="176047" cy="2598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09" name="Google Shape;1109;p12"/>
              <p:cNvPicPr preferRelativeResize="0"/>
              <p:nvPr/>
            </p:nvPicPr>
            <p:blipFill rotWithShape="1">
              <a:blip r:embed="rId64">
                <a:alphaModFix/>
              </a:blip>
              <a:srcRect b="0" l="0" r="0" t="0"/>
              <a:stretch/>
            </p:blipFill>
            <p:spPr>
              <a:xfrm>
                <a:off x="9707104" y="5835288"/>
                <a:ext cx="120421" cy="15556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110" name="Google Shape;1110;p12"/>
            <p:cNvPicPr preferRelativeResize="0"/>
            <p:nvPr/>
          </p:nvPicPr>
          <p:blipFill rotWithShape="1">
            <a:blip r:embed="rId65">
              <a:alphaModFix/>
            </a:blip>
            <a:srcRect b="0" l="0" r="0" t="0"/>
            <a:stretch/>
          </p:blipFill>
          <p:spPr>
            <a:xfrm>
              <a:off x="8850969" y="6663806"/>
              <a:ext cx="133773" cy="19409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11" name="Google Shape;1111;p12"/>
            <p:cNvGrpSpPr/>
            <p:nvPr/>
          </p:nvGrpSpPr>
          <p:grpSpPr>
            <a:xfrm>
              <a:off x="9103052" y="6551098"/>
              <a:ext cx="421902" cy="306126"/>
              <a:chOff x="9501175" y="6067793"/>
              <a:chExt cx="360641" cy="243865"/>
            </a:xfrm>
          </p:grpSpPr>
          <p:pic>
            <p:nvPicPr>
              <p:cNvPr id="1112" name="Google Shape;1112;p12"/>
              <p:cNvPicPr preferRelativeResize="0"/>
              <p:nvPr/>
            </p:nvPicPr>
            <p:blipFill rotWithShape="1">
              <a:blip r:embed="rId66">
                <a:alphaModFix/>
              </a:blip>
              <a:srcRect b="0" l="0" r="0" t="0"/>
              <a:stretch/>
            </p:blipFill>
            <p:spPr>
              <a:xfrm>
                <a:off x="9501175" y="6081509"/>
                <a:ext cx="255485" cy="2301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13" name="Google Shape;1113;p12"/>
              <p:cNvPicPr preferRelativeResize="0"/>
              <p:nvPr/>
            </p:nvPicPr>
            <p:blipFill rotWithShape="1">
              <a:blip r:embed="rId67">
                <a:alphaModFix/>
              </a:blip>
              <a:srcRect b="0" l="0" r="0" t="0"/>
              <a:stretch/>
            </p:blipFill>
            <p:spPr>
              <a:xfrm>
                <a:off x="9777209" y="6067793"/>
                <a:ext cx="84607" cy="7927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14" name="Google Shape;1114;p12"/>
            <p:cNvGrpSpPr/>
            <p:nvPr/>
          </p:nvGrpSpPr>
          <p:grpSpPr>
            <a:xfrm>
              <a:off x="4835952" y="5708380"/>
              <a:ext cx="899492" cy="251260"/>
              <a:chOff x="5853671" y="5396471"/>
              <a:chExt cx="768883" cy="200157"/>
            </a:xfrm>
          </p:grpSpPr>
          <p:pic>
            <p:nvPicPr>
              <p:cNvPr id="1115" name="Google Shape;1115;p12"/>
              <p:cNvPicPr preferRelativeResize="0"/>
              <p:nvPr/>
            </p:nvPicPr>
            <p:blipFill rotWithShape="1">
              <a:blip r:embed="rId68">
                <a:alphaModFix/>
              </a:blip>
              <a:srcRect b="0" l="0" r="0" t="0"/>
              <a:stretch/>
            </p:blipFill>
            <p:spPr>
              <a:xfrm>
                <a:off x="5853671" y="5428308"/>
                <a:ext cx="134899" cy="1683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16" name="Google Shape;1116;p12"/>
              <p:cNvPicPr preferRelativeResize="0"/>
              <p:nvPr/>
            </p:nvPicPr>
            <p:blipFill rotWithShape="1">
              <a:blip r:embed="rId69">
                <a:alphaModFix/>
              </a:blip>
              <a:srcRect b="0" l="0" r="0" t="0"/>
              <a:stretch/>
            </p:blipFill>
            <p:spPr>
              <a:xfrm>
                <a:off x="6011405" y="5396471"/>
                <a:ext cx="332257" cy="19281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17" name="Google Shape;1117;p12"/>
              <p:cNvPicPr preferRelativeResize="0"/>
              <p:nvPr/>
            </p:nvPicPr>
            <p:blipFill rotWithShape="1">
              <a:blip r:embed="rId70">
                <a:alphaModFix/>
              </a:blip>
              <a:srcRect b="0" l="0" r="0" t="0"/>
              <a:stretch/>
            </p:blipFill>
            <p:spPr>
              <a:xfrm>
                <a:off x="6385261" y="5410949"/>
                <a:ext cx="237293" cy="13795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118" name="Google Shape;1118;p12"/>
            <p:cNvPicPr preferRelativeResize="0"/>
            <p:nvPr/>
          </p:nvPicPr>
          <p:blipFill rotWithShape="1">
            <a:blip r:embed="rId71">
              <a:alphaModFix/>
            </a:blip>
            <a:srcRect b="0" l="0" r="0" t="0"/>
            <a:stretch/>
          </p:blipFill>
          <p:spPr>
            <a:xfrm>
              <a:off x="5980561" y="5681597"/>
              <a:ext cx="198151" cy="1653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19" name="Google Shape;1119;p12"/>
            <p:cNvGrpSpPr/>
            <p:nvPr/>
          </p:nvGrpSpPr>
          <p:grpSpPr>
            <a:xfrm>
              <a:off x="6511859" y="5539071"/>
              <a:ext cx="427028" cy="269777"/>
              <a:chOff x="7286231" y="5261597"/>
              <a:chExt cx="365022" cy="214909"/>
            </a:xfrm>
          </p:grpSpPr>
          <p:pic>
            <p:nvPicPr>
              <p:cNvPr id="1120" name="Google Shape;1120;p12"/>
              <p:cNvPicPr preferRelativeResize="0"/>
              <p:nvPr/>
            </p:nvPicPr>
            <p:blipFill rotWithShape="1">
              <a:blip r:embed="rId72">
                <a:alphaModFix/>
              </a:blip>
              <a:srcRect b="0" l="0" r="0" t="0"/>
              <a:stretch/>
            </p:blipFill>
            <p:spPr>
              <a:xfrm>
                <a:off x="7286231" y="5278730"/>
                <a:ext cx="153949" cy="1977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21" name="Google Shape;1121;p12"/>
              <p:cNvPicPr preferRelativeResize="0"/>
              <p:nvPr/>
            </p:nvPicPr>
            <p:blipFill rotWithShape="1">
              <a:blip r:embed="rId73">
                <a:alphaModFix/>
              </a:blip>
              <a:srcRect b="0" l="0" r="0" t="0"/>
              <a:stretch/>
            </p:blipFill>
            <p:spPr>
              <a:xfrm>
                <a:off x="7465301" y="5354156"/>
                <a:ext cx="83083" cy="842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22" name="Google Shape;1122;p12"/>
              <p:cNvPicPr preferRelativeResize="0"/>
              <p:nvPr/>
            </p:nvPicPr>
            <p:blipFill rotWithShape="1">
              <a:blip r:embed="rId74">
                <a:alphaModFix/>
              </a:blip>
              <a:srcRect b="0" l="0" r="0" t="0"/>
              <a:stretch/>
            </p:blipFill>
            <p:spPr>
              <a:xfrm>
                <a:off x="7573302" y="5261597"/>
                <a:ext cx="77951" cy="1592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123" name="Google Shape;1123;p12"/>
            <p:cNvPicPr preferRelativeResize="0"/>
            <p:nvPr/>
          </p:nvPicPr>
          <p:blipFill rotWithShape="1">
            <a:blip r:embed="rId75">
              <a:alphaModFix/>
            </a:blip>
            <a:srcRect b="0" l="0" r="0" t="0"/>
            <a:stretch/>
          </p:blipFill>
          <p:spPr>
            <a:xfrm>
              <a:off x="7162191" y="5530463"/>
              <a:ext cx="286599" cy="2621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24" name="Google Shape;1124;p12"/>
            <p:cNvGrpSpPr/>
            <p:nvPr/>
          </p:nvGrpSpPr>
          <p:grpSpPr>
            <a:xfrm>
              <a:off x="7826732" y="5371691"/>
              <a:ext cx="1189530" cy="351212"/>
              <a:chOff x="8410181" y="5128259"/>
              <a:chExt cx="1016806" cy="279781"/>
            </a:xfrm>
          </p:grpSpPr>
          <p:pic>
            <p:nvPicPr>
              <p:cNvPr id="1125" name="Google Shape;1125;p12"/>
              <p:cNvPicPr preferRelativeResize="0"/>
              <p:nvPr/>
            </p:nvPicPr>
            <p:blipFill rotWithShape="1">
              <a:blip r:embed="rId76">
                <a:alphaModFix/>
              </a:blip>
              <a:srcRect b="0" l="0" r="0" t="0"/>
              <a:stretch/>
            </p:blipFill>
            <p:spPr>
              <a:xfrm>
                <a:off x="8410181" y="5172455"/>
                <a:ext cx="464845" cy="1691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26" name="Google Shape;1126;p12"/>
              <p:cNvSpPr/>
              <p:nvPr/>
            </p:nvSpPr>
            <p:spPr>
              <a:xfrm>
                <a:off x="8897111" y="5146071"/>
                <a:ext cx="78105" cy="255904"/>
              </a:xfrm>
              <a:custGeom>
                <a:rect b="b" l="l" r="r" t="t"/>
                <a:pathLst>
                  <a:path extrusionOk="0" h="255904" w="78104">
                    <a:moveTo>
                      <a:pt x="5333" y="89630"/>
                    </a:moveTo>
                    <a:lnTo>
                      <a:pt x="42671" y="56102"/>
                    </a:lnTo>
                    <a:lnTo>
                      <a:pt x="50208" y="52351"/>
                    </a:lnTo>
                    <a:lnTo>
                      <a:pt x="58959" y="47815"/>
                    </a:lnTo>
                    <a:lnTo>
                      <a:pt x="66996" y="42279"/>
                    </a:lnTo>
                    <a:lnTo>
                      <a:pt x="72389" y="35528"/>
                    </a:lnTo>
                    <a:lnTo>
                      <a:pt x="73318" y="27217"/>
                    </a:lnTo>
                    <a:lnTo>
                      <a:pt x="69532" y="20478"/>
                    </a:lnTo>
                    <a:lnTo>
                      <a:pt x="25955" y="0"/>
                    </a:lnTo>
                    <a:lnTo>
                      <a:pt x="16001" y="476"/>
                    </a:lnTo>
                    <a:lnTo>
                      <a:pt x="7822" y="5036"/>
                    </a:lnTo>
                    <a:lnTo>
                      <a:pt x="3143" y="12954"/>
                    </a:lnTo>
                    <a:lnTo>
                      <a:pt x="892" y="22443"/>
                    </a:lnTo>
                    <a:lnTo>
                      <a:pt x="0" y="31718"/>
                    </a:lnTo>
                    <a:lnTo>
                      <a:pt x="297" y="46779"/>
                    </a:lnTo>
                    <a:lnTo>
                      <a:pt x="2952" y="61341"/>
                    </a:lnTo>
                    <a:lnTo>
                      <a:pt x="7179" y="75759"/>
                    </a:lnTo>
                    <a:lnTo>
                      <a:pt x="12191" y="90392"/>
                    </a:lnTo>
                    <a:lnTo>
                      <a:pt x="17990" y="105834"/>
                    </a:lnTo>
                    <a:lnTo>
                      <a:pt x="23717" y="121348"/>
                    </a:lnTo>
                    <a:lnTo>
                      <a:pt x="36385" y="167735"/>
                    </a:lnTo>
                    <a:lnTo>
                      <a:pt x="38671" y="197453"/>
                    </a:lnTo>
                    <a:lnTo>
                      <a:pt x="38099" y="212312"/>
                    </a:lnTo>
                    <a:lnTo>
                      <a:pt x="36528" y="223254"/>
                    </a:lnTo>
                    <a:lnTo>
                      <a:pt x="33527" y="233553"/>
                    </a:lnTo>
                    <a:lnTo>
                      <a:pt x="29956" y="243709"/>
                    </a:lnTo>
                    <a:lnTo>
                      <a:pt x="26669" y="254222"/>
                    </a:lnTo>
                    <a:lnTo>
                      <a:pt x="26669" y="254984"/>
                    </a:lnTo>
                    <a:lnTo>
                      <a:pt x="26669" y="255746"/>
                    </a:lnTo>
                    <a:lnTo>
                      <a:pt x="33444" y="251662"/>
                    </a:lnTo>
                    <a:lnTo>
                      <a:pt x="61817" y="209740"/>
                    </a:lnTo>
                    <a:lnTo>
                      <a:pt x="74402" y="169830"/>
                    </a:lnTo>
                    <a:lnTo>
                      <a:pt x="78045" y="141351"/>
                    </a:lnTo>
                    <a:lnTo>
                      <a:pt x="77723" y="126968"/>
                    </a:lnTo>
                    <a:lnTo>
                      <a:pt x="53339" y="96488"/>
                    </a:lnTo>
                    <a:lnTo>
                      <a:pt x="43219" y="95595"/>
                    </a:lnTo>
                    <a:lnTo>
                      <a:pt x="33527" y="97345"/>
                    </a:lnTo>
                    <a:lnTo>
                      <a:pt x="24407" y="101524"/>
                    </a:lnTo>
                    <a:lnTo>
                      <a:pt x="16001" y="107918"/>
                    </a:lnTo>
                    <a:lnTo>
                      <a:pt x="9905" y="114014"/>
                    </a:lnTo>
                    <a:lnTo>
                      <a:pt x="12953" y="112490"/>
                    </a:lnTo>
                    <a:lnTo>
                      <a:pt x="11429" y="118586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127" name="Google Shape;1127;p12"/>
              <p:cNvPicPr preferRelativeResize="0"/>
              <p:nvPr/>
            </p:nvPicPr>
            <p:blipFill rotWithShape="1">
              <a:blip r:embed="rId77">
                <a:alphaModFix/>
              </a:blip>
              <a:srcRect b="0" l="0" r="0" t="0"/>
              <a:stretch/>
            </p:blipFill>
            <p:spPr>
              <a:xfrm>
                <a:off x="8993111" y="5185397"/>
                <a:ext cx="90167" cy="18757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28" name="Google Shape;1128;p12"/>
              <p:cNvSpPr/>
              <p:nvPr/>
            </p:nvSpPr>
            <p:spPr>
              <a:xfrm>
                <a:off x="9129236" y="5197601"/>
                <a:ext cx="9525" cy="67310"/>
              </a:xfrm>
              <a:custGeom>
                <a:rect b="b" l="l" r="r" t="t"/>
                <a:pathLst>
                  <a:path extrusionOk="0" h="67310" w="9525">
                    <a:moveTo>
                      <a:pt x="1809" y="0"/>
                    </a:moveTo>
                    <a:lnTo>
                      <a:pt x="1571" y="9024"/>
                    </a:lnTo>
                    <a:lnTo>
                      <a:pt x="1047" y="17907"/>
                    </a:lnTo>
                    <a:lnTo>
                      <a:pt x="523" y="26789"/>
                    </a:lnTo>
                    <a:lnTo>
                      <a:pt x="285" y="35814"/>
                    </a:lnTo>
                    <a:lnTo>
                      <a:pt x="107" y="42660"/>
                    </a:lnTo>
                    <a:lnTo>
                      <a:pt x="0" y="49434"/>
                    </a:lnTo>
                    <a:lnTo>
                      <a:pt x="607" y="56066"/>
                    </a:lnTo>
                    <a:lnTo>
                      <a:pt x="2571" y="62484"/>
                    </a:lnTo>
                    <a:lnTo>
                      <a:pt x="4857" y="67056"/>
                    </a:lnTo>
                    <a:lnTo>
                      <a:pt x="5619" y="64769"/>
                    </a:lnTo>
                    <a:lnTo>
                      <a:pt x="9429" y="66294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9" name="Google Shape;1129;p12"/>
              <p:cNvSpPr/>
              <p:nvPr/>
            </p:nvSpPr>
            <p:spPr>
              <a:xfrm>
                <a:off x="9121139" y="5128259"/>
                <a:ext cx="15240" cy="15240"/>
              </a:xfrm>
              <a:custGeom>
                <a:rect b="b" l="l" r="r" t="t"/>
                <a:pathLst>
                  <a:path extrusionOk="0" h="15239" w="15240">
                    <a:moveTo>
                      <a:pt x="0" y="3048"/>
                    </a:moveTo>
                    <a:lnTo>
                      <a:pt x="0" y="11430"/>
                    </a:lnTo>
                    <a:lnTo>
                      <a:pt x="3048" y="15240"/>
                    </a:lnTo>
                    <a:lnTo>
                      <a:pt x="11430" y="15240"/>
                    </a:lnTo>
                    <a:lnTo>
                      <a:pt x="15240" y="11430"/>
                    </a:lnTo>
                    <a:lnTo>
                      <a:pt x="15240" y="7620"/>
                    </a:lnTo>
                    <a:lnTo>
                      <a:pt x="15240" y="3048"/>
                    </a:lnTo>
                    <a:lnTo>
                      <a:pt x="11430" y="0"/>
                    </a:lnTo>
                    <a:lnTo>
                      <a:pt x="3048" y="0"/>
                    </a:lnTo>
                    <a:lnTo>
                      <a:pt x="0" y="304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130" name="Google Shape;1130;p12"/>
              <p:cNvPicPr preferRelativeResize="0"/>
              <p:nvPr/>
            </p:nvPicPr>
            <p:blipFill rotWithShape="1">
              <a:blip r:embed="rId78">
                <a:alphaModFix/>
              </a:blip>
              <a:srcRect b="0" l="0" r="0" t="0"/>
              <a:stretch/>
            </p:blipFill>
            <p:spPr>
              <a:xfrm>
                <a:off x="9179801" y="5183111"/>
                <a:ext cx="116611" cy="8003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31" name="Google Shape;1131;p12"/>
              <p:cNvSpPr/>
              <p:nvPr/>
            </p:nvSpPr>
            <p:spPr>
              <a:xfrm>
                <a:off x="9276492" y="5153405"/>
                <a:ext cx="150495" cy="254635"/>
              </a:xfrm>
              <a:custGeom>
                <a:rect b="b" l="l" r="r" t="t"/>
                <a:pathLst>
                  <a:path extrusionOk="0" h="254635" w="150495">
                    <a:moveTo>
                      <a:pt x="77057" y="53339"/>
                    </a:moveTo>
                    <a:lnTo>
                      <a:pt x="78581" y="43684"/>
                    </a:lnTo>
                    <a:lnTo>
                      <a:pt x="80105" y="32670"/>
                    </a:lnTo>
                    <a:lnTo>
                      <a:pt x="80486" y="21514"/>
                    </a:lnTo>
                    <a:lnTo>
                      <a:pt x="78581" y="11429"/>
                    </a:lnTo>
                    <a:lnTo>
                      <a:pt x="75533" y="4571"/>
                    </a:lnTo>
                    <a:lnTo>
                      <a:pt x="65627" y="0"/>
                    </a:lnTo>
                    <a:lnTo>
                      <a:pt x="58769" y="3047"/>
                    </a:lnTo>
                    <a:lnTo>
                      <a:pt x="29051" y="36575"/>
                    </a:lnTo>
                    <a:lnTo>
                      <a:pt x="21550" y="65401"/>
                    </a:lnTo>
                    <a:lnTo>
                      <a:pt x="24479" y="74675"/>
                    </a:lnTo>
                    <a:lnTo>
                      <a:pt x="30408" y="79843"/>
                    </a:lnTo>
                    <a:lnTo>
                      <a:pt x="38195" y="82295"/>
                    </a:lnTo>
                    <a:lnTo>
                      <a:pt x="46553" y="83034"/>
                    </a:lnTo>
                    <a:lnTo>
                      <a:pt x="54197" y="83057"/>
                    </a:lnTo>
                    <a:lnTo>
                      <a:pt x="62579" y="82295"/>
                    </a:lnTo>
                    <a:lnTo>
                      <a:pt x="71723" y="76961"/>
                    </a:lnTo>
                    <a:lnTo>
                      <a:pt x="74009" y="68579"/>
                    </a:lnTo>
                    <a:lnTo>
                      <a:pt x="76295" y="62483"/>
                    </a:lnTo>
                    <a:lnTo>
                      <a:pt x="77057" y="54863"/>
                    </a:lnTo>
                    <a:lnTo>
                      <a:pt x="76295" y="48767"/>
                    </a:lnTo>
                    <a:lnTo>
                      <a:pt x="75533" y="45719"/>
                    </a:lnTo>
                    <a:lnTo>
                      <a:pt x="75533" y="44195"/>
                    </a:lnTo>
                    <a:lnTo>
                      <a:pt x="73949" y="50280"/>
                    </a:lnTo>
                    <a:lnTo>
                      <a:pt x="66198" y="103250"/>
                    </a:lnTo>
                    <a:lnTo>
                      <a:pt x="64841" y="119824"/>
                    </a:lnTo>
                    <a:lnTo>
                      <a:pt x="63341" y="136397"/>
                    </a:lnTo>
                    <a:lnTo>
                      <a:pt x="58304" y="185797"/>
                    </a:lnTo>
                    <a:lnTo>
                      <a:pt x="51149" y="224504"/>
                    </a:lnTo>
                    <a:lnTo>
                      <a:pt x="29813" y="254507"/>
                    </a:lnTo>
                    <a:lnTo>
                      <a:pt x="23717" y="250697"/>
                    </a:lnTo>
                    <a:lnTo>
                      <a:pt x="6191" y="212597"/>
                    </a:lnTo>
                    <a:lnTo>
                      <a:pt x="511" y="170699"/>
                    </a:lnTo>
                    <a:lnTo>
                      <a:pt x="0" y="148280"/>
                    </a:lnTo>
                    <a:lnTo>
                      <a:pt x="476" y="141350"/>
                    </a:lnTo>
                    <a:lnTo>
                      <a:pt x="30003" y="116776"/>
                    </a:lnTo>
                    <a:lnTo>
                      <a:pt x="72961" y="101298"/>
                    </a:lnTo>
                    <a:lnTo>
                      <a:pt x="92487" y="94106"/>
                    </a:lnTo>
                    <a:lnTo>
                      <a:pt x="130397" y="77723"/>
                    </a:lnTo>
                    <a:lnTo>
                      <a:pt x="145934" y="66472"/>
                    </a:lnTo>
                    <a:lnTo>
                      <a:pt x="150209" y="60959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132" name="Google Shape;1132;p12"/>
            <p:cNvPicPr preferRelativeResize="0"/>
            <p:nvPr/>
          </p:nvPicPr>
          <p:blipFill rotWithShape="1">
            <a:blip r:embed="rId79">
              <a:alphaModFix/>
            </a:blip>
            <a:srcRect b="0" l="0" r="0" t="0"/>
            <a:stretch/>
          </p:blipFill>
          <p:spPr>
            <a:xfrm>
              <a:off x="5018697" y="6399007"/>
              <a:ext cx="249632" cy="13586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33" name="Google Shape;1133;p12"/>
            <p:cNvGrpSpPr/>
            <p:nvPr/>
          </p:nvGrpSpPr>
          <p:grpSpPr>
            <a:xfrm>
              <a:off x="5393117" y="6186221"/>
              <a:ext cx="408576" cy="440011"/>
              <a:chOff x="6329934" y="5777126"/>
              <a:chExt cx="349250" cy="350520"/>
            </a:xfrm>
          </p:grpSpPr>
          <p:sp>
            <p:nvSpPr>
              <p:cNvPr id="1134" name="Google Shape;1134;p12"/>
              <p:cNvSpPr/>
              <p:nvPr/>
            </p:nvSpPr>
            <p:spPr>
              <a:xfrm>
                <a:off x="6329934" y="5777126"/>
                <a:ext cx="349250" cy="350520"/>
              </a:xfrm>
              <a:custGeom>
                <a:rect b="b" l="l" r="r" t="t"/>
                <a:pathLst>
                  <a:path extrusionOk="0" h="350520" w="349250">
                    <a:moveTo>
                      <a:pt x="295655" y="46077"/>
                    </a:moveTo>
                    <a:lnTo>
                      <a:pt x="254507" y="17883"/>
                    </a:lnTo>
                    <a:lnTo>
                      <a:pt x="207037" y="2345"/>
                    </a:lnTo>
                    <a:lnTo>
                      <a:pt x="168604" y="0"/>
                    </a:lnTo>
                    <a:lnTo>
                      <a:pt x="147351" y="1500"/>
                    </a:lnTo>
                    <a:lnTo>
                      <a:pt x="105917" y="11787"/>
                    </a:lnTo>
                    <a:lnTo>
                      <a:pt x="63341" y="35028"/>
                    </a:lnTo>
                    <a:lnTo>
                      <a:pt x="30479" y="69699"/>
                    </a:lnTo>
                    <a:lnTo>
                      <a:pt x="7810" y="121515"/>
                    </a:lnTo>
                    <a:lnTo>
                      <a:pt x="0" y="177903"/>
                    </a:lnTo>
                    <a:lnTo>
                      <a:pt x="488" y="205108"/>
                    </a:lnTo>
                    <a:lnTo>
                      <a:pt x="12322" y="255805"/>
                    </a:lnTo>
                    <a:lnTo>
                      <a:pt x="36742" y="298192"/>
                    </a:lnTo>
                    <a:lnTo>
                      <a:pt x="69175" y="328552"/>
                    </a:lnTo>
                    <a:lnTo>
                      <a:pt x="108918" y="346233"/>
                    </a:lnTo>
                    <a:lnTo>
                      <a:pt x="153114" y="350377"/>
                    </a:lnTo>
                    <a:lnTo>
                      <a:pt x="174497" y="348591"/>
                    </a:lnTo>
                    <a:lnTo>
                      <a:pt x="223265" y="331731"/>
                    </a:lnTo>
                    <a:lnTo>
                      <a:pt x="267461" y="305157"/>
                    </a:lnTo>
                    <a:lnTo>
                      <a:pt x="304133" y="273915"/>
                    </a:lnTo>
                    <a:lnTo>
                      <a:pt x="332231" y="235815"/>
                    </a:lnTo>
                    <a:lnTo>
                      <a:pt x="346043" y="196286"/>
                    </a:lnTo>
                    <a:lnTo>
                      <a:pt x="348995" y="155043"/>
                    </a:lnTo>
                    <a:lnTo>
                      <a:pt x="348067" y="134421"/>
                    </a:lnTo>
                    <a:lnTo>
                      <a:pt x="339351" y="95464"/>
                    </a:lnTo>
                    <a:lnTo>
                      <a:pt x="311753" y="50077"/>
                    </a:lnTo>
                    <a:lnTo>
                      <a:pt x="275951" y="24907"/>
                    </a:lnTo>
                    <a:lnTo>
                      <a:pt x="231647" y="21693"/>
                    </a:lnTo>
                    <a:lnTo>
                      <a:pt x="228599" y="21693"/>
                    </a:lnTo>
                    <a:lnTo>
                      <a:pt x="222503" y="21693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135" name="Google Shape;1135;p12"/>
              <p:cNvPicPr preferRelativeResize="0"/>
              <p:nvPr/>
            </p:nvPicPr>
            <p:blipFill rotWithShape="1">
              <a:blip r:embed="rId80">
                <a:alphaModFix/>
              </a:blip>
              <a:srcRect b="0" l="0" r="0" t="0"/>
              <a:stretch/>
            </p:blipFill>
            <p:spPr>
              <a:xfrm>
                <a:off x="6442232" y="5879781"/>
                <a:ext cx="79737" cy="16898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36" name="Google Shape;1136;p12"/>
            <p:cNvGrpSpPr/>
            <p:nvPr/>
          </p:nvGrpSpPr>
          <p:grpSpPr>
            <a:xfrm>
              <a:off x="5581211" y="6750075"/>
              <a:ext cx="55715" cy="167554"/>
              <a:chOff x="6490716" y="6226301"/>
              <a:chExt cx="47625" cy="133476"/>
            </a:xfrm>
          </p:grpSpPr>
          <p:sp>
            <p:nvSpPr>
              <p:cNvPr id="1137" name="Google Shape;1137;p12"/>
              <p:cNvSpPr/>
              <p:nvPr/>
            </p:nvSpPr>
            <p:spPr>
              <a:xfrm>
                <a:off x="6490716" y="6246113"/>
                <a:ext cx="5080" cy="113664"/>
              </a:xfrm>
              <a:custGeom>
                <a:rect b="b" l="l" r="r" t="t"/>
                <a:pathLst>
                  <a:path extrusionOk="0" h="113664" w="5079">
                    <a:moveTo>
                      <a:pt x="1524" y="0"/>
                    </a:moveTo>
                    <a:lnTo>
                      <a:pt x="547" y="13275"/>
                    </a:lnTo>
                    <a:lnTo>
                      <a:pt x="0" y="26765"/>
                    </a:lnTo>
                    <a:lnTo>
                      <a:pt x="23" y="40397"/>
                    </a:lnTo>
                    <a:lnTo>
                      <a:pt x="762" y="54102"/>
                    </a:lnTo>
                    <a:lnTo>
                      <a:pt x="1893" y="67246"/>
                    </a:lnTo>
                    <a:lnTo>
                      <a:pt x="2952" y="80391"/>
                    </a:lnTo>
                    <a:lnTo>
                      <a:pt x="3869" y="93535"/>
                    </a:lnTo>
                    <a:lnTo>
                      <a:pt x="4572" y="106680"/>
                    </a:lnTo>
                    <a:lnTo>
                      <a:pt x="4572" y="108966"/>
                    </a:lnTo>
                    <a:lnTo>
                      <a:pt x="4572" y="110489"/>
                    </a:lnTo>
                    <a:lnTo>
                      <a:pt x="4572" y="113538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8" name="Google Shape;1138;p12"/>
              <p:cNvSpPr/>
              <p:nvPr/>
            </p:nvSpPr>
            <p:spPr>
              <a:xfrm>
                <a:off x="6490716" y="6226301"/>
                <a:ext cx="47625" cy="64135"/>
              </a:xfrm>
              <a:custGeom>
                <a:rect b="b" l="l" r="r" t="t"/>
                <a:pathLst>
                  <a:path extrusionOk="0" h="64135" w="47625">
                    <a:moveTo>
                      <a:pt x="7620" y="16764"/>
                    </a:moveTo>
                    <a:lnTo>
                      <a:pt x="7620" y="5334"/>
                    </a:lnTo>
                    <a:lnTo>
                      <a:pt x="6096" y="1524"/>
                    </a:lnTo>
                    <a:lnTo>
                      <a:pt x="18288" y="762"/>
                    </a:lnTo>
                    <a:lnTo>
                      <a:pt x="26670" y="0"/>
                    </a:lnTo>
                    <a:lnTo>
                      <a:pt x="35052" y="0"/>
                    </a:lnTo>
                    <a:lnTo>
                      <a:pt x="41148" y="6096"/>
                    </a:lnTo>
                    <a:lnTo>
                      <a:pt x="45279" y="10846"/>
                    </a:lnTo>
                    <a:lnTo>
                      <a:pt x="47339" y="16668"/>
                    </a:lnTo>
                    <a:lnTo>
                      <a:pt x="47255" y="22919"/>
                    </a:lnTo>
                    <a:lnTo>
                      <a:pt x="16002" y="55626"/>
                    </a:lnTo>
                    <a:lnTo>
                      <a:pt x="13716" y="56388"/>
                    </a:lnTo>
                    <a:lnTo>
                      <a:pt x="3048" y="64008"/>
                    </a:lnTo>
                    <a:lnTo>
                      <a:pt x="0" y="61722"/>
                    </a:lnTo>
                    <a:lnTo>
                      <a:pt x="762" y="57912"/>
                    </a:lnTo>
                    <a:lnTo>
                      <a:pt x="2286" y="56388"/>
                    </a:lnTo>
                    <a:lnTo>
                      <a:pt x="5334" y="5562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9" name="Google Shape;1139;p12"/>
            <p:cNvSpPr/>
            <p:nvPr/>
          </p:nvSpPr>
          <p:spPr>
            <a:xfrm>
              <a:off x="5677932" y="6362673"/>
              <a:ext cx="9657" cy="114786"/>
            </a:xfrm>
            <a:custGeom>
              <a:rect b="b" l="l" r="r" t="t"/>
              <a:pathLst>
                <a:path extrusionOk="0" h="91439" w="8254">
                  <a:moveTo>
                    <a:pt x="1904" y="0"/>
                  </a:moveTo>
                  <a:lnTo>
                    <a:pt x="309" y="11584"/>
                  </a:lnTo>
                  <a:lnTo>
                    <a:pt x="0" y="21240"/>
                  </a:lnTo>
                  <a:lnTo>
                    <a:pt x="833" y="30753"/>
                  </a:lnTo>
                  <a:lnTo>
                    <a:pt x="2666" y="41910"/>
                  </a:lnTo>
                  <a:lnTo>
                    <a:pt x="4357" y="52768"/>
                  </a:lnTo>
                  <a:lnTo>
                    <a:pt x="5905" y="63627"/>
                  </a:lnTo>
                  <a:lnTo>
                    <a:pt x="7167" y="74485"/>
                  </a:lnTo>
                  <a:lnTo>
                    <a:pt x="8000" y="85344"/>
                  </a:lnTo>
                  <a:lnTo>
                    <a:pt x="8000" y="88392"/>
                  </a:lnTo>
                  <a:lnTo>
                    <a:pt x="8000" y="89154"/>
                  </a:lnTo>
                  <a:lnTo>
                    <a:pt x="8000" y="9144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0" name="Google Shape;1140;p12"/>
            <p:cNvGrpSpPr/>
            <p:nvPr/>
          </p:nvGrpSpPr>
          <p:grpSpPr>
            <a:xfrm>
              <a:off x="5444821" y="6666856"/>
              <a:ext cx="394099" cy="343416"/>
              <a:chOff x="6374130" y="6160007"/>
              <a:chExt cx="336875" cy="273571"/>
            </a:xfrm>
          </p:grpSpPr>
          <p:sp>
            <p:nvSpPr>
              <p:cNvPr id="1141" name="Google Shape;1141;p12"/>
              <p:cNvSpPr/>
              <p:nvPr/>
            </p:nvSpPr>
            <p:spPr>
              <a:xfrm>
                <a:off x="6567678" y="6260591"/>
                <a:ext cx="71755" cy="85725"/>
              </a:xfrm>
              <a:custGeom>
                <a:rect b="b" l="l" r="r" t="t"/>
                <a:pathLst>
                  <a:path extrusionOk="0" h="85725" w="71754">
                    <a:moveTo>
                      <a:pt x="15240" y="14478"/>
                    </a:moveTo>
                    <a:lnTo>
                      <a:pt x="19050" y="0"/>
                    </a:lnTo>
                    <a:lnTo>
                      <a:pt x="17526" y="762"/>
                    </a:lnTo>
                    <a:lnTo>
                      <a:pt x="31242" y="762"/>
                    </a:lnTo>
                    <a:lnTo>
                      <a:pt x="39624" y="762"/>
                    </a:lnTo>
                    <a:lnTo>
                      <a:pt x="44196" y="6096"/>
                    </a:lnTo>
                    <a:lnTo>
                      <a:pt x="46482" y="14478"/>
                    </a:lnTo>
                    <a:lnTo>
                      <a:pt x="47815" y="22705"/>
                    </a:lnTo>
                    <a:lnTo>
                      <a:pt x="47434" y="31146"/>
                    </a:lnTo>
                    <a:lnTo>
                      <a:pt x="26479" y="69723"/>
                    </a:lnTo>
                    <a:lnTo>
                      <a:pt x="4572" y="85344"/>
                    </a:lnTo>
                    <a:lnTo>
                      <a:pt x="2286" y="85344"/>
                    </a:lnTo>
                    <a:lnTo>
                      <a:pt x="1524" y="85344"/>
                    </a:lnTo>
                    <a:lnTo>
                      <a:pt x="0" y="85344"/>
                    </a:lnTo>
                    <a:lnTo>
                      <a:pt x="1524" y="80010"/>
                    </a:lnTo>
                    <a:lnTo>
                      <a:pt x="2286" y="78486"/>
                    </a:lnTo>
                    <a:lnTo>
                      <a:pt x="9144" y="75438"/>
                    </a:lnTo>
                    <a:lnTo>
                      <a:pt x="15240" y="73152"/>
                    </a:lnTo>
                    <a:lnTo>
                      <a:pt x="25146" y="73152"/>
                    </a:lnTo>
                    <a:lnTo>
                      <a:pt x="32004" y="73914"/>
                    </a:lnTo>
                    <a:lnTo>
                      <a:pt x="38862" y="75438"/>
                    </a:lnTo>
                    <a:lnTo>
                      <a:pt x="45720" y="80772"/>
                    </a:lnTo>
                    <a:lnTo>
                      <a:pt x="52578" y="83058"/>
                    </a:lnTo>
                    <a:lnTo>
                      <a:pt x="59436" y="85344"/>
                    </a:lnTo>
                    <a:lnTo>
                      <a:pt x="64770" y="84582"/>
                    </a:lnTo>
                    <a:lnTo>
                      <a:pt x="71628" y="83058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2" name="Google Shape;1142;p12"/>
              <p:cNvSpPr/>
              <p:nvPr/>
            </p:nvSpPr>
            <p:spPr>
              <a:xfrm>
                <a:off x="6374130" y="6160007"/>
                <a:ext cx="294640" cy="266065"/>
              </a:xfrm>
              <a:custGeom>
                <a:rect b="b" l="l" r="r" t="t"/>
                <a:pathLst>
                  <a:path extrusionOk="0" h="266064" w="294640">
                    <a:moveTo>
                      <a:pt x="294132" y="44957"/>
                    </a:moveTo>
                    <a:lnTo>
                      <a:pt x="286678" y="39028"/>
                    </a:lnTo>
                    <a:lnTo>
                      <a:pt x="279082" y="32956"/>
                    </a:lnTo>
                    <a:lnTo>
                      <a:pt x="271200" y="27170"/>
                    </a:lnTo>
                    <a:lnTo>
                      <a:pt x="233648" y="9334"/>
                    </a:lnTo>
                    <a:lnTo>
                      <a:pt x="183725" y="500"/>
                    </a:lnTo>
                    <a:lnTo>
                      <a:pt x="164687" y="0"/>
                    </a:lnTo>
                    <a:lnTo>
                      <a:pt x="145792" y="1214"/>
                    </a:lnTo>
                    <a:lnTo>
                      <a:pt x="101453" y="12787"/>
                    </a:lnTo>
                    <a:lnTo>
                      <a:pt x="52994" y="39504"/>
                    </a:lnTo>
                    <a:lnTo>
                      <a:pt x="16716" y="79057"/>
                    </a:lnTo>
                    <a:lnTo>
                      <a:pt x="619" y="129158"/>
                    </a:lnTo>
                    <a:lnTo>
                      <a:pt x="0" y="156209"/>
                    </a:lnTo>
                    <a:lnTo>
                      <a:pt x="3655" y="176391"/>
                    </a:lnTo>
                    <a:lnTo>
                      <a:pt x="21538" y="211609"/>
                    </a:lnTo>
                    <a:lnTo>
                      <a:pt x="49351" y="239768"/>
                    </a:lnTo>
                    <a:lnTo>
                      <a:pt x="99822" y="264413"/>
                    </a:lnTo>
                    <a:lnTo>
                      <a:pt x="100584" y="265175"/>
                    </a:lnTo>
                    <a:lnTo>
                      <a:pt x="102108" y="265175"/>
                    </a:lnTo>
                    <a:lnTo>
                      <a:pt x="102870" y="265937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143" name="Google Shape;1143;p12"/>
              <p:cNvPicPr preferRelativeResize="0"/>
              <p:nvPr/>
            </p:nvPicPr>
            <p:blipFill rotWithShape="1">
              <a:blip r:embed="rId81">
                <a:alphaModFix/>
              </a:blip>
              <a:srcRect b="0" l="0" r="0" t="0"/>
              <a:stretch/>
            </p:blipFill>
            <p:spPr>
              <a:xfrm>
                <a:off x="6571475" y="6180569"/>
                <a:ext cx="139530" cy="25300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144" name="Google Shape;1144;p12"/>
            <p:cNvPicPr preferRelativeResize="0"/>
            <p:nvPr/>
          </p:nvPicPr>
          <p:blipFill rotWithShape="1">
            <a:blip r:embed="rId82">
              <a:alphaModFix/>
            </a:blip>
            <a:srcRect b="0" l="0" r="0" t="0"/>
            <a:stretch/>
          </p:blipFill>
          <p:spPr>
            <a:xfrm>
              <a:off x="6249775" y="6245003"/>
              <a:ext cx="140877" cy="1894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5" name="Google Shape;1145;p12"/>
            <p:cNvPicPr preferRelativeResize="0"/>
            <p:nvPr/>
          </p:nvPicPr>
          <p:blipFill rotWithShape="1">
            <a:blip r:embed="rId83">
              <a:alphaModFix/>
            </a:blip>
            <a:srcRect b="0" l="0" r="0" t="0"/>
            <a:stretch/>
          </p:blipFill>
          <p:spPr>
            <a:xfrm>
              <a:off x="6460489" y="6236394"/>
              <a:ext cx="259995" cy="23725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46" name="Google Shape;1146;p12"/>
            <p:cNvGrpSpPr/>
            <p:nvPr/>
          </p:nvGrpSpPr>
          <p:grpSpPr>
            <a:xfrm>
              <a:off x="6828335" y="6298585"/>
              <a:ext cx="56458" cy="69191"/>
              <a:chOff x="7556754" y="5866637"/>
              <a:chExt cx="48260" cy="55118"/>
            </a:xfrm>
          </p:grpSpPr>
          <p:sp>
            <p:nvSpPr>
              <p:cNvPr id="1147" name="Google Shape;1147;p12"/>
              <p:cNvSpPr/>
              <p:nvPr/>
            </p:nvSpPr>
            <p:spPr>
              <a:xfrm>
                <a:off x="7558278" y="5866637"/>
                <a:ext cx="36830" cy="0"/>
              </a:xfrm>
              <a:custGeom>
                <a:rect b="b" l="l" r="r" t="t"/>
                <a:pathLst>
                  <a:path extrusionOk="0" h="120000" w="36829">
                    <a:moveTo>
                      <a:pt x="0" y="0"/>
                    </a:moveTo>
                    <a:lnTo>
                      <a:pt x="9144" y="0"/>
                    </a:lnTo>
                    <a:lnTo>
                      <a:pt x="18288" y="0"/>
                    </a:lnTo>
                    <a:lnTo>
                      <a:pt x="27432" y="0"/>
                    </a:lnTo>
                    <a:lnTo>
                      <a:pt x="36576" y="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8" name="Google Shape;1148;p12"/>
              <p:cNvSpPr/>
              <p:nvPr/>
            </p:nvSpPr>
            <p:spPr>
              <a:xfrm>
                <a:off x="7556754" y="5907785"/>
                <a:ext cx="48260" cy="13970"/>
              </a:xfrm>
              <a:custGeom>
                <a:rect b="b" l="l" r="r" t="t"/>
                <a:pathLst>
                  <a:path extrusionOk="0" h="13970" w="48259">
                    <a:moveTo>
                      <a:pt x="0" y="13716"/>
                    </a:moveTo>
                    <a:lnTo>
                      <a:pt x="38862" y="4572"/>
                    </a:lnTo>
                    <a:lnTo>
                      <a:pt x="44196" y="3048"/>
                    </a:lnTo>
                    <a:lnTo>
                      <a:pt x="45720" y="3048"/>
                    </a:lnTo>
                    <a:lnTo>
                      <a:pt x="48006" y="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49" name="Google Shape;1149;p12"/>
            <p:cNvGrpSpPr/>
            <p:nvPr/>
          </p:nvGrpSpPr>
          <p:grpSpPr>
            <a:xfrm>
              <a:off x="7018769" y="6094841"/>
              <a:ext cx="649154" cy="399996"/>
              <a:chOff x="7719536" y="5704331"/>
              <a:chExt cx="554895" cy="318643"/>
            </a:xfrm>
          </p:grpSpPr>
          <p:pic>
            <p:nvPicPr>
              <p:cNvPr id="1150" name="Google Shape;1150;p12"/>
              <p:cNvPicPr preferRelativeResize="0"/>
              <p:nvPr/>
            </p:nvPicPr>
            <p:blipFill rotWithShape="1">
              <a:blip r:embed="rId84">
                <a:alphaModFix/>
              </a:blip>
              <a:srcRect b="0" l="0" r="0" t="0"/>
              <a:stretch/>
            </p:blipFill>
            <p:spPr>
              <a:xfrm>
                <a:off x="7778292" y="5826239"/>
                <a:ext cx="116801" cy="10289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51" name="Google Shape;1151;p12"/>
              <p:cNvPicPr preferRelativeResize="0"/>
              <p:nvPr/>
            </p:nvPicPr>
            <p:blipFill rotWithShape="1">
              <a:blip r:embed="rId85">
                <a:alphaModFix/>
              </a:blip>
              <a:srcRect b="0" l="0" r="0" t="0"/>
              <a:stretch/>
            </p:blipFill>
            <p:spPr>
              <a:xfrm>
                <a:off x="7935455" y="5765279"/>
                <a:ext cx="117373" cy="1562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52" name="Google Shape;1152;p12"/>
              <p:cNvPicPr preferRelativeResize="0"/>
              <p:nvPr/>
            </p:nvPicPr>
            <p:blipFill rotWithShape="1">
              <a:blip r:embed="rId86">
                <a:alphaModFix/>
              </a:blip>
              <a:srcRect b="0" l="0" r="0" t="0"/>
              <a:stretch/>
            </p:blipFill>
            <p:spPr>
              <a:xfrm>
                <a:off x="8084045" y="5814047"/>
                <a:ext cx="80035" cy="13413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53" name="Google Shape;1153;p12"/>
              <p:cNvSpPr/>
              <p:nvPr/>
            </p:nvSpPr>
            <p:spPr>
              <a:xfrm>
                <a:off x="8209026" y="5704331"/>
                <a:ext cx="65405" cy="240029"/>
              </a:xfrm>
              <a:custGeom>
                <a:rect b="b" l="l" r="r" t="t"/>
                <a:pathLst>
                  <a:path extrusionOk="0" h="240029" w="65404">
                    <a:moveTo>
                      <a:pt x="0" y="0"/>
                    </a:moveTo>
                    <a:lnTo>
                      <a:pt x="31611" y="28717"/>
                    </a:lnTo>
                    <a:lnTo>
                      <a:pt x="56197" y="73247"/>
                    </a:lnTo>
                    <a:lnTo>
                      <a:pt x="64948" y="126908"/>
                    </a:lnTo>
                    <a:lnTo>
                      <a:pt x="64103" y="145256"/>
                    </a:lnTo>
                    <a:lnTo>
                      <a:pt x="48363" y="196524"/>
                    </a:lnTo>
                    <a:lnTo>
                      <a:pt x="28408" y="228385"/>
                    </a:lnTo>
                    <a:lnTo>
                      <a:pt x="16002" y="240029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4" name="Google Shape;1154;p12"/>
              <p:cNvSpPr/>
              <p:nvPr/>
            </p:nvSpPr>
            <p:spPr>
              <a:xfrm>
                <a:off x="7719536" y="5756909"/>
                <a:ext cx="92075" cy="266065"/>
              </a:xfrm>
              <a:custGeom>
                <a:rect b="b" l="l" r="r" t="t"/>
                <a:pathLst>
                  <a:path extrusionOk="0" h="266064" w="92075">
                    <a:moveTo>
                      <a:pt x="17811" y="0"/>
                    </a:moveTo>
                    <a:lnTo>
                      <a:pt x="2059" y="49613"/>
                    </a:lnTo>
                    <a:lnTo>
                      <a:pt x="130" y="93261"/>
                    </a:lnTo>
                    <a:lnTo>
                      <a:pt x="0" y="118014"/>
                    </a:lnTo>
                    <a:lnTo>
                      <a:pt x="1154" y="142624"/>
                    </a:lnTo>
                    <a:lnTo>
                      <a:pt x="7584" y="185916"/>
                    </a:lnTo>
                    <a:lnTo>
                      <a:pt x="19419" y="223135"/>
                    </a:lnTo>
                    <a:lnTo>
                      <a:pt x="48672" y="259556"/>
                    </a:lnTo>
                    <a:lnTo>
                      <a:pt x="75723" y="265938"/>
                    </a:lnTo>
                    <a:lnTo>
                      <a:pt x="81057" y="265176"/>
                    </a:lnTo>
                    <a:lnTo>
                      <a:pt x="86391" y="264414"/>
                    </a:lnTo>
                    <a:lnTo>
                      <a:pt x="91725" y="264414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5" name="Google Shape;1155;p12"/>
            <p:cNvGrpSpPr/>
            <p:nvPr/>
          </p:nvGrpSpPr>
          <p:grpSpPr>
            <a:xfrm>
              <a:off x="7759874" y="6126391"/>
              <a:ext cx="238935" cy="221950"/>
              <a:chOff x="8353031" y="5729465"/>
              <a:chExt cx="204241" cy="176809"/>
            </a:xfrm>
          </p:grpSpPr>
          <p:pic>
            <p:nvPicPr>
              <p:cNvPr id="1156" name="Google Shape;1156;p12"/>
              <p:cNvPicPr preferRelativeResize="0"/>
              <p:nvPr/>
            </p:nvPicPr>
            <p:blipFill rotWithShape="1">
              <a:blip r:embed="rId87">
                <a:alphaModFix/>
              </a:blip>
              <a:srcRect b="0" l="0" r="0" t="0"/>
              <a:stretch/>
            </p:blipFill>
            <p:spPr>
              <a:xfrm>
                <a:off x="8353031" y="5729465"/>
                <a:ext cx="86131" cy="1387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57" name="Google Shape;1157;p12"/>
              <p:cNvPicPr preferRelativeResize="0"/>
              <p:nvPr/>
            </p:nvPicPr>
            <p:blipFill rotWithShape="1">
              <a:blip r:embed="rId88">
                <a:alphaModFix/>
              </a:blip>
              <a:srcRect b="0" l="0" r="0" t="0"/>
              <a:stretch/>
            </p:blipFill>
            <p:spPr>
              <a:xfrm>
                <a:off x="8476475" y="5773661"/>
                <a:ext cx="80797" cy="1326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158" name="Google Shape;1158;p12"/>
          <p:cNvSpPr txBox="1"/>
          <p:nvPr/>
        </p:nvSpPr>
        <p:spPr>
          <a:xfrm>
            <a:off x="4493475" y="568089"/>
            <a:ext cx="19287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Summary so far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3"/>
          <p:cNvSpPr/>
          <p:nvPr/>
        </p:nvSpPr>
        <p:spPr>
          <a:xfrm>
            <a:off x="2180844" y="3518534"/>
            <a:ext cx="7740015" cy="281940"/>
          </a:xfrm>
          <a:custGeom>
            <a:rect b="b" l="l" r="r" t="t"/>
            <a:pathLst>
              <a:path extrusionOk="0" h="281939" w="7740015">
                <a:moveTo>
                  <a:pt x="0" y="281559"/>
                </a:moveTo>
                <a:lnTo>
                  <a:pt x="27312" y="281428"/>
                </a:lnTo>
                <a:lnTo>
                  <a:pt x="54483" y="281082"/>
                </a:lnTo>
                <a:lnTo>
                  <a:pt x="81653" y="280594"/>
                </a:lnTo>
                <a:lnTo>
                  <a:pt x="108966" y="280035"/>
                </a:lnTo>
                <a:lnTo>
                  <a:pt x="157965" y="279212"/>
                </a:lnTo>
                <a:lnTo>
                  <a:pt x="207075" y="278571"/>
                </a:lnTo>
                <a:lnTo>
                  <a:pt x="256220" y="278114"/>
                </a:lnTo>
                <a:lnTo>
                  <a:pt x="305330" y="277840"/>
                </a:lnTo>
                <a:lnTo>
                  <a:pt x="354330" y="277749"/>
                </a:lnTo>
                <a:lnTo>
                  <a:pt x="401645" y="277272"/>
                </a:lnTo>
                <a:lnTo>
                  <a:pt x="448817" y="276796"/>
                </a:lnTo>
                <a:lnTo>
                  <a:pt x="495990" y="276034"/>
                </a:lnTo>
                <a:lnTo>
                  <a:pt x="543306" y="274701"/>
                </a:lnTo>
                <a:lnTo>
                  <a:pt x="594288" y="272593"/>
                </a:lnTo>
                <a:lnTo>
                  <a:pt x="645414" y="269843"/>
                </a:lnTo>
                <a:lnTo>
                  <a:pt x="696539" y="266664"/>
                </a:lnTo>
                <a:lnTo>
                  <a:pt x="747522" y="263271"/>
                </a:lnTo>
                <a:lnTo>
                  <a:pt x="801826" y="259413"/>
                </a:lnTo>
                <a:lnTo>
                  <a:pt x="856202" y="255841"/>
                </a:lnTo>
                <a:lnTo>
                  <a:pt x="910720" y="252555"/>
                </a:lnTo>
                <a:lnTo>
                  <a:pt x="965454" y="249555"/>
                </a:lnTo>
                <a:lnTo>
                  <a:pt x="1011173" y="247360"/>
                </a:lnTo>
                <a:lnTo>
                  <a:pt x="1056893" y="245348"/>
                </a:lnTo>
                <a:lnTo>
                  <a:pt x="1102613" y="243519"/>
                </a:lnTo>
                <a:lnTo>
                  <a:pt x="1148333" y="241874"/>
                </a:lnTo>
                <a:lnTo>
                  <a:pt x="1194054" y="240411"/>
                </a:lnTo>
                <a:lnTo>
                  <a:pt x="1242053" y="238502"/>
                </a:lnTo>
                <a:lnTo>
                  <a:pt x="1290017" y="236485"/>
                </a:lnTo>
                <a:lnTo>
                  <a:pt x="1337907" y="234430"/>
                </a:lnTo>
                <a:lnTo>
                  <a:pt x="1385687" y="232413"/>
                </a:lnTo>
                <a:lnTo>
                  <a:pt x="1433322" y="230505"/>
                </a:lnTo>
                <a:lnTo>
                  <a:pt x="1480791" y="228225"/>
                </a:lnTo>
                <a:lnTo>
                  <a:pt x="1528151" y="225981"/>
                </a:lnTo>
                <a:lnTo>
                  <a:pt x="1575474" y="223811"/>
                </a:lnTo>
                <a:lnTo>
                  <a:pt x="1622834" y="221751"/>
                </a:lnTo>
                <a:lnTo>
                  <a:pt x="1670304" y="219837"/>
                </a:lnTo>
                <a:lnTo>
                  <a:pt x="1716932" y="217630"/>
                </a:lnTo>
                <a:lnTo>
                  <a:pt x="1763524" y="215533"/>
                </a:lnTo>
                <a:lnTo>
                  <a:pt x="1810042" y="213472"/>
                </a:lnTo>
                <a:lnTo>
                  <a:pt x="1856451" y="211375"/>
                </a:lnTo>
                <a:lnTo>
                  <a:pt x="1902714" y="209169"/>
                </a:lnTo>
                <a:lnTo>
                  <a:pt x="1953656" y="206476"/>
                </a:lnTo>
                <a:lnTo>
                  <a:pt x="2004586" y="203677"/>
                </a:lnTo>
                <a:lnTo>
                  <a:pt x="2055489" y="200851"/>
                </a:lnTo>
                <a:lnTo>
                  <a:pt x="2106352" y="198078"/>
                </a:lnTo>
                <a:lnTo>
                  <a:pt x="2157162" y="195439"/>
                </a:lnTo>
                <a:lnTo>
                  <a:pt x="2207904" y="193013"/>
                </a:lnTo>
                <a:lnTo>
                  <a:pt x="2258568" y="190881"/>
                </a:lnTo>
                <a:lnTo>
                  <a:pt x="2315027" y="188606"/>
                </a:lnTo>
                <a:lnTo>
                  <a:pt x="2371344" y="186404"/>
                </a:lnTo>
                <a:lnTo>
                  <a:pt x="2427660" y="184344"/>
                </a:lnTo>
                <a:lnTo>
                  <a:pt x="2484120" y="182499"/>
                </a:lnTo>
                <a:lnTo>
                  <a:pt x="2537269" y="181105"/>
                </a:lnTo>
                <a:lnTo>
                  <a:pt x="2590419" y="179355"/>
                </a:lnTo>
                <a:lnTo>
                  <a:pt x="2643568" y="177462"/>
                </a:lnTo>
                <a:lnTo>
                  <a:pt x="2696718" y="175641"/>
                </a:lnTo>
                <a:lnTo>
                  <a:pt x="2747069" y="174000"/>
                </a:lnTo>
                <a:lnTo>
                  <a:pt x="2797527" y="172169"/>
                </a:lnTo>
                <a:lnTo>
                  <a:pt x="2848070" y="170211"/>
                </a:lnTo>
                <a:lnTo>
                  <a:pt x="2898676" y="168190"/>
                </a:lnTo>
                <a:lnTo>
                  <a:pt x="2949324" y="166168"/>
                </a:lnTo>
                <a:lnTo>
                  <a:pt x="2999994" y="164211"/>
                </a:lnTo>
                <a:lnTo>
                  <a:pt x="3048571" y="162377"/>
                </a:lnTo>
                <a:lnTo>
                  <a:pt x="3097148" y="160401"/>
                </a:lnTo>
                <a:lnTo>
                  <a:pt x="3145726" y="158424"/>
                </a:lnTo>
                <a:lnTo>
                  <a:pt x="3194304" y="156591"/>
                </a:lnTo>
                <a:lnTo>
                  <a:pt x="3240143" y="155448"/>
                </a:lnTo>
                <a:lnTo>
                  <a:pt x="3286125" y="154305"/>
                </a:lnTo>
                <a:lnTo>
                  <a:pt x="3332106" y="153162"/>
                </a:lnTo>
                <a:lnTo>
                  <a:pt x="3377946" y="152019"/>
                </a:lnTo>
                <a:lnTo>
                  <a:pt x="3432679" y="150864"/>
                </a:lnTo>
                <a:lnTo>
                  <a:pt x="3487197" y="149637"/>
                </a:lnTo>
                <a:lnTo>
                  <a:pt x="3541573" y="148268"/>
                </a:lnTo>
                <a:lnTo>
                  <a:pt x="3595878" y="146685"/>
                </a:lnTo>
                <a:lnTo>
                  <a:pt x="3638168" y="144958"/>
                </a:lnTo>
                <a:lnTo>
                  <a:pt x="3680459" y="143160"/>
                </a:lnTo>
                <a:lnTo>
                  <a:pt x="3722750" y="141220"/>
                </a:lnTo>
                <a:lnTo>
                  <a:pt x="3765041" y="139065"/>
                </a:lnTo>
                <a:lnTo>
                  <a:pt x="3807904" y="136909"/>
                </a:lnTo>
                <a:lnTo>
                  <a:pt x="3850766" y="134969"/>
                </a:lnTo>
                <a:lnTo>
                  <a:pt x="3893629" y="133171"/>
                </a:lnTo>
                <a:lnTo>
                  <a:pt x="3936491" y="131445"/>
                </a:lnTo>
                <a:lnTo>
                  <a:pt x="3977187" y="129873"/>
                </a:lnTo>
                <a:lnTo>
                  <a:pt x="4018026" y="128587"/>
                </a:lnTo>
                <a:lnTo>
                  <a:pt x="4058864" y="127587"/>
                </a:lnTo>
                <a:lnTo>
                  <a:pt x="4099560" y="126873"/>
                </a:lnTo>
                <a:lnTo>
                  <a:pt x="4138422" y="126158"/>
                </a:lnTo>
                <a:lnTo>
                  <a:pt x="4177284" y="125158"/>
                </a:lnTo>
                <a:lnTo>
                  <a:pt x="4216146" y="123872"/>
                </a:lnTo>
                <a:lnTo>
                  <a:pt x="4255008" y="122301"/>
                </a:lnTo>
                <a:lnTo>
                  <a:pt x="4294572" y="120324"/>
                </a:lnTo>
                <a:lnTo>
                  <a:pt x="4334351" y="117919"/>
                </a:lnTo>
                <a:lnTo>
                  <a:pt x="4374272" y="115228"/>
                </a:lnTo>
                <a:lnTo>
                  <a:pt x="4414266" y="112395"/>
                </a:lnTo>
                <a:lnTo>
                  <a:pt x="4454282" y="109858"/>
                </a:lnTo>
                <a:lnTo>
                  <a:pt x="4494371" y="106965"/>
                </a:lnTo>
                <a:lnTo>
                  <a:pt x="4534602" y="103929"/>
                </a:lnTo>
                <a:lnTo>
                  <a:pt x="4575048" y="100965"/>
                </a:lnTo>
                <a:lnTo>
                  <a:pt x="4623506" y="96964"/>
                </a:lnTo>
                <a:lnTo>
                  <a:pt x="4671822" y="92964"/>
                </a:lnTo>
                <a:lnTo>
                  <a:pt x="4720137" y="88963"/>
                </a:lnTo>
                <a:lnTo>
                  <a:pt x="4768596" y="84963"/>
                </a:lnTo>
                <a:lnTo>
                  <a:pt x="4844129" y="79248"/>
                </a:lnTo>
                <a:lnTo>
                  <a:pt x="4920234" y="73533"/>
                </a:lnTo>
                <a:lnTo>
                  <a:pt x="4996053" y="68199"/>
                </a:lnTo>
                <a:lnTo>
                  <a:pt x="5034033" y="65603"/>
                </a:lnTo>
                <a:lnTo>
                  <a:pt x="5071872" y="62865"/>
                </a:lnTo>
                <a:lnTo>
                  <a:pt x="5111305" y="60340"/>
                </a:lnTo>
                <a:lnTo>
                  <a:pt x="5150739" y="57531"/>
                </a:lnTo>
                <a:lnTo>
                  <a:pt x="5190172" y="54721"/>
                </a:lnTo>
                <a:lnTo>
                  <a:pt x="5229606" y="52197"/>
                </a:lnTo>
                <a:lnTo>
                  <a:pt x="5269051" y="49363"/>
                </a:lnTo>
                <a:lnTo>
                  <a:pt x="5308568" y="46672"/>
                </a:lnTo>
                <a:lnTo>
                  <a:pt x="5348227" y="44267"/>
                </a:lnTo>
                <a:lnTo>
                  <a:pt x="5388102" y="42291"/>
                </a:lnTo>
                <a:lnTo>
                  <a:pt x="5426392" y="40576"/>
                </a:lnTo>
                <a:lnTo>
                  <a:pt x="5464683" y="38862"/>
                </a:lnTo>
                <a:lnTo>
                  <a:pt x="5502973" y="37147"/>
                </a:lnTo>
                <a:lnTo>
                  <a:pt x="5541264" y="35433"/>
                </a:lnTo>
                <a:lnTo>
                  <a:pt x="5580126" y="34039"/>
                </a:lnTo>
                <a:lnTo>
                  <a:pt x="5618988" y="32289"/>
                </a:lnTo>
                <a:lnTo>
                  <a:pt x="5657850" y="30396"/>
                </a:lnTo>
                <a:lnTo>
                  <a:pt x="5696712" y="28575"/>
                </a:lnTo>
                <a:lnTo>
                  <a:pt x="5735693" y="26848"/>
                </a:lnTo>
                <a:lnTo>
                  <a:pt x="5774817" y="25050"/>
                </a:lnTo>
                <a:lnTo>
                  <a:pt x="5813940" y="23110"/>
                </a:lnTo>
                <a:lnTo>
                  <a:pt x="5852922" y="20955"/>
                </a:lnTo>
                <a:lnTo>
                  <a:pt x="5890760" y="19252"/>
                </a:lnTo>
                <a:lnTo>
                  <a:pt x="5966721" y="16132"/>
                </a:lnTo>
                <a:lnTo>
                  <a:pt x="6042159" y="13727"/>
                </a:lnTo>
                <a:lnTo>
                  <a:pt x="6117074" y="11751"/>
                </a:lnTo>
                <a:lnTo>
                  <a:pt x="6154674" y="11049"/>
                </a:lnTo>
                <a:lnTo>
                  <a:pt x="6191952" y="10025"/>
                </a:lnTo>
                <a:lnTo>
                  <a:pt x="6229445" y="9144"/>
                </a:lnTo>
                <a:lnTo>
                  <a:pt x="6267080" y="8262"/>
                </a:lnTo>
                <a:lnTo>
                  <a:pt x="6304788" y="7239"/>
                </a:lnTo>
                <a:lnTo>
                  <a:pt x="6376797" y="5429"/>
                </a:lnTo>
                <a:lnTo>
                  <a:pt x="6448806" y="4191"/>
                </a:lnTo>
                <a:lnTo>
                  <a:pt x="6518529" y="3143"/>
                </a:lnTo>
                <a:lnTo>
                  <a:pt x="6588252" y="2667"/>
                </a:lnTo>
                <a:lnTo>
                  <a:pt x="6624137" y="2416"/>
                </a:lnTo>
                <a:lnTo>
                  <a:pt x="6659880" y="1809"/>
                </a:lnTo>
                <a:lnTo>
                  <a:pt x="6695622" y="1059"/>
                </a:lnTo>
                <a:lnTo>
                  <a:pt x="6731508" y="381"/>
                </a:lnTo>
                <a:lnTo>
                  <a:pt x="6786252" y="190"/>
                </a:lnTo>
                <a:lnTo>
                  <a:pt x="6840855" y="0"/>
                </a:lnTo>
                <a:lnTo>
                  <a:pt x="6895457" y="381"/>
                </a:lnTo>
                <a:lnTo>
                  <a:pt x="6950202" y="1905"/>
                </a:lnTo>
                <a:lnTo>
                  <a:pt x="6984611" y="3155"/>
                </a:lnTo>
                <a:lnTo>
                  <a:pt x="7019163" y="4476"/>
                </a:lnTo>
                <a:lnTo>
                  <a:pt x="7053714" y="5655"/>
                </a:lnTo>
                <a:lnTo>
                  <a:pt x="7088124" y="6477"/>
                </a:lnTo>
                <a:lnTo>
                  <a:pt x="7121842" y="7739"/>
                </a:lnTo>
                <a:lnTo>
                  <a:pt x="7155560" y="9144"/>
                </a:lnTo>
                <a:lnTo>
                  <a:pt x="7189279" y="10548"/>
                </a:lnTo>
                <a:lnTo>
                  <a:pt x="7222998" y="11811"/>
                </a:lnTo>
                <a:lnTo>
                  <a:pt x="7256264" y="12834"/>
                </a:lnTo>
                <a:lnTo>
                  <a:pt x="7289673" y="13716"/>
                </a:lnTo>
                <a:lnTo>
                  <a:pt x="7323081" y="14597"/>
                </a:lnTo>
                <a:lnTo>
                  <a:pt x="7356348" y="15621"/>
                </a:lnTo>
                <a:lnTo>
                  <a:pt x="7388221" y="17228"/>
                </a:lnTo>
                <a:lnTo>
                  <a:pt x="7419879" y="18764"/>
                </a:lnTo>
                <a:lnTo>
                  <a:pt x="7482840" y="22479"/>
                </a:lnTo>
                <a:lnTo>
                  <a:pt x="7535417" y="27146"/>
                </a:lnTo>
                <a:lnTo>
                  <a:pt x="7561706" y="29872"/>
                </a:lnTo>
                <a:lnTo>
                  <a:pt x="7587996" y="32385"/>
                </a:lnTo>
                <a:lnTo>
                  <a:pt x="7608689" y="34111"/>
                </a:lnTo>
                <a:lnTo>
                  <a:pt x="7629525" y="35909"/>
                </a:lnTo>
                <a:lnTo>
                  <a:pt x="7650360" y="37849"/>
                </a:lnTo>
                <a:lnTo>
                  <a:pt x="7671054" y="40005"/>
                </a:lnTo>
                <a:lnTo>
                  <a:pt x="7683627" y="41028"/>
                </a:lnTo>
                <a:lnTo>
                  <a:pt x="7696200" y="41910"/>
                </a:lnTo>
                <a:lnTo>
                  <a:pt x="7708773" y="42791"/>
                </a:lnTo>
                <a:lnTo>
                  <a:pt x="7721346" y="43815"/>
                </a:lnTo>
                <a:lnTo>
                  <a:pt x="7727442" y="44577"/>
                </a:lnTo>
                <a:lnTo>
                  <a:pt x="7733538" y="45339"/>
                </a:lnTo>
                <a:lnTo>
                  <a:pt x="7739633" y="45339"/>
                </a:lnTo>
                <a:lnTo>
                  <a:pt x="7737348" y="46101"/>
                </a:lnTo>
                <a:lnTo>
                  <a:pt x="7735824" y="46863"/>
                </a:lnTo>
                <a:lnTo>
                  <a:pt x="7733538" y="46101"/>
                </a:lnTo>
                <a:lnTo>
                  <a:pt x="7722870" y="46101"/>
                </a:lnTo>
                <a:lnTo>
                  <a:pt x="7718298" y="44577"/>
                </a:lnTo>
                <a:lnTo>
                  <a:pt x="7712202" y="39243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4" name="Google Shape;1164;p13"/>
          <p:cNvGrpSpPr/>
          <p:nvPr/>
        </p:nvGrpSpPr>
        <p:grpSpPr>
          <a:xfrm>
            <a:off x="2101703" y="1351501"/>
            <a:ext cx="7845134" cy="2088941"/>
            <a:chOff x="3794283" y="1949945"/>
            <a:chExt cx="6154643" cy="1490497"/>
          </a:xfrm>
        </p:grpSpPr>
        <p:sp>
          <p:nvSpPr>
            <p:cNvPr id="1165" name="Google Shape;1165;p13"/>
            <p:cNvSpPr/>
            <p:nvPr/>
          </p:nvSpPr>
          <p:spPr>
            <a:xfrm>
              <a:off x="3912108" y="2465832"/>
              <a:ext cx="1161415" cy="60960"/>
            </a:xfrm>
            <a:custGeom>
              <a:rect b="b" l="l" r="r" t="t"/>
              <a:pathLst>
                <a:path extrusionOk="0" h="60960" w="1161414">
                  <a:moveTo>
                    <a:pt x="0" y="41910"/>
                  </a:moveTo>
                  <a:lnTo>
                    <a:pt x="45720" y="54102"/>
                  </a:lnTo>
                  <a:lnTo>
                    <a:pt x="93726" y="58816"/>
                  </a:lnTo>
                  <a:lnTo>
                    <a:pt x="133861" y="60305"/>
                  </a:lnTo>
                  <a:lnTo>
                    <a:pt x="158210" y="60674"/>
                  </a:lnTo>
                  <a:lnTo>
                    <a:pt x="182701" y="60614"/>
                  </a:lnTo>
                  <a:lnTo>
                    <a:pt x="207264" y="60198"/>
                  </a:lnTo>
                  <a:lnTo>
                    <a:pt x="238815" y="59126"/>
                  </a:lnTo>
                  <a:lnTo>
                    <a:pt x="270510" y="57340"/>
                  </a:lnTo>
                  <a:lnTo>
                    <a:pt x="302204" y="55268"/>
                  </a:lnTo>
                  <a:lnTo>
                    <a:pt x="333756" y="53340"/>
                  </a:lnTo>
                  <a:lnTo>
                    <a:pt x="375606" y="50744"/>
                  </a:lnTo>
                  <a:lnTo>
                    <a:pt x="417671" y="48577"/>
                  </a:lnTo>
                  <a:lnTo>
                    <a:pt x="459878" y="46696"/>
                  </a:lnTo>
                  <a:lnTo>
                    <a:pt x="502158" y="44958"/>
                  </a:lnTo>
                  <a:lnTo>
                    <a:pt x="534292" y="43564"/>
                  </a:lnTo>
                  <a:lnTo>
                    <a:pt x="566642" y="41814"/>
                  </a:lnTo>
                  <a:lnTo>
                    <a:pt x="599134" y="39921"/>
                  </a:lnTo>
                  <a:lnTo>
                    <a:pt x="631698" y="38100"/>
                  </a:lnTo>
                  <a:lnTo>
                    <a:pt x="661987" y="36837"/>
                  </a:lnTo>
                  <a:lnTo>
                    <a:pt x="692277" y="35433"/>
                  </a:lnTo>
                  <a:lnTo>
                    <a:pt x="722566" y="34028"/>
                  </a:lnTo>
                  <a:lnTo>
                    <a:pt x="752856" y="32766"/>
                  </a:lnTo>
                  <a:lnTo>
                    <a:pt x="781300" y="31503"/>
                  </a:lnTo>
                  <a:lnTo>
                    <a:pt x="809529" y="30098"/>
                  </a:lnTo>
                  <a:lnTo>
                    <a:pt x="837616" y="28694"/>
                  </a:lnTo>
                  <a:lnTo>
                    <a:pt x="865632" y="27431"/>
                  </a:lnTo>
                  <a:lnTo>
                    <a:pt x="890647" y="26408"/>
                  </a:lnTo>
                  <a:lnTo>
                    <a:pt x="915447" y="25526"/>
                  </a:lnTo>
                  <a:lnTo>
                    <a:pt x="940105" y="24645"/>
                  </a:lnTo>
                  <a:lnTo>
                    <a:pt x="964691" y="23621"/>
                  </a:lnTo>
                  <a:lnTo>
                    <a:pt x="984682" y="22800"/>
                  </a:lnTo>
                  <a:lnTo>
                    <a:pt x="1004601" y="21621"/>
                  </a:lnTo>
                  <a:lnTo>
                    <a:pt x="1024378" y="20300"/>
                  </a:lnTo>
                  <a:lnTo>
                    <a:pt x="1043940" y="19049"/>
                  </a:lnTo>
                  <a:lnTo>
                    <a:pt x="1061775" y="17906"/>
                  </a:lnTo>
                  <a:lnTo>
                    <a:pt x="1079754" y="16763"/>
                  </a:lnTo>
                  <a:lnTo>
                    <a:pt x="1097732" y="15620"/>
                  </a:lnTo>
                  <a:lnTo>
                    <a:pt x="1115568" y="14477"/>
                  </a:lnTo>
                  <a:lnTo>
                    <a:pt x="1122545" y="14013"/>
                  </a:lnTo>
                  <a:lnTo>
                    <a:pt x="1129665" y="13620"/>
                  </a:lnTo>
                  <a:lnTo>
                    <a:pt x="1136784" y="13084"/>
                  </a:lnTo>
                  <a:lnTo>
                    <a:pt x="1143762" y="12191"/>
                  </a:lnTo>
                  <a:lnTo>
                    <a:pt x="1148334" y="11429"/>
                  </a:lnTo>
                  <a:lnTo>
                    <a:pt x="1152906" y="11429"/>
                  </a:lnTo>
                  <a:lnTo>
                    <a:pt x="1157478" y="10667"/>
                  </a:lnTo>
                  <a:lnTo>
                    <a:pt x="1158240" y="10667"/>
                  </a:lnTo>
                  <a:lnTo>
                    <a:pt x="1159764" y="10667"/>
                  </a:lnTo>
                  <a:lnTo>
                    <a:pt x="1161288" y="10667"/>
                  </a:lnTo>
                  <a:lnTo>
                    <a:pt x="1155192" y="7619"/>
                  </a:lnTo>
                  <a:lnTo>
                    <a:pt x="1149858" y="3809"/>
                  </a:lnTo>
                  <a:lnTo>
                    <a:pt x="1144524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6" name="Google Shape;1166;p13"/>
            <p:cNvGrpSpPr/>
            <p:nvPr/>
          </p:nvGrpSpPr>
          <p:grpSpPr>
            <a:xfrm>
              <a:off x="3794283" y="2199119"/>
              <a:ext cx="1202901" cy="205027"/>
              <a:chOff x="3794283" y="2199119"/>
              <a:chExt cx="1202901" cy="205027"/>
            </a:xfrm>
          </p:grpSpPr>
          <p:pic>
            <p:nvPicPr>
              <p:cNvPr id="1167" name="Google Shape;1167;p1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794283" y="2242553"/>
                <a:ext cx="114658" cy="1615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8" name="Google Shape;1168;p1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933431" y="2212978"/>
                <a:ext cx="127160" cy="165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9" name="Google Shape;1169;p1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084307" y="2201405"/>
                <a:ext cx="234721" cy="17452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70" name="Google Shape;1170;p1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4346054" y="2211311"/>
                <a:ext cx="213766" cy="149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71" name="Google Shape;1171;p13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4583417" y="2213597"/>
                <a:ext cx="108229" cy="13566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72" name="Google Shape;1172;p13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4724387" y="2199119"/>
                <a:ext cx="90703" cy="13413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73" name="Google Shape;1173;p13"/>
              <p:cNvSpPr/>
              <p:nvPr/>
            </p:nvSpPr>
            <p:spPr>
              <a:xfrm>
                <a:off x="4854083" y="2215895"/>
                <a:ext cx="10160" cy="97790"/>
              </a:xfrm>
              <a:custGeom>
                <a:rect b="b" l="l" r="r" t="t"/>
                <a:pathLst>
                  <a:path extrusionOk="0" h="97789" w="10160">
                    <a:moveTo>
                      <a:pt x="2143" y="0"/>
                    </a:moveTo>
                    <a:lnTo>
                      <a:pt x="1047" y="8691"/>
                    </a:lnTo>
                    <a:lnTo>
                      <a:pt x="238" y="17526"/>
                    </a:lnTo>
                    <a:lnTo>
                      <a:pt x="0" y="26360"/>
                    </a:lnTo>
                    <a:lnTo>
                      <a:pt x="619" y="35052"/>
                    </a:lnTo>
                    <a:lnTo>
                      <a:pt x="2905" y="46934"/>
                    </a:lnTo>
                    <a:lnTo>
                      <a:pt x="5762" y="58673"/>
                    </a:lnTo>
                    <a:lnTo>
                      <a:pt x="8334" y="70413"/>
                    </a:lnTo>
                    <a:lnTo>
                      <a:pt x="9763" y="82296"/>
                    </a:lnTo>
                    <a:lnTo>
                      <a:pt x="9763" y="89916"/>
                    </a:lnTo>
                    <a:lnTo>
                      <a:pt x="9763" y="92202"/>
                    </a:lnTo>
                    <a:lnTo>
                      <a:pt x="9763" y="97536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174" name="Google Shape;1174;p13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4894313" y="2221979"/>
                <a:ext cx="102871" cy="10346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175" name="Google Shape;1175;p1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046713" y="2166353"/>
              <a:ext cx="101942" cy="1547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6" name="Google Shape;1176;p1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301221" y="2196071"/>
              <a:ext cx="125755" cy="1375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7" name="Google Shape;1177;p13"/>
            <p:cNvSpPr/>
            <p:nvPr/>
          </p:nvSpPr>
          <p:spPr>
            <a:xfrm>
              <a:off x="5503164" y="2213610"/>
              <a:ext cx="17145" cy="15240"/>
            </a:xfrm>
            <a:custGeom>
              <a:rect b="b" l="l" r="r" t="t"/>
              <a:pathLst>
                <a:path extrusionOk="0" h="15239" w="17145">
                  <a:moveTo>
                    <a:pt x="16763" y="5334"/>
                  </a:moveTo>
                  <a:lnTo>
                    <a:pt x="4571" y="4572"/>
                  </a:lnTo>
                  <a:lnTo>
                    <a:pt x="4571" y="0"/>
                  </a:lnTo>
                  <a:lnTo>
                    <a:pt x="1523" y="11430"/>
                  </a:lnTo>
                  <a:lnTo>
                    <a:pt x="761" y="12192"/>
                  </a:lnTo>
                  <a:lnTo>
                    <a:pt x="761" y="13716"/>
                  </a:lnTo>
                  <a:lnTo>
                    <a:pt x="0" y="1524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3"/>
            <p:cNvSpPr/>
            <p:nvPr/>
          </p:nvSpPr>
          <p:spPr>
            <a:xfrm>
              <a:off x="5513832" y="2324100"/>
              <a:ext cx="13970" cy="7620"/>
            </a:xfrm>
            <a:custGeom>
              <a:rect b="b" l="l" r="r" t="t"/>
              <a:pathLst>
                <a:path extrusionOk="0" h="7619" w="13970">
                  <a:moveTo>
                    <a:pt x="13715" y="7620"/>
                  </a:moveTo>
                  <a:lnTo>
                    <a:pt x="9143" y="4572"/>
                  </a:lnTo>
                  <a:lnTo>
                    <a:pt x="4571" y="2286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79" name="Google Shape;1179;p13"/>
            <p:cNvGrpSpPr/>
            <p:nvPr/>
          </p:nvGrpSpPr>
          <p:grpSpPr>
            <a:xfrm>
              <a:off x="5775947" y="2264246"/>
              <a:ext cx="333261" cy="137054"/>
              <a:chOff x="5775947" y="2264246"/>
              <a:chExt cx="333261" cy="137054"/>
            </a:xfrm>
          </p:grpSpPr>
          <p:pic>
            <p:nvPicPr>
              <p:cNvPr id="1180" name="Google Shape;1180;p13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5775947" y="2264246"/>
                <a:ext cx="236245" cy="13705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81" name="Google Shape;1181;p13"/>
              <p:cNvSpPr/>
              <p:nvPr/>
            </p:nvSpPr>
            <p:spPr>
              <a:xfrm>
                <a:off x="6052566" y="2295143"/>
                <a:ext cx="43180" cy="3810"/>
              </a:xfrm>
              <a:custGeom>
                <a:rect b="b" l="l" r="r" t="t"/>
                <a:pathLst>
                  <a:path extrusionOk="0" h="3810" w="43179">
                    <a:moveTo>
                      <a:pt x="0" y="0"/>
                    </a:moveTo>
                    <a:lnTo>
                      <a:pt x="7322" y="440"/>
                    </a:lnTo>
                    <a:lnTo>
                      <a:pt x="14573" y="666"/>
                    </a:lnTo>
                    <a:lnTo>
                      <a:pt x="21967" y="750"/>
                    </a:lnTo>
                    <a:lnTo>
                      <a:pt x="29718" y="761"/>
                    </a:lnTo>
                    <a:lnTo>
                      <a:pt x="32766" y="761"/>
                    </a:lnTo>
                    <a:lnTo>
                      <a:pt x="40386" y="0"/>
                    </a:lnTo>
                    <a:lnTo>
                      <a:pt x="42672" y="1523"/>
                    </a:lnTo>
                    <a:lnTo>
                      <a:pt x="42672" y="2285"/>
                    </a:lnTo>
                    <a:lnTo>
                      <a:pt x="42672" y="3047"/>
                    </a:lnTo>
                    <a:lnTo>
                      <a:pt x="42672" y="3809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2" name="Google Shape;1182;p13"/>
              <p:cNvSpPr/>
              <p:nvPr/>
            </p:nvSpPr>
            <p:spPr>
              <a:xfrm>
                <a:off x="6064758" y="2344673"/>
                <a:ext cx="44450" cy="5715"/>
              </a:xfrm>
              <a:custGeom>
                <a:rect b="b" l="l" r="r" t="t"/>
                <a:pathLst>
                  <a:path extrusionOk="0" h="5714" w="44450">
                    <a:moveTo>
                      <a:pt x="0" y="5334"/>
                    </a:moveTo>
                    <a:lnTo>
                      <a:pt x="36576" y="1524"/>
                    </a:lnTo>
                    <a:lnTo>
                      <a:pt x="40386" y="762"/>
                    </a:lnTo>
                    <a:lnTo>
                      <a:pt x="44196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183" name="Google Shape;1183;p13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220955" y="2223503"/>
              <a:ext cx="110515" cy="1478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4" name="Google Shape;1184;p13"/>
            <p:cNvSpPr/>
            <p:nvPr/>
          </p:nvSpPr>
          <p:spPr>
            <a:xfrm>
              <a:off x="6265164" y="2429255"/>
              <a:ext cx="173990" cy="28575"/>
            </a:xfrm>
            <a:custGeom>
              <a:rect b="b" l="l" r="r" t="t"/>
              <a:pathLst>
                <a:path extrusionOk="0" h="28575" w="173989">
                  <a:moveTo>
                    <a:pt x="0" y="19050"/>
                  </a:moveTo>
                  <a:lnTo>
                    <a:pt x="12096" y="20204"/>
                  </a:lnTo>
                  <a:lnTo>
                    <a:pt x="23622" y="20288"/>
                  </a:lnTo>
                  <a:lnTo>
                    <a:pt x="35147" y="19371"/>
                  </a:lnTo>
                  <a:lnTo>
                    <a:pt x="47244" y="17525"/>
                  </a:lnTo>
                  <a:lnTo>
                    <a:pt x="62793" y="15239"/>
                  </a:lnTo>
                  <a:lnTo>
                    <a:pt x="78486" y="12953"/>
                  </a:lnTo>
                  <a:lnTo>
                    <a:pt x="94178" y="10667"/>
                  </a:lnTo>
                  <a:lnTo>
                    <a:pt x="109728" y="8381"/>
                  </a:lnTo>
                  <a:lnTo>
                    <a:pt x="122181" y="6667"/>
                  </a:lnTo>
                  <a:lnTo>
                    <a:pt x="134493" y="4952"/>
                  </a:lnTo>
                  <a:lnTo>
                    <a:pt x="146804" y="3238"/>
                  </a:lnTo>
                  <a:lnTo>
                    <a:pt x="159258" y="1523"/>
                  </a:lnTo>
                  <a:lnTo>
                    <a:pt x="163830" y="761"/>
                  </a:lnTo>
                  <a:lnTo>
                    <a:pt x="169164" y="0"/>
                  </a:lnTo>
                  <a:lnTo>
                    <a:pt x="173736" y="0"/>
                  </a:lnTo>
                  <a:lnTo>
                    <a:pt x="166116" y="0"/>
                  </a:lnTo>
                  <a:lnTo>
                    <a:pt x="160020" y="2285"/>
                  </a:lnTo>
                  <a:lnTo>
                    <a:pt x="152400" y="3809"/>
                  </a:lnTo>
                  <a:lnTo>
                    <a:pt x="139838" y="5857"/>
                  </a:lnTo>
                  <a:lnTo>
                    <a:pt x="127349" y="7619"/>
                  </a:lnTo>
                  <a:lnTo>
                    <a:pt x="115002" y="9382"/>
                  </a:lnTo>
                  <a:lnTo>
                    <a:pt x="72104" y="17240"/>
                  </a:lnTo>
                  <a:lnTo>
                    <a:pt x="38100" y="25145"/>
                  </a:lnTo>
                  <a:lnTo>
                    <a:pt x="33528" y="26669"/>
                  </a:lnTo>
                  <a:lnTo>
                    <a:pt x="29718" y="28193"/>
                  </a:lnTo>
                  <a:lnTo>
                    <a:pt x="36576" y="28193"/>
                  </a:lnTo>
                  <a:lnTo>
                    <a:pt x="41910" y="27431"/>
                  </a:lnTo>
                  <a:lnTo>
                    <a:pt x="48006" y="26669"/>
                  </a:lnTo>
                  <a:lnTo>
                    <a:pt x="54102" y="25907"/>
                  </a:lnTo>
                  <a:lnTo>
                    <a:pt x="63246" y="25907"/>
                  </a:lnTo>
                  <a:lnTo>
                    <a:pt x="67818" y="22097"/>
                  </a:lnTo>
                  <a:lnTo>
                    <a:pt x="67818" y="21335"/>
                  </a:lnTo>
                  <a:lnTo>
                    <a:pt x="67818" y="20573"/>
                  </a:lnTo>
                  <a:lnTo>
                    <a:pt x="67818" y="19049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85" name="Google Shape;1185;p13"/>
            <p:cNvGrpSpPr/>
            <p:nvPr/>
          </p:nvGrpSpPr>
          <p:grpSpPr>
            <a:xfrm>
              <a:off x="6385547" y="2100821"/>
              <a:ext cx="151663" cy="259105"/>
              <a:chOff x="6385547" y="2100821"/>
              <a:chExt cx="151663" cy="259105"/>
            </a:xfrm>
          </p:grpSpPr>
          <p:pic>
            <p:nvPicPr>
              <p:cNvPr id="1186" name="Google Shape;1186;p13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6385547" y="2221979"/>
                <a:ext cx="112801" cy="13794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87" name="Google Shape;1187;p13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6460985" y="2100821"/>
                <a:ext cx="76225" cy="10060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188" name="Google Shape;1188;p13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6701015" y="2237219"/>
              <a:ext cx="158521" cy="769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9" name="Google Shape;1189;p13"/>
            <p:cNvSpPr/>
            <p:nvPr/>
          </p:nvSpPr>
          <p:spPr>
            <a:xfrm>
              <a:off x="7078980" y="2068067"/>
              <a:ext cx="104775" cy="335280"/>
            </a:xfrm>
            <a:custGeom>
              <a:rect b="b" l="l" r="r" t="t"/>
              <a:pathLst>
                <a:path extrusionOk="0" h="335280" w="104775">
                  <a:moveTo>
                    <a:pt x="104394" y="25146"/>
                  </a:moveTo>
                  <a:lnTo>
                    <a:pt x="70104" y="0"/>
                  </a:lnTo>
                  <a:lnTo>
                    <a:pt x="64008" y="2286"/>
                  </a:lnTo>
                  <a:lnTo>
                    <a:pt x="47244" y="37338"/>
                  </a:lnTo>
                  <a:lnTo>
                    <a:pt x="44958" y="67818"/>
                  </a:lnTo>
                  <a:lnTo>
                    <a:pt x="45053" y="76664"/>
                  </a:lnTo>
                  <a:lnTo>
                    <a:pt x="65341" y="116395"/>
                  </a:lnTo>
                  <a:lnTo>
                    <a:pt x="72270" y="125420"/>
                  </a:lnTo>
                  <a:lnTo>
                    <a:pt x="76200" y="134874"/>
                  </a:lnTo>
                  <a:lnTo>
                    <a:pt x="76104" y="142422"/>
                  </a:lnTo>
                  <a:lnTo>
                    <a:pt x="73152" y="148399"/>
                  </a:lnTo>
                  <a:lnTo>
                    <a:pt x="42767" y="176022"/>
                  </a:lnTo>
                  <a:lnTo>
                    <a:pt x="20574" y="191262"/>
                  </a:lnTo>
                  <a:lnTo>
                    <a:pt x="14478" y="195834"/>
                  </a:lnTo>
                  <a:lnTo>
                    <a:pt x="5334" y="199644"/>
                  </a:lnTo>
                  <a:lnTo>
                    <a:pt x="0" y="204978"/>
                  </a:lnTo>
                  <a:lnTo>
                    <a:pt x="0" y="205740"/>
                  </a:lnTo>
                  <a:lnTo>
                    <a:pt x="6858" y="206502"/>
                  </a:lnTo>
                  <a:lnTo>
                    <a:pt x="12954" y="206502"/>
                  </a:lnTo>
                  <a:lnTo>
                    <a:pt x="19812" y="206502"/>
                  </a:lnTo>
                  <a:lnTo>
                    <a:pt x="26908" y="206668"/>
                  </a:lnTo>
                  <a:lnTo>
                    <a:pt x="60198" y="222504"/>
                  </a:lnTo>
                  <a:lnTo>
                    <a:pt x="60198" y="232410"/>
                  </a:lnTo>
                  <a:lnTo>
                    <a:pt x="46767" y="276236"/>
                  </a:lnTo>
                  <a:lnTo>
                    <a:pt x="43243" y="284321"/>
                  </a:lnTo>
                  <a:lnTo>
                    <a:pt x="40005" y="292548"/>
                  </a:lnTo>
                  <a:lnTo>
                    <a:pt x="37338" y="300990"/>
                  </a:lnTo>
                  <a:lnTo>
                    <a:pt x="35814" y="305562"/>
                  </a:lnTo>
                  <a:lnTo>
                    <a:pt x="34290" y="313182"/>
                  </a:lnTo>
                  <a:lnTo>
                    <a:pt x="35814" y="318516"/>
                  </a:lnTo>
                  <a:lnTo>
                    <a:pt x="38100" y="324612"/>
                  </a:lnTo>
                  <a:lnTo>
                    <a:pt x="44958" y="328422"/>
                  </a:lnTo>
                  <a:lnTo>
                    <a:pt x="49530" y="330708"/>
                  </a:lnTo>
                  <a:lnTo>
                    <a:pt x="56816" y="333636"/>
                  </a:lnTo>
                  <a:lnTo>
                    <a:pt x="63246" y="334708"/>
                  </a:lnTo>
                  <a:lnTo>
                    <a:pt x="69675" y="334351"/>
                  </a:lnTo>
                  <a:lnTo>
                    <a:pt x="76962" y="332994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90" name="Google Shape;1190;p13"/>
            <p:cNvGrpSpPr/>
            <p:nvPr/>
          </p:nvGrpSpPr>
          <p:grpSpPr>
            <a:xfrm>
              <a:off x="7285469" y="2157209"/>
              <a:ext cx="153949" cy="175285"/>
              <a:chOff x="7285469" y="2157209"/>
              <a:chExt cx="153949" cy="175285"/>
            </a:xfrm>
          </p:grpSpPr>
          <p:pic>
            <p:nvPicPr>
              <p:cNvPr id="1191" name="Google Shape;1191;p13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285469" y="2157209"/>
                <a:ext cx="101371" cy="1105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92" name="Google Shape;1192;p13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320521" y="2234933"/>
                <a:ext cx="118897" cy="975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193" name="Google Shape;1193;p13"/>
            <p:cNvSpPr/>
            <p:nvPr/>
          </p:nvSpPr>
          <p:spPr>
            <a:xfrm>
              <a:off x="7524750" y="2227052"/>
              <a:ext cx="48260" cy="57150"/>
            </a:xfrm>
            <a:custGeom>
              <a:rect b="b" l="l" r="r" t="t"/>
              <a:pathLst>
                <a:path extrusionOk="0" h="57150" w="48259">
                  <a:moveTo>
                    <a:pt x="23622" y="273"/>
                  </a:moveTo>
                  <a:lnTo>
                    <a:pt x="48160" y="18311"/>
                  </a:lnTo>
                  <a:lnTo>
                    <a:pt x="46577" y="24943"/>
                  </a:lnTo>
                  <a:lnTo>
                    <a:pt x="10548" y="54316"/>
                  </a:lnTo>
                  <a:lnTo>
                    <a:pt x="762" y="56661"/>
                  </a:lnTo>
                  <a:lnTo>
                    <a:pt x="0" y="56661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13"/>
            <p:cNvSpPr/>
            <p:nvPr/>
          </p:nvSpPr>
          <p:spPr>
            <a:xfrm>
              <a:off x="7786878" y="2196083"/>
              <a:ext cx="2540" cy="1905"/>
            </a:xfrm>
            <a:custGeom>
              <a:rect b="b" l="l" r="r" t="t"/>
              <a:pathLst>
                <a:path extrusionOk="0" h="1905" w="2540">
                  <a:moveTo>
                    <a:pt x="2285" y="762"/>
                  </a:moveTo>
                  <a:lnTo>
                    <a:pt x="761" y="1524"/>
                  </a:lnTo>
                  <a:lnTo>
                    <a:pt x="0" y="1524"/>
                  </a:lnTo>
                  <a:lnTo>
                    <a:pt x="761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13"/>
            <p:cNvSpPr/>
            <p:nvPr/>
          </p:nvSpPr>
          <p:spPr>
            <a:xfrm>
              <a:off x="7901178" y="2183129"/>
              <a:ext cx="13335" cy="0"/>
            </a:xfrm>
            <a:custGeom>
              <a:rect b="b" l="l" r="r" t="t"/>
              <a:pathLst>
                <a:path extrusionOk="0" h="120000" w="13334">
                  <a:moveTo>
                    <a:pt x="0" y="0"/>
                  </a:moveTo>
                  <a:lnTo>
                    <a:pt x="4572" y="0"/>
                  </a:lnTo>
                  <a:lnTo>
                    <a:pt x="9144" y="0"/>
                  </a:lnTo>
                  <a:lnTo>
                    <a:pt x="12954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3"/>
            <p:cNvSpPr/>
            <p:nvPr/>
          </p:nvSpPr>
          <p:spPr>
            <a:xfrm>
              <a:off x="8006333" y="2175510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3"/>
            <p:cNvSpPr/>
            <p:nvPr/>
          </p:nvSpPr>
          <p:spPr>
            <a:xfrm>
              <a:off x="8102345" y="2172461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98" name="Google Shape;1198;p13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323313" y="2178545"/>
              <a:ext cx="77749" cy="8232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99" name="Google Shape;1199;p13"/>
            <p:cNvGrpSpPr/>
            <p:nvPr/>
          </p:nvGrpSpPr>
          <p:grpSpPr>
            <a:xfrm>
              <a:off x="8471903" y="2001107"/>
              <a:ext cx="397141" cy="285115"/>
              <a:chOff x="8471903" y="2001107"/>
              <a:chExt cx="397141" cy="285115"/>
            </a:xfrm>
          </p:grpSpPr>
          <p:pic>
            <p:nvPicPr>
              <p:cNvPr id="1200" name="Google Shape;1200;p13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8471903" y="2069579"/>
                <a:ext cx="110515" cy="10289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01" name="Google Shape;1201;p13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8609825" y="2131301"/>
                <a:ext cx="87655" cy="1143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02" name="Google Shape;1202;p13"/>
              <p:cNvSpPr/>
              <p:nvPr/>
            </p:nvSpPr>
            <p:spPr>
              <a:xfrm>
                <a:off x="8740139" y="2001107"/>
                <a:ext cx="128905" cy="285115"/>
              </a:xfrm>
              <a:custGeom>
                <a:rect b="b" l="l" r="r" t="t"/>
                <a:pathLst>
                  <a:path extrusionOk="0" h="285114" w="128904">
                    <a:moveTo>
                      <a:pt x="0" y="7524"/>
                    </a:moveTo>
                    <a:lnTo>
                      <a:pt x="12918" y="2083"/>
                    </a:lnTo>
                    <a:lnTo>
                      <a:pt x="22764" y="0"/>
                    </a:lnTo>
                    <a:lnTo>
                      <a:pt x="32468" y="2059"/>
                    </a:lnTo>
                    <a:lnTo>
                      <a:pt x="70568" y="31337"/>
                    </a:lnTo>
                    <a:lnTo>
                      <a:pt x="84355" y="73842"/>
                    </a:lnTo>
                    <a:lnTo>
                      <a:pt x="84582" y="85248"/>
                    </a:lnTo>
                    <a:lnTo>
                      <a:pt x="83391" y="97119"/>
                    </a:lnTo>
                    <a:lnTo>
                      <a:pt x="81343" y="108775"/>
                    </a:lnTo>
                    <a:lnTo>
                      <a:pt x="79009" y="120288"/>
                    </a:lnTo>
                    <a:lnTo>
                      <a:pt x="76962" y="131730"/>
                    </a:lnTo>
                    <a:lnTo>
                      <a:pt x="75545" y="139088"/>
                    </a:lnTo>
                    <a:lnTo>
                      <a:pt x="74199" y="147732"/>
                    </a:lnTo>
                    <a:lnTo>
                      <a:pt x="73854" y="156376"/>
                    </a:lnTo>
                    <a:lnTo>
                      <a:pt x="75438" y="163734"/>
                    </a:lnTo>
                    <a:lnTo>
                      <a:pt x="78486" y="172878"/>
                    </a:lnTo>
                    <a:lnTo>
                      <a:pt x="89916" y="172116"/>
                    </a:lnTo>
                    <a:lnTo>
                      <a:pt x="97536" y="172116"/>
                    </a:lnTo>
                    <a:lnTo>
                      <a:pt x="128778" y="161448"/>
                    </a:lnTo>
                    <a:lnTo>
                      <a:pt x="126492" y="160686"/>
                    </a:lnTo>
                    <a:lnTo>
                      <a:pt x="127254" y="159924"/>
                    </a:lnTo>
                    <a:lnTo>
                      <a:pt x="103786" y="190773"/>
                    </a:lnTo>
                    <a:lnTo>
                      <a:pt x="99822" y="220884"/>
                    </a:lnTo>
                    <a:lnTo>
                      <a:pt x="99941" y="229457"/>
                    </a:lnTo>
                    <a:lnTo>
                      <a:pt x="100203" y="238029"/>
                    </a:lnTo>
                    <a:lnTo>
                      <a:pt x="100464" y="246602"/>
                    </a:lnTo>
                    <a:lnTo>
                      <a:pt x="100584" y="255174"/>
                    </a:lnTo>
                    <a:lnTo>
                      <a:pt x="100584" y="263556"/>
                    </a:lnTo>
                    <a:lnTo>
                      <a:pt x="101346" y="270414"/>
                    </a:lnTo>
                    <a:lnTo>
                      <a:pt x="94488" y="275748"/>
                    </a:lnTo>
                    <a:lnTo>
                      <a:pt x="84582" y="281678"/>
                    </a:lnTo>
                    <a:lnTo>
                      <a:pt x="73533" y="284321"/>
                    </a:lnTo>
                    <a:lnTo>
                      <a:pt x="61912" y="284964"/>
                    </a:lnTo>
                    <a:lnTo>
                      <a:pt x="50292" y="284892"/>
                    </a:lnTo>
                    <a:lnTo>
                      <a:pt x="40040" y="284857"/>
                    </a:lnTo>
                    <a:lnTo>
                      <a:pt x="30003" y="284035"/>
                    </a:lnTo>
                    <a:lnTo>
                      <a:pt x="20395" y="281356"/>
                    </a:lnTo>
                    <a:lnTo>
                      <a:pt x="11430" y="275748"/>
                    </a:lnTo>
                    <a:lnTo>
                      <a:pt x="9906" y="273462"/>
                    </a:lnTo>
                    <a:lnTo>
                      <a:pt x="7620" y="271176"/>
                    </a:lnTo>
                    <a:lnTo>
                      <a:pt x="6096" y="26889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3" name="Google Shape;1203;p13"/>
            <p:cNvGrpSpPr/>
            <p:nvPr/>
          </p:nvGrpSpPr>
          <p:grpSpPr>
            <a:xfrm>
              <a:off x="9310116" y="2026145"/>
              <a:ext cx="638810" cy="308750"/>
              <a:chOff x="9310116" y="2026145"/>
              <a:chExt cx="638810" cy="308750"/>
            </a:xfrm>
          </p:grpSpPr>
          <p:sp>
            <p:nvSpPr>
              <p:cNvPr id="1204" name="Google Shape;1204;p13"/>
              <p:cNvSpPr/>
              <p:nvPr/>
            </p:nvSpPr>
            <p:spPr>
              <a:xfrm>
                <a:off x="9310116" y="2164080"/>
                <a:ext cx="3175" cy="154940"/>
              </a:xfrm>
              <a:custGeom>
                <a:rect b="b" l="l" r="r" t="t"/>
                <a:pathLst>
                  <a:path extrusionOk="0" h="154939" w="3175">
                    <a:moveTo>
                      <a:pt x="0" y="0"/>
                    </a:moveTo>
                    <a:lnTo>
                      <a:pt x="321" y="14168"/>
                    </a:lnTo>
                    <a:lnTo>
                      <a:pt x="285" y="28194"/>
                    </a:lnTo>
                    <a:lnTo>
                      <a:pt x="107" y="42219"/>
                    </a:lnTo>
                    <a:lnTo>
                      <a:pt x="0" y="56388"/>
                    </a:lnTo>
                    <a:lnTo>
                      <a:pt x="119" y="71258"/>
                    </a:lnTo>
                    <a:lnTo>
                      <a:pt x="381" y="86201"/>
                    </a:lnTo>
                    <a:lnTo>
                      <a:pt x="642" y="101286"/>
                    </a:lnTo>
                    <a:lnTo>
                      <a:pt x="762" y="116586"/>
                    </a:lnTo>
                    <a:lnTo>
                      <a:pt x="750" y="124467"/>
                    </a:lnTo>
                    <a:lnTo>
                      <a:pt x="666" y="132207"/>
                    </a:lnTo>
                    <a:lnTo>
                      <a:pt x="440" y="139946"/>
                    </a:lnTo>
                    <a:lnTo>
                      <a:pt x="0" y="147828"/>
                    </a:lnTo>
                    <a:lnTo>
                      <a:pt x="0" y="154686"/>
                    </a:lnTo>
                    <a:lnTo>
                      <a:pt x="762" y="150876"/>
                    </a:lnTo>
                    <a:lnTo>
                      <a:pt x="3048" y="145542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5" name="Google Shape;1205;p13"/>
              <p:cNvSpPr/>
              <p:nvPr/>
            </p:nvSpPr>
            <p:spPr>
              <a:xfrm>
                <a:off x="9358657" y="2160270"/>
                <a:ext cx="16510" cy="174625"/>
              </a:xfrm>
              <a:custGeom>
                <a:rect b="b" l="l" r="r" t="t"/>
                <a:pathLst>
                  <a:path extrusionOk="0" h="174625" w="16509">
                    <a:moveTo>
                      <a:pt x="226" y="0"/>
                    </a:moveTo>
                    <a:lnTo>
                      <a:pt x="0" y="13120"/>
                    </a:lnTo>
                    <a:lnTo>
                      <a:pt x="1273" y="25527"/>
                    </a:lnTo>
                    <a:lnTo>
                      <a:pt x="3548" y="37933"/>
                    </a:lnTo>
                    <a:lnTo>
                      <a:pt x="6322" y="51053"/>
                    </a:lnTo>
                    <a:lnTo>
                      <a:pt x="9251" y="65805"/>
                    </a:lnTo>
                    <a:lnTo>
                      <a:pt x="12037" y="80486"/>
                    </a:lnTo>
                    <a:lnTo>
                      <a:pt x="14251" y="95309"/>
                    </a:lnTo>
                    <a:lnTo>
                      <a:pt x="15466" y="110489"/>
                    </a:lnTo>
                    <a:lnTo>
                      <a:pt x="15942" y="122241"/>
                    </a:lnTo>
                    <a:lnTo>
                      <a:pt x="15847" y="133635"/>
                    </a:lnTo>
                    <a:lnTo>
                      <a:pt x="14608" y="144887"/>
                    </a:lnTo>
                    <a:lnTo>
                      <a:pt x="11656" y="156210"/>
                    </a:lnTo>
                    <a:lnTo>
                      <a:pt x="10132" y="163068"/>
                    </a:lnTo>
                    <a:lnTo>
                      <a:pt x="7846" y="168402"/>
                    </a:lnTo>
                    <a:lnTo>
                      <a:pt x="7084" y="174498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06" name="Google Shape;1206;p13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9419069" y="2160257"/>
                <a:ext cx="230149" cy="1699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07" name="Google Shape;1207;p13"/>
              <p:cNvSpPr/>
              <p:nvPr/>
            </p:nvSpPr>
            <p:spPr>
              <a:xfrm>
                <a:off x="9681972" y="2139696"/>
                <a:ext cx="10160" cy="154940"/>
              </a:xfrm>
              <a:custGeom>
                <a:rect b="b" l="l" r="r" t="t"/>
                <a:pathLst>
                  <a:path extrusionOk="0" h="154939" w="10159">
                    <a:moveTo>
                      <a:pt x="0" y="0"/>
                    </a:moveTo>
                    <a:lnTo>
                      <a:pt x="6858" y="48006"/>
                    </a:lnTo>
                    <a:lnTo>
                      <a:pt x="9536" y="95369"/>
                    </a:lnTo>
                    <a:lnTo>
                      <a:pt x="9906" y="111252"/>
                    </a:lnTo>
                    <a:lnTo>
                      <a:pt x="6096" y="150114"/>
                    </a:lnTo>
                    <a:lnTo>
                      <a:pt x="5334" y="153924"/>
                    </a:lnTo>
                    <a:lnTo>
                      <a:pt x="5334" y="154686"/>
                    </a:lnTo>
                    <a:lnTo>
                      <a:pt x="6858" y="14859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8" name="Google Shape;1208;p13"/>
              <p:cNvSpPr/>
              <p:nvPr/>
            </p:nvSpPr>
            <p:spPr>
              <a:xfrm>
                <a:off x="9726168" y="2148078"/>
                <a:ext cx="6985" cy="170180"/>
              </a:xfrm>
              <a:custGeom>
                <a:rect b="b" l="l" r="r" t="t"/>
                <a:pathLst>
                  <a:path extrusionOk="0" h="170180" w="6984">
                    <a:moveTo>
                      <a:pt x="6857" y="0"/>
                    </a:moveTo>
                    <a:lnTo>
                      <a:pt x="5976" y="11429"/>
                    </a:lnTo>
                    <a:lnTo>
                      <a:pt x="5524" y="22859"/>
                    </a:lnTo>
                    <a:lnTo>
                      <a:pt x="5357" y="34290"/>
                    </a:lnTo>
                    <a:lnTo>
                      <a:pt x="5333" y="45720"/>
                    </a:lnTo>
                    <a:lnTo>
                      <a:pt x="5417" y="62412"/>
                    </a:lnTo>
                    <a:lnTo>
                      <a:pt x="5429" y="79247"/>
                    </a:lnTo>
                    <a:lnTo>
                      <a:pt x="5012" y="96083"/>
                    </a:lnTo>
                    <a:lnTo>
                      <a:pt x="3809" y="112776"/>
                    </a:lnTo>
                    <a:lnTo>
                      <a:pt x="2571" y="125348"/>
                    </a:lnTo>
                    <a:lnTo>
                      <a:pt x="1333" y="137922"/>
                    </a:lnTo>
                    <a:lnTo>
                      <a:pt x="380" y="150495"/>
                    </a:lnTo>
                    <a:lnTo>
                      <a:pt x="0" y="163068"/>
                    </a:lnTo>
                    <a:lnTo>
                      <a:pt x="0" y="166878"/>
                    </a:lnTo>
                    <a:lnTo>
                      <a:pt x="0" y="167640"/>
                    </a:lnTo>
                    <a:lnTo>
                      <a:pt x="0" y="169926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09" name="Google Shape;1209;p13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9781781" y="2026145"/>
                <a:ext cx="70129" cy="945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10" name="Google Shape;1210;p13"/>
              <p:cNvSpPr/>
              <p:nvPr/>
            </p:nvSpPr>
            <p:spPr>
              <a:xfrm>
                <a:off x="9822942" y="2212086"/>
                <a:ext cx="50800" cy="3175"/>
              </a:xfrm>
              <a:custGeom>
                <a:rect b="b" l="l" r="r" t="t"/>
                <a:pathLst>
                  <a:path extrusionOk="0" h="3175" w="50800">
                    <a:moveTo>
                      <a:pt x="0" y="3048"/>
                    </a:moveTo>
                    <a:lnTo>
                      <a:pt x="8905" y="2786"/>
                    </a:lnTo>
                    <a:lnTo>
                      <a:pt x="17526" y="2095"/>
                    </a:lnTo>
                    <a:lnTo>
                      <a:pt x="26146" y="1119"/>
                    </a:lnTo>
                    <a:lnTo>
                      <a:pt x="35052" y="0"/>
                    </a:lnTo>
                    <a:lnTo>
                      <a:pt x="40386" y="0"/>
                    </a:lnTo>
                    <a:lnTo>
                      <a:pt x="44958" y="0"/>
                    </a:lnTo>
                    <a:lnTo>
                      <a:pt x="50292" y="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1" name="Google Shape;1211;p13"/>
              <p:cNvSpPr/>
              <p:nvPr/>
            </p:nvSpPr>
            <p:spPr>
              <a:xfrm>
                <a:off x="9834372" y="2240280"/>
                <a:ext cx="48260" cy="13970"/>
              </a:xfrm>
              <a:custGeom>
                <a:rect b="b" l="l" r="r" t="t"/>
                <a:pathLst>
                  <a:path extrusionOk="0" h="13969" w="48259">
                    <a:moveTo>
                      <a:pt x="0" y="13715"/>
                    </a:moveTo>
                    <a:lnTo>
                      <a:pt x="9132" y="11537"/>
                    </a:lnTo>
                    <a:lnTo>
                      <a:pt x="18192" y="9429"/>
                    </a:lnTo>
                    <a:lnTo>
                      <a:pt x="27110" y="7179"/>
                    </a:lnTo>
                    <a:lnTo>
                      <a:pt x="35814" y="4571"/>
                    </a:lnTo>
                    <a:lnTo>
                      <a:pt x="41910" y="2285"/>
                    </a:lnTo>
                    <a:lnTo>
                      <a:pt x="44196" y="1523"/>
                    </a:lnTo>
                    <a:lnTo>
                      <a:pt x="48006" y="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2" name="Google Shape;1212;p13"/>
              <p:cNvSpPr/>
              <p:nvPr/>
            </p:nvSpPr>
            <p:spPr>
              <a:xfrm>
                <a:off x="9938766" y="2177034"/>
                <a:ext cx="10160" cy="95250"/>
              </a:xfrm>
              <a:custGeom>
                <a:rect b="b" l="l" r="r" t="t"/>
                <a:pathLst>
                  <a:path extrusionOk="0" h="95250" w="10159">
                    <a:moveTo>
                      <a:pt x="9905" y="0"/>
                    </a:moveTo>
                    <a:lnTo>
                      <a:pt x="9465" y="9263"/>
                    </a:lnTo>
                    <a:lnTo>
                      <a:pt x="9239" y="18669"/>
                    </a:lnTo>
                    <a:lnTo>
                      <a:pt x="9155" y="28074"/>
                    </a:lnTo>
                    <a:lnTo>
                      <a:pt x="9143" y="37338"/>
                    </a:lnTo>
                    <a:lnTo>
                      <a:pt x="8632" y="47839"/>
                    </a:lnTo>
                    <a:lnTo>
                      <a:pt x="7334" y="57911"/>
                    </a:lnTo>
                    <a:lnTo>
                      <a:pt x="5607" y="67984"/>
                    </a:lnTo>
                    <a:lnTo>
                      <a:pt x="3809" y="78486"/>
                    </a:lnTo>
                    <a:lnTo>
                      <a:pt x="3047" y="84582"/>
                    </a:lnTo>
                    <a:lnTo>
                      <a:pt x="1523" y="89154"/>
                    </a:lnTo>
                    <a:lnTo>
                      <a:pt x="0" y="9525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13" name="Google Shape;1213;p13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6403073" y="3354311"/>
              <a:ext cx="205765" cy="8613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14" name="Google Shape;1214;p13"/>
            <p:cNvGrpSpPr/>
            <p:nvPr/>
          </p:nvGrpSpPr>
          <p:grpSpPr>
            <a:xfrm>
              <a:off x="7313663" y="3235439"/>
              <a:ext cx="269011" cy="144043"/>
              <a:chOff x="7313663" y="3235439"/>
              <a:chExt cx="269011" cy="144043"/>
            </a:xfrm>
          </p:grpSpPr>
          <p:pic>
            <p:nvPicPr>
              <p:cNvPr id="1215" name="Google Shape;1215;p13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7313663" y="3282683"/>
                <a:ext cx="118897" cy="951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16" name="Google Shape;1216;p13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7454633" y="3235439"/>
                <a:ext cx="128041" cy="14404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217" name="Google Shape;1217;p13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7677899" y="3228581"/>
              <a:ext cx="113563" cy="1394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8" name="Google Shape;1218;p13"/>
            <p:cNvSpPr/>
            <p:nvPr/>
          </p:nvSpPr>
          <p:spPr>
            <a:xfrm>
              <a:off x="8009381" y="3293364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1430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13"/>
            <p:cNvSpPr/>
            <p:nvPr/>
          </p:nvSpPr>
          <p:spPr>
            <a:xfrm>
              <a:off x="8159495" y="3268217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13"/>
            <p:cNvSpPr/>
            <p:nvPr/>
          </p:nvSpPr>
          <p:spPr>
            <a:xfrm>
              <a:off x="8271509" y="3263646"/>
              <a:ext cx="15240" cy="16510"/>
            </a:xfrm>
            <a:custGeom>
              <a:rect b="b" l="l" r="r" t="t"/>
              <a:pathLst>
                <a:path extrusionOk="0" h="16510" w="15240">
                  <a:moveTo>
                    <a:pt x="0" y="3810"/>
                  </a:moveTo>
                  <a:lnTo>
                    <a:pt x="0" y="12192"/>
                  </a:lnTo>
                  <a:lnTo>
                    <a:pt x="3810" y="16002"/>
                  </a:lnTo>
                  <a:lnTo>
                    <a:pt x="12192" y="16002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13"/>
            <p:cNvSpPr/>
            <p:nvPr/>
          </p:nvSpPr>
          <p:spPr>
            <a:xfrm>
              <a:off x="8338566" y="3272028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1430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22" name="Google Shape;1222;p13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8580869" y="3173324"/>
              <a:ext cx="127279" cy="834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3" name="Google Shape;1223;p13"/>
            <p:cNvSpPr/>
            <p:nvPr/>
          </p:nvSpPr>
          <p:spPr>
            <a:xfrm>
              <a:off x="8614409" y="3045714"/>
              <a:ext cx="105410" cy="4445"/>
            </a:xfrm>
            <a:custGeom>
              <a:rect b="b" l="l" r="r" t="t"/>
              <a:pathLst>
                <a:path extrusionOk="0" h="4444" w="105409">
                  <a:moveTo>
                    <a:pt x="0" y="3810"/>
                  </a:moveTo>
                  <a:lnTo>
                    <a:pt x="13835" y="4107"/>
                  </a:lnTo>
                  <a:lnTo>
                    <a:pt x="27813" y="3905"/>
                  </a:lnTo>
                  <a:lnTo>
                    <a:pt x="41790" y="3274"/>
                  </a:lnTo>
                  <a:lnTo>
                    <a:pt x="55626" y="2286"/>
                  </a:lnTo>
                  <a:lnTo>
                    <a:pt x="65341" y="1833"/>
                  </a:lnTo>
                  <a:lnTo>
                    <a:pt x="75056" y="1524"/>
                  </a:lnTo>
                  <a:lnTo>
                    <a:pt x="84772" y="1214"/>
                  </a:lnTo>
                  <a:lnTo>
                    <a:pt x="94488" y="762"/>
                  </a:lnTo>
                  <a:lnTo>
                    <a:pt x="105155" y="0"/>
                  </a:lnTo>
                  <a:lnTo>
                    <a:pt x="100584" y="0"/>
                  </a:lnTo>
                  <a:lnTo>
                    <a:pt x="98298" y="0"/>
                  </a:lnTo>
                  <a:lnTo>
                    <a:pt x="97536" y="0"/>
                  </a:lnTo>
                  <a:lnTo>
                    <a:pt x="96774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24" name="Google Shape;1224;p13"/>
            <p:cNvGrpSpPr/>
            <p:nvPr/>
          </p:nvGrpSpPr>
          <p:grpSpPr>
            <a:xfrm>
              <a:off x="8732507" y="3068573"/>
              <a:ext cx="276364" cy="280670"/>
              <a:chOff x="8732507" y="3068573"/>
              <a:chExt cx="276364" cy="280670"/>
            </a:xfrm>
          </p:grpSpPr>
          <p:pic>
            <p:nvPicPr>
              <p:cNvPr id="1225" name="Google Shape;1225;p13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8732507" y="3110471"/>
                <a:ext cx="68605" cy="13566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26" name="Google Shape;1226;p13"/>
              <p:cNvSpPr/>
              <p:nvPr/>
            </p:nvSpPr>
            <p:spPr>
              <a:xfrm>
                <a:off x="8844533" y="3174491"/>
                <a:ext cx="45085" cy="98425"/>
              </a:xfrm>
              <a:custGeom>
                <a:rect b="b" l="l" r="r" t="t"/>
                <a:pathLst>
                  <a:path extrusionOk="0" h="98425" w="45084">
                    <a:moveTo>
                      <a:pt x="0" y="81534"/>
                    </a:moveTo>
                    <a:lnTo>
                      <a:pt x="5631" y="73009"/>
                    </a:lnTo>
                    <a:lnTo>
                      <a:pt x="11334" y="65341"/>
                    </a:lnTo>
                    <a:lnTo>
                      <a:pt x="17466" y="57959"/>
                    </a:lnTo>
                    <a:lnTo>
                      <a:pt x="24383" y="50292"/>
                    </a:lnTo>
                    <a:lnTo>
                      <a:pt x="29789" y="44196"/>
                    </a:lnTo>
                    <a:lnTo>
                      <a:pt x="44957" y="8382"/>
                    </a:lnTo>
                    <a:lnTo>
                      <a:pt x="38861" y="3810"/>
                    </a:lnTo>
                    <a:lnTo>
                      <a:pt x="32765" y="0"/>
                    </a:lnTo>
                    <a:lnTo>
                      <a:pt x="24383" y="1524"/>
                    </a:lnTo>
                    <a:lnTo>
                      <a:pt x="10667" y="37338"/>
                    </a:lnTo>
                    <a:lnTo>
                      <a:pt x="10858" y="46922"/>
                    </a:lnTo>
                    <a:lnTo>
                      <a:pt x="23622" y="89916"/>
                    </a:lnTo>
                    <a:lnTo>
                      <a:pt x="28956" y="94488"/>
                    </a:lnTo>
                    <a:lnTo>
                      <a:pt x="32766" y="98298"/>
                    </a:lnTo>
                    <a:lnTo>
                      <a:pt x="35814" y="96774"/>
                    </a:lnTo>
                    <a:lnTo>
                      <a:pt x="39624" y="96012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7" name="Google Shape;1227;p13"/>
              <p:cNvSpPr/>
              <p:nvPr/>
            </p:nvSpPr>
            <p:spPr>
              <a:xfrm>
                <a:off x="8916161" y="3068573"/>
                <a:ext cx="92710" cy="280670"/>
              </a:xfrm>
              <a:custGeom>
                <a:rect b="b" l="l" r="r" t="t"/>
                <a:pathLst>
                  <a:path extrusionOk="0" h="280670" w="92709">
                    <a:moveTo>
                      <a:pt x="25907" y="23622"/>
                    </a:moveTo>
                    <a:lnTo>
                      <a:pt x="22097" y="11430"/>
                    </a:lnTo>
                    <a:lnTo>
                      <a:pt x="20573" y="10668"/>
                    </a:lnTo>
                    <a:lnTo>
                      <a:pt x="20573" y="762"/>
                    </a:lnTo>
                    <a:lnTo>
                      <a:pt x="29717" y="0"/>
                    </a:lnTo>
                    <a:lnTo>
                      <a:pt x="32765" y="762"/>
                    </a:lnTo>
                    <a:lnTo>
                      <a:pt x="40385" y="6858"/>
                    </a:lnTo>
                    <a:lnTo>
                      <a:pt x="61721" y="42672"/>
                    </a:lnTo>
                    <a:lnTo>
                      <a:pt x="68472" y="89713"/>
                    </a:lnTo>
                    <a:lnTo>
                      <a:pt x="67817" y="105156"/>
                    </a:lnTo>
                    <a:lnTo>
                      <a:pt x="66174" y="114049"/>
                    </a:lnTo>
                    <a:lnTo>
                      <a:pt x="63817" y="122586"/>
                    </a:lnTo>
                    <a:lnTo>
                      <a:pt x="61174" y="130980"/>
                    </a:lnTo>
                    <a:lnTo>
                      <a:pt x="58673" y="139446"/>
                    </a:lnTo>
                    <a:lnTo>
                      <a:pt x="57911" y="143256"/>
                    </a:lnTo>
                    <a:lnTo>
                      <a:pt x="56387" y="151638"/>
                    </a:lnTo>
                    <a:lnTo>
                      <a:pt x="58673" y="154686"/>
                    </a:lnTo>
                    <a:lnTo>
                      <a:pt x="60959" y="157734"/>
                    </a:lnTo>
                    <a:lnTo>
                      <a:pt x="76961" y="156210"/>
                    </a:lnTo>
                    <a:lnTo>
                      <a:pt x="80009" y="156210"/>
                    </a:lnTo>
                    <a:lnTo>
                      <a:pt x="83819" y="155448"/>
                    </a:lnTo>
                    <a:lnTo>
                      <a:pt x="88391" y="153924"/>
                    </a:lnTo>
                    <a:lnTo>
                      <a:pt x="92201" y="152400"/>
                    </a:lnTo>
                    <a:lnTo>
                      <a:pt x="87629" y="155448"/>
                    </a:lnTo>
                    <a:lnTo>
                      <a:pt x="86105" y="156972"/>
                    </a:lnTo>
                    <a:lnTo>
                      <a:pt x="82295" y="160782"/>
                    </a:lnTo>
                    <a:lnTo>
                      <a:pt x="75640" y="170223"/>
                    </a:lnTo>
                    <a:lnTo>
                      <a:pt x="71342" y="180308"/>
                    </a:lnTo>
                    <a:lnTo>
                      <a:pt x="68901" y="191107"/>
                    </a:lnTo>
                    <a:lnTo>
                      <a:pt x="67817" y="202692"/>
                    </a:lnTo>
                    <a:lnTo>
                      <a:pt x="68949" y="218789"/>
                    </a:lnTo>
                    <a:lnTo>
                      <a:pt x="70580" y="239458"/>
                    </a:lnTo>
                    <a:lnTo>
                      <a:pt x="70068" y="259270"/>
                    </a:lnTo>
                    <a:lnTo>
                      <a:pt x="32527" y="280427"/>
                    </a:lnTo>
                    <a:lnTo>
                      <a:pt x="24955" y="279939"/>
                    </a:lnTo>
                    <a:lnTo>
                      <a:pt x="17668" y="278165"/>
                    </a:lnTo>
                    <a:lnTo>
                      <a:pt x="10667" y="274320"/>
                    </a:lnTo>
                    <a:lnTo>
                      <a:pt x="4571" y="268986"/>
                    </a:lnTo>
                    <a:lnTo>
                      <a:pt x="2285" y="266700"/>
                    </a:lnTo>
                    <a:lnTo>
                      <a:pt x="0" y="260604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28" name="Google Shape;1228;p13"/>
            <p:cNvGrpSpPr/>
            <p:nvPr/>
          </p:nvGrpSpPr>
          <p:grpSpPr>
            <a:xfrm>
              <a:off x="9335988" y="2830055"/>
              <a:ext cx="607857" cy="308634"/>
              <a:chOff x="9335988" y="2830055"/>
              <a:chExt cx="607857" cy="308634"/>
            </a:xfrm>
          </p:grpSpPr>
          <p:sp>
            <p:nvSpPr>
              <p:cNvPr id="1229" name="Google Shape;1229;p13"/>
              <p:cNvSpPr/>
              <p:nvPr/>
            </p:nvSpPr>
            <p:spPr>
              <a:xfrm>
                <a:off x="9335988" y="2971800"/>
                <a:ext cx="14604" cy="159385"/>
              </a:xfrm>
              <a:custGeom>
                <a:rect b="b" l="l" r="r" t="t"/>
                <a:pathLst>
                  <a:path extrusionOk="0" h="159385" w="14604">
                    <a:moveTo>
                      <a:pt x="10703" y="0"/>
                    </a:moveTo>
                    <a:lnTo>
                      <a:pt x="10822" y="17014"/>
                    </a:lnTo>
                    <a:lnTo>
                      <a:pt x="11084" y="33813"/>
                    </a:lnTo>
                    <a:lnTo>
                      <a:pt x="11346" y="50470"/>
                    </a:lnTo>
                    <a:lnTo>
                      <a:pt x="11465" y="67056"/>
                    </a:lnTo>
                    <a:lnTo>
                      <a:pt x="7739" y="95714"/>
                    </a:lnTo>
                    <a:lnTo>
                      <a:pt x="1083" y="127730"/>
                    </a:lnTo>
                    <a:lnTo>
                      <a:pt x="0" y="152459"/>
                    </a:lnTo>
                    <a:lnTo>
                      <a:pt x="12989" y="159258"/>
                    </a:lnTo>
                    <a:lnTo>
                      <a:pt x="12989" y="157734"/>
                    </a:lnTo>
                    <a:lnTo>
                      <a:pt x="13751" y="156210"/>
                    </a:lnTo>
                    <a:lnTo>
                      <a:pt x="14513" y="154686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0" name="Google Shape;1230;p13"/>
              <p:cNvSpPr/>
              <p:nvPr/>
            </p:nvSpPr>
            <p:spPr>
              <a:xfrm>
                <a:off x="9376409" y="2973324"/>
                <a:ext cx="12700" cy="151765"/>
              </a:xfrm>
              <a:custGeom>
                <a:rect b="b" l="l" r="r" t="t"/>
                <a:pathLst>
                  <a:path extrusionOk="0" h="151764" w="12700">
                    <a:moveTo>
                      <a:pt x="0" y="0"/>
                    </a:moveTo>
                    <a:lnTo>
                      <a:pt x="9108" y="46612"/>
                    </a:lnTo>
                    <a:lnTo>
                      <a:pt x="12001" y="88106"/>
                    </a:lnTo>
                    <a:lnTo>
                      <a:pt x="12192" y="114300"/>
                    </a:lnTo>
                    <a:lnTo>
                      <a:pt x="12156" y="122181"/>
                    </a:lnTo>
                    <a:lnTo>
                      <a:pt x="11906" y="129921"/>
                    </a:lnTo>
                    <a:lnTo>
                      <a:pt x="11227" y="137660"/>
                    </a:lnTo>
                    <a:lnTo>
                      <a:pt x="9906" y="145542"/>
                    </a:lnTo>
                    <a:lnTo>
                      <a:pt x="9144" y="147828"/>
                    </a:lnTo>
                    <a:lnTo>
                      <a:pt x="9906" y="151638"/>
                    </a:lnTo>
                    <a:lnTo>
                      <a:pt x="9144" y="145542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31" name="Google Shape;1231;p13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9440405" y="2930067"/>
                <a:ext cx="198145" cy="20862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32" name="Google Shape;1232;p13"/>
              <p:cNvSpPr/>
              <p:nvPr/>
            </p:nvSpPr>
            <p:spPr>
              <a:xfrm>
                <a:off x="9672351" y="2910840"/>
                <a:ext cx="6350" cy="181610"/>
              </a:xfrm>
              <a:custGeom>
                <a:rect b="b" l="l" r="r" t="t"/>
                <a:pathLst>
                  <a:path extrusionOk="0" h="181610" w="6350">
                    <a:moveTo>
                      <a:pt x="2762" y="0"/>
                    </a:moveTo>
                    <a:lnTo>
                      <a:pt x="3012" y="16002"/>
                    </a:lnTo>
                    <a:lnTo>
                      <a:pt x="3619" y="32004"/>
                    </a:lnTo>
                    <a:lnTo>
                      <a:pt x="4369" y="48006"/>
                    </a:lnTo>
                    <a:lnTo>
                      <a:pt x="5048" y="64008"/>
                    </a:lnTo>
                    <a:lnTo>
                      <a:pt x="5572" y="84832"/>
                    </a:lnTo>
                    <a:lnTo>
                      <a:pt x="5810" y="106013"/>
                    </a:lnTo>
                    <a:lnTo>
                      <a:pt x="5476" y="127337"/>
                    </a:lnTo>
                    <a:lnTo>
                      <a:pt x="4286" y="148590"/>
                    </a:lnTo>
                    <a:lnTo>
                      <a:pt x="3047" y="154626"/>
                    </a:lnTo>
                    <a:lnTo>
                      <a:pt x="1238" y="163734"/>
                    </a:lnTo>
                    <a:lnTo>
                      <a:pt x="0" y="172700"/>
                    </a:lnTo>
                    <a:lnTo>
                      <a:pt x="476" y="178308"/>
                    </a:lnTo>
                    <a:lnTo>
                      <a:pt x="476" y="180594"/>
                    </a:lnTo>
                    <a:lnTo>
                      <a:pt x="1238" y="181356"/>
                    </a:lnTo>
                    <a:lnTo>
                      <a:pt x="2762" y="177546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3" name="Google Shape;1233;p13"/>
              <p:cNvSpPr/>
              <p:nvPr/>
            </p:nvSpPr>
            <p:spPr>
              <a:xfrm>
                <a:off x="9711689" y="2931414"/>
                <a:ext cx="10160" cy="169545"/>
              </a:xfrm>
              <a:custGeom>
                <a:rect b="b" l="l" r="r" t="t"/>
                <a:pathLst>
                  <a:path extrusionOk="0" h="169544" w="10159">
                    <a:moveTo>
                      <a:pt x="9905" y="0"/>
                    </a:moveTo>
                    <a:lnTo>
                      <a:pt x="8465" y="11894"/>
                    </a:lnTo>
                    <a:lnTo>
                      <a:pt x="7524" y="23717"/>
                    </a:lnTo>
                    <a:lnTo>
                      <a:pt x="7012" y="35683"/>
                    </a:lnTo>
                    <a:lnTo>
                      <a:pt x="6857" y="48006"/>
                    </a:lnTo>
                    <a:lnTo>
                      <a:pt x="6274" y="63877"/>
                    </a:lnTo>
                    <a:lnTo>
                      <a:pt x="5619" y="79533"/>
                    </a:lnTo>
                    <a:lnTo>
                      <a:pt x="4822" y="95047"/>
                    </a:lnTo>
                    <a:lnTo>
                      <a:pt x="3809" y="110489"/>
                    </a:lnTo>
                    <a:lnTo>
                      <a:pt x="3226" y="121908"/>
                    </a:lnTo>
                    <a:lnTo>
                      <a:pt x="2571" y="133254"/>
                    </a:lnTo>
                    <a:lnTo>
                      <a:pt x="1774" y="144458"/>
                    </a:lnTo>
                    <a:lnTo>
                      <a:pt x="761" y="155448"/>
                    </a:lnTo>
                    <a:lnTo>
                      <a:pt x="0" y="160020"/>
                    </a:lnTo>
                    <a:lnTo>
                      <a:pt x="0" y="164592"/>
                    </a:lnTo>
                    <a:lnTo>
                      <a:pt x="0" y="169164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34" name="Google Shape;1234;p13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9749015" y="2830055"/>
                <a:ext cx="83845" cy="739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35" name="Google Shape;1235;p13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9827501" y="2972549"/>
                <a:ext cx="71653" cy="686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36" name="Google Shape;1236;p13"/>
              <p:cNvSpPr/>
              <p:nvPr/>
            </p:nvSpPr>
            <p:spPr>
              <a:xfrm>
                <a:off x="9942575" y="2951226"/>
                <a:ext cx="1270" cy="109220"/>
              </a:xfrm>
              <a:custGeom>
                <a:rect b="b" l="l" r="r" t="t"/>
                <a:pathLst>
                  <a:path extrusionOk="0" h="109219" w="1270">
                    <a:moveTo>
                      <a:pt x="0" y="0"/>
                    </a:moveTo>
                    <a:lnTo>
                      <a:pt x="11" y="12584"/>
                    </a:lnTo>
                    <a:lnTo>
                      <a:pt x="95" y="25241"/>
                    </a:lnTo>
                    <a:lnTo>
                      <a:pt x="321" y="38040"/>
                    </a:lnTo>
                    <a:lnTo>
                      <a:pt x="762" y="51053"/>
                    </a:lnTo>
                    <a:lnTo>
                      <a:pt x="1083" y="64329"/>
                    </a:lnTo>
                    <a:lnTo>
                      <a:pt x="1047" y="77819"/>
                    </a:lnTo>
                    <a:lnTo>
                      <a:pt x="869" y="91451"/>
                    </a:lnTo>
                    <a:lnTo>
                      <a:pt x="762" y="105155"/>
                    </a:lnTo>
                    <a:lnTo>
                      <a:pt x="762" y="106680"/>
                    </a:lnTo>
                    <a:lnTo>
                      <a:pt x="762" y="108204"/>
                    </a:lnTo>
                    <a:lnTo>
                      <a:pt x="762" y="108966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37" name="Google Shape;1237;p13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6348971" y="2453627"/>
              <a:ext cx="185191" cy="16766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38" name="Google Shape;1238;p13"/>
            <p:cNvGrpSpPr/>
            <p:nvPr/>
          </p:nvGrpSpPr>
          <p:grpSpPr>
            <a:xfrm>
              <a:off x="7270229" y="2430767"/>
              <a:ext cx="276364" cy="224295"/>
              <a:chOff x="7270229" y="2430767"/>
              <a:chExt cx="276364" cy="224295"/>
            </a:xfrm>
          </p:grpSpPr>
          <p:pic>
            <p:nvPicPr>
              <p:cNvPr id="1239" name="Google Shape;1239;p13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7270229" y="2430767"/>
                <a:ext cx="228625" cy="1420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40" name="Google Shape;1240;p13"/>
              <p:cNvSpPr/>
              <p:nvPr/>
            </p:nvSpPr>
            <p:spPr>
              <a:xfrm>
                <a:off x="7541513" y="2519172"/>
                <a:ext cx="5080" cy="56515"/>
              </a:xfrm>
              <a:custGeom>
                <a:rect b="b" l="l" r="r" t="t"/>
                <a:pathLst>
                  <a:path extrusionOk="0" h="56514" w="5079">
                    <a:moveTo>
                      <a:pt x="4572" y="0"/>
                    </a:moveTo>
                    <a:lnTo>
                      <a:pt x="2571" y="9013"/>
                    </a:lnTo>
                    <a:lnTo>
                      <a:pt x="1143" y="17240"/>
                    </a:lnTo>
                    <a:lnTo>
                      <a:pt x="285" y="25610"/>
                    </a:lnTo>
                    <a:lnTo>
                      <a:pt x="0" y="35052"/>
                    </a:lnTo>
                    <a:lnTo>
                      <a:pt x="0" y="41910"/>
                    </a:lnTo>
                    <a:lnTo>
                      <a:pt x="0" y="50292"/>
                    </a:lnTo>
                    <a:lnTo>
                      <a:pt x="762" y="56388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1" name="Google Shape;1241;p13"/>
              <p:cNvSpPr/>
              <p:nvPr/>
            </p:nvSpPr>
            <p:spPr>
              <a:xfrm>
                <a:off x="7366253" y="2622042"/>
                <a:ext cx="167640" cy="33020"/>
              </a:xfrm>
              <a:custGeom>
                <a:rect b="b" l="l" r="r" t="t"/>
                <a:pathLst>
                  <a:path extrusionOk="0" h="33019" w="167640">
                    <a:moveTo>
                      <a:pt x="3048" y="22860"/>
                    </a:moveTo>
                    <a:lnTo>
                      <a:pt x="2286" y="26670"/>
                    </a:lnTo>
                    <a:lnTo>
                      <a:pt x="1524" y="29718"/>
                    </a:lnTo>
                    <a:lnTo>
                      <a:pt x="0" y="32766"/>
                    </a:lnTo>
                    <a:lnTo>
                      <a:pt x="10846" y="32063"/>
                    </a:lnTo>
                    <a:lnTo>
                      <a:pt x="21621" y="31146"/>
                    </a:lnTo>
                    <a:lnTo>
                      <a:pt x="32254" y="30087"/>
                    </a:lnTo>
                    <a:lnTo>
                      <a:pt x="42672" y="28956"/>
                    </a:lnTo>
                    <a:lnTo>
                      <a:pt x="62103" y="26777"/>
                    </a:lnTo>
                    <a:lnTo>
                      <a:pt x="81534" y="24669"/>
                    </a:lnTo>
                    <a:lnTo>
                      <a:pt x="100965" y="22419"/>
                    </a:lnTo>
                    <a:lnTo>
                      <a:pt x="120396" y="19812"/>
                    </a:lnTo>
                    <a:lnTo>
                      <a:pt x="130230" y="18788"/>
                    </a:lnTo>
                    <a:lnTo>
                      <a:pt x="140208" y="17907"/>
                    </a:lnTo>
                    <a:lnTo>
                      <a:pt x="150185" y="17025"/>
                    </a:lnTo>
                    <a:lnTo>
                      <a:pt x="160020" y="16002"/>
                    </a:lnTo>
                    <a:lnTo>
                      <a:pt x="163068" y="16002"/>
                    </a:lnTo>
                    <a:lnTo>
                      <a:pt x="165354" y="15240"/>
                    </a:lnTo>
                    <a:lnTo>
                      <a:pt x="167640" y="15240"/>
                    </a:lnTo>
                    <a:lnTo>
                      <a:pt x="166878" y="13716"/>
                    </a:lnTo>
                    <a:lnTo>
                      <a:pt x="165354" y="12192"/>
                    </a:lnTo>
                    <a:lnTo>
                      <a:pt x="163068" y="8382"/>
                    </a:lnTo>
                    <a:lnTo>
                      <a:pt x="163830" y="3810"/>
                    </a:lnTo>
                    <a:lnTo>
                      <a:pt x="163830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42" name="Google Shape;1242;p13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7607699" y="2437625"/>
              <a:ext cx="118230" cy="160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3" name="Google Shape;1243;p13"/>
            <p:cNvSpPr/>
            <p:nvPr/>
          </p:nvSpPr>
          <p:spPr>
            <a:xfrm>
              <a:off x="7949945" y="2493264"/>
              <a:ext cx="8890" cy="0"/>
            </a:xfrm>
            <a:custGeom>
              <a:rect b="b" l="l" r="r" t="t"/>
              <a:pathLst>
                <a:path extrusionOk="0" h="120000" w="8890">
                  <a:moveTo>
                    <a:pt x="0" y="0"/>
                  </a:moveTo>
                  <a:lnTo>
                    <a:pt x="3810" y="0"/>
                  </a:lnTo>
                  <a:lnTo>
                    <a:pt x="8382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13"/>
            <p:cNvSpPr/>
            <p:nvPr/>
          </p:nvSpPr>
          <p:spPr>
            <a:xfrm>
              <a:off x="8072628" y="2471927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1430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45" name="Google Shape;1245;p13"/>
            <p:cNvGrpSpPr/>
            <p:nvPr/>
          </p:nvGrpSpPr>
          <p:grpSpPr>
            <a:xfrm>
              <a:off x="8201406" y="2464308"/>
              <a:ext cx="52578" cy="15240"/>
              <a:chOff x="8201406" y="2464308"/>
              <a:chExt cx="52578" cy="15240"/>
            </a:xfrm>
          </p:grpSpPr>
          <p:sp>
            <p:nvSpPr>
              <p:cNvPr id="1246" name="Google Shape;1246;p13"/>
              <p:cNvSpPr/>
              <p:nvPr/>
            </p:nvSpPr>
            <p:spPr>
              <a:xfrm>
                <a:off x="8201406" y="2471166"/>
                <a:ext cx="13335" cy="5715"/>
              </a:xfrm>
              <a:custGeom>
                <a:rect b="b" l="l" r="r" t="t"/>
                <a:pathLst>
                  <a:path extrusionOk="0" h="5714" w="13334">
                    <a:moveTo>
                      <a:pt x="0" y="5334"/>
                    </a:moveTo>
                    <a:lnTo>
                      <a:pt x="3809" y="3048"/>
                    </a:lnTo>
                    <a:lnTo>
                      <a:pt x="8382" y="1524"/>
                    </a:lnTo>
                    <a:lnTo>
                      <a:pt x="12954" y="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7" name="Google Shape;1247;p13"/>
              <p:cNvSpPr/>
              <p:nvPr/>
            </p:nvSpPr>
            <p:spPr>
              <a:xfrm>
                <a:off x="8238744" y="2464308"/>
                <a:ext cx="15240" cy="15240"/>
              </a:xfrm>
              <a:custGeom>
                <a:rect b="b" l="l" r="r" t="t"/>
                <a:pathLst>
                  <a:path extrusionOk="0" h="15239" w="15240">
                    <a:moveTo>
                      <a:pt x="0" y="3810"/>
                    </a:moveTo>
                    <a:lnTo>
                      <a:pt x="0" y="12192"/>
                    </a:lnTo>
                    <a:lnTo>
                      <a:pt x="3810" y="15240"/>
                    </a:lnTo>
                    <a:lnTo>
                      <a:pt x="12192" y="15240"/>
                    </a:lnTo>
                    <a:lnTo>
                      <a:pt x="15240" y="12192"/>
                    </a:lnTo>
                    <a:lnTo>
                      <a:pt x="15240" y="7620"/>
                    </a:lnTo>
                    <a:lnTo>
                      <a:pt x="15240" y="3810"/>
                    </a:lnTo>
                    <a:lnTo>
                      <a:pt x="12192" y="0"/>
                    </a:lnTo>
                    <a:lnTo>
                      <a:pt x="3810" y="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8" name="Google Shape;1248;p13"/>
            <p:cNvGrpSpPr/>
            <p:nvPr/>
          </p:nvGrpSpPr>
          <p:grpSpPr>
            <a:xfrm>
              <a:off x="8474950" y="2344661"/>
              <a:ext cx="358927" cy="141947"/>
              <a:chOff x="8474950" y="2344661"/>
              <a:chExt cx="358927" cy="141947"/>
            </a:xfrm>
          </p:grpSpPr>
          <p:pic>
            <p:nvPicPr>
              <p:cNvPr id="1249" name="Google Shape;1249;p13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8474950" y="2392286"/>
                <a:ext cx="117373" cy="933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50" name="Google Shape;1250;p13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8623540" y="2344661"/>
                <a:ext cx="89179" cy="1249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51" name="Google Shape;1251;p13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8750794" y="2363711"/>
                <a:ext cx="83083" cy="12289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252" name="Google Shape;1252;p13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7431487" y="1949945"/>
              <a:ext cx="275393" cy="171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3" name="Google Shape;1253;p13"/>
            <p:cNvSpPr/>
            <p:nvPr/>
          </p:nvSpPr>
          <p:spPr>
            <a:xfrm>
              <a:off x="8604504" y="2532888"/>
              <a:ext cx="197485" cy="25400"/>
            </a:xfrm>
            <a:custGeom>
              <a:rect b="b" l="l" r="r" t="t"/>
              <a:pathLst>
                <a:path extrusionOk="0" h="25400" w="197484">
                  <a:moveTo>
                    <a:pt x="0" y="24384"/>
                  </a:moveTo>
                  <a:lnTo>
                    <a:pt x="17478" y="25122"/>
                  </a:lnTo>
                  <a:lnTo>
                    <a:pt x="34671" y="25146"/>
                  </a:lnTo>
                  <a:lnTo>
                    <a:pt x="51863" y="24598"/>
                  </a:lnTo>
                  <a:lnTo>
                    <a:pt x="106298" y="21240"/>
                  </a:lnTo>
                  <a:lnTo>
                    <a:pt x="143256" y="18288"/>
                  </a:lnTo>
                  <a:lnTo>
                    <a:pt x="155126" y="17490"/>
                  </a:lnTo>
                  <a:lnTo>
                    <a:pt x="166782" y="16478"/>
                  </a:lnTo>
                  <a:lnTo>
                    <a:pt x="178296" y="15609"/>
                  </a:lnTo>
                  <a:lnTo>
                    <a:pt x="189738" y="15240"/>
                  </a:lnTo>
                  <a:lnTo>
                    <a:pt x="193548" y="15240"/>
                  </a:lnTo>
                  <a:lnTo>
                    <a:pt x="195072" y="15240"/>
                  </a:lnTo>
                  <a:lnTo>
                    <a:pt x="197358" y="15240"/>
                  </a:lnTo>
                  <a:lnTo>
                    <a:pt x="194310" y="15240"/>
                  </a:lnTo>
                  <a:lnTo>
                    <a:pt x="192786" y="15240"/>
                  </a:lnTo>
                  <a:lnTo>
                    <a:pt x="190500" y="12954"/>
                  </a:lnTo>
                  <a:lnTo>
                    <a:pt x="186690" y="7620"/>
                  </a:lnTo>
                  <a:lnTo>
                    <a:pt x="185166" y="4572"/>
                  </a:lnTo>
                  <a:lnTo>
                    <a:pt x="182880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13"/>
            <p:cNvSpPr/>
            <p:nvPr/>
          </p:nvSpPr>
          <p:spPr>
            <a:xfrm>
              <a:off x="9421368" y="2431542"/>
              <a:ext cx="499109" cy="26034"/>
            </a:xfrm>
            <a:custGeom>
              <a:rect b="b" l="l" r="r" t="t"/>
              <a:pathLst>
                <a:path extrusionOk="0" h="26035" w="499109">
                  <a:moveTo>
                    <a:pt x="0" y="25908"/>
                  </a:moveTo>
                  <a:lnTo>
                    <a:pt x="47244" y="13716"/>
                  </a:lnTo>
                  <a:lnTo>
                    <a:pt x="86868" y="10763"/>
                  </a:lnTo>
                  <a:lnTo>
                    <a:pt x="126492" y="8382"/>
                  </a:lnTo>
                  <a:lnTo>
                    <a:pt x="182499" y="6286"/>
                  </a:lnTo>
                  <a:lnTo>
                    <a:pt x="238506" y="5334"/>
                  </a:lnTo>
                  <a:lnTo>
                    <a:pt x="265938" y="5345"/>
                  </a:lnTo>
                  <a:lnTo>
                    <a:pt x="293370" y="5429"/>
                  </a:lnTo>
                  <a:lnTo>
                    <a:pt x="320802" y="5655"/>
                  </a:lnTo>
                  <a:lnTo>
                    <a:pt x="348234" y="6096"/>
                  </a:lnTo>
                  <a:lnTo>
                    <a:pt x="367105" y="6357"/>
                  </a:lnTo>
                  <a:lnTo>
                    <a:pt x="386048" y="7048"/>
                  </a:lnTo>
                  <a:lnTo>
                    <a:pt x="405133" y="8024"/>
                  </a:lnTo>
                  <a:lnTo>
                    <a:pt x="424434" y="9144"/>
                  </a:lnTo>
                  <a:lnTo>
                    <a:pt x="432887" y="9703"/>
                  </a:lnTo>
                  <a:lnTo>
                    <a:pt x="441198" y="10191"/>
                  </a:lnTo>
                  <a:lnTo>
                    <a:pt x="449508" y="10537"/>
                  </a:lnTo>
                  <a:lnTo>
                    <a:pt x="457962" y="10668"/>
                  </a:lnTo>
                  <a:lnTo>
                    <a:pt x="460248" y="10668"/>
                  </a:lnTo>
                  <a:lnTo>
                    <a:pt x="462534" y="10668"/>
                  </a:lnTo>
                  <a:lnTo>
                    <a:pt x="464058" y="10668"/>
                  </a:lnTo>
                  <a:lnTo>
                    <a:pt x="459486" y="9144"/>
                  </a:lnTo>
                  <a:lnTo>
                    <a:pt x="454152" y="8382"/>
                  </a:lnTo>
                  <a:lnTo>
                    <a:pt x="449580" y="7620"/>
                  </a:lnTo>
                  <a:lnTo>
                    <a:pt x="437018" y="6977"/>
                  </a:lnTo>
                  <a:lnTo>
                    <a:pt x="424529" y="7048"/>
                  </a:lnTo>
                  <a:lnTo>
                    <a:pt x="412182" y="7405"/>
                  </a:lnTo>
                  <a:lnTo>
                    <a:pt x="400050" y="7620"/>
                  </a:lnTo>
                  <a:lnTo>
                    <a:pt x="376630" y="7500"/>
                  </a:lnTo>
                  <a:lnTo>
                    <a:pt x="353282" y="7239"/>
                  </a:lnTo>
                  <a:lnTo>
                    <a:pt x="330076" y="6977"/>
                  </a:lnTo>
                  <a:lnTo>
                    <a:pt x="307086" y="6858"/>
                  </a:lnTo>
                  <a:lnTo>
                    <a:pt x="268914" y="7250"/>
                  </a:lnTo>
                  <a:lnTo>
                    <a:pt x="192857" y="9751"/>
                  </a:lnTo>
                  <a:lnTo>
                    <a:pt x="154686" y="11430"/>
                  </a:lnTo>
                  <a:lnTo>
                    <a:pt x="127920" y="12858"/>
                  </a:lnTo>
                  <a:lnTo>
                    <a:pt x="114288" y="13465"/>
                  </a:lnTo>
                  <a:lnTo>
                    <a:pt x="100584" y="13716"/>
                  </a:lnTo>
                  <a:lnTo>
                    <a:pt x="97536" y="13716"/>
                  </a:lnTo>
                  <a:lnTo>
                    <a:pt x="94488" y="13716"/>
                  </a:lnTo>
                  <a:lnTo>
                    <a:pt x="91440" y="13716"/>
                  </a:lnTo>
                  <a:lnTo>
                    <a:pt x="96012" y="11430"/>
                  </a:lnTo>
                  <a:lnTo>
                    <a:pt x="101346" y="10668"/>
                  </a:lnTo>
                  <a:lnTo>
                    <a:pt x="107442" y="9144"/>
                  </a:lnTo>
                  <a:lnTo>
                    <a:pt x="150625" y="5286"/>
                  </a:lnTo>
                  <a:lnTo>
                    <a:pt x="192107" y="4012"/>
                  </a:lnTo>
                  <a:lnTo>
                    <a:pt x="245614" y="3178"/>
                  </a:lnTo>
                  <a:lnTo>
                    <a:pt x="272796" y="3048"/>
                  </a:lnTo>
                  <a:lnTo>
                    <a:pt x="311777" y="2619"/>
                  </a:lnTo>
                  <a:lnTo>
                    <a:pt x="350900" y="2476"/>
                  </a:lnTo>
                  <a:lnTo>
                    <a:pt x="390024" y="2619"/>
                  </a:lnTo>
                  <a:lnTo>
                    <a:pt x="429006" y="3048"/>
                  </a:lnTo>
                  <a:lnTo>
                    <a:pt x="444436" y="3071"/>
                  </a:lnTo>
                  <a:lnTo>
                    <a:pt x="459867" y="3238"/>
                  </a:lnTo>
                  <a:lnTo>
                    <a:pt x="475297" y="3690"/>
                  </a:lnTo>
                  <a:lnTo>
                    <a:pt x="490728" y="4572"/>
                  </a:lnTo>
                  <a:lnTo>
                    <a:pt x="495300" y="5334"/>
                  </a:lnTo>
                  <a:lnTo>
                    <a:pt x="496823" y="5334"/>
                  </a:lnTo>
                  <a:lnTo>
                    <a:pt x="499109" y="5334"/>
                  </a:lnTo>
                  <a:lnTo>
                    <a:pt x="493014" y="5334"/>
                  </a:lnTo>
                  <a:lnTo>
                    <a:pt x="487680" y="6096"/>
                  </a:lnTo>
                  <a:lnTo>
                    <a:pt x="480822" y="3048"/>
                  </a:lnTo>
                  <a:lnTo>
                    <a:pt x="478536" y="2286"/>
                  </a:lnTo>
                  <a:lnTo>
                    <a:pt x="476250" y="762"/>
                  </a:lnTo>
                  <a:lnTo>
                    <a:pt x="473964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55" name="Google Shape;1255;p13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5826191" y="3003029"/>
              <a:ext cx="95323" cy="16385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56" name="Google Shape;1256;p13"/>
            <p:cNvGrpSpPr/>
            <p:nvPr/>
          </p:nvGrpSpPr>
          <p:grpSpPr>
            <a:xfrm>
              <a:off x="5977889" y="3065526"/>
              <a:ext cx="66547" cy="48006"/>
              <a:chOff x="5977889" y="3065526"/>
              <a:chExt cx="66547" cy="48006"/>
            </a:xfrm>
          </p:grpSpPr>
          <p:sp>
            <p:nvSpPr>
              <p:cNvPr id="1257" name="Google Shape;1257;p13"/>
              <p:cNvSpPr/>
              <p:nvPr/>
            </p:nvSpPr>
            <p:spPr>
              <a:xfrm>
                <a:off x="5977889" y="3065526"/>
                <a:ext cx="44450" cy="3810"/>
              </a:xfrm>
              <a:custGeom>
                <a:rect b="b" l="l" r="r" t="t"/>
                <a:pathLst>
                  <a:path extrusionOk="0" h="3810" w="44450">
                    <a:moveTo>
                      <a:pt x="0" y="3810"/>
                    </a:moveTo>
                    <a:lnTo>
                      <a:pt x="41148" y="0"/>
                    </a:lnTo>
                    <a:lnTo>
                      <a:pt x="44196" y="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8" name="Google Shape;1258;p13"/>
              <p:cNvSpPr/>
              <p:nvPr/>
            </p:nvSpPr>
            <p:spPr>
              <a:xfrm>
                <a:off x="5992367" y="3102102"/>
                <a:ext cx="52069" cy="11430"/>
              </a:xfrm>
              <a:custGeom>
                <a:rect b="b" l="l" r="r" t="t"/>
                <a:pathLst>
                  <a:path extrusionOk="0" h="11430" w="52070">
                    <a:moveTo>
                      <a:pt x="0" y="9905"/>
                    </a:moveTo>
                    <a:lnTo>
                      <a:pt x="8905" y="10739"/>
                    </a:lnTo>
                    <a:lnTo>
                      <a:pt x="17526" y="10858"/>
                    </a:lnTo>
                    <a:lnTo>
                      <a:pt x="26146" y="10120"/>
                    </a:lnTo>
                    <a:lnTo>
                      <a:pt x="35052" y="8381"/>
                    </a:lnTo>
                    <a:lnTo>
                      <a:pt x="41910" y="6095"/>
                    </a:lnTo>
                    <a:lnTo>
                      <a:pt x="46482" y="3809"/>
                    </a:lnTo>
                    <a:lnTo>
                      <a:pt x="51816" y="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59" name="Google Shape;1259;p13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6286487" y="2988551"/>
              <a:ext cx="140233" cy="1608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0" name="Google Shape;1260;p13"/>
            <p:cNvSpPr/>
            <p:nvPr/>
          </p:nvSpPr>
          <p:spPr>
            <a:xfrm>
              <a:off x="6348984" y="3243833"/>
              <a:ext cx="249554" cy="26034"/>
            </a:xfrm>
            <a:custGeom>
              <a:rect b="b" l="l" r="r" t="t"/>
              <a:pathLst>
                <a:path extrusionOk="0" h="26035" w="249554">
                  <a:moveTo>
                    <a:pt x="0" y="23622"/>
                  </a:moveTo>
                  <a:lnTo>
                    <a:pt x="12453" y="24610"/>
                  </a:lnTo>
                  <a:lnTo>
                    <a:pt x="24764" y="25241"/>
                  </a:lnTo>
                  <a:lnTo>
                    <a:pt x="37076" y="25443"/>
                  </a:lnTo>
                  <a:lnTo>
                    <a:pt x="49530" y="25146"/>
                  </a:lnTo>
                  <a:lnTo>
                    <a:pt x="117538" y="20669"/>
                  </a:lnTo>
                  <a:lnTo>
                    <a:pt x="184404" y="12192"/>
                  </a:lnTo>
                  <a:lnTo>
                    <a:pt x="195714" y="10632"/>
                  </a:lnTo>
                  <a:lnTo>
                    <a:pt x="206883" y="9429"/>
                  </a:lnTo>
                  <a:lnTo>
                    <a:pt x="218051" y="8655"/>
                  </a:lnTo>
                  <a:lnTo>
                    <a:pt x="229361" y="8382"/>
                  </a:lnTo>
                  <a:lnTo>
                    <a:pt x="234696" y="7620"/>
                  </a:lnTo>
                  <a:lnTo>
                    <a:pt x="242315" y="6858"/>
                  </a:lnTo>
                  <a:lnTo>
                    <a:pt x="247650" y="8382"/>
                  </a:lnTo>
                  <a:lnTo>
                    <a:pt x="248411" y="9144"/>
                  </a:lnTo>
                  <a:lnTo>
                    <a:pt x="248411" y="9906"/>
                  </a:lnTo>
                  <a:lnTo>
                    <a:pt x="249174" y="9906"/>
                  </a:lnTo>
                  <a:lnTo>
                    <a:pt x="245364" y="9906"/>
                  </a:lnTo>
                  <a:lnTo>
                    <a:pt x="241554" y="11430"/>
                  </a:lnTo>
                  <a:lnTo>
                    <a:pt x="238506" y="6858"/>
                  </a:lnTo>
                  <a:lnTo>
                    <a:pt x="237744" y="4572"/>
                  </a:lnTo>
                  <a:lnTo>
                    <a:pt x="236220" y="2286"/>
                  </a:lnTo>
                  <a:lnTo>
                    <a:pt x="235458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61" name="Google Shape;1261;p13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6391643" y="2876537"/>
              <a:ext cx="216433" cy="24386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62" name="Google Shape;1262;p13"/>
            <p:cNvGrpSpPr/>
            <p:nvPr/>
          </p:nvGrpSpPr>
          <p:grpSpPr>
            <a:xfrm>
              <a:off x="6780275" y="2970276"/>
              <a:ext cx="138430" cy="80010"/>
              <a:chOff x="6780275" y="2970276"/>
              <a:chExt cx="138430" cy="80010"/>
            </a:xfrm>
          </p:grpSpPr>
          <p:sp>
            <p:nvSpPr>
              <p:cNvPr id="1263" name="Google Shape;1263;p13"/>
              <p:cNvSpPr/>
              <p:nvPr/>
            </p:nvSpPr>
            <p:spPr>
              <a:xfrm>
                <a:off x="6780275" y="3002280"/>
                <a:ext cx="92710" cy="13970"/>
              </a:xfrm>
              <a:custGeom>
                <a:rect b="b" l="l" r="r" t="t"/>
                <a:pathLst>
                  <a:path extrusionOk="0" h="13969" w="92709">
                    <a:moveTo>
                      <a:pt x="0" y="13715"/>
                    </a:moveTo>
                    <a:lnTo>
                      <a:pt x="13013" y="12918"/>
                    </a:lnTo>
                    <a:lnTo>
                      <a:pt x="25812" y="11906"/>
                    </a:lnTo>
                    <a:lnTo>
                      <a:pt x="38469" y="11037"/>
                    </a:lnTo>
                    <a:lnTo>
                      <a:pt x="51053" y="10667"/>
                    </a:lnTo>
                    <a:lnTo>
                      <a:pt x="58447" y="10656"/>
                    </a:lnTo>
                    <a:lnTo>
                      <a:pt x="72485" y="10572"/>
                    </a:lnTo>
                    <a:lnTo>
                      <a:pt x="86094" y="10346"/>
                    </a:lnTo>
                    <a:lnTo>
                      <a:pt x="92202" y="9905"/>
                    </a:lnTo>
                    <a:lnTo>
                      <a:pt x="91440" y="6857"/>
                    </a:lnTo>
                    <a:lnTo>
                      <a:pt x="88392" y="3047"/>
                    </a:lnTo>
                    <a:lnTo>
                      <a:pt x="87630" y="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4" name="Google Shape;1264;p13"/>
              <p:cNvSpPr/>
              <p:nvPr/>
            </p:nvSpPr>
            <p:spPr>
              <a:xfrm>
                <a:off x="6864095" y="2970276"/>
                <a:ext cx="54610" cy="80010"/>
              </a:xfrm>
              <a:custGeom>
                <a:rect b="b" l="l" r="r" t="t"/>
                <a:pathLst>
                  <a:path extrusionOk="0" h="80010" w="54609">
                    <a:moveTo>
                      <a:pt x="11429" y="0"/>
                    </a:moveTo>
                    <a:lnTo>
                      <a:pt x="18407" y="5036"/>
                    </a:lnTo>
                    <a:lnTo>
                      <a:pt x="25526" y="10001"/>
                    </a:lnTo>
                    <a:lnTo>
                      <a:pt x="32646" y="15109"/>
                    </a:lnTo>
                    <a:lnTo>
                      <a:pt x="39623" y="20573"/>
                    </a:lnTo>
                    <a:lnTo>
                      <a:pt x="44195" y="24383"/>
                    </a:lnTo>
                    <a:lnTo>
                      <a:pt x="51053" y="30479"/>
                    </a:lnTo>
                    <a:lnTo>
                      <a:pt x="52577" y="36575"/>
                    </a:lnTo>
                    <a:lnTo>
                      <a:pt x="54101" y="39623"/>
                    </a:lnTo>
                    <a:lnTo>
                      <a:pt x="29182" y="60602"/>
                    </a:lnTo>
                    <a:lnTo>
                      <a:pt x="22097" y="65532"/>
                    </a:lnTo>
                    <a:lnTo>
                      <a:pt x="16502" y="69508"/>
                    </a:lnTo>
                    <a:lnTo>
                      <a:pt x="11048" y="73342"/>
                    </a:lnTo>
                    <a:lnTo>
                      <a:pt x="5595" y="76890"/>
                    </a:lnTo>
                    <a:lnTo>
                      <a:pt x="0" y="8001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65" name="Google Shape;1265;p13"/>
            <p:cNvSpPr/>
            <p:nvPr/>
          </p:nvSpPr>
          <p:spPr>
            <a:xfrm>
              <a:off x="7091171" y="2897123"/>
              <a:ext cx="77470" cy="313690"/>
            </a:xfrm>
            <a:custGeom>
              <a:rect b="b" l="l" r="r" t="t"/>
              <a:pathLst>
                <a:path extrusionOk="0" h="313689" w="77470">
                  <a:moveTo>
                    <a:pt x="76961" y="34289"/>
                  </a:moveTo>
                  <a:lnTo>
                    <a:pt x="52577" y="1523"/>
                  </a:lnTo>
                  <a:lnTo>
                    <a:pt x="42671" y="0"/>
                  </a:lnTo>
                  <a:lnTo>
                    <a:pt x="36575" y="2285"/>
                  </a:lnTo>
                  <a:lnTo>
                    <a:pt x="31039" y="6072"/>
                  </a:lnTo>
                  <a:lnTo>
                    <a:pt x="27717" y="12001"/>
                  </a:lnTo>
                  <a:lnTo>
                    <a:pt x="25967" y="18788"/>
                  </a:lnTo>
                  <a:lnTo>
                    <a:pt x="25145" y="25145"/>
                  </a:lnTo>
                  <a:lnTo>
                    <a:pt x="25681" y="35933"/>
                  </a:lnTo>
                  <a:lnTo>
                    <a:pt x="49291" y="75140"/>
                  </a:lnTo>
                  <a:lnTo>
                    <a:pt x="60578" y="85629"/>
                  </a:lnTo>
                  <a:lnTo>
                    <a:pt x="70151" y="97119"/>
                  </a:lnTo>
                  <a:lnTo>
                    <a:pt x="75437" y="111251"/>
                  </a:lnTo>
                  <a:lnTo>
                    <a:pt x="75628" y="122348"/>
                  </a:lnTo>
                  <a:lnTo>
                    <a:pt x="72389" y="132016"/>
                  </a:lnTo>
                  <a:lnTo>
                    <a:pt x="66865" y="140827"/>
                  </a:lnTo>
                  <a:lnTo>
                    <a:pt x="60197" y="149351"/>
                  </a:lnTo>
                  <a:lnTo>
                    <a:pt x="51804" y="160389"/>
                  </a:lnTo>
                  <a:lnTo>
                    <a:pt x="23621" y="190499"/>
                  </a:lnTo>
                  <a:lnTo>
                    <a:pt x="11620" y="201644"/>
                  </a:lnTo>
                  <a:lnTo>
                    <a:pt x="5834" y="207323"/>
                  </a:lnTo>
                  <a:lnTo>
                    <a:pt x="761" y="213359"/>
                  </a:lnTo>
                  <a:lnTo>
                    <a:pt x="0" y="214121"/>
                  </a:lnTo>
                  <a:lnTo>
                    <a:pt x="0" y="215645"/>
                  </a:lnTo>
                  <a:lnTo>
                    <a:pt x="8917" y="215503"/>
                  </a:lnTo>
                  <a:lnTo>
                    <a:pt x="18192" y="215645"/>
                  </a:lnTo>
                  <a:lnTo>
                    <a:pt x="47243" y="241553"/>
                  </a:lnTo>
                  <a:lnTo>
                    <a:pt x="47243" y="248411"/>
                  </a:lnTo>
                  <a:lnTo>
                    <a:pt x="46481" y="255269"/>
                  </a:lnTo>
                  <a:lnTo>
                    <a:pt x="46481" y="263651"/>
                  </a:lnTo>
                  <a:lnTo>
                    <a:pt x="42671" y="270509"/>
                  </a:lnTo>
                  <a:lnTo>
                    <a:pt x="38099" y="277367"/>
                  </a:lnTo>
                  <a:lnTo>
                    <a:pt x="34289" y="283463"/>
                  </a:lnTo>
                  <a:lnTo>
                    <a:pt x="30479" y="289559"/>
                  </a:lnTo>
                  <a:lnTo>
                    <a:pt x="28193" y="296417"/>
                  </a:lnTo>
                  <a:lnTo>
                    <a:pt x="27431" y="300989"/>
                  </a:lnTo>
                  <a:lnTo>
                    <a:pt x="26669" y="304799"/>
                  </a:lnTo>
                  <a:lnTo>
                    <a:pt x="29717" y="307847"/>
                  </a:lnTo>
                  <a:lnTo>
                    <a:pt x="35813" y="313181"/>
                  </a:lnTo>
                  <a:lnTo>
                    <a:pt x="44957" y="313181"/>
                  </a:lnTo>
                  <a:lnTo>
                    <a:pt x="52577" y="313181"/>
                  </a:lnTo>
                  <a:lnTo>
                    <a:pt x="62483" y="312419"/>
                  </a:lnTo>
                  <a:lnTo>
                    <a:pt x="66293" y="312419"/>
                  </a:lnTo>
                  <a:lnTo>
                    <a:pt x="70865" y="307085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66" name="Google Shape;1266;p13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7318235" y="2935973"/>
              <a:ext cx="150901" cy="1577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7" name="Google Shape;1267;p13"/>
            <p:cNvSpPr/>
            <p:nvPr/>
          </p:nvSpPr>
          <p:spPr>
            <a:xfrm>
              <a:off x="7360157" y="3166872"/>
              <a:ext cx="110489" cy="7620"/>
            </a:xfrm>
            <a:custGeom>
              <a:rect b="b" l="l" r="r" t="t"/>
              <a:pathLst>
                <a:path extrusionOk="0" h="7619" w="110490">
                  <a:moveTo>
                    <a:pt x="0" y="0"/>
                  </a:moveTo>
                  <a:lnTo>
                    <a:pt x="39326" y="6536"/>
                  </a:lnTo>
                  <a:lnTo>
                    <a:pt x="64758" y="6965"/>
                  </a:lnTo>
                  <a:lnTo>
                    <a:pt x="76104" y="7143"/>
                  </a:lnTo>
                  <a:lnTo>
                    <a:pt x="110299" y="6215"/>
                  </a:lnTo>
                  <a:lnTo>
                    <a:pt x="108204" y="6095"/>
                  </a:lnTo>
                  <a:lnTo>
                    <a:pt x="104394" y="6095"/>
                  </a:lnTo>
                  <a:lnTo>
                    <a:pt x="103632" y="5333"/>
                  </a:lnTo>
                  <a:lnTo>
                    <a:pt x="102870" y="2285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13"/>
            <p:cNvSpPr/>
            <p:nvPr/>
          </p:nvSpPr>
          <p:spPr>
            <a:xfrm>
              <a:off x="7545323" y="3031998"/>
              <a:ext cx="48260" cy="55244"/>
            </a:xfrm>
            <a:custGeom>
              <a:rect b="b" l="l" r="r" t="t"/>
              <a:pathLst>
                <a:path extrusionOk="0" h="55244" w="48259">
                  <a:moveTo>
                    <a:pt x="23622" y="0"/>
                  </a:moveTo>
                  <a:lnTo>
                    <a:pt x="47696" y="17811"/>
                  </a:lnTo>
                  <a:lnTo>
                    <a:pt x="45148" y="24574"/>
                  </a:lnTo>
                  <a:lnTo>
                    <a:pt x="12227" y="52101"/>
                  </a:lnTo>
                  <a:lnTo>
                    <a:pt x="3810" y="54864"/>
                  </a:lnTo>
                  <a:lnTo>
                    <a:pt x="1524" y="54864"/>
                  </a:lnTo>
                  <a:lnTo>
                    <a:pt x="0" y="54864"/>
                  </a:lnTo>
                  <a:lnTo>
                    <a:pt x="1524" y="51816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13"/>
            <p:cNvSpPr/>
            <p:nvPr/>
          </p:nvSpPr>
          <p:spPr>
            <a:xfrm>
              <a:off x="7839456" y="2996183"/>
              <a:ext cx="6985" cy="1270"/>
            </a:xfrm>
            <a:custGeom>
              <a:rect b="b" l="l" r="r" t="t"/>
              <a:pathLst>
                <a:path extrusionOk="0" h="1269" w="6984">
                  <a:moveTo>
                    <a:pt x="0" y="762"/>
                  </a:moveTo>
                  <a:lnTo>
                    <a:pt x="2286" y="762"/>
                  </a:lnTo>
                  <a:lnTo>
                    <a:pt x="4572" y="762"/>
                  </a:lnTo>
                  <a:lnTo>
                    <a:pt x="6858" y="0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13"/>
            <p:cNvSpPr/>
            <p:nvPr/>
          </p:nvSpPr>
          <p:spPr>
            <a:xfrm>
              <a:off x="8011668" y="2971800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1430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13"/>
            <p:cNvSpPr/>
            <p:nvPr/>
          </p:nvSpPr>
          <p:spPr>
            <a:xfrm>
              <a:off x="8131302" y="2968751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72" name="Google Shape;1272;p13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8244826" y="2960357"/>
              <a:ext cx="89750" cy="830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3" name="Google Shape;1273;p13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8565629" y="2759189"/>
              <a:ext cx="277393" cy="2072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4" name="Google Shape;1274;p13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8892717" y="2622029"/>
              <a:ext cx="245960" cy="1920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5" name="Google Shape;1275;p13"/>
          <p:cNvGrpSpPr/>
          <p:nvPr/>
        </p:nvGrpSpPr>
        <p:grpSpPr>
          <a:xfrm>
            <a:off x="531101" y="3886962"/>
            <a:ext cx="9419983" cy="2287500"/>
            <a:chOff x="531101" y="3886962"/>
            <a:chExt cx="9419983" cy="2287500"/>
          </a:xfrm>
        </p:grpSpPr>
        <p:pic>
          <p:nvPicPr>
            <p:cNvPr id="1276" name="Google Shape;1276;p13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3855349" y="4739627"/>
              <a:ext cx="233554" cy="20043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77" name="Google Shape;1277;p13"/>
            <p:cNvGrpSpPr/>
            <p:nvPr/>
          </p:nvGrpSpPr>
          <p:grpSpPr>
            <a:xfrm>
              <a:off x="4528350" y="4658093"/>
              <a:ext cx="833094" cy="250532"/>
              <a:chOff x="4528350" y="4658093"/>
              <a:chExt cx="833094" cy="250532"/>
            </a:xfrm>
          </p:grpSpPr>
          <p:pic>
            <p:nvPicPr>
              <p:cNvPr id="1278" name="Google Shape;1278;p13"/>
              <p:cNvPicPr preferRelativeResize="0"/>
              <p:nvPr/>
            </p:nvPicPr>
            <p:blipFill rotWithShape="1">
              <a:blip r:embed="rId48">
                <a:alphaModFix/>
              </a:blip>
              <a:srcRect b="0" l="0" r="0" t="0"/>
              <a:stretch/>
            </p:blipFill>
            <p:spPr>
              <a:xfrm>
                <a:off x="4528350" y="4696193"/>
                <a:ext cx="481049" cy="2124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79" name="Google Shape;1279;p13"/>
              <p:cNvPicPr preferRelativeResize="0"/>
              <p:nvPr/>
            </p:nvPicPr>
            <p:blipFill rotWithShape="1">
              <a:blip r:embed="rId49">
                <a:alphaModFix/>
              </a:blip>
              <a:srcRect b="0" l="0" r="0" t="0"/>
              <a:stretch/>
            </p:blipFill>
            <p:spPr>
              <a:xfrm>
                <a:off x="5040033" y="4734043"/>
                <a:ext cx="89191" cy="10695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80" name="Google Shape;1280;p13"/>
              <p:cNvPicPr preferRelativeResize="0"/>
              <p:nvPr/>
            </p:nvPicPr>
            <p:blipFill rotWithShape="1">
              <a:blip r:embed="rId50">
                <a:alphaModFix/>
              </a:blip>
              <a:srcRect b="0" l="0" r="0" t="0"/>
              <a:stretch/>
            </p:blipFill>
            <p:spPr>
              <a:xfrm>
                <a:off x="5167109" y="4658093"/>
                <a:ext cx="194335" cy="18290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281" name="Google Shape;1281;p13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5755873" y="4613135"/>
              <a:ext cx="222029" cy="18013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82" name="Google Shape;1282;p13"/>
            <p:cNvGrpSpPr/>
            <p:nvPr/>
          </p:nvGrpSpPr>
          <p:grpSpPr>
            <a:xfrm>
              <a:off x="5441715" y="5442953"/>
              <a:ext cx="261867" cy="265201"/>
              <a:chOff x="5441715" y="5442953"/>
              <a:chExt cx="261867" cy="265201"/>
            </a:xfrm>
          </p:grpSpPr>
          <p:pic>
            <p:nvPicPr>
              <p:cNvPr id="1283" name="Google Shape;1283;p13"/>
              <p:cNvPicPr preferRelativeResize="0"/>
              <p:nvPr/>
            </p:nvPicPr>
            <p:blipFill rotWithShape="1">
              <a:blip r:embed="rId52">
                <a:alphaModFix/>
              </a:blip>
              <a:srcRect b="0" l="0" r="0" t="0"/>
              <a:stretch/>
            </p:blipFill>
            <p:spPr>
              <a:xfrm>
                <a:off x="5441715" y="5442953"/>
                <a:ext cx="133089" cy="1943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84" name="Google Shape;1284;p13"/>
              <p:cNvPicPr preferRelativeResize="0"/>
              <p:nvPr/>
            </p:nvPicPr>
            <p:blipFill rotWithShape="1">
              <a:blip r:embed="rId53">
                <a:alphaModFix/>
              </a:blip>
              <a:srcRect b="0" l="0" r="0" t="0"/>
              <a:stretch/>
            </p:blipFill>
            <p:spPr>
              <a:xfrm>
                <a:off x="5602175" y="5530869"/>
                <a:ext cx="101407" cy="1772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85" name="Google Shape;1285;p13"/>
            <p:cNvGrpSpPr/>
            <p:nvPr/>
          </p:nvGrpSpPr>
          <p:grpSpPr>
            <a:xfrm>
              <a:off x="8240255" y="5651741"/>
              <a:ext cx="476842" cy="293541"/>
              <a:chOff x="8240255" y="5651741"/>
              <a:chExt cx="476842" cy="293541"/>
            </a:xfrm>
          </p:grpSpPr>
          <p:pic>
            <p:nvPicPr>
              <p:cNvPr id="1286" name="Google Shape;1286;p13"/>
              <p:cNvPicPr preferRelativeResize="0"/>
              <p:nvPr/>
            </p:nvPicPr>
            <p:blipFill rotWithShape="1">
              <a:blip r:embed="rId54">
                <a:alphaModFix/>
              </a:blip>
              <a:srcRect b="0" l="0" r="0" t="0"/>
              <a:stretch/>
            </p:blipFill>
            <p:spPr>
              <a:xfrm>
                <a:off x="8240255" y="5651741"/>
                <a:ext cx="251485" cy="1874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87" name="Google Shape;1287;p13"/>
              <p:cNvPicPr preferRelativeResize="0"/>
              <p:nvPr/>
            </p:nvPicPr>
            <p:blipFill rotWithShape="1">
              <a:blip r:embed="rId55">
                <a:alphaModFix/>
              </a:blip>
              <a:srcRect b="0" l="0" r="0" t="0"/>
              <a:stretch/>
            </p:blipFill>
            <p:spPr>
              <a:xfrm>
                <a:off x="8521433" y="5710891"/>
                <a:ext cx="87750" cy="970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8" name="Google Shape;1288;p13"/>
              <p:cNvSpPr/>
              <p:nvPr/>
            </p:nvSpPr>
            <p:spPr>
              <a:xfrm>
                <a:off x="8611052" y="5700807"/>
                <a:ext cx="106045" cy="244475"/>
              </a:xfrm>
              <a:custGeom>
                <a:rect b="b" l="l" r="r" t="t"/>
                <a:pathLst>
                  <a:path extrusionOk="0" h="244475" w="106045">
                    <a:moveTo>
                      <a:pt x="71937" y="37052"/>
                    </a:moveTo>
                    <a:lnTo>
                      <a:pt x="72080" y="28932"/>
                    </a:lnTo>
                    <a:lnTo>
                      <a:pt x="71937" y="20097"/>
                    </a:lnTo>
                    <a:lnTo>
                      <a:pt x="70651" y="11549"/>
                    </a:lnTo>
                    <a:lnTo>
                      <a:pt x="67365" y="4286"/>
                    </a:lnTo>
                    <a:lnTo>
                      <a:pt x="61995" y="250"/>
                    </a:lnTo>
                    <a:lnTo>
                      <a:pt x="56411" y="0"/>
                    </a:lnTo>
                    <a:lnTo>
                      <a:pt x="50970" y="2464"/>
                    </a:lnTo>
                    <a:lnTo>
                      <a:pt x="19990" y="44827"/>
                    </a:lnTo>
                    <a:lnTo>
                      <a:pt x="9358" y="79343"/>
                    </a:lnTo>
                    <a:lnTo>
                      <a:pt x="10060" y="90320"/>
                    </a:lnTo>
                    <a:lnTo>
                      <a:pt x="15549" y="98012"/>
                    </a:lnTo>
                    <a:lnTo>
                      <a:pt x="23895" y="100845"/>
                    </a:lnTo>
                    <a:lnTo>
                      <a:pt x="33170" y="100679"/>
                    </a:lnTo>
                    <a:lnTo>
                      <a:pt x="63650" y="72985"/>
                    </a:lnTo>
                    <a:lnTo>
                      <a:pt x="65841" y="64484"/>
                    </a:lnTo>
                    <a:lnTo>
                      <a:pt x="67365" y="59150"/>
                    </a:lnTo>
                    <a:lnTo>
                      <a:pt x="67365" y="53054"/>
                    </a:lnTo>
                    <a:lnTo>
                      <a:pt x="67365" y="46958"/>
                    </a:lnTo>
                    <a:lnTo>
                      <a:pt x="67806" y="53744"/>
                    </a:lnTo>
                    <a:lnTo>
                      <a:pt x="68032" y="61245"/>
                    </a:lnTo>
                    <a:lnTo>
                      <a:pt x="68115" y="69032"/>
                    </a:lnTo>
                    <a:lnTo>
                      <a:pt x="68127" y="76676"/>
                    </a:lnTo>
                    <a:lnTo>
                      <a:pt x="68091" y="95654"/>
                    </a:lnTo>
                    <a:lnTo>
                      <a:pt x="67163" y="133897"/>
                    </a:lnTo>
                    <a:lnTo>
                      <a:pt x="62984" y="186499"/>
                    </a:lnTo>
                    <a:lnTo>
                      <a:pt x="58983" y="220694"/>
                    </a:lnTo>
                    <a:lnTo>
                      <a:pt x="58221" y="228314"/>
                    </a:lnTo>
                    <a:lnTo>
                      <a:pt x="57459" y="241268"/>
                    </a:lnTo>
                    <a:lnTo>
                      <a:pt x="50601" y="244316"/>
                    </a:lnTo>
                    <a:lnTo>
                      <a:pt x="44969" y="236791"/>
                    </a:lnTo>
                    <a:lnTo>
                      <a:pt x="40409" y="227552"/>
                    </a:lnTo>
                    <a:lnTo>
                      <a:pt x="36564" y="217741"/>
                    </a:lnTo>
                    <a:lnTo>
                      <a:pt x="33075" y="208502"/>
                    </a:lnTo>
                    <a:lnTo>
                      <a:pt x="26467" y="192488"/>
                    </a:lnTo>
                    <a:lnTo>
                      <a:pt x="20216" y="176402"/>
                    </a:lnTo>
                    <a:lnTo>
                      <a:pt x="14108" y="160174"/>
                    </a:lnTo>
                    <a:lnTo>
                      <a:pt x="7929" y="143732"/>
                    </a:lnTo>
                    <a:lnTo>
                      <a:pt x="5476" y="139374"/>
                    </a:lnTo>
                    <a:lnTo>
                      <a:pt x="2024" y="131730"/>
                    </a:lnTo>
                    <a:lnTo>
                      <a:pt x="0" y="123801"/>
                    </a:lnTo>
                    <a:lnTo>
                      <a:pt x="1833" y="118586"/>
                    </a:lnTo>
                    <a:lnTo>
                      <a:pt x="11763" y="114835"/>
                    </a:lnTo>
                    <a:lnTo>
                      <a:pt x="24122" y="113156"/>
                    </a:lnTo>
                    <a:lnTo>
                      <a:pt x="36766" y="112478"/>
                    </a:lnTo>
                    <a:lnTo>
                      <a:pt x="47553" y="111728"/>
                    </a:lnTo>
                    <a:lnTo>
                      <a:pt x="62924" y="109108"/>
                    </a:lnTo>
                    <a:lnTo>
                      <a:pt x="77366" y="105632"/>
                    </a:lnTo>
                    <a:lnTo>
                      <a:pt x="91380" y="101012"/>
                    </a:lnTo>
                    <a:lnTo>
                      <a:pt x="105465" y="9496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89" name="Google Shape;1289;p13"/>
            <p:cNvGrpSpPr/>
            <p:nvPr/>
          </p:nvGrpSpPr>
          <p:grpSpPr>
            <a:xfrm>
              <a:off x="8998255" y="5579363"/>
              <a:ext cx="952829" cy="209550"/>
              <a:chOff x="8998255" y="5579363"/>
              <a:chExt cx="952829" cy="209550"/>
            </a:xfrm>
          </p:grpSpPr>
          <p:sp>
            <p:nvSpPr>
              <p:cNvPr id="1290" name="Google Shape;1290;p13"/>
              <p:cNvSpPr/>
              <p:nvPr/>
            </p:nvSpPr>
            <p:spPr>
              <a:xfrm>
                <a:off x="8998255" y="5682233"/>
                <a:ext cx="66675" cy="106680"/>
              </a:xfrm>
              <a:custGeom>
                <a:rect b="b" l="l" r="r" t="t"/>
                <a:pathLst>
                  <a:path extrusionOk="0" h="106679" w="66675">
                    <a:moveTo>
                      <a:pt x="23824" y="9143"/>
                    </a:moveTo>
                    <a:lnTo>
                      <a:pt x="13680" y="12263"/>
                    </a:lnTo>
                    <a:lnTo>
                      <a:pt x="8965" y="17525"/>
                    </a:lnTo>
                    <a:lnTo>
                      <a:pt x="7108" y="25646"/>
                    </a:lnTo>
                    <a:lnTo>
                      <a:pt x="5536" y="37337"/>
                    </a:lnTo>
                    <a:lnTo>
                      <a:pt x="3238" y="50172"/>
                    </a:lnTo>
                    <a:lnTo>
                      <a:pt x="2488" y="90677"/>
                    </a:lnTo>
                    <a:lnTo>
                      <a:pt x="19204" y="106537"/>
                    </a:lnTo>
                    <a:lnTo>
                      <a:pt x="27634" y="105918"/>
                    </a:lnTo>
                    <a:lnTo>
                      <a:pt x="61924" y="70865"/>
                    </a:lnTo>
                    <a:lnTo>
                      <a:pt x="66210" y="44195"/>
                    </a:lnTo>
                    <a:lnTo>
                      <a:pt x="63531" y="31218"/>
                    </a:lnTo>
                    <a:lnTo>
                      <a:pt x="26920" y="738"/>
                    </a:lnTo>
                    <a:lnTo>
                      <a:pt x="14680" y="0"/>
                    </a:lnTo>
                    <a:lnTo>
                      <a:pt x="6738" y="1833"/>
                    </a:lnTo>
                    <a:lnTo>
                      <a:pt x="2012" y="6667"/>
                    </a:lnTo>
                    <a:lnTo>
                      <a:pt x="0" y="13501"/>
                    </a:lnTo>
                    <a:lnTo>
                      <a:pt x="202" y="21335"/>
                    </a:lnTo>
                    <a:lnTo>
                      <a:pt x="964" y="23621"/>
                    </a:lnTo>
                    <a:lnTo>
                      <a:pt x="1726" y="25907"/>
                    </a:lnTo>
                    <a:lnTo>
                      <a:pt x="2488" y="27431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1" name="Google Shape;1291;p13"/>
              <p:cNvSpPr/>
              <p:nvPr/>
            </p:nvSpPr>
            <p:spPr>
              <a:xfrm>
                <a:off x="9098041" y="5644895"/>
                <a:ext cx="76835" cy="118745"/>
              </a:xfrm>
              <a:custGeom>
                <a:rect b="b" l="l" r="r" t="t"/>
                <a:pathLst>
                  <a:path extrusionOk="0" h="118745" w="76834">
                    <a:moveTo>
                      <a:pt x="238" y="0"/>
                    </a:moveTo>
                    <a:lnTo>
                      <a:pt x="3238" y="38576"/>
                    </a:lnTo>
                    <a:lnTo>
                      <a:pt x="7691" y="63829"/>
                    </a:lnTo>
                    <a:lnTo>
                      <a:pt x="9382" y="75914"/>
                    </a:lnTo>
                    <a:lnTo>
                      <a:pt x="10501" y="88141"/>
                    </a:lnTo>
                    <a:lnTo>
                      <a:pt x="10906" y="100584"/>
                    </a:lnTo>
                    <a:lnTo>
                      <a:pt x="10906" y="104394"/>
                    </a:lnTo>
                    <a:lnTo>
                      <a:pt x="10906" y="108204"/>
                    </a:lnTo>
                    <a:lnTo>
                      <a:pt x="10906" y="112776"/>
                    </a:lnTo>
                    <a:lnTo>
                      <a:pt x="10906" y="105155"/>
                    </a:lnTo>
                    <a:lnTo>
                      <a:pt x="9382" y="96012"/>
                    </a:lnTo>
                    <a:lnTo>
                      <a:pt x="12430" y="89154"/>
                    </a:lnTo>
                    <a:lnTo>
                      <a:pt x="46541" y="65186"/>
                    </a:lnTo>
                    <a:lnTo>
                      <a:pt x="54625" y="65436"/>
                    </a:lnTo>
                    <a:lnTo>
                      <a:pt x="62567" y="67258"/>
                    </a:lnTo>
                    <a:lnTo>
                      <a:pt x="69580" y="70865"/>
                    </a:lnTo>
                    <a:lnTo>
                      <a:pt x="75676" y="75437"/>
                    </a:lnTo>
                    <a:lnTo>
                      <a:pt x="76438" y="84581"/>
                    </a:lnTo>
                    <a:lnTo>
                      <a:pt x="71104" y="90677"/>
                    </a:lnTo>
                    <a:lnTo>
                      <a:pt x="31480" y="112014"/>
                    </a:lnTo>
                    <a:lnTo>
                      <a:pt x="26812" y="113716"/>
                    </a:lnTo>
                    <a:lnTo>
                      <a:pt x="19288" y="116490"/>
                    </a:lnTo>
                    <a:lnTo>
                      <a:pt x="11763" y="118550"/>
                    </a:lnTo>
                    <a:lnTo>
                      <a:pt x="7096" y="118110"/>
                    </a:lnTo>
                    <a:lnTo>
                      <a:pt x="7096" y="116586"/>
                    </a:lnTo>
                    <a:lnTo>
                      <a:pt x="7858" y="115062"/>
                    </a:lnTo>
                    <a:lnTo>
                      <a:pt x="8620" y="11430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p13"/>
              <p:cNvSpPr/>
              <p:nvPr/>
            </p:nvSpPr>
            <p:spPr>
              <a:xfrm>
                <a:off x="9182861" y="5626322"/>
                <a:ext cx="94615" cy="141605"/>
              </a:xfrm>
              <a:custGeom>
                <a:rect b="b" l="l" r="r" t="t"/>
                <a:pathLst>
                  <a:path extrusionOk="0" h="141604" w="94615">
                    <a:moveTo>
                      <a:pt x="58674" y="3333"/>
                    </a:moveTo>
                    <a:lnTo>
                      <a:pt x="47922" y="845"/>
                    </a:lnTo>
                    <a:lnTo>
                      <a:pt x="38957" y="0"/>
                    </a:lnTo>
                    <a:lnTo>
                      <a:pt x="30706" y="2155"/>
                    </a:lnTo>
                    <a:lnTo>
                      <a:pt x="9346" y="36635"/>
                    </a:lnTo>
                    <a:lnTo>
                      <a:pt x="8382" y="47529"/>
                    </a:lnTo>
                    <a:lnTo>
                      <a:pt x="10263" y="58173"/>
                    </a:lnTo>
                    <a:lnTo>
                      <a:pt x="44434" y="81522"/>
                    </a:lnTo>
                    <a:lnTo>
                      <a:pt x="68341" y="87213"/>
                    </a:lnTo>
                    <a:lnTo>
                      <a:pt x="80010" y="90201"/>
                    </a:lnTo>
                    <a:lnTo>
                      <a:pt x="84510" y="92035"/>
                    </a:lnTo>
                    <a:lnTo>
                      <a:pt x="90297" y="95154"/>
                    </a:lnTo>
                    <a:lnTo>
                      <a:pt x="94368" y="99417"/>
                    </a:lnTo>
                    <a:lnTo>
                      <a:pt x="93726" y="104679"/>
                    </a:lnTo>
                    <a:lnTo>
                      <a:pt x="85129" y="111871"/>
                    </a:lnTo>
                    <a:lnTo>
                      <a:pt x="73533" y="117633"/>
                    </a:lnTo>
                    <a:lnTo>
                      <a:pt x="61364" y="122253"/>
                    </a:lnTo>
                    <a:lnTo>
                      <a:pt x="51054" y="126015"/>
                    </a:lnTo>
                    <a:lnTo>
                      <a:pt x="40064" y="130099"/>
                    </a:lnTo>
                    <a:lnTo>
                      <a:pt x="28860" y="134111"/>
                    </a:lnTo>
                    <a:lnTo>
                      <a:pt x="17514" y="137695"/>
                    </a:lnTo>
                    <a:lnTo>
                      <a:pt x="6096" y="140493"/>
                    </a:lnTo>
                    <a:lnTo>
                      <a:pt x="0" y="141255"/>
                    </a:lnTo>
                    <a:lnTo>
                      <a:pt x="8382" y="133635"/>
                    </a:lnTo>
                    <a:lnTo>
                      <a:pt x="12954" y="129825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3" name="Google Shape;1293;p13"/>
              <p:cNvSpPr/>
              <p:nvPr/>
            </p:nvSpPr>
            <p:spPr>
              <a:xfrm>
                <a:off x="9288970" y="5666231"/>
                <a:ext cx="41910" cy="102870"/>
              </a:xfrm>
              <a:custGeom>
                <a:rect b="b" l="l" r="r" t="t"/>
                <a:pathLst>
                  <a:path extrusionOk="0" h="102870" w="41909">
                    <a:moveTo>
                      <a:pt x="18097" y="0"/>
                    </a:moveTo>
                    <a:lnTo>
                      <a:pt x="571" y="48006"/>
                    </a:lnTo>
                    <a:lnTo>
                      <a:pt x="0" y="68865"/>
                    </a:lnTo>
                    <a:lnTo>
                      <a:pt x="571" y="79402"/>
                    </a:lnTo>
                    <a:lnTo>
                      <a:pt x="24955" y="102870"/>
                    </a:lnTo>
                    <a:lnTo>
                      <a:pt x="34099" y="101346"/>
                    </a:lnTo>
                    <a:lnTo>
                      <a:pt x="37147" y="101346"/>
                    </a:lnTo>
                    <a:lnTo>
                      <a:pt x="41719" y="9601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4" name="Google Shape;1294;p13"/>
              <p:cNvSpPr/>
              <p:nvPr/>
            </p:nvSpPr>
            <p:spPr>
              <a:xfrm>
                <a:off x="9294875" y="5665469"/>
                <a:ext cx="55880" cy="53340"/>
              </a:xfrm>
              <a:custGeom>
                <a:rect b="b" l="l" r="r" t="t"/>
                <a:pathLst>
                  <a:path extrusionOk="0" h="53339" w="55879">
                    <a:moveTo>
                      <a:pt x="10668" y="48768"/>
                    </a:moveTo>
                    <a:lnTo>
                      <a:pt x="21669" y="51482"/>
                    </a:lnTo>
                    <a:lnTo>
                      <a:pt x="31242" y="52768"/>
                    </a:lnTo>
                    <a:lnTo>
                      <a:pt x="40243" y="50911"/>
                    </a:lnTo>
                    <a:lnTo>
                      <a:pt x="49530" y="44196"/>
                    </a:lnTo>
                    <a:lnTo>
                      <a:pt x="53637" y="39243"/>
                    </a:lnTo>
                    <a:lnTo>
                      <a:pt x="55530" y="33718"/>
                    </a:lnTo>
                    <a:lnTo>
                      <a:pt x="54994" y="27908"/>
                    </a:lnTo>
                    <a:lnTo>
                      <a:pt x="17526" y="1524"/>
                    </a:lnTo>
                    <a:lnTo>
                      <a:pt x="11430" y="0"/>
                    </a:lnTo>
                    <a:lnTo>
                      <a:pt x="6096" y="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p13"/>
              <p:cNvSpPr/>
              <p:nvPr/>
            </p:nvSpPr>
            <p:spPr>
              <a:xfrm>
                <a:off x="9379457" y="5656325"/>
                <a:ext cx="32384" cy="93345"/>
              </a:xfrm>
              <a:custGeom>
                <a:rect b="b" l="l" r="r" t="t"/>
                <a:pathLst>
                  <a:path extrusionOk="0" h="93345" w="32384">
                    <a:moveTo>
                      <a:pt x="2285" y="38100"/>
                    </a:moveTo>
                    <a:lnTo>
                      <a:pt x="3047" y="27432"/>
                    </a:lnTo>
                    <a:lnTo>
                      <a:pt x="0" y="22860"/>
                    </a:lnTo>
                    <a:lnTo>
                      <a:pt x="7619" y="24384"/>
                    </a:lnTo>
                    <a:lnTo>
                      <a:pt x="30098" y="61055"/>
                    </a:lnTo>
                    <a:lnTo>
                      <a:pt x="32003" y="85344"/>
                    </a:lnTo>
                    <a:lnTo>
                      <a:pt x="30479" y="89154"/>
                    </a:lnTo>
                    <a:lnTo>
                      <a:pt x="28193" y="92964"/>
                    </a:lnTo>
                    <a:lnTo>
                      <a:pt x="25907" y="88392"/>
                    </a:lnTo>
                    <a:lnTo>
                      <a:pt x="19728" y="41338"/>
                    </a:lnTo>
                    <a:lnTo>
                      <a:pt x="24312" y="7441"/>
                    </a:lnTo>
                    <a:lnTo>
                      <a:pt x="28193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6" name="Google Shape;1296;p13"/>
              <p:cNvSpPr/>
              <p:nvPr/>
            </p:nvSpPr>
            <p:spPr>
              <a:xfrm>
                <a:off x="9439655" y="5648705"/>
                <a:ext cx="59690" cy="86995"/>
              </a:xfrm>
              <a:custGeom>
                <a:rect b="b" l="l" r="r" t="t"/>
                <a:pathLst>
                  <a:path extrusionOk="0" h="86995" w="59690">
                    <a:moveTo>
                      <a:pt x="0" y="9143"/>
                    </a:moveTo>
                    <a:lnTo>
                      <a:pt x="19812" y="47243"/>
                    </a:lnTo>
                    <a:lnTo>
                      <a:pt x="32456" y="67817"/>
                    </a:lnTo>
                    <a:lnTo>
                      <a:pt x="36576" y="74675"/>
                    </a:lnTo>
                    <a:lnTo>
                      <a:pt x="38862" y="79247"/>
                    </a:lnTo>
                    <a:lnTo>
                      <a:pt x="41148" y="83057"/>
                    </a:lnTo>
                    <a:lnTo>
                      <a:pt x="42672" y="86867"/>
                    </a:lnTo>
                    <a:lnTo>
                      <a:pt x="42160" y="68687"/>
                    </a:lnTo>
                    <a:lnTo>
                      <a:pt x="41433" y="50006"/>
                    </a:lnTo>
                    <a:lnTo>
                      <a:pt x="41707" y="31468"/>
                    </a:lnTo>
                    <a:lnTo>
                      <a:pt x="44196" y="13715"/>
                    </a:lnTo>
                    <a:lnTo>
                      <a:pt x="46482" y="4571"/>
                    </a:lnTo>
                    <a:lnTo>
                      <a:pt x="51053" y="761"/>
                    </a:lnTo>
                    <a:lnTo>
                      <a:pt x="59436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7" name="Google Shape;1297;p13"/>
              <p:cNvSpPr/>
              <p:nvPr/>
            </p:nvSpPr>
            <p:spPr>
              <a:xfrm>
                <a:off x="9499925" y="5647181"/>
                <a:ext cx="100965" cy="97155"/>
              </a:xfrm>
              <a:custGeom>
                <a:rect b="b" l="l" r="r" t="t"/>
                <a:pathLst>
                  <a:path extrusionOk="0" h="97154" w="100965">
                    <a:moveTo>
                      <a:pt x="63174" y="55625"/>
                    </a:moveTo>
                    <a:lnTo>
                      <a:pt x="63472" y="43731"/>
                    </a:lnTo>
                    <a:lnTo>
                      <a:pt x="63841" y="31337"/>
                    </a:lnTo>
                    <a:lnTo>
                      <a:pt x="63496" y="19085"/>
                    </a:lnTo>
                    <a:lnTo>
                      <a:pt x="61650" y="7619"/>
                    </a:lnTo>
                    <a:lnTo>
                      <a:pt x="60126" y="0"/>
                    </a:lnTo>
                    <a:lnTo>
                      <a:pt x="50220" y="2285"/>
                    </a:lnTo>
                    <a:lnTo>
                      <a:pt x="18216" y="33944"/>
                    </a:lnTo>
                    <a:lnTo>
                      <a:pt x="0" y="76569"/>
                    </a:lnTo>
                    <a:lnTo>
                      <a:pt x="690" y="86867"/>
                    </a:lnTo>
                    <a:lnTo>
                      <a:pt x="5322" y="92702"/>
                    </a:lnTo>
                    <a:lnTo>
                      <a:pt x="13168" y="95821"/>
                    </a:lnTo>
                    <a:lnTo>
                      <a:pt x="22014" y="96940"/>
                    </a:lnTo>
                    <a:lnTo>
                      <a:pt x="29646" y="96773"/>
                    </a:lnTo>
                    <a:lnTo>
                      <a:pt x="61817" y="65531"/>
                    </a:lnTo>
                    <a:lnTo>
                      <a:pt x="65460" y="38099"/>
                    </a:lnTo>
                    <a:lnTo>
                      <a:pt x="66222" y="33527"/>
                    </a:lnTo>
                    <a:lnTo>
                      <a:pt x="66984" y="28193"/>
                    </a:lnTo>
                    <a:lnTo>
                      <a:pt x="66984" y="23621"/>
                    </a:lnTo>
                    <a:lnTo>
                      <a:pt x="66686" y="34706"/>
                    </a:lnTo>
                    <a:lnTo>
                      <a:pt x="66317" y="46005"/>
                    </a:lnTo>
                    <a:lnTo>
                      <a:pt x="80402" y="87213"/>
                    </a:lnTo>
                    <a:lnTo>
                      <a:pt x="94416" y="91439"/>
                    </a:lnTo>
                    <a:lnTo>
                      <a:pt x="95940" y="92201"/>
                    </a:lnTo>
                    <a:lnTo>
                      <a:pt x="100512" y="92201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8" name="Google Shape;1298;p13"/>
              <p:cNvSpPr/>
              <p:nvPr/>
            </p:nvSpPr>
            <p:spPr>
              <a:xfrm>
                <a:off x="9626726" y="5611367"/>
                <a:ext cx="6985" cy="120014"/>
              </a:xfrm>
              <a:custGeom>
                <a:rect b="b" l="l" r="r" t="t"/>
                <a:pathLst>
                  <a:path extrusionOk="0" h="120014" w="6984">
                    <a:moveTo>
                      <a:pt x="6476" y="0"/>
                    </a:moveTo>
                    <a:lnTo>
                      <a:pt x="3274" y="13144"/>
                    </a:lnTo>
                    <a:lnTo>
                      <a:pt x="1428" y="25717"/>
                    </a:lnTo>
                    <a:lnTo>
                      <a:pt x="583" y="38576"/>
                    </a:lnTo>
                    <a:lnTo>
                      <a:pt x="380" y="52577"/>
                    </a:lnTo>
                    <a:lnTo>
                      <a:pt x="190" y="65722"/>
                    </a:lnTo>
                    <a:lnTo>
                      <a:pt x="1904" y="105155"/>
                    </a:lnTo>
                    <a:lnTo>
                      <a:pt x="4190" y="115062"/>
                    </a:lnTo>
                    <a:lnTo>
                      <a:pt x="4190" y="11963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9" name="Google Shape;1299;p13"/>
              <p:cNvSpPr/>
              <p:nvPr/>
            </p:nvSpPr>
            <p:spPr>
              <a:xfrm>
                <a:off x="9628345" y="5650229"/>
                <a:ext cx="64769" cy="59690"/>
              </a:xfrm>
              <a:custGeom>
                <a:rect b="b" l="l" r="r" t="t"/>
                <a:pathLst>
                  <a:path extrusionOk="0" h="59689" w="64770">
                    <a:moveTo>
                      <a:pt x="1047" y="33528"/>
                    </a:moveTo>
                    <a:lnTo>
                      <a:pt x="202" y="24907"/>
                    </a:lnTo>
                    <a:lnTo>
                      <a:pt x="0" y="18288"/>
                    </a:lnTo>
                    <a:lnTo>
                      <a:pt x="2226" y="13382"/>
                    </a:lnTo>
                    <a:lnTo>
                      <a:pt x="43719" y="3810"/>
                    </a:lnTo>
                    <a:lnTo>
                      <a:pt x="50577" y="3048"/>
                    </a:lnTo>
                    <a:lnTo>
                      <a:pt x="57435" y="1524"/>
                    </a:lnTo>
                    <a:lnTo>
                      <a:pt x="63531" y="0"/>
                    </a:lnTo>
                    <a:lnTo>
                      <a:pt x="64293" y="0"/>
                    </a:lnTo>
                    <a:lnTo>
                      <a:pt x="64293" y="7620"/>
                    </a:lnTo>
                    <a:lnTo>
                      <a:pt x="62769" y="13716"/>
                    </a:lnTo>
                    <a:lnTo>
                      <a:pt x="62007" y="20574"/>
                    </a:lnTo>
                    <a:lnTo>
                      <a:pt x="60709" y="29860"/>
                    </a:lnTo>
                    <a:lnTo>
                      <a:pt x="59626" y="40576"/>
                    </a:lnTo>
                    <a:lnTo>
                      <a:pt x="59543" y="51006"/>
                    </a:lnTo>
                    <a:lnTo>
                      <a:pt x="61245" y="59436"/>
                    </a:lnTo>
                    <a:lnTo>
                      <a:pt x="62007" y="5943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0" name="Google Shape;1300;p13"/>
              <p:cNvSpPr/>
              <p:nvPr/>
            </p:nvSpPr>
            <p:spPr>
              <a:xfrm>
                <a:off x="9688258" y="5584602"/>
                <a:ext cx="5715" cy="16510"/>
              </a:xfrm>
              <a:custGeom>
                <a:rect b="b" l="l" r="r" t="t"/>
                <a:pathLst>
                  <a:path extrusionOk="0" h="16510" w="5715">
                    <a:moveTo>
                      <a:pt x="5143" y="16097"/>
                    </a:moveTo>
                    <a:lnTo>
                      <a:pt x="142" y="1512"/>
                    </a:lnTo>
                    <a:lnTo>
                      <a:pt x="0" y="0"/>
                    </a:lnTo>
                    <a:lnTo>
                      <a:pt x="1285" y="4631"/>
                    </a:lnTo>
                    <a:lnTo>
                      <a:pt x="571" y="8477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1" name="Google Shape;1301;p13"/>
              <p:cNvSpPr/>
              <p:nvPr/>
            </p:nvSpPr>
            <p:spPr>
              <a:xfrm>
                <a:off x="9713213" y="5642609"/>
                <a:ext cx="71120" cy="72390"/>
              </a:xfrm>
              <a:custGeom>
                <a:rect b="b" l="l" r="r" t="t"/>
                <a:pathLst>
                  <a:path extrusionOk="0" h="72389" w="71120">
                    <a:moveTo>
                      <a:pt x="0" y="25907"/>
                    </a:moveTo>
                    <a:lnTo>
                      <a:pt x="16764" y="65531"/>
                    </a:lnTo>
                    <a:lnTo>
                      <a:pt x="19812" y="70865"/>
                    </a:lnTo>
                    <a:lnTo>
                      <a:pt x="26670" y="71627"/>
                    </a:lnTo>
                    <a:lnTo>
                      <a:pt x="33825" y="72020"/>
                    </a:lnTo>
                    <a:lnTo>
                      <a:pt x="40481" y="70199"/>
                    </a:lnTo>
                    <a:lnTo>
                      <a:pt x="68758" y="40088"/>
                    </a:lnTo>
                    <a:lnTo>
                      <a:pt x="70973" y="21586"/>
                    </a:lnTo>
                    <a:lnTo>
                      <a:pt x="68865" y="14192"/>
                    </a:lnTo>
                    <a:lnTo>
                      <a:pt x="64329" y="8084"/>
                    </a:lnTo>
                    <a:lnTo>
                      <a:pt x="57150" y="3047"/>
                    </a:lnTo>
                    <a:lnTo>
                      <a:pt x="48363" y="309"/>
                    </a:lnTo>
                    <a:lnTo>
                      <a:pt x="39433" y="0"/>
                    </a:lnTo>
                    <a:lnTo>
                      <a:pt x="30789" y="1976"/>
                    </a:lnTo>
                    <a:lnTo>
                      <a:pt x="22859" y="6095"/>
                    </a:lnTo>
                    <a:lnTo>
                      <a:pt x="17204" y="11656"/>
                    </a:lnTo>
                    <a:lnTo>
                      <a:pt x="13620" y="18002"/>
                    </a:lnTo>
                    <a:lnTo>
                      <a:pt x="11608" y="25062"/>
                    </a:lnTo>
                    <a:lnTo>
                      <a:pt x="10668" y="32765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2" name="Google Shape;1302;p13"/>
              <p:cNvSpPr/>
              <p:nvPr/>
            </p:nvSpPr>
            <p:spPr>
              <a:xfrm>
                <a:off x="9802939" y="5622797"/>
                <a:ext cx="64135" cy="88900"/>
              </a:xfrm>
              <a:custGeom>
                <a:rect b="b" l="l" r="r" t="t"/>
                <a:pathLst>
                  <a:path extrusionOk="0" h="88900" w="64134">
                    <a:moveTo>
                      <a:pt x="5524" y="24384"/>
                    </a:moveTo>
                    <a:lnTo>
                      <a:pt x="7048" y="68580"/>
                    </a:lnTo>
                    <a:lnTo>
                      <a:pt x="7048" y="74676"/>
                    </a:lnTo>
                    <a:lnTo>
                      <a:pt x="6286" y="82296"/>
                    </a:lnTo>
                    <a:lnTo>
                      <a:pt x="4000" y="88392"/>
                    </a:lnTo>
                    <a:lnTo>
                      <a:pt x="3238" y="88392"/>
                    </a:lnTo>
                    <a:lnTo>
                      <a:pt x="2476" y="84582"/>
                    </a:lnTo>
                    <a:lnTo>
                      <a:pt x="1714" y="79248"/>
                    </a:lnTo>
                    <a:lnTo>
                      <a:pt x="952" y="74676"/>
                    </a:lnTo>
                    <a:lnTo>
                      <a:pt x="333" y="65091"/>
                    </a:lnTo>
                    <a:lnTo>
                      <a:pt x="10953" y="19240"/>
                    </a:lnTo>
                    <a:lnTo>
                      <a:pt x="31432" y="0"/>
                    </a:lnTo>
                    <a:lnTo>
                      <a:pt x="41338" y="0"/>
                    </a:lnTo>
                    <a:lnTo>
                      <a:pt x="61912" y="38100"/>
                    </a:lnTo>
                    <a:lnTo>
                      <a:pt x="63626" y="54768"/>
                    </a:lnTo>
                    <a:lnTo>
                      <a:pt x="63412" y="63067"/>
                    </a:lnTo>
                    <a:lnTo>
                      <a:pt x="61912" y="70866"/>
                    </a:lnTo>
                    <a:lnTo>
                      <a:pt x="60388" y="75438"/>
                    </a:lnTo>
                    <a:lnTo>
                      <a:pt x="58102" y="77724"/>
                    </a:lnTo>
                    <a:lnTo>
                      <a:pt x="55054" y="8077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3" name="Google Shape;1303;p13"/>
              <p:cNvSpPr/>
              <p:nvPr/>
            </p:nvSpPr>
            <p:spPr>
              <a:xfrm>
                <a:off x="9879329" y="5579363"/>
                <a:ext cx="71755" cy="113030"/>
              </a:xfrm>
              <a:custGeom>
                <a:rect b="b" l="l" r="r" t="t"/>
                <a:pathLst>
                  <a:path extrusionOk="0" h="113029" w="71754">
                    <a:moveTo>
                      <a:pt x="49529" y="0"/>
                    </a:moveTo>
                    <a:lnTo>
                      <a:pt x="13846" y="22800"/>
                    </a:lnTo>
                    <a:lnTo>
                      <a:pt x="8381" y="46481"/>
                    </a:lnTo>
                    <a:lnTo>
                      <a:pt x="9334" y="53697"/>
                    </a:lnTo>
                    <a:lnTo>
                      <a:pt x="40088" y="80486"/>
                    </a:lnTo>
                    <a:lnTo>
                      <a:pt x="46481" y="83819"/>
                    </a:lnTo>
                    <a:lnTo>
                      <a:pt x="51935" y="87284"/>
                    </a:lnTo>
                    <a:lnTo>
                      <a:pt x="56959" y="90963"/>
                    </a:lnTo>
                    <a:lnTo>
                      <a:pt x="61698" y="95071"/>
                    </a:lnTo>
                    <a:lnTo>
                      <a:pt x="66293" y="99821"/>
                    </a:lnTo>
                    <a:lnTo>
                      <a:pt x="70103" y="103631"/>
                    </a:lnTo>
                    <a:lnTo>
                      <a:pt x="70865" y="105155"/>
                    </a:lnTo>
                    <a:lnTo>
                      <a:pt x="71627" y="110489"/>
                    </a:lnTo>
                    <a:lnTo>
                      <a:pt x="67055" y="111251"/>
                    </a:lnTo>
                    <a:lnTo>
                      <a:pt x="61721" y="112775"/>
                    </a:lnTo>
                    <a:lnTo>
                      <a:pt x="56387" y="112775"/>
                    </a:lnTo>
                    <a:lnTo>
                      <a:pt x="41790" y="112990"/>
                    </a:lnTo>
                    <a:lnTo>
                      <a:pt x="27622" y="112204"/>
                    </a:lnTo>
                    <a:lnTo>
                      <a:pt x="13739" y="109989"/>
                    </a:lnTo>
                    <a:lnTo>
                      <a:pt x="0" y="105917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04" name="Google Shape;1304;p13"/>
            <p:cNvSpPr/>
            <p:nvPr/>
          </p:nvSpPr>
          <p:spPr>
            <a:xfrm>
              <a:off x="7691818" y="5246370"/>
              <a:ext cx="126364" cy="405765"/>
            </a:xfrm>
            <a:custGeom>
              <a:rect b="b" l="l" r="r" t="t"/>
              <a:pathLst>
                <a:path extrusionOk="0" h="405764" w="126365">
                  <a:moveTo>
                    <a:pt x="125539" y="0"/>
                  </a:moveTo>
                  <a:lnTo>
                    <a:pt x="112073" y="1285"/>
                  </a:lnTo>
                  <a:lnTo>
                    <a:pt x="98964" y="2857"/>
                  </a:lnTo>
                  <a:lnTo>
                    <a:pt x="85998" y="4714"/>
                  </a:lnTo>
                  <a:lnTo>
                    <a:pt x="72961" y="6858"/>
                  </a:lnTo>
                  <a:lnTo>
                    <a:pt x="60388" y="8584"/>
                  </a:lnTo>
                  <a:lnTo>
                    <a:pt x="47815" y="10382"/>
                  </a:lnTo>
                  <a:lnTo>
                    <a:pt x="35242" y="12322"/>
                  </a:lnTo>
                  <a:lnTo>
                    <a:pt x="22669" y="14478"/>
                  </a:lnTo>
                  <a:lnTo>
                    <a:pt x="17335" y="15240"/>
                  </a:lnTo>
                  <a:lnTo>
                    <a:pt x="6667" y="14478"/>
                  </a:lnTo>
                  <a:lnTo>
                    <a:pt x="2095" y="17526"/>
                  </a:lnTo>
                  <a:lnTo>
                    <a:pt x="47" y="23741"/>
                  </a:lnTo>
                  <a:lnTo>
                    <a:pt x="0" y="34671"/>
                  </a:lnTo>
                  <a:lnTo>
                    <a:pt x="809" y="45600"/>
                  </a:lnTo>
                  <a:lnTo>
                    <a:pt x="6572" y="102489"/>
                  </a:lnTo>
                  <a:lnTo>
                    <a:pt x="13525" y="153162"/>
                  </a:lnTo>
                  <a:lnTo>
                    <a:pt x="17061" y="181737"/>
                  </a:lnTo>
                  <a:lnTo>
                    <a:pt x="24133" y="238887"/>
                  </a:lnTo>
                  <a:lnTo>
                    <a:pt x="28801" y="288607"/>
                  </a:lnTo>
                  <a:lnTo>
                    <a:pt x="30777" y="330898"/>
                  </a:lnTo>
                  <a:lnTo>
                    <a:pt x="31146" y="363343"/>
                  </a:lnTo>
                  <a:lnTo>
                    <a:pt x="31241" y="374427"/>
                  </a:lnTo>
                  <a:lnTo>
                    <a:pt x="31051" y="385369"/>
                  </a:lnTo>
                  <a:lnTo>
                    <a:pt x="30289" y="396240"/>
                  </a:lnTo>
                  <a:lnTo>
                    <a:pt x="29527" y="400050"/>
                  </a:lnTo>
                  <a:lnTo>
                    <a:pt x="29527" y="401574"/>
                  </a:lnTo>
                  <a:lnTo>
                    <a:pt x="30289" y="405384"/>
                  </a:lnTo>
                  <a:lnTo>
                    <a:pt x="35563" y="401835"/>
                  </a:lnTo>
                  <a:lnTo>
                    <a:pt x="41052" y="398145"/>
                  </a:lnTo>
                  <a:lnTo>
                    <a:pt x="75437" y="379571"/>
                  </a:lnTo>
                  <a:lnTo>
                    <a:pt x="106370" y="369367"/>
                  </a:lnTo>
                  <a:lnTo>
                    <a:pt x="112966" y="367569"/>
                  </a:lnTo>
                  <a:lnTo>
                    <a:pt x="119562" y="365629"/>
                  </a:lnTo>
                  <a:lnTo>
                    <a:pt x="126301" y="363474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5" name="Google Shape;1305;p13"/>
            <p:cNvGrpSpPr/>
            <p:nvPr/>
          </p:nvGrpSpPr>
          <p:grpSpPr>
            <a:xfrm>
              <a:off x="7898117" y="5261610"/>
              <a:ext cx="557161" cy="278130"/>
              <a:chOff x="7898117" y="5261610"/>
              <a:chExt cx="557161" cy="278130"/>
            </a:xfrm>
          </p:grpSpPr>
          <p:pic>
            <p:nvPicPr>
              <p:cNvPr id="1306" name="Google Shape;1306;p13"/>
              <p:cNvPicPr preferRelativeResize="0"/>
              <p:nvPr/>
            </p:nvPicPr>
            <p:blipFill rotWithShape="1">
              <a:blip r:embed="rId56">
                <a:alphaModFix/>
              </a:blip>
              <a:srcRect b="0" l="0" r="0" t="0"/>
              <a:stretch/>
            </p:blipFill>
            <p:spPr>
              <a:xfrm>
                <a:off x="7898117" y="5298935"/>
                <a:ext cx="86452" cy="1509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07" name="Google Shape;1307;p13"/>
              <p:cNvPicPr preferRelativeResize="0"/>
              <p:nvPr/>
            </p:nvPicPr>
            <p:blipFill rotWithShape="1">
              <a:blip r:embed="rId57">
                <a:alphaModFix/>
              </a:blip>
              <a:srcRect b="0" l="0" r="0" t="0"/>
              <a:stretch/>
            </p:blipFill>
            <p:spPr>
              <a:xfrm>
                <a:off x="8022323" y="5330177"/>
                <a:ext cx="72415" cy="1235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08" name="Google Shape;1308;p13"/>
              <p:cNvSpPr/>
              <p:nvPr/>
            </p:nvSpPr>
            <p:spPr>
              <a:xfrm>
                <a:off x="8142350" y="5343906"/>
                <a:ext cx="6985" cy="97790"/>
              </a:xfrm>
              <a:custGeom>
                <a:rect b="b" l="l" r="r" t="t"/>
                <a:pathLst>
                  <a:path extrusionOk="0" h="97789" w="6984">
                    <a:moveTo>
                      <a:pt x="1143" y="0"/>
                    </a:moveTo>
                    <a:lnTo>
                      <a:pt x="285" y="11763"/>
                    </a:lnTo>
                    <a:lnTo>
                      <a:pt x="0" y="23240"/>
                    </a:lnTo>
                    <a:lnTo>
                      <a:pt x="285" y="34718"/>
                    </a:lnTo>
                    <a:lnTo>
                      <a:pt x="1143" y="46481"/>
                    </a:lnTo>
                    <a:lnTo>
                      <a:pt x="1500" y="56888"/>
                    </a:lnTo>
                    <a:lnTo>
                      <a:pt x="1714" y="67436"/>
                    </a:lnTo>
                    <a:lnTo>
                      <a:pt x="2214" y="77985"/>
                    </a:lnTo>
                    <a:lnTo>
                      <a:pt x="3429" y="88391"/>
                    </a:lnTo>
                    <a:lnTo>
                      <a:pt x="4953" y="93725"/>
                    </a:lnTo>
                    <a:lnTo>
                      <a:pt x="4953" y="95249"/>
                    </a:lnTo>
                    <a:lnTo>
                      <a:pt x="6477" y="97535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9" name="Google Shape;1309;p13"/>
              <p:cNvSpPr/>
              <p:nvPr/>
            </p:nvSpPr>
            <p:spPr>
              <a:xfrm>
                <a:off x="8130135" y="5308949"/>
                <a:ext cx="71120" cy="43180"/>
              </a:xfrm>
              <a:custGeom>
                <a:rect b="b" l="l" r="r" t="t"/>
                <a:pathLst>
                  <a:path extrusionOk="0" h="43179" w="71120">
                    <a:moveTo>
                      <a:pt x="8786" y="42576"/>
                    </a:moveTo>
                    <a:lnTo>
                      <a:pt x="5572" y="37468"/>
                    </a:lnTo>
                    <a:lnTo>
                      <a:pt x="1928" y="30861"/>
                    </a:lnTo>
                    <a:lnTo>
                      <a:pt x="0" y="23824"/>
                    </a:lnTo>
                    <a:lnTo>
                      <a:pt x="1928" y="17430"/>
                    </a:lnTo>
                    <a:lnTo>
                      <a:pt x="40790" y="1428"/>
                    </a:lnTo>
                    <a:lnTo>
                      <a:pt x="54506" y="0"/>
                    </a:lnTo>
                    <a:lnTo>
                      <a:pt x="62864" y="35"/>
                    </a:lnTo>
                    <a:lnTo>
                      <a:pt x="68222" y="1428"/>
                    </a:lnTo>
                    <a:lnTo>
                      <a:pt x="70508" y="3714"/>
                    </a:lnTo>
                    <a:lnTo>
                      <a:pt x="68984" y="6000"/>
                    </a:lnTo>
                    <a:lnTo>
                      <a:pt x="67460" y="8286"/>
                    </a:lnTo>
                    <a:lnTo>
                      <a:pt x="66698" y="9048"/>
                    </a:lnTo>
                    <a:lnTo>
                      <a:pt x="65936" y="9810"/>
                    </a:lnTo>
                    <a:lnTo>
                      <a:pt x="65174" y="1057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0" name="Google Shape;1310;p13"/>
              <p:cNvSpPr/>
              <p:nvPr/>
            </p:nvSpPr>
            <p:spPr>
              <a:xfrm>
                <a:off x="8252293" y="5346192"/>
                <a:ext cx="3810" cy="63500"/>
              </a:xfrm>
              <a:custGeom>
                <a:rect b="b" l="l" r="r" t="t"/>
                <a:pathLst>
                  <a:path extrusionOk="0" h="63500" w="3809">
                    <a:moveTo>
                      <a:pt x="3214" y="0"/>
                    </a:moveTo>
                    <a:lnTo>
                      <a:pt x="1666" y="10501"/>
                    </a:lnTo>
                    <a:lnTo>
                      <a:pt x="547" y="20574"/>
                    </a:lnTo>
                    <a:lnTo>
                      <a:pt x="0" y="30646"/>
                    </a:lnTo>
                    <a:lnTo>
                      <a:pt x="166" y="41148"/>
                    </a:lnTo>
                    <a:lnTo>
                      <a:pt x="166" y="48768"/>
                    </a:lnTo>
                    <a:lnTo>
                      <a:pt x="166" y="55626"/>
                    </a:lnTo>
                    <a:lnTo>
                      <a:pt x="166" y="6324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1" name="Google Shape;1311;p13"/>
              <p:cNvSpPr/>
              <p:nvPr/>
            </p:nvSpPr>
            <p:spPr>
              <a:xfrm>
                <a:off x="8227313" y="5270754"/>
                <a:ext cx="15240" cy="15240"/>
              </a:xfrm>
              <a:custGeom>
                <a:rect b="b" l="l" r="r" t="t"/>
                <a:pathLst>
                  <a:path extrusionOk="0" h="15239" w="15240">
                    <a:moveTo>
                      <a:pt x="0" y="3810"/>
                    </a:moveTo>
                    <a:lnTo>
                      <a:pt x="0" y="12192"/>
                    </a:lnTo>
                    <a:lnTo>
                      <a:pt x="3810" y="15240"/>
                    </a:lnTo>
                    <a:lnTo>
                      <a:pt x="12192" y="15240"/>
                    </a:lnTo>
                    <a:lnTo>
                      <a:pt x="15240" y="12192"/>
                    </a:lnTo>
                    <a:lnTo>
                      <a:pt x="15240" y="7620"/>
                    </a:lnTo>
                    <a:lnTo>
                      <a:pt x="15240" y="3810"/>
                    </a:lnTo>
                    <a:lnTo>
                      <a:pt x="12192" y="0"/>
                    </a:lnTo>
                    <a:lnTo>
                      <a:pt x="3810" y="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80008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Google Shape;1312;p13"/>
              <p:cNvSpPr/>
              <p:nvPr/>
            </p:nvSpPr>
            <p:spPr>
              <a:xfrm>
                <a:off x="8308847" y="5261610"/>
                <a:ext cx="64135" cy="154305"/>
              </a:xfrm>
              <a:custGeom>
                <a:rect b="b" l="l" r="r" t="t"/>
                <a:pathLst>
                  <a:path extrusionOk="0" h="154304" w="64134">
                    <a:moveTo>
                      <a:pt x="9905" y="153924"/>
                    </a:moveTo>
                    <a:lnTo>
                      <a:pt x="9143" y="143994"/>
                    </a:lnTo>
                    <a:lnTo>
                      <a:pt x="8953" y="134493"/>
                    </a:lnTo>
                    <a:lnTo>
                      <a:pt x="9048" y="124991"/>
                    </a:lnTo>
                    <a:lnTo>
                      <a:pt x="9143" y="115062"/>
                    </a:lnTo>
                    <a:lnTo>
                      <a:pt x="8762" y="101024"/>
                    </a:lnTo>
                    <a:lnTo>
                      <a:pt x="7810" y="87344"/>
                    </a:lnTo>
                    <a:lnTo>
                      <a:pt x="6572" y="73806"/>
                    </a:lnTo>
                    <a:lnTo>
                      <a:pt x="5333" y="60198"/>
                    </a:lnTo>
                    <a:lnTo>
                      <a:pt x="4524" y="48208"/>
                    </a:lnTo>
                    <a:lnTo>
                      <a:pt x="3428" y="36290"/>
                    </a:lnTo>
                    <a:lnTo>
                      <a:pt x="2333" y="24514"/>
                    </a:lnTo>
                    <a:lnTo>
                      <a:pt x="1523" y="12954"/>
                    </a:lnTo>
                    <a:lnTo>
                      <a:pt x="761" y="4572"/>
                    </a:lnTo>
                    <a:lnTo>
                      <a:pt x="0" y="2286"/>
                    </a:lnTo>
                    <a:lnTo>
                      <a:pt x="8381" y="762"/>
                    </a:lnTo>
                    <a:lnTo>
                      <a:pt x="16049" y="23"/>
                    </a:lnTo>
                    <a:lnTo>
                      <a:pt x="24002" y="0"/>
                    </a:lnTo>
                    <a:lnTo>
                      <a:pt x="31956" y="547"/>
                    </a:lnTo>
                    <a:lnTo>
                      <a:pt x="39623" y="1524"/>
                    </a:lnTo>
                    <a:lnTo>
                      <a:pt x="45898" y="2928"/>
                    </a:lnTo>
                    <a:lnTo>
                      <a:pt x="52101" y="4762"/>
                    </a:lnTo>
                    <a:lnTo>
                      <a:pt x="58162" y="6881"/>
                    </a:lnTo>
                    <a:lnTo>
                      <a:pt x="64007" y="914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3" name="Google Shape;1313;p13"/>
              <p:cNvSpPr/>
              <p:nvPr/>
            </p:nvSpPr>
            <p:spPr>
              <a:xfrm>
                <a:off x="8295893" y="5311140"/>
                <a:ext cx="159385" cy="228600"/>
              </a:xfrm>
              <a:custGeom>
                <a:rect b="b" l="l" r="r" t="t"/>
                <a:pathLst>
                  <a:path extrusionOk="0" h="228600" w="159384">
                    <a:moveTo>
                      <a:pt x="0" y="36575"/>
                    </a:moveTo>
                    <a:lnTo>
                      <a:pt x="11882" y="32908"/>
                    </a:lnTo>
                    <a:lnTo>
                      <a:pt x="23622" y="28955"/>
                    </a:lnTo>
                    <a:lnTo>
                      <a:pt x="35361" y="25003"/>
                    </a:lnTo>
                    <a:lnTo>
                      <a:pt x="74675" y="14049"/>
                    </a:lnTo>
                    <a:lnTo>
                      <a:pt x="83820" y="12191"/>
                    </a:lnTo>
                    <a:lnTo>
                      <a:pt x="86868" y="11429"/>
                    </a:lnTo>
                    <a:lnTo>
                      <a:pt x="87630" y="11429"/>
                    </a:lnTo>
                    <a:lnTo>
                      <a:pt x="89916" y="11429"/>
                    </a:lnTo>
                    <a:lnTo>
                      <a:pt x="89916" y="16763"/>
                    </a:lnTo>
                    <a:lnTo>
                      <a:pt x="89916" y="23621"/>
                    </a:lnTo>
                    <a:lnTo>
                      <a:pt x="89916" y="28955"/>
                    </a:lnTo>
                    <a:lnTo>
                      <a:pt x="89618" y="36635"/>
                    </a:lnTo>
                    <a:lnTo>
                      <a:pt x="89249" y="45243"/>
                    </a:lnTo>
                    <a:lnTo>
                      <a:pt x="89594" y="53709"/>
                    </a:lnTo>
                    <a:lnTo>
                      <a:pt x="91440" y="60959"/>
                    </a:lnTo>
                    <a:lnTo>
                      <a:pt x="96023" y="65912"/>
                    </a:lnTo>
                    <a:lnTo>
                      <a:pt x="102965" y="68579"/>
                    </a:lnTo>
                    <a:lnTo>
                      <a:pt x="110620" y="69532"/>
                    </a:lnTo>
                    <a:lnTo>
                      <a:pt x="117348" y="69341"/>
                    </a:lnTo>
                    <a:lnTo>
                      <a:pt x="149352" y="48005"/>
                    </a:lnTo>
                    <a:lnTo>
                      <a:pt x="158496" y="12191"/>
                    </a:lnTo>
                    <a:lnTo>
                      <a:pt x="158496" y="8381"/>
                    </a:lnTo>
                    <a:lnTo>
                      <a:pt x="158496" y="3809"/>
                    </a:lnTo>
                    <a:lnTo>
                      <a:pt x="159258" y="0"/>
                    </a:lnTo>
                    <a:lnTo>
                      <a:pt x="158317" y="12692"/>
                    </a:lnTo>
                    <a:lnTo>
                      <a:pt x="156876" y="25526"/>
                    </a:lnTo>
                    <a:lnTo>
                      <a:pt x="155293" y="38361"/>
                    </a:lnTo>
                    <a:lnTo>
                      <a:pt x="153924" y="51053"/>
                    </a:lnTo>
                    <a:lnTo>
                      <a:pt x="151780" y="71497"/>
                    </a:lnTo>
                    <a:lnTo>
                      <a:pt x="149923" y="91725"/>
                    </a:lnTo>
                    <a:lnTo>
                      <a:pt x="148351" y="111811"/>
                    </a:lnTo>
                    <a:lnTo>
                      <a:pt x="147066" y="131825"/>
                    </a:lnTo>
                    <a:lnTo>
                      <a:pt x="145280" y="150102"/>
                    </a:lnTo>
                    <a:lnTo>
                      <a:pt x="135636" y="204215"/>
                    </a:lnTo>
                    <a:lnTo>
                      <a:pt x="118872" y="228599"/>
                    </a:lnTo>
                    <a:lnTo>
                      <a:pt x="112347" y="220849"/>
                    </a:lnTo>
                    <a:lnTo>
                      <a:pt x="92987" y="174736"/>
                    </a:lnTo>
                    <a:lnTo>
                      <a:pt x="80772" y="121157"/>
                    </a:lnTo>
                    <a:lnTo>
                      <a:pt x="80010" y="110489"/>
                    </a:lnTo>
                    <a:lnTo>
                      <a:pt x="83058" y="109727"/>
                    </a:lnTo>
                    <a:lnTo>
                      <a:pt x="92964" y="107441"/>
                    </a:lnTo>
                    <a:lnTo>
                      <a:pt x="104846" y="105048"/>
                    </a:lnTo>
                    <a:lnTo>
                      <a:pt x="116586" y="103155"/>
                    </a:lnTo>
                    <a:lnTo>
                      <a:pt x="128325" y="101119"/>
                    </a:lnTo>
                    <a:lnTo>
                      <a:pt x="140208" y="98297"/>
                    </a:lnTo>
                    <a:lnTo>
                      <a:pt x="144780" y="96773"/>
                    </a:lnTo>
                    <a:lnTo>
                      <a:pt x="149352" y="95249"/>
                    </a:lnTo>
                    <a:lnTo>
                      <a:pt x="153924" y="93725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14" name="Google Shape;1314;p13"/>
            <p:cNvGrpSpPr/>
            <p:nvPr/>
          </p:nvGrpSpPr>
          <p:grpSpPr>
            <a:xfrm>
              <a:off x="8724364" y="5148274"/>
              <a:ext cx="253365" cy="292735"/>
              <a:chOff x="8724364" y="5148274"/>
              <a:chExt cx="253365" cy="292735"/>
            </a:xfrm>
          </p:grpSpPr>
          <p:sp>
            <p:nvSpPr>
              <p:cNvPr id="1315" name="Google Shape;1315;p13"/>
              <p:cNvSpPr/>
              <p:nvPr/>
            </p:nvSpPr>
            <p:spPr>
              <a:xfrm>
                <a:off x="8724364" y="5148274"/>
                <a:ext cx="253365" cy="292735"/>
              </a:xfrm>
              <a:custGeom>
                <a:rect b="b" l="l" r="r" t="t"/>
                <a:pathLst>
                  <a:path extrusionOk="0" h="292735" w="253365">
                    <a:moveTo>
                      <a:pt x="164365" y="2083"/>
                    </a:moveTo>
                    <a:lnTo>
                      <a:pt x="145053" y="0"/>
                    </a:lnTo>
                    <a:lnTo>
                      <a:pt x="128170" y="273"/>
                    </a:lnTo>
                    <a:lnTo>
                      <a:pt x="111859" y="4119"/>
                    </a:lnTo>
                    <a:lnTo>
                      <a:pt x="73830" y="28086"/>
                    </a:lnTo>
                    <a:lnTo>
                      <a:pt x="40683" y="66758"/>
                    </a:lnTo>
                    <a:lnTo>
                      <a:pt x="14073" y="122181"/>
                    </a:lnTo>
                    <a:lnTo>
                      <a:pt x="4250" y="159341"/>
                    </a:lnTo>
                    <a:lnTo>
                      <a:pt x="0" y="197500"/>
                    </a:lnTo>
                    <a:lnTo>
                      <a:pt x="2821" y="233731"/>
                    </a:lnTo>
                    <a:lnTo>
                      <a:pt x="22729" y="270117"/>
                    </a:lnTo>
                    <a:lnTo>
                      <a:pt x="59209" y="289357"/>
                    </a:lnTo>
                    <a:lnTo>
                      <a:pt x="83986" y="292393"/>
                    </a:lnTo>
                    <a:lnTo>
                      <a:pt x="108835" y="290786"/>
                    </a:lnTo>
                    <a:lnTo>
                      <a:pt x="156745" y="277927"/>
                    </a:lnTo>
                    <a:lnTo>
                      <a:pt x="199989" y="256591"/>
                    </a:lnTo>
                    <a:lnTo>
                      <a:pt x="235231" y="223825"/>
                    </a:lnTo>
                    <a:lnTo>
                      <a:pt x="251043" y="183630"/>
                    </a:lnTo>
                    <a:lnTo>
                      <a:pt x="253019" y="161674"/>
                    </a:lnTo>
                    <a:lnTo>
                      <a:pt x="251995" y="140005"/>
                    </a:lnTo>
                    <a:lnTo>
                      <a:pt x="238279" y="89332"/>
                    </a:lnTo>
                    <a:lnTo>
                      <a:pt x="213133" y="43231"/>
                    </a:lnTo>
                    <a:lnTo>
                      <a:pt x="174236" y="6369"/>
                    </a:lnTo>
                    <a:lnTo>
                      <a:pt x="132742" y="5036"/>
                    </a:lnTo>
                    <a:lnTo>
                      <a:pt x="116359" y="21895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6" name="Google Shape;1316;p13"/>
              <p:cNvSpPr/>
              <p:nvPr/>
            </p:nvSpPr>
            <p:spPr>
              <a:xfrm>
                <a:off x="8829293" y="5263133"/>
                <a:ext cx="65405" cy="67310"/>
              </a:xfrm>
              <a:custGeom>
                <a:rect b="b" l="l" r="r" t="t"/>
                <a:pathLst>
                  <a:path extrusionOk="0" h="67310" w="65404">
                    <a:moveTo>
                      <a:pt x="0" y="8381"/>
                    </a:moveTo>
                    <a:lnTo>
                      <a:pt x="9263" y="3857"/>
                    </a:lnTo>
                    <a:lnTo>
                      <a:pt x="17526" y="1333"/>
                    </a:lnTo>
                    <a:lnTo>
                      <a:pt x="26360" y="238"/>
                    </a:lnTo>
                    <a:lnTo>
                      <a:pt x="37338" y="0"/>
                    </a:lnTo>
                    <a:lnTo>
                      <a:pt x="45255" y="59"/>
                    </a:lnTo>
                    <a:lnTo>
                      <a:pt x="53244" y="1047"/>
                    </a:lnTo>
                    <a:lnTo>
                      <a:pt x="59947" y="4179"/>
                    </a:lnTo>
                    <a:lnTo>
                      <a:pt x="64008" y="10667"/>
                    </a:lnTo>
                    <a:lnTo>
                      <a:pt x="65317" y="19145"/>
                    </a:lnTo>
                    <a:lnTo>
                      <a:pt x="63055" y="26479"/>
                    </a:lnTo>
                    <a:lnTo>
                      <a:pt x="34671" y="52292"/>
                    </a:lnTo>
                    <a:lnTo>
                      <a:pt x="15240" y="61721"/>
                    </a:lnTo>
                    <a:lnTo>
                      <a:pt x="12954" y="63245"/>
                    </a:lnTo>
                    <a:lnTo>
                      <a:pt x="1524" y="67055"/>
                    </a:lnTo>
                    <a:lnTo>
                      <a:pt x="1524" y="62483"/>
                    </a:lnTo>
                    <a:lnTo>
                      <a:pt x="1524" y="60959"/>
                    </a:lnTo>
                    <a:lnTo>
                      <a:pt x="2286" y="59435"/>
                    </a:lnTo>
                    <a:lnTo>
                      <a:pt x="3048" y="57911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7" name="Google Shape;1317;p13"/>
              <p:cNvSpPr/>
              <p:nvPr/>
            </p:nvSpPr>
            <p:spPr>
              <a:xfrm>
                <a:off x="8829293" y="5279135"/>
                <a:ext cx="2540" cy="117475"/>
              </a:xfrm>
              <a:custGeom>
                <a:rect b="b" l="l" r="r" t="t"/>
                <a:pathLst>
                  <a:path extrusionOk="0" h="117475" w="2540">
                    <a:moveTo>
                      <a:pt x="761" y="0"/>
                    </a:moveTo>
                    <a:lnTo>
                      <a:pt x="1000" y="13716"/>
                    </a:lnTo>
                    <a:lnTo>
                      <a:pt x="1523" y="27432"/>
                    </a:lnTo>
                    <a:lnTo>
                      <a:pt x="2047" y="41148"/>
                    </a:lnTo>
                    <a:lnTo>
                      <a:pt x="2285" y="54864"/>
                    </a:lnTo>
                    <a:lnTo>
                      <a:pt x="2143" y="67448"/>
                    </a:lnTo>
                    <a:lnTo>
                      <a:pt x="1714" y="80105"/>
                    </a:lnTo>
                    <a:lnTo>
                      <a:pt x="1000" y="92904"/>
                    </a:lnTo>
                    <a:lnTo>
                      <a:pt x="0" y="105918"/>
                    </a:lnTo>
                    <a:lnTo>
                      <a:pt x="0" y="109728"/>
                    </a:lnTo>
                    <a:lnTo>
                      <a:pt x="0" y="113538"/>
                    </a:lnTo>
                    <a:lnTo>
                      <a:pt x="0" y="117348"/>
                    </a:lnTo>
                    <a:lnTo>
                      <a:pt x="0" y="111252"/>
                    </a:lnTo>
                    <a:lnTo>
                      <a:pt x="0" y="105918"/>
                    </a:lnTo>
                    <a:lnTo>
                      <a:pt x="0" y="9982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8" name="Google Shape;1318;p13"/>
              <p:cNvSpPr/>
              <p:nvPr/>
            </p:nvSpPr>
            <p:spPr>
              <a:xfrm>
                <a:off x="8929115" y="5270753"/>
                <a:ext cx="13335" cy="75565"/>
              </a:xfrm>
              <a:custGeom>
                <a:rect b="b" l="l" r="r" t="t"/>
                <a:pathLst>
                  <a:path extrusionOk="0" h="75564" w="13334">
                    <a:moveTo>
                      <a:pt x="12953" y="0"/>
                    </a:moveTo>
                    <a:lnTo>
                      <a:pt x="9429" y="10918"/>
                    </a:lnTo>
                    <a:lnTo>
                      <a:pt x="7619" y="19907"/>
                    </a:lnTo>
                    <a:lnTo>
                      <a:pt x="6953" y="29039"/>
                    </a:lnTo>
                    <a:lnTo>
                      <a:pt x="6857" y="40385"/>
                    </a:lnTo>
                    <a:lnTo>
                      <a:pt x="7036" y="47720"/>
                    </a:lnTo>
                    <a:lnTo>
                      <a:pt x="7143" y="55625"/>
                    </a:lnTo>
                    <a:lnTo>
                      <a:pt x="6536" y="63531"/>
                    </a:lnTo>
                    <a:lnTo>
                      <a:pt x="4571" y="70865"/>
                    </a:lnTo>
                    <a:lnTo>
                      <a:pt x="2285" y="73913"/>
                    </a:lnTo>
                    <a:lnTo>
                      <a:pt x="2285" y="75437"/>
                    </a:lnTo>
                    <a:lnTo>
                      <a:pt x="0" y="74675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319" name="Google Shape;1319;p13"/>
            <p:cNvPicPr preferRelativeResize="0"/>
            <p:nvPr/>
          </p:nvPicPr>
          <p:blipFill rotWithShape="1">
            <a:blip r:embed="rId58">
              <a:alphaModFix/>
            </a:blip>
            <a:srcRect b="0" l="0" r="0" t="0"/>
            <a:stretch/>
          </p:blipFill>
          <p:spPr>
            <a:xfrm>
              <a:off x="9168371" y="5206733"/>
              <a:ext cx="116611" cy="18595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20" name="Google Shape;1320;p13"/>
            <p:cNvGrpSpPr/>
            <p:nvPr/>
          </p:nvGrpSpPr>
          <p:grpSpPr>
            <a:xfrm>
              <a:off x="9392031" y="5014817"/>
              <a:ext cx="475488" cy="487045"/>
              <a:chOff x="9392031" y="5014817"/>
              <a:chExt cx="475488" cy="487045"/>
            </a:xfrm>
          </p:grpSpPr>
          <p:sp>
            <p:nvSpPr>
              <p:cNvPr id="1321" name="Google Shape;1321;p13"/>
              <p:cNvSpPr/>
              <p:nvPr/>
            </p:nvSpPr>
            <p:spPr>
              <a:xfrm>
                <a:off x="9392031" y="5099911"/>
                <a:ext cx="290195" cy="310515"/>
              </a:xfrm>
              <a:custGeom>
                <a:rect b="b" l="l" r="r" t="t"/>
                <a:pathLst>
                  <a:path extrusionOk="0" h="310514" w="290195">
                    <a:moveTo>
                      <a:pt x="246506" y="41302"/>
                    </a:moveTo>
                    <a:lnTo>
                      <a:pt x="209930" y="10822"/>
                    </a:lnTo>
                    <a:lnTo>
                      <a:pt x="163960" y="0"/>
                    </a:lnTo>
                    <a:lnTo>
                      <a:pt x="148208" y="916"/>
                    </a:lnTo>
                    <a:lnTo>
                      <a:pt x="105727" y="15871"/>
                    </a:lnTo>
                    <a:lnTo>
                      <a:pt x="68960" y="42826"/>
                    </a:lnTo>
                    <a:lnTo>
                      <a:pt x="32289" y="87689"/>
                    </a:lnTo>
                    <a:lnTo>
                      <a:pt x="8762" y="141124"/>
                    </a:lnTo>
                    <a:lnTo>
                      <a:pt x="0" y="194083"/>
                    </a:lnTo>
                    <a:lnTo>
                      <a:pt x="1262" y="221063"/>
                    </a:lnTo>
                    <a:lnTo>
                      <a:pt x="16609" y="266033"/>
                    </a:lnTo>
                    <a:lnTo>
                      <a:pt x="45922" y="294298"/>
                    </a:lnTo>
                    <a:lnTo>
                      <a:pt x="86356" y="308383"/>
                    </a:lnTo>
                    <a:lnTo>
                      <a:pt x="109061" y="309907"/>
                    </a:lnTo>
                    <a:lnTo>
                      <a:pt x="131909" y="308574"/>
                    </a:lnTo>
                    <a:lnTo>
                      <a:pt x="187523" y="294441"/>
                    </a:lnTo>
                    <a:lnTo>
                      <a:pt x="248054" y="255984"/>
                    </a:lnTo>
                    <a:lnTo>
                      <a:pt x="281261" y="209014"/>
                    </a:lnTo>
                    <a:lnTo>
                      <a:pt x="289429" y="167247"/>
                    </a:lnTo>
                    <a:lnTo>
                      <a:pt x="289940" y="144934"/>
                    </a:lnTo>
                    <a:lnTo>
                      <a:pt x="288512" y="121574"/>
                    </a:lnTo>
                    <a:lnTo>
                      <a:pt x="277082" y="76569"/>
                    </a:lnTo>
                    <a:lnTo>
                      <a:pt x="257853" y="42195"/>
                    </a:lnTo>
                    <a:lnTo>
                      <a:pt x="218312" y="23014"/>
                    </a:lnTo>
                    <a:lnTo>
                      <a:pt x="181022" y="35123"/>
                    </a:lnTo>
                    <a:lnTo>
                      <a:pt x="169544" y="48922"/>
                    </a:lnTo>
                    <a:lnTo>
                      <a:pt x="168020" y="5044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2" name="Google Shape;1322;p13"/>
              <p:cNvSpPr/>
              <p:nvPr/>
            </p:nvSpPr>
            <p:spPr>
              <a:xfrm>
                <a:off x="9652254" y="5014817"/>
                <a:ext cx="215265" cy="487045"/>
              </a:xfrm>
              <a:custGeom>
                <a:rect b="b" l="l" r="r" t="t"/>
                <a:pathLst>
                  <a:path extrusionOk="0" h="487045" w="215265">
                    <a:moveTo>
                      <a:pt x="55625" y="12858"/>
                    </a:moveTo>
                    <a:lnTo>
                      <a:pt x="93344" y="6643"/>
                    </a:lnTo>
                    <a:lnTo>
                      <a:pt x="136112" y="2381"/>
                    </a:lnTo>
                    <a:lnTo>
                      <a:pt x="166877" y="666"/>
                    </a:lnTo>
                    <a:lnTo>
                      <a:pt x="172366" y="369"/>
                    </a:lnTo>
                    <a:lnTo>
                      <a:pt x="181641" y="0"/>
                    </a:lnTo>
                    <a:lnTo>
                      <a:pt x="190773" y="345"/>
                    </a:lnTo>
                    <a:lnTo>
                      <a:pt x="195833" y="2190"/>
                    </a:lnTo>
                    <a:lnTo>
                      <a:pt x="198881" y="6762"/>
                    </a:lnTo>
                    <a:lnTo>
                      <a:pt x="200405" y="15906"/>
                    </a:lnTo>
                    <a:lnTo>
                      <a:pt x="201929" y="22002"/>
                    </a:lnTo>
                    <a:lnTo>
                      <a:pt x="209645" y="72044"/>
                    </a:lnTo>
                    <a:lnTo>
                      <a:pt x="212955" y="119348"/>
                    </a:lnTo>
                    <a:lnTo>
                      <a:pt x="214717" y="179927"/>
                    </a:lnTo>
                    <a:lnTo>
                      <a:pt x="214991" y="238791"/>
                    </a:lnTo>
                    <a:lnTo>
                      <a:pt x="215169" y="267366"/>
                    </a:lnTo>
                    <a:lnTo>
                      <a:pt x="214884" y="324516"/>
                    </a:lnTo>
                    <a:lnTo>
                      <a:pt x="211550" y="370141"/>
                    </a:lnTo>
                    <a:lnTo>
                      <a:pt x="206502" y="415194"/>
                    </a:lnTo>
                    <a:lnTo>
                      <a:pt x="200715" y="458700"/>
                    </a:lnTo>
                    <a:lnTo>
                      <a:pt x="197358" y="476916"/>
                    </a:lnTo>
                    <a:lnTo>
                      <a:pt x="197358" y="482250"/>
                    </a:lnTo>
                    <a:lnTo>
                      <a:pt x="196596" y="486822"/>
                    </a:lnTo>
                    <a:lnTo>
                      <a:pt x="196596" y="486060"/>
                    </a:lnTo>
                    <a:lnTo>
                      <a:pt x="196596" y="485298"/>
                    </a:lnTo>
                    <a:lnTo>
                      <a:pt x="196596" y="484536"/>
                    </a:lnTo>
                    <a:lnTo>
                      <a:pt x="196596" y="480726"/>
                    </a:lnTo>
                    <a:lnTo>
                      <a:pt x="197358" y="476154"/>
                    </a:lnTo>
                    <a:lnTo>
                      <a:pt x="160782" y="462438"/>
                    </a:lnTo>
                    <a:lnTo>
                      <a:pt x="120681" y="460438"/>
                    </a:lnTo>
                    <a:lnTo>
                      <a:pt x="80010" y="460152"/>
                    </a:lnTo>
                    <a:lnTo>
                      <a:pt x="59900" y="460533"/>
                    </a:lnTo>
                    <a:lnTo>
                      <a:pt x="39719" y="460914"/>
                    </a:lnTo>
                    <a:lnTo>
                      <a:pt x="19681" y="460152"/>
                    </a:lnTo>
                    <a:lnTo>
                      <a:pt x="0" y="45710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323" name="Google Shape;1323;p13"/>
              <p:cNvPicPr preferRelativeResize="0"/>
              <p:nvPr/>
            </p:nvPicPr>
            <p:blipFill rotWithShape="1">
              <a:blip r:embed="rId59">
                <a:alphaModFix/>
              </a:blip>
              <a:srcRect b="0" l="0" r="0" t="0"/>
              <a:stretch/>
            </p:blipFill>
            <p:spPr>
              <a:xfrm>
                <a:off x="9452597" y="5207376"/>
                <a:ext cx="173761" cy="13806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24" name="Google Shape;1324;p13"/>
            <p:cNvGrpSpPr/>
            <p:nvPr/>
          </p:nvGrpSpPr>
          <p:grpSpPr>
            <a:xfrm>
              <a:off x="8660177" y="5967507"/>
              <a:ext cx="189865" cy="194310"/>
              <a:chOff x="8660177" y="5967507"/>
              <a:chExt cx="189865" cy="194310"/>
            </a:xfrm>
          </p:grpSpPr>
          <p:sp>
            <p:nvSpPr>
              <p:cNvPr id="1325" name="Google Shape;1325;p13"/>
              <p:cNvSpPr/>
              <p:nvPr/>
            </p:nvSpPr>
            <p:spPr>
              <a:xfrm>
                <a:off x="8750236" y="6013703"/>
                <a:ext cx="3175" cy="85725"/>
              </a:xfrm>
              <a:custGeom>
                <a:rect b="b" l="l" r="r" t="t"/>
                <a:pathLst>
                  <a:path extrusionOk="0" h="85725" w="3175">
                    <a:moveTo>
                      <a:pt x="2857" y="0"/>
                    </a:moveTo>
                    <a:lnTo>
                      <a:pt x="1976" y="10739"/>
                    </a:lnTo>
                    <a:lnTo>
                      <a:pt x="1524" y="21336"/>
                    </a:lnTo>
                    <a:lnTo>
                      <a:pt x="1357" y="31932"/>
                    </a:lnTo>
                    <a:lnTo>
                      <a:pt x="1333" y="42672"/>
                    </a:lnTo>
                    <a:lnTo>
                      <a:pt x="809" y="52661"/>
                    </a:lnTo>
                    <a:lnTo>
                      <a:pt x="0" y="64293"/>
                    </a:lnTo>
                    <a:lnTo>
                      <a:pt x="47" y="75783"/>
                    </a:lnTo>
                    <a:lnTo>
                      <a:pt x="2095" y="85344"/>
                    </a:lnTo>
                    <a:lnTo>
                      <a:pt x="2857" y="8534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6" name="Google Shape;1326;p13"/>
              <p:cNvSpPr/>
              <p:nvPr/>
            </p:nvSpPr>
            <p:spPr>
              <a:xfrm>
                <a:off x="8660177" y="5967507"/>
                <a:ext cx="189865" cy="194310"/>
              </a:xfrm>
              <a:custGeom>
                <a:rect b="b" l="l" r="r" t="t"/>
                <a:pathLst>
                  <a:path extrusionOk="0" h="194310" w="189865">
                    <a:moveTo>
                      <a:pt x="121110" y="5810"/>
                    </a:moveTo>
                    <a:lnTo>
                      <a:pt x="77497" y="1845"/>
                    </a:lnTo>
                    <a:lnTo>
                      <a:pt x="35956" y="21240"/>
                    </a:lnTo>
                    <a:lnTo>
                      <a:pt x="8000" y="64496"/>
                    </a:lnTo>
                    <a:lnTo>
                      <a:pt x="0" y="105763"/>
                    </a:lnTo>
                    <a:lnTo>
                      <a:pt x="714" y="126968"/>
                    </a:lnTo>
                    <a:lnTo>
                      <a:pt x="18811" y="169354"/>
                    </a:lnTo>
                    <a:lnTo>
                      <a:pt x="58626" y="191738"/>
                    </a:lnTo>
                    <a:lnTo>
                      <a:pt x="79045" y="193929"/>
                    </a:lnTo>
                    <a:lnTo>
                      <a:pt x="99107" y="192690"/>
                    </a:lnTo>
                    <a:lnTo>
                      <a:pt x="137874" y="181070"/>
                    </a:lnTo>
                    <a:lnTo>
                      <a:pt x="178915" y="149030"/>
                    </a:lnTo>
                    <a:lnTo>
                      <a:pt x="189833" y="114907"/>
                    </a:lnTo>
                    <a:lnTo>
                      <a:pt x="188737" y="96393"/>
                    </a:lnTo>
                    <a:lnTo>
                      <a:pt x="170402" y="45327"/>
                    </a:lnTo>
                    <a:lnTo>
                      <a:pt x="134826" y="4286"/>
                    </a:lnTo>
                    <a:lnTo>
                      <a:pt x="118348" y="0"/>
                    </a:lnTo>
                    <a:lnTo>
                      <a:pt x="110716" y="2250"/>
                    </a:lnTo>
                    <a:lnTo>
                      <a:pt x="105870" y="8858"/>
                    </a:lnTo>
                    <a:lnTo>
                      <a:pt x="105108" y="17240"/>
                    </a:lnTo>
                    <a:lnTo>
                      <a:pt x="105108" y="20288"/>
                    </a:lnTo>
                    <a:lnTo>
                      <a:pt x="105870" y="2638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327" name="Google Shape;1327;p13"/>
            <p:cNvPicPr preferRelativeResize="0"/>
            <p:nvPr/>
          </p:nvPicPr>
          <p:blipFill rotWithShape="1">
            <a:blip r:embed="rId60">
              <a:alphaModFix/>
            </a:blip>
            <a:srcRect b="0" l="0" r="0" t="0"/>
            <a:stretch/>
          </p:blipFill>
          <p:spPr>
            <a:xfrm>
              <a:off x="8907005" y="5921489"/>
              <a:ext cx="280441" cy="2529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8" name="Google Shape;1328;p13"/>
            <p:cNvPicPr preferRelativeResize="0"/>
            <p:nvPr/>
          </p:nvPicPr>
          <p:blipFill rotWithShape="1">
            <a:blip r:embed="rId61">
              <a:alphaModFix/>
            </a:blip>
            <a:srcRect b="0" l="0" r="0" t="0"/>
            <a:stretch/>
          </p:blipFill>
          <p:spPr>
            <a:xfrm>
              <a:off x="9298673" y="5971781"/>
              <a:ext cx="112801" cy="15547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29" name="Google Shape;1329;p13"/>
            <p:cNvGrpSpPr/>
            <p:nvPr/>
          </p:nvGrpSpPr>
          <p:grpSpPr>
            <a:xfrm>
              <a:off x="9468611" y="5895689"/>
              <a:ext cx="269875" cy="246379"/>
              <a:chOff x="9468611" y="5895689"/>
              <a:chExt cx="269875" cy="246379"/>
            </a:xfrm>
          </p:grpSpPr>
          <p:pic>
            <p:nvPicPr>
              <p:cNvPr id="1330" name="Google Shape;1330;p13"/>
              <p:cNvPicPr preferRelativeResize="0"/>
              <p:nvPr/>
            </p:nvPicPr>
            <p:blipFill rotWithShape="1">
              <a:blip r:embed="rId62">
                <a:alphaModFix/>
              </a:blip>
              <a:srcRect b="0" l="0" r="0" t="0"/>
              <a:stretch/>
            </p:blipFill>
            <p:spPr>
              <a:xfrm>
                <a:off x="9529559" y="5956541"/>
                <a:ext cx="124231" cy="1300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31" name="Google Shape;1331;p13"/>
              <p:cNvSpPr/>
              <p:nvPr/>
            </p:nvSpPr>
            <p:spPr>
              <a:xfrm>
                <a:off x="9468611" y="5895689"/>
                <a:ext cx="269875" cy="246379"/>
              </a:xfrm>
              <a:custGeom>
                <a:rect b="b" l="l" r="r" t="t"/>
                <a:pathLst>
                  <a:path extrusionOk="0" h="246379" w="269875">
                    <a:moveTo>
                      <a:pt x="209550" y="44100"/>
                    </a:moveTo>
                    <a:lnTo>
                      <a:pt x="181582" y="11096"/>
                    </a:lnTo>
                    <a:lnTo>
                      <a:pt x="134683" y="0"/>
                    </a:lnTo>
                    <a:lnTo>
                      <a:pt x="118348" y="2440"/>
                    </a:lnTo>
                    <a:lnTo>
                      <a:pt x="80724" y="18930"/>
                    </a:lnTo>
                    <a:lnTo>
                      <a:pt x="44148" y="52316"/>
                    </a:lnTo>
                    <a:lnTo>
                      <a:pt x="17466" y="94452"/>
                    </a:lnTo>
                    <a:lnTo>
                      <a:pt x="2393" y="141624"/>
                    </a:lnTo>
                    <a:lnTo>
                      <a:pt x="0" y="166782"/>
                    </a:lnTo>
                    <a:lnTo>
                      <a:pt x="1928" y="185392"/>
                    </a:lnTo>
                    <a:lnTo>
                      <a:pt x="34290" y="226218"/>
                    </a:lnTo>
                    <a:lnTo>
                      <a:pt x="85058" y="243458"/>
                    </a:lnTo>
                    <a:lnTo>
                      <a:pt x="112192" y="245828"/>
                    </a:lnTo>
                    <a:lnTo>
                      <a:pt x="138684" y="245268"/>
                    </a:lnTo>
                    <a:lnTo>
                      <a:pt x="181165" y="235267"/>
                    </a:lnTo>
                    <a:lnTo>
                      <a:pt x="220218" y="215550"/>
                    </a:lnTo>
                    <a:lnTo>
                      <a:pt x="257294" y="176438"/>
                    </a:lnTo>
                    <a:lnTo>
                      <a:pt x="269367" y="122681"/>
                    </a:lnTo>
                    <a:lnTo>
                      <a:pt x="267628" y="104191"/>
                    </a:lnTo>
                    <a:lnTo>
                      <a:pt x="242601" y="54006"/>
                    </a:lnTo>
                    <a:lnTo>
                      <a:pt x="212597" y="30384"/>
                    </a:lnTo>
                    <a:lnTo>
                      <a:pt x="169842" y="19240"/>
                    </a:lnTo>
                    <a:lnTo>
                      <a:pt x="154686" y="1895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2" name="Google Shape;1332;p13"/>
            <p:cNvGrpSpPr/>
            <p:nvPr/>
          </p:nvGrpSpPr>
          <p:grpSpPr>
            <a:xfrm>
              <a:off x="3195815" y="4187177"/>
              <a:ext cx="521233" cy="230149"/>
              <a:chOff x="3195815" y="4187177"/>
              <a:chExt cx="521233" cy="230149"/>
            </a:xfrm>
          </p:grpSpPr>
          <p:pic>
            <p:nvPicPr>
              <p:cNvPr id="1333" name="Google Shape;1333;p13"/>
              <p:cNvPicPr preferRelativeResize="0"/>
              <p:nvPr/>
            </p:nvPicPr>
            <p:blipFill rotWithShape="1">
              <a:blip r:embed="rId63">
                <a:alphaModFix/>
              </a:blip>
              <a:srcRect b="0" l="0" r="0" t="0"/>
              <a:stretch/>
            </p:blipFill>
            <p:spPr>
              <a:xfrm>
                <a:off x="3195815" y="4187177"/>
                <a:ext cx="303551" cy="2301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34" name="Google Shape;1334;p13"/>
              <p:cNvPicPr preferRelativeResize="0"/>
              <p:nvPr/>
            </p:nvPicPr>
            <p:blipFill rotWithShape="1">
              <a:blip r:embed="rId64">
                <a:alphaModFix/>
              </a:blip>
              <a:srcRect b="0" l="0" r="0" t="0"/>
              <a:stretch/>
            </p:blipFill>
            <p:spPr>
              <a:xfrm>
                <a:off x="3524725" y="4202417"/>
                <a:ext cx="192323" cy="1417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35" name="Google Shape;1335;p13"/>
            <p:cNvGrpSpPr/>
            <p:nvPr/>
          </p:nvGrpSpPr>
          <p:grpSpPr>
            <a:xfrm>
              <a:off x="4385868" y="4162793"/>
              <a:ext cx="284441" cy="275107"/>
              <a:chOff x="4385868" y="4162793"/>
              <a:chExt cx="284441" cy="275107"/>
            </a:xfrm>
          </p:grpSpPr>
          <p:pic>
            <p:nvPicPr>
              <p:cNvPr id="1336" name="Google Shape;1336;p13"/>
              <p:cNvPicPr preferRelativeResize="0"/>
              <p:nvPr/>
            </p:nvPicPr>
            <p:blipFill rotWithShape="1">
              <a:blip r:embed="rId65">
                <a:alphaModFix/>
              </a:blip>
              <a:srcRect b="0" l="0" r="0" t="0"/>
              <a:stretch/>
            </p:blipFill>
            <p:spPr>
              <a:xfrm>
                <a:off x="4385868" y="4162793"/>
                <a:ext cx="136613" cy="1890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37" name="Google Shape;1337;p13"/>
              <p:cNvPicPr preferRelativeResize="0"/>
              <p:nvPr/>
            </p:nvPicPr>
            <p:blipFill rotWithShape="1">
              <a:blip r:embed="rId66">
                <a:alphaModFix/>
              </a:blip>
              <a:srcRect b="0" l="0" r="0" t="0"/>
              <a:stretch/>
            </p:blipFill>
            <p:spPr>
              <a:xfrm>
                <a:off x="4557044" y="4265663"/>
                <a:ext cx="113265" cy="1722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338" name="Google Shape;1338;p13"/>
            <p:cNvPicPr preferRelativeResize="0"/>
            <p:nvPr/>
          </p:nvPicPr>
          <p:blipFill rotWithShape="1">
            <a:blip r:embed="rId67">
              <a:alphaModFix/>
            </a:blip>
            <a:srcRect b="0" l="0" r="0" t="0"/>
            <a:stretch/>
          </p:blipFill>
          <p:spPr>
            <a:xfrm>
              <a:off x="4930127" y="4120121"/>
              <a:ext cx="456463" cy="19966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39" name="Google Shape;1339;p13"/>
            <p:cNvGrpSpPr/>
            <p:nvPr/>
          </p:nvGrpSpPr>
          <p:grpSpPr>
            <a:xfrm>
              <a:off x="5762993" y="4066794"/>
              <a:ext cx="563143" cy="209276"/>
              <a:chOff x="5762993" y="4066794"/>
              <a:chExt cx="563143" cy="209276"/>
            </a:xfrm>
          </p:grpSpPr>
          <p:pic>
            <p:nvPicPr>
              <p:cNvPr id="1340" name="Google Shape;1340;p13"/>
              <p:cNvPicPr preferRelativeResize="0"/>
              <p:nvPr/>
            </p:nvPicPr>
            <p:blipFill rotWithShape="1">
              <a:blip r:embed="rId68">
                <a:alphaModFix/>
              </a:blip>
              <a:srcRect b="0" l="0" r="0" t="0"/>
              <a:stretch/>
            </p:blipFill>
            <p:spPr>
              <a:xfrm>
                <a:off x="5762993" y="4066794"/>
                <a:ext cx="418363" cy="2092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41" name="Google Shape;1341;p13"/>
              <p:cNvPicPr preferRelativeResize="0"/>
              <p:nvPr/>
            </p:nvPicPr>
            <p:blipFill rotWithShape="1">
              <a:blip r:embed="rId69">
                <a:alphaModFix/>
              </a:blip>
              <a:srcRect b="0" l="0" r="0" t="0"/>
              <a:stretch/>
            </p:blipFill>
            <p:spPr>
              <a:xfrm>
                <a:off x="6212573" y="4091713"/>
                <a:ext cx="113563" cy="1361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42" name="Google Shape;1342;p13"/>
            <p:cNvGrpSpPr/>
            <p:nvPr/>
          </p:nvGrpSpPr>
          <p:grpSpPr>
            <a:xfrm>
              <a:off x="6384785" y="4034813"/>
              <a:ext cx="366547" cy="200395"/>
              <a:chOff x="6384785" y="4034813"/>
              <a:chExt cx="366547" cy="200395"/>
            </a:xfrm>
          </p:grpSpPr>
          <p:pic>
            <p:nvPicPr>
              <p:cNvPr id="1343" name="Google Shape;1343;p13"/>
              <p:cNvPicPr preferRelativeResize="0"/>
              <p:nvPr/>
            </p:nvPicPr>
            <p:blipFill rotWithShape="1">
              <a:blip r:embed="rId70">
                <a:alphaModFix/>
              </a:blip>
              <a:srcRect b="0" l="0" r="0" t="0"/>
              <a:stretch/>
            </p:blipFill>
            <p:spPr>
              <a:xfrm>
                <a:off x="6384785" y="4034813"/>
                <a:ext cx="127279" cy="20039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44" name="Google Shape;1344;p13"/>
              <p:cNvPicPr preferRelativeResize="0"/>
              <p:nvPr/>
            </p:nvPicPr>
            <p:blipFill rotWithShape="1">
              <a:blip r:embed="rId71">
                <a:alphaModFix/>
              </a:blip>
              <a:srcRect b="0" l="0" r="0" t="0"/>
              <a:stretch/>
            </p:blipFill>
            <p:spPr>
              <a:xfrm>
                <a:off x="6554711" y="4071353"/>
                <a:ext cx="196621" cy="14785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45" name="Google Shape;1345;p13"/>
            <p:cNvGrpSpPr/>
            <p:nvPr/>
          </p:nvGrpSpPr>
          <p:grpSpPr>
            <a:xfrm>
              <a:off x="7145273" y="3986534"/>
              <a:ext cx="242570" cy="273050"/>
              <a:chOff x="7145273" y="3986534"/>
              <a:chExt cx="242570" cy="273050"/>
            </a:xfrm>
          </p:grpSpPr>
          <p:sp>
            <p:nvSpPr>
              <p:cNvPr id="1346" name="Google Shape;1346;p13"/>
              <p:cNvSpPr/>
              <p:nvPr/>
            </p:nvSpPr>
            <p:spPr>
              <a:xfrm>
                <a:off x="7145273" y="3986534"/>
                <a:ext cx="242570" cy="273050"/>
              </a:xfrm>
              <a:custGeom>
                <a:rect b="b" l="l" r="r" t="t"/>
                <a:pathLst>
                  <a:path extrusionOk="0" h="273050" w="242570">
                    <a:moveTo>
                      <a:pt x="185927" y="23110"/>
                    </a:moveTo>
                    <a:lnTo>
                      <a:pt x="149351" y="4822"/>
                    </a:lnTo>
                    <a:lnTo>
                      <a:pt x="114097" y="0"/>
                    </a:lnTo>
                    <a:lnTo>
                      <a:pt x="102869" y="1774"/>
                    </a:lnTo>
                    <a:lnTo>
                      <a:pt x="68865" y="23300"/>
                    </a:lnTo>
                    <a:lnTo>
                      <a:pt x="43433" y="55114"/>
                    </a:lnTo>
                    <a:lnTo>
                      <a:pt x="23788" y="88606"/>
                    </a:lnTo>
                    <a:lnTo>
                      <a:pt x="9143" y="125313"/>
                    </a:lnTo>
                    <a:lnTo>
                      <a:pt x="785" y="163877"/>
                    </a:lnTo>
                    <a:lnTo>
                      <a:pt x="0" y="202942"/>
                    </a:lnTo>
                    <a:lnTo>
                      <a:pt x="3107" y="220003"/>
                    </a:lnTo>
                    <a:lnTo>
                      <a:pt x="34289" y="259330"/>
                    </a:lnTo>
                    <a:lnTo>
                      <a:pt x="87868" y="272724"/>
                    </a:lnTo>
                    <a:lnTo>
                      <a:pt x="105917" y="271522"/>
                    </a:lnTo>
                    <a:lnTo>
                      <a:pt x="172402" y="247138"/>
                    </a:lnTo>
                    <a:lnTo>
                      <a:pt x="224027" y="199894"/>
                    </a:lnTo>
                    <a:lnTo>
                      <a:pt x="239458" y="163889"/>
                    </a:lnTo>
                    <a:lnTo>
                      <a:pt x="242315" y="124456"/>
                    </a:lnTo>
                    <a:lnTo>
                      <a:pt x="239648" y="104524"/>
                    </a:lnTo>
                    <a:lnTo>
                      <a:pt x="226028" y="66377"/>
                    </a:lnTo>
                    <a:lnTo>
                      <a:pt x="193547" y="24443"/>
                    </a:lnTo>
                    <a:lnTo>
                      <a:pt x="155769" y="5345"/>
                    </a:lnTo>
                    <a:lnTo>
                      <a:pt x="128015" y="406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347" name="Google Shape;1347;p13"/>
              <p:cNvPicPr preferRelativeResize="0"/>
              <p:nvPr/>
            </p:nvPicPr>
            <p:blipFill rotWithShape="1">
              <a:blip r:embed="rId72">
                <a:alphaModFix/>
              </a:blip>
              <a:srcRect b="0" l="0" r="0" t="0"/>
              <a:stretch/>
            </p:blipFill>
            <p:spPr>
              <a:xfrm>
                <a:off x="7203935" y="4069067"/>
                <a:ext cx="76153" cy="128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48" name="Google Shape;1348;p13"/>
              <p:cNvSpPr/>
              <p:nvPr/>
            </p:nvSpPr>
            <p:spPr>
              <a:xfrm>
                <a:off x="7318247" y="4073652"/>
                <a:ext cx="14604" cy="97790"/>
              </a:xfrm>
              <a:custGeom>
                <a:rect b="b" l="l" r="r" t="t"/>
                <a:pathLst>
                  <a:path extrusionOk="0" h="97789" w="14604">
                    <a:moveTo>
                      <a:pt x="14477" y="0"/>
                    </a:moveTo>
                    <a:lnTo>
                      <a:pt x="761" y="42672"/>
                    </a:lnTo>
                    <a:lnTo>
                      <a:pt x="0" y="80010"/>
                    </a:lnTo>
                    <a:lnTo>
                      <a:pt x="0" y="80772"/>
                    </a:lnTo>
                    <a:lnTo>
                      <a:pt x="0" y="97536"/>
                    </a:lnTo>
                    <a:lnTo>
                      <a:pt x="0" y="89916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49" name="Google Shape;1349;p13"/>
            <p:cNvGrpSpPr/>
            <p:nvPr/>
          </p:nvGrpSpPr>
          <p:grpSpPr>
            <a:xfrm>
              <a:off x="7755528" y="3992867"/>
              <a:ext cx="337685" cy="206455"/>
              <a:chOff x="7755528" y="3992867"/>
              <a:chExt cx="337685" cy="206455"/>
            </a:xfrm>
          </p:grpSpPr>
          <p:pic>
            <p:nvPicPr>
              <p:cNvPr id="1350" name="Google Shape;1350;p13"/>
              <p:cNvPicPr preferRelativeResize="0"/>
              <p:nvPr/>
            </p:nvPicPr>
            <p:blipFill rotWithShape="1">
              <a:blip r:embed="rId73">
                <a:alphaModFix/>
              </a:blip>
              <a:srcRect b="0" l="0" r="0" t="0"/>
              <a:stretch/>
            </p:blipFill>
            <p:spPr>
              <a:xfrm>
                <a:off x="7755528" y="4069829"/>
                <a:ext cx="211897" cy="1294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51" name="Google Shape;1351;p13"/>
              <p:cNvPicPr preferRelativeResize="0"/>
              <p:nvPr/>
            </p:nvPicPr>
            <p:blipFill rotWithShape="1">
              <a:blip r:embed="rId74">
                <a:alphaModFix/>
              </a:blip>
              <a:srcRect b="0" l="0" r="0" t="0"/>
              <a:stretch/>
            </p:blipFill>
            <p:spPr>
              <a:xfrm>
                <a:off x="8005118" y="3992867"/>
                <a:ext cx="88095" cy="16537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52" name="Google Shape;1352;p13"/>
            <p:cNvGrpSpPr/>
            <p:nvPr/>
          </p:nvGrpSpPr>
          <p:grpSpPr>
            <a:xfrm>
              <a:off x="8316324" y="3886962"/>
              <a:ext cx="309880" cy="321310"/>
              <a:chOff x="8316324" y="3886962"/>
              <a:chExt cx="309880" cy="321310"/>
            </a:xfrm>
          </p:grpSpPr>
          <p:sp>
            <p:nvSpPr>
              <p:cNvPr id="1353" name="Google Shape;1353;p13"/>
              <p:cNvSpPr/>
              <p:nvPr/>
            </p:nvSpPr>
            <p:spPr>
              <a:xfrm>
                <a:off x="8316324" y="3886962"/>
                <a:ext cx="309880" cy="321310"/>
              </a:xfrm>
              <a:custGeom>
                <a:rect b="b" l="l" r="r" t="t"/>
                <a:pathLst>
                  <a:path extrusionOk="0" h="321310" w="309879">
                    <a:moveTo>
                      <a:pt x="258460" y="56387"/>
                    </a:moveTo>
                    <a:lnTo>
                      <a:pt x="231028" y="16001"/>
                    </a:lnTo>
                    <a:lnTo>
                      <a:pt x="186773" y="571"/>
                    </a:lnTo>
                    <a:lnTo>
                      <a:pt x="170830" y="0"/>
                    </a:lnTo>
                    <a:lnTo>
                      <a:pt x="146280" y="2821"/>
                    </a:lnTo>
                    <a:lnTo>
                      <a:pt x="101179" y="22181"/>
                    </a:lnTo>
                    <a:lnTo>
                      <a:pt x="52899" y="63496"/>
                    </a:lnTo>
                    <a:lnTo>
                      <a:pt x="29956" y="95345"/>
                    </a:lnTo>
                    <a:lnTo>
                      <a:pt x="12870" y="130766"/>
                    </a:lnTo>
                    <a:lnTo>
                      <a:pt x="2428" y="168402"/>
                    </a:lnTo>
                    <a:lnTo>
                      <a:pt x="0" y="193714"/>
                    </a:lnTo>
                    <a:lnTo>
                      <a:pt x="1285" y="218884"/>
                    </a:lnTo>
                    <a:lnTo>
                      <a:pt x="18430" y="265938"/>
                    </a:lnTo>
                    <a:lnTo>
                      <a:pt x="50053" y="297275"/>
                    </a:lnTo>
                    <a:lnTo>
                      <a:pt x="90820" y="315468"/>
                    </a:lnTo>
                    <a:lnTo>
                      <a:pt x="139779" y="320802"/>
                    </a:lnTo>
                    <a:lnTo>
                      <a:pt x="164330" y="318254"/>
                    </a:lnTo>
                    <a:lnTo>
                      <a:pt x="216979" y="300347"/>
                    </a:lnTo>
                    <a:lnTo>
                      <a:pt x="271176" y="263342"/>
                    </a:lnTo>
                    <a:lnTo>
                      <a:pt x="301466" y="220872"/>
                    </a:lnTo>
                    <a:lnTo>
                      <a:pt x="309562" y="179796"/>
                    </a:lnTo>
                    <a:lnTo>
                      <a:pt x="308752" y="159257"/>
                    </a:lnTo>
                    <a:lnTo>
                      <a:pt x="296846" y="116109"/>
                    </a:lnTo>
                    <a:lnTo>
                      <a:pt x="275224" y="76961"/>
                    </a:lnTo>
                    <a:lnTo>
                      <a:pt x="239649" y="43850"/>
                    </a:lnTo>
                    <a:lnTo>
                      <a:pt x="194905" y="47553"/>
                    </a:lnTo>
                    <a:lnTo>
                      <a:pt x="186070" y="52577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354" name="Google Shape;1354;p13"/>
              <p:cNvPicPr preferRelativeResize="0"/>
              <p:nvPr/>
            </p:nvPicPr>
            <p:blipFill rotWithShape="1">
              <a:blip r:embed="rId75">
                <a:alphaModFix/>
              </a:blip>
              <a:srcRect b="0" l="0" r="0" t="0"/>
              <a:stretch/>
            </p:blipFill>
            <p:spPr>
              <a:xfrm>
                <a:off x="8357602" y="3996725"/>
                <a:ext cx="217957" cy="1569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355" name="Google Shape;1355;p13"/>
            <p:cNvPicPr preferRelativeResize="0"/>
            <p:nvPr/>
          </p:nvPicPr>
          <p:blipFill rotWithShape="1">
            <a:blip r:embed="rId76">
              <a:alphaModFix/>
            </a:blip>
            <a:srcRect b="0" l="0" r="0" t="0"/>
            <a:stretch/>
          </p:blipFill>
          <p:spPr>
            <a:xfrm>
              <a:off x="9105887" y="3924287"/>
              <a:ext cx="349021" cy="1830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6" name="Google Shape;1356;p13"/>
            <p:cNvPicPr preferRelativeResize="0"/>
            <p:nvPr/>
          </p:nvPicPr>
          <p:blipFill rotWithShape="1">
            <a:blip r:embed="rId77">
              <a:alphaModFix/>
            </a:blip>
            <a:srcRect b="0" l="0" r="0" t="0"/>
            <a:stretch/>
          </p:blipFill>
          <p:spPr>
            <a:xfrm>
              <a:off x="1975638" y="5361419"/>
              <a:ext cx="196835" cy="1569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13"/>
            <p:cNvSpPr/>
            <p:nvPr/>
          </p:nvSpPr>
          <p:spPr>
            <a:xfrm>
              <a:off x="2232660" y="5441441"/>
              <a:ext cx="17780" cy="58419"/>
            </a:xfrm>
            <a:custGeom>
              <a:rect b="b" l="l" r="r" t="t"/>
              <a:pathLst>
                <a:path extrusionOk="0" h="58420" w="17780">
                  <a:moveTo>
                    <a:pt x="3048" y="0"/>
                  </a:moveTo>
                  <a:lnTo>
                    <a:pt x="10334" y="6203"/>
                  </a:lnTo>
                  <a:lnTo>
                    <a:pt x="15049" y="11334"/>
                  </a:lnTo>
                  <a:lnTo>
                    <a:pt x="17192" y="17466"/>
                  </a:lnTo>
                  <a:lnTo>
                    <a:pt x="16764" y="26670"/>
                  </a:lnTo>
                  <a:lnTo>
                    <a:pt x="15109" y="35302"/>
                  </a:lnTo>
                  <a:lnTo>
                    <a:pt x="11525" y="44291"/>
                  </a:lnTo>
                  <a:lnTo>
                    <a:pt x="6369" y="52280"/>
                  </a:lnTo>
                  <a:lnTo>
                    <a:pt x="0" y="57912"/>
                  </a:lnTo>
                  <a:lnTo>
                    <a:pt x="0" y="5715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3"/>
            <p:cNvSpPr/>
            <p:nvPr/>
          </p:nvSpPr>
          <p:spPr>
            <a:xfrm>
              <a:off x="2334767" y="5418582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7"/>
                  </a:moveTo>
                  <a:lnTo>
                    <a:pt x="0" y="11429"/>
                  </a:lnTo>
                  <a:lnTo>
                    <a:pt x="3047" y="15239"/>
                  </a:lnTo>
                  <a:lnTo>
                    <a:pt x="11429" y="15239"/>
                  </a:lnTo>
                  <a:lnTo>
                    <a:pt x="15239" y="11429"/>
                  </a:lnTo>
                  <a:lnTo>
                    <a:pt x="15239" y="7619"/>
                  </a:lnTo>
                  <a:lnTo>
                    <a:pt x="15239" y="3047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13"/>
            <p:cNvSpPr/>
            <p:nvPr/>
          </p:nvSpPr>
          <p:spPr>
            <a:xfrm>
              <a:off x="2426970" y="5406389"/>
              <a:ext cx="59055" cy="18415"/>
            </a:xfrm>
            <a:custGeom>
              <a:rect b="b" l="l" r="r" t="t"/>
              <a:pathLst>
                <a:path extrusionOk="0" h="18414" w="59055">
                  <a:moveTo>
                    <a:pt x="15240" y="6096"/>
                  </a:moveTo>
                  <a:lnTo>
                    <a:pt x="12192" y="3048"/>
                  </a:lnTo>
                  <a:lnTo>
                    <a:pt x="3048" y="3048"/>
                  </a:lnTo>
                  <a:lnTo>
                    <a:pt x="0" y="6096"/>
                  </a:lnTo>
                  <a:lnTo>
                    <a:pt x="0" y="14478"/>
                  </a:lnTo>
                  <a:lnTo>
                    <a:pt x="3048" y="18288"/>
                  </a:lnTo>
                  <a:lnTo>
                    <a:pt x="12192" y="18288"/>
                  </a:lnTo>
                  <a:lnTo>
                    <a:pt x="15240" y="14478"/>
                  </a:lnTo>
                  <a:lnTo>
                    <a:pt x="15240" y="10668"/>
                  </a:lnTo>
                  <a:lnTo>
                    <a:pt x="15240" y="6096"/>
                  </a:lnTo>
                  <a:close/>
                </a:path>
                <a:path extrusionOk="0" h="18414" w="59055">
                  <a:moveTo>
                    <a:pt x="58674" y="3048"/>
                  </a:moveTo>
                  <a:lnTo>
                    <a:pt x="55626" y="0"/>
                  </a:lnTo>
                  <a:lnTo>
                    <a:pt x="47244" y="0"/>
                  </a:lnTo>
                  <a:lnTo>
                    <a:pt x="43434" y="3048"/>
                  </a:lnTo>
                  <a:lnTo>
                    <a:pt x="43434" y="11430"/>
                  </a:lnTo>
                  <a:lnTo>
                    <a:pt x="47244" y="15240"/>
                  </a:lnTo>
                  <a:lnTo>
                    <a:pt x="55626" y="15240"/>
                  </a:lnTo>
                  <a:lnTo>
                    <a:pt x="58674" y="11430"/>
                  </a:lnTo>
                  <a:lnTo>
                    <a:pt x="58674" y="7620"/>
                  </a:lnTo>
                  <a:lnTo>
                    <a:pt x="58674" y="3048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60" name="Google Shape;1360;p13"/>
            <p:cNvGrpSpPr/>
            <p:nvPr/>
          </p:nvGrpSpPr>
          <p:grpSpPr>
            <a:xfrm>
              <a:off x="2647937" y="4968716"/>
              <a:ext cx="434479" cy="616871"/>
              <a:chOff x="2647937" y="4968716"/>
              <a:chExt cx="434479" cy="616871"/>
            </a:xfrm>
          </p:grpSpPr>
          <p:sp>
            <p:nvSpPr>
              <p:cNvPr id="1361" name="Google Shape;1361;p13"/>
              <p:cNvSpPr/>
              <p:nvPr/>
            </p:nvSpPr>
            <p:spPr>
              <a:xfrm>
                <a:off x="2660903" y="5517642"/>
                <a:ext cx="241300" cy="67945"/>
              </a:xfrm>
              <a:custGeom>
                <a:rect b="b" l="l" r="r" t="t"/>
                <a:pathLst>
                  <a:path extrusionOk="0" h="67945" w="241300">
                    <a:moveTo>
                      <a:pt x="27431" y="38862"/>
                    </a:moveTo>
                    <a:lnTo>
                      <a:pt x="38540" y="41481"/>
                    </a:lnTo>
                    <a:lnTo>
                      <a:pt x="50006" y="42672"/>
                    </a:lnTo>
                    <a:lnTo>
                      <a:pt x="61614" y="42719"/>
                    </a:lnTo>
                    <a:lnTo>
                      <a:pt x="73151" y="41910"/>
                    </a:lnTo>
                    <a:lnTo>
                      <a:pt x="121538" y="35337"/>
                    </a:lnTo>
                    <a:lnTo>
                      <a:pt x="169925" y="25908"/>
                    </a:lnTo>
                    <a:lnTo>
                      <a:pt x="181486" y="23526"/>
                    </a:lnTo>
                    <a:lnTo>
                      <a:pt x="193262" y="21145"/>
                    </a:lnTo>
                    <a:lnTo>
                      <a:pt x="205180" y="19049"/>
                    </a:lnTo>
                    <a:lnTo>
                      <a:pt x="217169" y="17525"/>
                    </a:lnTo>
                    <a:lnTo>
                      <a:pt x="224789" y="17525"/>
                    </a:lnTo>
                    <a:lnTo>
                      <a:pt x="220979" y="17525"/>
                    </a:lnTo>
                    <a:lnTo>
                      <a:pt x="184415" y="27253"/>
                    </a:lnTo>
                    <a:lnTo>
                      <a:pt x="170783" y="27908"/>
                    </a:lnTo>
                    <a:lnTo>
                      <a:pt x="125170" y="31170"/>
                    </a:lnTo>
                    <a:lnTo>
                      <a:pt x="69341" y="40386"/>
                    </a:lnTo>
                    <a:lnTo>
                      <a:pt x="26693" y="53780"/>
                    </a:lnTo>
                    <a:lnTo>
                      <a:pt x="12953" y="59436"/>
                    </a:lnTo>
                    <a:lnTo>
                      <a:pt x="6857" y="61722"/>
                    </a:lnTo>
                    <a:lnTo>
                      <a:pt x="4571" y="64770"/>
                    </a:lnTo>
                    <a:lnTo>
                      <a:pt x="0" y="67818"/>
                    </a:lnTo>
                    <a:lnTo>
                      <a:pt x="13215" y="66686"/>
                    </a:lnTo>
                    <a:lnTo>
                      <a:pt x="25717" y="64484"/>
                    </a:lnTo>
                    <a:lnTo>
                      <a:pt x="37933" y="61281"/>
                    </a:lnTo>
                    <a:lnTo>
                      <a:pt x="50291" y="57150"/>
                    </a:lnTo>
                    <a:lnTo>
                      <a:pt x="73485" y="49815"/>
                    </a:lnTo>
                    <a:lnTo>
                      <a:pt x="119300" y="34004"/>
                    </a:lnTo>
                    <a:lnTo>
                      <a:pt x="159889" y="21693"/>
                    </a:lnTo>
                    <a:lnTo>
                      <a:pt x="213359" y="9905"/>
                    </a:lnTo>
                    <a:lnTo>
                      <a:pt x="219455" y="8381"/>
                    </a:lnTo>
                    <a:lnTo>
                      <a:pt x="231647" y="9905"/>
                    </a:lnTo>
                    <a:lnTo>
                      <a:pt x="236981" y="6857"/>
                    </a:lnTo>
                    <a:lnTo>
                      <a:pt x="240791" y="6095"/>
                    </a:lnTo>
                    <a:lnTo>
                      <a:pt x="238505" y="5333"/>
                    </a:lnTo>
                    <a:lnTo>
                      <a:pt x="237743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362" name="Google Shape;1362;p13"/>
              <p:cNvPicPr preferRelativeResize="0"/>
              <p:nvPr/>
            </p:nvPicPr>
            <p:blipFill rotWithShape="1">
              <a:blip r:embed="rId78">
                <a:alphaModFix/>
              </a:blip>
              <a:srcRect b="0" l="0" r="0" t="0"/>
              <a:stretch/>
            </p:blipFill>
            <p:spPr>
              <a:xfrm>
                <a:off x="2647937" y="5332463"/>
                <a:ext cx="190525" cy="15013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63" name="Google Shape;1363;p13"/>
              <p:cNvSpPr/>
              <p:nvPr/>
            </p:nvSpPr>
            <p:spPr>
              <a:xfrm>
                <a:off x="2868929" y="5385054"/>
                <a:ext cx="44450" cy="60960"/>
              </a:xfrm>
              <a:custGeom>
                <a:rect b="b" l="l" r="r" t="t"/>
                <a:pathLst>
                  <a:path extrusionOk="0" h="60960" w="44450">
                    <a:moveTo>
                      <a:pt x="0" y="60959"/>
                    </a:moveTo>
                    <a:lnTo>
                      <a:pt x="6750" y="53089"/>
                    </a:lnTo>
                    <a:lnTo>
                      <a:pt x="13430" y="45434"/>
                    </a:lnTo>
                    <a:lnTo>
                      <a:pt x="20252" y="37921"/>
                    </a:lnTo>
                    <a:lnTo>
                      <a:pt x="27431" y="30479"/>
                    </a:lnTo>
                    <a:lnTo>
                      <a:pt x="32063" y="25300"/>
                    </a:lnTo>
                    <a:lnTo>
                      <a:pt x="36480" y="19907"/>
                    </a:lnTo>
                    <a:lnTo>
                      <a:pt x="40183" y="14085"/>
                    </a:lnTo>
                    <a:lnTo>
                      <a:pt x="42671" y="7619"/>
                    </a:lnTo>
                    <a:lnTo>
                      <a:pt x="44195" y="1523"/>
                    </a:lnTo>
                    <a:lnTo>
                      <a:pt x="41147" y="761"/>
                    </a:lnTo>
                    <a:lnTo>
                      <a:pt x="35813" y="0"/>
                    </a:lnTo>
                    <a:lnTo>
                      <a:pt x="28955" y="0"/>
                    </a:lnTo>
                    <a:lnTo>
                      <a:pt x="23621" y="0"/>
                    </a:lnTo>
                    <a:lnTo>
                      <a:pt x="17525" y="3809"/>
                    </a:lnTo>
                    <a:lnTo>
                      <a:pt x="12191" y="7619"/>
                    </a:lnTo>
                    <a:lnTo>
                      <a:pt x="10667" y="12191"/>
                    </a:lnTo>
                    <a:lnTo>
                      <a:pt x="8381" y="18287"/>
                    </a:lnTo>
                    <a:lnTo>
                      <a:pt x="6095" y="24383"/>
                    </a:lnTo>
                    <a:lnTo>
                      <a:pt x="5333" y="31241"/>
                    </a:lnTo>
                    <a:lnTo>
                      <a:pt x="5333" y="38099"/>
                    </a:lnTo>
                    <a:lnTo>
                      <a:pt x="5333" y="42671"/>
                    </a:lnTo>
                    <a:lnTo>
                      <a:pt x="6857" y="51053"/>
                    </a:lnTo>
                    <a:lnTo>
                      <a:pt x="4571" y="54863"/>
                    </a:lnTo>
                    <a:lnTo>
                      <a:pt x="3809" y="56387"/>
                    </a:lnTo>
                    <a:lnTo>
                      <a:pt x="1523" y="52577"/>
                    </a:lnTo>
                    <a:lnTo>
                      <a:pt x="3047" y="56387"/>
                    </a:lnTo>
                    <a:lnTo>
                      <a:pt x="3809" y="58673"/>
                    </a:lnTo>
                    <a:lnTo>
                      <a:pt x="5333" y="58673"/>
                    </a:lnTo>
                    <a:lnTo>
                      <a:pt x="6096" y="60197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4" name="Google Shape;1364;p13"/>
              <p:cNvSpPr/>
              <p:nvPr/>
            </p:nvSpPr>
            <p:spPr>
              <a:xfrm>
                <a:off x="2870168" y="5428488"/>
                <a:ext cx="41275" cy="72390"/>
              </a:xfrm>
              <a:custGeom>
                <a:rect b="b" l="l" r="r" t="t"/>
                <a:pathLst>
                  <a:path extrusionOk="0" h="72389" w="41275">
                    <a:moveTo>
                      <a:pt x="9429" y="0"/>
                    </a:moveTo>
                    <a:lnTo>
                      <a:pt x="4381" y="10144"/>
                    </a:lnTo>
                    <a:lnTo>
                      <a:pt x="1047" y="18859"/>
                    </a:lnTo>
                    <a:lnTo>
                      <a:pt x="0" y="27860"/>
                    </a:lnTo>
                    <a:lnTo>
                      <a:pt x="1809" y="38862"/>
                    </a:lnTo>
                    <a:lnTo>
                      <a:pt x="30003" y="72390"/>
                    </a:lnTo>
                    <a:lnTo>
                      <a:pt x="35337" y="68580"/>
                    </a:lnTo>
                    <a:lnTo>
                      <a:pt x="36861" y="66294"/>
                    </a:lnTo>
                    <a:lnTo>
                      <a:pt x="38385" y="64008"/>
                    </a:lnTo>
                    <a:lnTo>
                      <a:pt x="40671" y="6172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13"/>
              <p:cNvSpPr/>
              <p:nvPr/>
            </p:nvSpPr>
            <p:spPr>
              <a:xfrm>
                <a:off x="2953511" y="4968716"/>
                <a:ext cx="128905" cy="393065"/>
              </a:xfrm>
              <a:custGeom>
                <a:rect b="b" l="l" r="r" t="t"/>
                <a:pathLst>
                  <a:path extrusionOk="0" h="393064" w="128905">
                    <a:moveTo>
                      <a:pt x="0" y="6381"/>
                    </a:moveTo>
                    <a:lnTo>
                      <a:pt x="11537" y="2012"/>
                    </a:lnTo>
                    <a:lnTo>
                      <a:pt x="20288" y="0"/>
                    </a:lnTo>
                    <a:lnTo>
                      <a:pt x="28610" y="1559"/>
                    </a:lnTo>
                    <a:lnTo>
                      <a:pt x="61245" y="33337"/>
                    </a:lnTo>
                    <a:lnTo>
                      <a:pt x="77997" y="88391"/>
                    </a:lnTo>
                    <a:lnTo>
                      <a:pt x="79152" y="112299"/>
                    </a:lnTo>
                    <a:lnTo>
                      <a:pt x="77878" y="136207"/>
                    </a:lnTo>
                    <a:lnTo>
                      <a:pt x="74676" y="159543"/>
                    </a:lnTo>
                    <a:lnTo>
                      <a:pt x="71878" y="174628"/>
                    </a:lnTo>
                    <a:lnTo>
                      <a:pt x="69437" y="189356"/>
                    </a:lnTo>
                    <a:lnTo>
                      <a:pt x="67710" y="204227"/>
                    </a:lnTo>
                    <a:lnTo>
                      <a:pt x="67056" y="219741"/>
                    </a:lnTo>
                    <a:lnTo>
                      <a:pt x="68282" y="228528"/>
                    </a:lnTo>
                    <a:lnTo>
                      <a:pt x="99441" y="249935"/>
                    </a:lnTo>
                    <a:lnTo>
                      <a:pt x="108037" y="249852"/>
                    </a:lnTo>
                    <a:lnTo>
                      <a:pt x="115062" y="248697"/>
                    </a:lnTo>
                    <a:lnTo>
                      <a:pt x="119634" y="247935"/>
                    </a:lnTo>
                    <a:lnTo>
                      <a:pt x="124968" y="244887"/>
                    </a:lnTo>
                    <a:lnTo>
                      <a:pt x="128778" y="242601"/>
                    </a:lnTo>
                    <a:lnTo>
                      <a:pt x="124206" y="247935"/>
                    </a:lnTo>
                    <a:lnTo>
                      <a:pt x="101131" y="282059"/>
                    </a:lnTo>
                    <a:lnTo>
                      <a:pt x="95916" y="314991"/>
                    </a:lnTo>
                    <a:lnTo>
                      <a:pt x="96262" y="327159"/>
                    </a:lnTo>
                    <a:lnTo>
                      <a:pt x="97536" y="338613"/>
                    </a:lnTo>
                    <a:lnTo>
                      <a:pt x="98905" y="346614"/>
                    </a:lnTo>
                    <a:lnTo>
                      <a:pt x="100488" y="354615"/>
                    </a:lnTo>
                    <a:lnTo>
                      <a:pt x="101929" y="362616"/>
                    </a:lnTo>
                    <a:lnTo>
                      <a:pt x="102870" y="370617"/>
                    </a:lnTo>
                    <a:lnTo>
                      <a:pt x="103632" y="378237"/>
                    </a:lnTo>
                    <a:lnTo>
                      <a:pt x="103632" y="384333"/>
                    </a:lnTo>
                    <a:lnTo>
                      <a:pt x="65532" y="392715"/>
                    </a:lnTo>
                    <a:lnTo>
                      <a:pt x="57983" y="392572"/>
                    </a:lnTo>
                    <a:lnTo>
                      <a:pt x="50292" y="392144"/>
                    </a:lnTo>
                    <a:lnTo>
                      <a:pt x="42600" y="391429"/>
                    </a:lnTo>
                    <a:lnTo>
                      <a:pt x="35052" y="390429"/>
                    </a:lnTo>
                    <a:lnTo>
                      <a:pt x="28956" y="389667"/>
                    </a:lnTo>
                    <a:lnTo>
                      <a:pt x="28956" y="388905"/>
                    </a:lnTo>
                    <a:lnTo>
                      <a:pt x="25908" y="385095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6" name="Google Shape;1366;p13"/>
            <p:cNvSpPr/>
            <p:nvPr/>
          </p:nvSpPr>
          <p:spPr>
            <a:xfrm>
              <a:off x="5850635" y="5490971"/>
              <a:ext cx="73660" cy="6350"/>
            </a:xfrm>
            <a:custGeom>
              <a:rect b="b" l="l" r="r" t="t"/>
              <a:pathLst>
                <a:path extrusionOk="0" h="6350" w="73660">
                  <a:moveTo>
                    <a:pt x="0" y="0"/>
                  </a:moveTo>
                  <a:lnTo>
                    <a:pt x="16335" y="2202"/>
                  </a:lnTo>
                  <a:lnTo>
                    <a:pt x="32384" y="3333"/>
                  </a:lnTo>
                  <a:lnTo>
                    <a:pt x="48434" y="3750"/>
                  </a:lnTo>
                  <a:lnTo>
                    <a:pt x="64769" y="3810"/>
                  </a:lnTo>
                  <a:lnTo>
                    <a:pt x="72390" y="3810"/>
                  </a:lnTo>
                  <a:lnTo>
                    <a:pt x="70104" y="4572"/>
                  </a:lnTo>
                  <a:lnTo>
                    <a:pt x="73152" y="6096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13"/>
            <p:cNvSpPr/>
            <p:nvPr/>
          </p:nvSpPr>
          <p:spPr>
            <a:xfrm>
              <a:off x="5863590" y="5564123"/>
              <a:ext cx="66675" cy="5080"/>
            </a:xfrm>
            <a:custGeom>
              <a:rect b="b" l="l" r="r" t="t"/>
              <a:pathLst>
                <a:path extrusionOk="0" h="5079" w="66675">
                  <a:moveTo>
                    <a:pt x="0" y="3810"/>
                  </a:moveTo>
                  <a:lnTo>
                    <a:pt x="11037" y="4964"/>
                  </a:lnTo>
                  <a:lnTo>
                    <a:pt x="20859" y="5048"/>
                  </a:lnTo>
                  <a:lnTo>
                    <a:pt x="30539" y="4131"/>
                  </a:lnTo>
                  <a:lnTo>
                    <a:pt x="41148" y="2286"/>
                  </a:lnTo>
                  <a:lnTo>
                    <a:pt x="49530" y="762"/>
                  </a:lnTo>
                  <a:lnTo>
                    <a:pt x="58674" y="0"/>
                  </a:lnTo>
                  <a:lnTo>
                    <a:pt x="66294" y="762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68" name="Google Shape;1368;p13"/>
            <p:cNvPicPr preferRelativeResize="0"/>
            <p:nvPr/>
          </p:nvPicPr>
          <p:blipFill rotWithShape="1">
            <a:blip r:embed="rId79">
              <a:alphaModFix/>
            </a:blip>
            <a:srcRect b="0" l="0" r="0" t="0"/>
            <a:stretch/>
          </p:blipFill>
          <p:spPr>
            <a:xfrm>
              <a:off x="6282677" y="5340035"/>
              <a:ext cx="208813" cy="26829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69" name="Google Shape;1369;p13"/>
            <p:cNvGrpSpPr/>
            <p:nvPr/>
          </p:nvGrpSpPr>
          <p:grpSpPr>
            <a:xfrm>
              <a:off x="6210299" y="5691378"/>
              <a:ext cx="490741" cy="354342"/>
              <a:chOff x="6210299" y="5691378"/>
              <a:chExt cx="490741" cy="354342"/>
            </a:xfrm>
          </p:grpSpPr>
          <p:sp>
            <p:nvSpPr>
              <p:cNvPr id="1370" name="Google Shape;1370;p13"/>
              <p:cNvSpPr/>
              <p:nvPr/>
            </p:nvSpPr>
            <p:spPr>
              <a:xfrm>
                <a:off x="6210299" y="5691378"/>
                <a:ext cx="376555" cy="30480"/>
              </a:xfrm>
              <a:custGeom>
                <a:rect b="b" l="l" r="r" t="t"/>
                <a:pathLst>
                  <a:path extrusionOk="0" h="30479" w="376554">
                    <a:moveTo>
                      <a:pt x="16763" y="17525"/>
                    </a:moveTo>
                    <a:lnTo>
                      <a:pt x="6095" y="21335"/>
                    </a:lnTo>
                    <a:lnTo>
                      <a:pt x="3809" y="19811"/>
                    </a:lnTo>
                    <a:lnTo>
                      <a:pt x="0" y="26669"/>
                    </a:lnTo>
                    <a:lnTo>
                      <a:pt x="10667" y="29396"/>
                    </a:lnTo>
                    <a:lnTo>
                      <a:pt x="21907" y="30194"/>
                    </a:lnTo>
                    <a:lnTo>
                      <a:pt x="33432" y="29991"/>
                    </a:lnTo>
                    <a:lnTo>
                      <a:pt x="44957" y="29717"/>
                    </a:lnTo>
                    <a:lnTo>
                      <a:pt x="96262" y="28324"/>
                    </a:lnTo>
                    <a:lnTo>
                      <a:pt x="147351" y="24860"/>
                    </a:lnTo>
                    <a:lnTo>
                      <a:pt x="198298" y="20395"/>
                    </a:lnTo>
                    <a:lnTo>
                      <a:pt x="249173" y="16001"/>
                    </a:lnTo>
                    <a:lnTo>
                      <a:pt x="301370" y="12477"/>
                    </a:lnTo>
                    <a:lnTo>
                      <a:pt x="353567" y="8381"/>
                    </a:lnTo>
                    <a:lnTo>
                      <a:pt x="360425" y="7619"/>
                    </a:lnTo>
                    <a:lnTo>
                      <a:pt x="369569" y="7619"/>
                    </a:lnTo>
                    <a:lnTo>
                      <a:pt x="376427" y="6095"/>
                    </a:lnTo>
                    <a:lnTo>
                      <a:pt x="376427" y="5333"/>
                    </a:lnTo>
                    <a:lnTo>
                      <a:pt x="375665" y="4571"/>
                    </a:lnTo>
                    <a:lnTo>
                      <a:pt x="374903" y="3047"/>
                    </a:lnTo>
                    <a:lnTo>
                      <a:pt x="372617" y="3047"/>
                    </a:lnTo>
                    <a:lnTo>
                      <a:pt x="364997" y="1523"/>
                    </a:lnTo>
                    <a:lnTo>
                      <a:pt x="356615" y="2285"/>
                    </a:lnTo>
                    <a:lnTo>
                      <a:pt x="348995" y="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1" name="Google Shape;1371;p13"/>
              <p:cNvSpPr/>
              <p:nvPr/>
            </p:nvSpPr>
            <p:spPr>
              <a:xfrm>
                <a:off x="6231635" y="5780532"/>
                <a:ext cx="360045" cy="242570"/>
              </a:xfrm>
              <a:custGeom>
                <a:rect b="b" l="l" r="r" t="t"/>
                <a:pathLst>
                  <a:path extrusionOk="0" h="242570" w="360045">
                    <a:moveTo>
                      <a:pt x="3048" y="136398"/>
                    </a:moveTo>
                    <a:lnTo>
                      <a:pt x="2286" y="134874"/>
                    </a:lnTo>
                    <a:lnTo>
                      <a:pt x="762" y="133350"/>
                    </a:lnTo>
                    <a:lnTo>
                      <a:pt x="0" y="131826"/>
                    </a:lnTo>
                    <a:lnTo>
                      <a:pt x="762" y="135636"/>
                    </a:lnTo>
                    <a:lnTo>
                      <a:pt x="4572" y="142494"/>
                    </a:lnTo>
                    <a:lnTo>
                      <a:pt x="7620" y="147066"/>
                    </a:lnTo>
                    <a:lnTo>
                      <a:pt x="13573" y="158496"/>
                    </a:lnTo>
                    <a:lnTo>
                      <a:pt x="19812" y="169926"/>
                    </a:lnTo>
                    <a:lnTo>
                      <a:pt x="26050" y="181356"/>
                    </a:lnTo>
                    <a:lnTo>
                      <a:pt x="32004" y="192786"/>
                    </a:lnTo>
                    <a:lnTo>
                      <a:pt x="36468" y="202501"/>
                    </a:lnTo>
                    <a:lnTo>
                      <a:pt x="40862" y="212217"/>
                    </a:lnTo>
                    <a:lnTo>
                      <a:pt x="45398" y="221932"/>
                    </a:lnTo>
                    <a:lnTo>
                      <a:pt x="50292" y="231648"/>
                    </a:lnTo>
                    <a:lnTo>
                      <a:pt x="51816" y="235458"/>
                    </a:lnTo>
                    <a:lnTo>
                      <a:pt x="54102" y="238506"/>
                    </a:lnTo>
                    <a:lnTo>
                      <a:pt x="55626" y="242316"/>
                    </a:lnTo>
                    <a:lnTo>
                      <a:pt x="56388" y="234696"/>
                    </a:lnTo>
                    <a:lnTo>
                      <a:pt x="57150" y="226314"/>
                    </a:lnTo>
                    <a:lnTo>
                      <a:pt x="57150" y="217932"/>
                    </a:lnTo>
                    <a:lnTo>
                      <a:pt x="57471" y="201227"/>
                    </a:lnTo>
                    <a:lnTo>
                      <a:pt x="57435" y="184308"/>
                    </a:lnTo>
                    <a:lnTo>
                      <a:pt x="57257" y="167247"/>
                    </a:lnTo>
                    <a:lnTo>
                      <a:pt x="57150" y="150114"/>
                    </a:lnTo>
                    <a:lnTo>
                      <a:pt x="56328" y="122693"/>
                    </a:lnTo>
                    <a:lnTo>
                      <a:pt x="54006" y="95345"/>
                    </a:lnTo>
                    <a:lnTo>
                      <a:pt x="50399" y="68139"/>
                    </a:lnTo>
                    <a:lnTo>
                      <a:pt x="45720" y="41148"/>
                    </a:lnTo>
                    <a:lnTo>
                      <a:pt x="44958" y="34290"/>
                    </a:lnTo>
                    <a:lnTo>
                      <a:pt x="43434" y="27432"/>
                    </a:lnTo>
                    <a:lnTo>
                      <a:pt x="42672" y="20574"/>
                    </a:lnTo>
                    <a:lnTo>
                      <a:pt x="42672" y="19050"/>
                    </a:lnTo>
                    <a:lnTo>
                      <a:pt x="42672" y="18288"/>
                    </a:lnTo>
                    <a:lnTo>
                      <a:pt x="43434" y="16764"/>
                    </a:lnTo>
                    <a:lnTo>
                      <a:pt x="44958" y="15240"/>
                    </a:lnTo>
                    <a:lnTo>
                      <a:pt x="49530" y="15240"/>
                    </a:lnTo>
                    <a:lnTo>
                      <a:pt x="51054" y="15240"/>
                    </a:lnTo>
                    <a:lnTo>
                      <a:pt x="57150" y="14478"/>
                    </a:lnTo>
                    <a:lnTo>
                      <a:pt x="63246" y="15240"/>
                    </a:lnTo>
                    <a:lnTo>
                      <a:pt x="69342" y="16764"/>
                    </a:lnTo>
                    <a:lnTo>
                      <a:pt x="84665" y="18526"/>
                    </a:lnTo>
                    <a:lnTo>
                      <a:pt x="99917" y="19431"/>
                    </a:lnTo>
                    <a:lnTo>
                      <a:pt x="115312" y="19764"/>
                    </a:lnTo>
                    <a:lnTo>
                      <a:pt x="131064" y="19812"/>
                    </a:lnTo>
                    <a:lnTo>
                      <a:pt x="165223" y="19109"/>
                    </a:lnTo>
                    <a:lnTo>
                      <a:pt x="199167" y="16478"/>
                    </a:lnTo>
                    <a:lnTo>
                      <a:pt x="232969" y="12846"/>
                    </a:lnTo>
                    <a:lnTo>
                      <a:pt x="266700" y="9144"/>
                    </a:lnTo>
                    <a:lnTo>
                      <a:pt x="286702" y="6869"/>
                    </a:lnTo>
                    <a:lnTo>
                      <a:pt x="306705" y="4667"/>
                    </a:lnTo>
                    <a:lnTo>
                      <a:pt x="326707" y="2607"/>
                    </a:lnTo>
                    <a:lnTo>
                      <a:pt x="346710" y="762"/>
                    </a:lnTo>
                    <a:lnTo>
                      <a:pt x="353568" y="0"/>
                    </a:lnTo>
                    <a:lnTo>
                      <a:pt x="355092" y="0"/>
                    </a:lnTo>
                    <a:lnTo>
                      <a:pt x="359664" y="0"/>
                    </a:lnTo>
                    <a:lnTo>
                      <a:pt x="357378" y="0"/>
                    </a:lnTo>
                    <a:lnTo>
                      <a:pt x="349758" y="0"/>
                    </a:lnTo>
                    <a:lnTo>
                      <a:pt x="345948" y="0"/>
                    </a:lnTo>
                    <a:lnTo>
                      <a:pt x="339542" y="690"/>
                    </a:lnTo>
                    <a:lnTo>
                      <a:pt x="332994" y="1524"/>
                    </a:lnTo>
                    <a:lnTo>
                      <a:pt x="326445" y="2357"/>
                    </a:lnTo>
                    <a:lnTo>
                      <a:pt x="320040" y="3048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372" name="Google Shape;1372;p13"/>
              <p:cNvPicPr preferRelativeResize="0"/>
              <p:nvPr/>
            </p:nvPicPr>
            <p:blipFill rotWithShape="1">
              <a:blip r:embed="rId80">
                <a:alphaModFix/>
              </a:blip>
              <a:srcRect b="0" l="0" r="0" t="0"/>
              <a:stretch/>
            </p:blipFill>
            <p:spPr>
              <a:xfrm>
                <a:off x="6323063" y="5887199"/>
                <a:ext cx="123469" cy="1044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73" name="Google Shape;1373;p13"/>
              <p:cNvPicPr preferRelativeResize="0"/>
              <p:nvPr/>
            </p:nvPicPr>
            <p:blipFill rotWithShape="1">
              <a:blip r:embed="rId81">
                <a:alphaModFix/>
              </a:blip>
              <a:srcRect b="0" l="0" r="0" t="0"/>
              <a:stretch/>
            </p:blipFill>
            <p:spPr>
              <a:xfrm>
                <a:off x="6483083" y="5836145"/>
                <a:ext cx="77749" cy="12956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74" name="Google Shape;1374;p13"/>
              <p:cNvPicPr preferRelativeResize="0"/>
              <p:nvPr/>
            </p:nvPicPr>
            <p:blipFill rotWithShape="1">
              <a:blip r:embed="rId82">
                <a:alphaModFix/>
              </a:blip>
              <a:srcRect b="0" l="0" r="0" t="0"/>
              <a:stretch/>
            </p:blipFill>
            <p:spPr>
              <a:xfrm>
                <a:off x="6584429" y="5894819"/>
                <a:ext cx="116611" cy="1509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75" name="Google Shape;1375;p13"/>
            <p:cNvSpPr/>
            <p:nvPr/>
          </p:nvSpPr>
          <p:spPr>
            <a:xfrm>
              <a:off x="5779008" y="5496496"/>
              <a:ext cx="6985" cy="19050"/>
            </a:xfrm>
            <a:custGeom>
              <a:rect b="b" l="l" r="r" t="t"/>
              <a:pathLst>
                <a:path extrusionOk="0" h="19050" w="6985">
                  <a:moveTo>
                    <a:pt x="0" y="18859"/>
                  </a:moveTo>
                  <a:lnTo>
                    <a:pt x="2024" y="12573"/>
                  </a:lnTo>
                  <a:lnTo>
                    <a:pt x="4762" y="5143"/>
                  </a:lnTo>
                  <a:lnTo>
                    <a:pt x="6643" y="0"/>
                  </a:lnTo>
                  <a:lnTo>
                    <a:pt x="6095" y="571"/>
                  </a:lnTo>
                  <a:lnTo>
                    <a:pt x="5333" y="2857"/>
                  </a:lnTo>
                  <a:lnTo>
                    <a:pt x="5333" y="3619"/>
                  </a:lnTo>
                  <a:lnTo>
                    <a:pt x="3809" y="5143"/>
                  </a:lnTo>
                  <a:lnTo>
                    <a:pt x="3047" y="5143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13"/>
            <p:cNvSpPr/>
            <p:nvPr/>
          </p:nvSpPr>
          <p:spPr>
            <a:xfrm>
              <a:off x="5788152" y="5583935"/>
              <a:ext cx="7620" cy="1270"/>
            </a:xfrm>
            <a:custGeom>
              <a:rect b="b" l="l" r="r" t="t"/>
              <a:pathLst>
                <a:path extrusionOk="0" h="1270" w="7620">
                  <a:moveTo>
                    <a:pt x="7620" y="0"/>
                  </a:moveTo>
                  <a:lnTo>
                    <a:pt x="3810" y="761"/>
                  </a:lnTo>
                  <a:lnTo>
                    <a:pt x="3048" y="0"/>
                  </a:lnTo>
                  <a:lnTo>
                    <a:pt x="0" y="761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7" name="Google Shape;1377;p13"/>
            <p:cNvGrpSpPr/>
            <p:nvPr/>
          </p:nvGrpSpPr>
          <p:grpSpPr>
            <a:xfrm>
              <a:off x="779525" y="5245595"/>
              <a:ext cx="323101" cy="127279"/>
              <a:chOff x="779525" y="5245595"/>
              <a:chExt cx="323101" cy="127279"/>
            </a:xfrm>
          </p:grpSpPr>
          <p:sp>
            <p:nvSpPr>
              <p:cNvPr id="1378" name="Google Shape;1378;p13"/>
              <p:cNvSpPr/>
              <p:nvPr/>
            </p:nvSpPr>
            <p:spPr>
              <a:xfrm>
                <a:off x="779525" y="5293614"/>
                <a:ext cx="268605" cy="47625"/>
              </a:xfrm>
              <a:custGeom>
                <a:rect b="b" l="l" r="r" t="t"/>
                <a:pathLst>
                  <a:path extrusionOk="0" h="47625" w="268605">
                    <a:moveTo>
                      <a:pt x="0" y="43434"/>
                    </a:moveTo>
                    <a:lnTo>
                      <a:pt x="21097" y="47327"/>
                    </a:lnTo>
                    <a:lnTo>
                      <a:pt x="40195" y="47148"/>
                    </a:lnTo>
                    <a:lnTo>
                      <a:pt x="59578" y="43969"/>
                    </a:lnTo>
                    <a:lnTo>
                      <a:pt x="81534" y="38862"/>
                    </a:lnTo>
                    <a:lnTo>
                      <a:pt x="108966" y="31658"/>
                    </a:lnTo>
                    <a:lnTo>
                      <a:pt x="136398" y="24098"/>
                    </a:lnTo>
                    <a:lnTo>
                      <a:pt x="163830" y="16680"/>
                    </a:lnTo>
                    <a:lnTo>
                      <a:pt x="207716" y="6215"/>
                    </a:lnTo>
                    <a:lnTo>
                      <a:pt x="256794" y="0"/>
                    </a:lnTo>
                    <a:lnTo>
                      <a:pt x="261365" y="0"/>
                    </a:lnTo>
                    <a:lnTo>
                      <a:pt x="262128" y="0"/>
                    </a:lnTo>
                    <a:lnTo>
                      <a:pt x="265176" y="762"/>
                    </a:lnTo>
                    <a:lnTo>
                      <a:pt x="266700" y="5334"/>
                    </a:lnTo>
                    <a:lnTo>
                      <a:pt x="268224" y="12192"/>
                    </a:lnTo>
                    <a:lnTo>
                      <a:pt x="265176" y="17526"/>
                    </a:lnTo>
                    <a:lnTo>
                      <a:pt x="262128" y="19050"/>
                    </a:lnTo>
                    <a:lnTo>
                      <a:pt x="261365" y="19812"/>
                    </a:lnTo>
                    <a:lnTo>
                      <a:pt x="259079" y="1905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379" name="Google Shape;1379;p13"/>
              <p:cNvPicPr preferRelativeResize="0"/>
              <p:nvPr/>
            </p:nvPicPr>
            <p:blipFill rotWithShape="1">
              <a:blip r:embed="rId83">
                <a:alphaModFix/>
              </a:blip>
              <a:srcRect b="0" l="0" r="0" t="0"/>
              <a:stretch/>
            </p:blipFill>
            <p:spPr>
              <a:xfrm>
                <a:off x="1004303" y="5245595"/>
                <a:ext cx="98323" cy="12727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380" name="Google Shape;1380;p13"/>
            <p:cNvGrpSpPr/>
            <p:nvPr/>
          </p:nvGrpSpPr>
          <p:grpSpPr>
            <a:xfrm>
              <a:off x="1185672" y="5077146"/>
              <a:ext cx="339090" cy="418779"/>
              <a:chOff x="1185672" y="5077146"/>
              <a:chExt cx="339090" cy="418779"/>
            </a:xfrm>
          </p:grpSpPr>
          <p:sp>
            <p:nvSpPr>
              <p:cNvPr id="1381" name="Google Shape;1381;p13"/>
              <p:cNvSpPr/>
              <p:nvPr/>
            </p:nvSpPr>
            <p:spPr>
              <a:xfrm>
                <a:off x="1186434" y="5109210"/>
                <a:ext cx="14604" cy="386715"/>
              </a:xfrm>
              <a:custGeom>
                <a:rect b="b" l="l" r="r" t="t"/>
                <a:pathLst>
                  <a:path extrusionOk="0" h="386714" w="14605">
                    <a:moveTo>
                      <a:pt x="2285" y="0"/>
                    </a:moveTo>
                    <a:lnTo>
                      <a:pt x="142" y="19621"/>
                    </a:lnTo>
                    <a:lnTo>
                      <a:pt x="0" y="38100"/>
                    </a:lnTo>
                    <a:lnTo>
                      <a:pt x="1000" y="56578"/>
                    </a:lnTo>
                    <a:lnTo>
                      <a:pt x="2285" y="76200"/>
                    </a:lnTo>
                    <a:lnTo>
                      <a:pt x="4286" y="108204"/>
                    </a:lnTo>
                    <a:lnTo>
                      <a:pt x="5714" y="140208"/>
                    </a:lnTo>
                    <a:lnTo>
                      <a:pt x="6572" y="172212"/>
                    </a:lnTo>
                    <a:lnTo>
                      <a:pt x="6857" y="204216"/>
                    </a:lnTo>
                    <a:lnTo>
                      <a:pt x="4738" y="246495"/>
                    </a:lnTo>
                    <a:lnTo>
                      <a:pt x="761" y="296132"/>
                    </a:lnTo>
                    <a:lnTo>
                      <a:pt x="214" y="345340"/>
                    </a:lnTo>
                    <a:lnTo>
                      <a:pt x="8381" y="386334"/>
                    </a:lnTo>
                    <a:lnTo>
                      <a:pt x="11429" y="380238"/>
                    </a:lnTo>
                    <a:lnTo>
                      <a:pt x="12953" y="377190"/>
                    </a:lnTo>
                    <a:lnTo>
                      <a:pt x="14477" y="36728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2" name="Google Shape;1382;p13"/>
              <p:cNvSpPr/>
              <p:nvPr/>
            </p:nvSpPr>
            <p:spPr>
              <a:xfrm>
                <a:off x="1185672" y="5077146"/>
                <a:ext cx="339090" cy="415925"/>
              </a:xfrm>
              <a:custGeom>
                <a:rect b="b" l="l" r="r" t="t"/>
                <a:pathLst>
                  <a:path extrusionOk="0" h="415925" w="339090">
                    <a:moveTo>
                      <a:pt x="0" y="63305"/>
                    </a:moveTo>
                    <a:lnTo>
                      <a:pt x="15442" y="57471"/>
                    </a:lnTo>
                    <a:lnTo>
                      <a:pt x="30956" y="53209"/>
                    </a:lnTo>
                    <a:lnTo>
                      <a:pt x="46612" y="49803"/>
                    </a:lnTo>
                    <a:lnTo>
                      <a:pt x="62484" y="46541"/>
                    </a:lnTo>
                    <a:lnTo>
                      <a:pt x="89344" y="40695"/>
                    </a:lnTo>
                    <a:lnTo>
                      <a:pt x="116205" y="34635"/>
                    </a:lnTo>
                    <a:lnTo>
                      <a:pt x="143065" y="28432"/>
                    </a:lnTo>
                    <a:lnTo>
                      <a:pt x="169926" y="22157"/>
                    </a:lnTo>
                    <a:lnTo>
                      <a:pt x="194631" y="16930"/>
                    </a:lnTo>
                    <a:lnTo>
                      <a:pt x="244613" y="7048"/>
                    </a:lnTo>
                    <a:lnTo>
                      <a:pt x="295275" y="154"/>
                    </a:lnTo>
                    <a:lnTo>
                      <a:pt x="308967" y="0"/>
                    </a:lnTo>
                    <a:lnTo>
                      <a:pt x="320802" y="2345"/>
                    </a:lnTo>
                    <a:lnTo>
                      <a:pt x="336232" y="43493"/>
                    </a:lnTo>
                    <a:lnTo>
                      <a:pt x="336137" y="53470"/>
                    </a:lnTo>
                    <a:lnTo>
                      <a:pt x="336042" y="63305"/>
                    </a:lnTo>
                    <a:lnTo>
                      <a:pt x="335791" y="79879"/>
                    </a:lnTo>
                    <a:lnTo>
                      <a:pt x="335184" y="96452"/>
                    </a:lnTo>
                    <a:lnTo>
                      <a:pt x="334434" y="113026"/>
                    </a:lnTo>
                    <a:lnTo>
                      <a:pt x="333756" y="129599"/>
                    </a:lnTo>
                    <a:lnTo>
                      <a:pt x="332982" y="152007"/>
                    </a:lnTo>
                    <a:lnTo>
                      <a:pt x="332708" y="174557"/>
                    </a:lnTo>
                    <a:lnTo>
                      <a:pt x="332577" y="197107"/>
                    </a:lnTo>
                    <a:lnTo>
                      <a:pt x="332232" y="219515"/>
                    </a:lnTo>
                    <a:lnTo>
                      <a:pt x="334470" y="254103"/>
                    </a:lnTo>
                    <a:lnTo>
                      <a:pt x="338137" y="295048"/>
                    </a:lnTo>
                    <a:lnTo>
                      <a:pt x="338661" y="335565"/>
                    </a:lnTo>
                    <a:lnTo>
                      <a:pt x="331470" y="368867"/>
                    </a:lnTo>
                    <a:lnTo>
                      <a:pt x="329184" y="373439"/>
                    </a:lnTo>
                    <a:lnTo>
                      <a:pt x="322326" y="377249"/>
                    </a:lnTo>
                    <a:lnTo>
                      <a:pt x="318516" y="380297"/>
                    </a:lnTo>
                    <a:lnTo>
                      <a:pt x="282618" y="396692"/>
                    </a:lnTo>
                    <a:lnTo>
                      <a:pt x="251841" y="399561"/>
                    </a:lnTo>
                    <a:lnTo>
                      <a:pt x="234696" y="399538"/>
                    </a:lnTo>
                    <a:lnTo>
                      <a:pt x="217551" y="399228"/>
                    </a:lnTo>
                    <a:lnTo>
                      <a:pt x="200406" y="399347"/>
                    </a:lnTo>
                    <a:lnTo>
                      <a:pt x="156972" y="402109"/>
                    </a:lnTo>
                    <a:lnTo>
                      <a:pt x="113538" y="405443"/>
                    </a:lnTo>
                    <a:lnTo>
                      <a:pt x="83820" y="408110"/>
                    </a:lnTo>
                    <a:lnTo>
                      <a:pt x="68961" y="409515"/>
                    </a:lnTo>
                    <a:lnTo>
                      <a:pt x="54102" y="410777"/>
                    </a:lnTo>
                    <a:lnTo>
                      <a:pt x="46672" y="411146"/>
                    </a:lnTo>
                    <a:lnTo>
                      <a:pt x="39243" y="411444"/>
                    </a:lnTo>
                    <a:lnTo>
                      <a:pt x="31813" y="412170"/>
                    </a:lnTo>
                    <a:lnTo>
                      <a:pt x="24384" y="413825"/>
                    </a:lnTo>
                    <a:lnTo>
                      <a:pt x="22860" y="414587"/>
                    </a:lnTo>
                    <a:lnTo>
                      <a:pt x="22860" y="415349"/>
                    </a:lnTo>
                    <a:lnTo>
                      <a:pt x="21336" y="415349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383" name="Google Shape;1383;p13"/>
            <p:cNvPicPr preferRelativeResize="0"/>
            <p:nvPr/>
          </p:nvPicPr>
          <p:blipFill rotWithShape="1">
            <a:blip r:embed="rId84">
              <a:alphaModFix/>
            </a:blip>
            <a:srcRect b="0" l="0" r="0" t="0"/>
            <a:stretch/>
          </p:blipFill>
          <p:spPr>
            <a:xfrm>
              <a:off x="531101" y="5259311"/>
              <a:ext cx="174523" cy="1501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4" name="Google Shape;1384;p13"/>
            <p:cNvPicPr preferRelativeResize="0"/>
            <p:nvPr/>
          </p:nvPicPr>
          <p:blipFill rotWithShape="1">
            <a:blip r:embed="rId85">
              <a:alphaModFix/>
            </a:blip>
            <a:srcRect b="0" l="0" r="0" t="0"/>
            <a:stretch/>
          </p:blipFill>
          <p:spPr>
            <a:xfrm>
              <a:off x="1561325" y="5193017"/>
              <a:ext cx="194335" cy="1150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5" name="Google Shape;1385;p13"/>
            <p:cNvSpPr/>
            <p:nvPr/>
          </p:nvSpPr>
          <p:spPr>
            <a:xfrm>
              <a:off x="1892045" y="4996434"/>
              <a:ext cx="59690" cy="405765"/>
            </a:xfrm>
            <a:custGeom>
              <a:rect b="b" l="l" r="r" t="t"/>
              <a:pathLst>
                <a:path extrusionOk="0" h="405764" w="59689">
                  <a:moveTo>
                    <a:pt x="59436" y="16002"/>
                  </a:moveTo>
                  <a:lnTo>
                    <a:pt x="54018" y="10608"/>
                  </a:lnTo>
                  <a:lnTo>
                    <a:pt x="48672" y="5429"/>
                  </a:lnTo>
                  <a:lnTo>
                    <a:pt x="42612" y="1535"/>
                  </a:lnTo>
                  <a:lnTo>
                    <a:pt x="35052" y="0"/>
                  </a:lnTo>
                  <a:lnTo>
                    <a:pt x="28194" y="2024"/>
                  </a:lnTo>
                  <a:lnTo>
                    <a:pt x="7417" y="35337"/>
                  </a:lnTo>
                  <a:lnTo>
                    <a:pt x="440" y="70389"/>
                  </a:lnTo>
                  <a:lnTo>
                    <a:pt x="1524" y="87630"/>
                  </a:lnTo>
                  <a:lnTo>
                    <a:pt x="26574" y="121610"/>
                  </a:lnTo>
                  <a:lnTo>
                    <a:pt x="33337" y="127825"/>
                  </a:lnTo>
                  <a:lnTo>
                    <a:pt x="38671" y="134897"/>
                  </a:lnTo>
                  <a:lnTo>
                    <a:pt x="41148" y="143256"/>
                  </a:lnTo>
                  <a:lnTo>
                    <a:pt x="40659" y="152221"/>
                  </a:lnTo>
                  <a:lnTo>
                    <a:pt x="18288" y="193071"/>
                  </a:lnTo>
                  <a:lnTo>
                    <a:pt x="12049" y="201727"/>
                  </a:lnTo>
                  <a:lnTo>
                    <a:pt x="6096" y="210312"/>
                  </a:lnTo>
                  <a:lnTo>
                    <a:pt x="3048" y="215646"/>
                  </a:lnTo>
                  <a:lnTo>
                    <a:pt x="1524" y="218694"/>
                  </a:lnTo>
                  <a:lnTo>
                    <a:pt x="0" y="223266"/>
                  </a:lnTo>
                  <a:lnTo>
                    <a:pt x="4572" y="225552"/>
                  </a:lnTo>
                  <a:lnTo>
                    <a:pt x="9144" y="227076"/>
                  </a:lnTo>
                  <a:lnTo>
                    <a:pt x="14478" y="227838"/>
                  </a:lnTo>
                  <a:lnTo>
                    <a:pt x="21336" y="229362"/>
                  </a:lnTo>
                  <a:lnTo>
                    <a:pt x="29718" y="231648"/>
                  </a:lnTo>
                  <a:lnTo>
                    <a:pt x="35814" y="236220"/>
                  </a:lnTo>
                  <a:lnTo>
                    <a:pt x="43434" y="240792"/>
                  </a:lnTo>
                  <a:lnTo>
                    <a:pt x="43434" y="248412"/>
                  </a:lnTo>
                  <a:lnTo>
                    <a:pt x="43434" y="256794"/>
                  </a:lnTo>
                  <a:lnTo>
                    <a:pt x="42826" y="268997"/>
                  </a:lnTo>
                  <a:lnTo>
                    <a:pt x="40290" y="280701"/>
                  </a:lnTo>
                  <a:lnTo>
                    <a:pt x="36468" y="292262"/>
                  </a:lnTo>
                  <a:lnTo>
                    <a:pt x="32004" y="304038"/>
                  </a:lnTo>
                  <a:lnTo>
                    <a:pt x="26431" y="318206"/>
                  </a:lnTo>
                  <a:lnTo>
                    <a:pt x="21145" y="332232"/>
                  </a:lnTo>
                  <a:lnTo>
                    <a:pt x="9453" y="368938"/>
                  </a:lnTo>
                  <a:lnTo>
                    <a:pt x="6929" y="388822"/>
                  </a:lnTo>
                  <a:lnTo>
                    <a:pt x="8382" y="397764"/>
                  </a:lnTo>
                  <a:lnTo>
                    <a:pt x="10668" y="405384"/>
                  </a:lnTo>
                  <a:lnTo>
                    <a:pt x="22098" y="405384"/>
                  </a:lnTo>
                  <a:lnTo>
                    <a:pt x="28194" y="405384"/>
                  </a:lnTo>
                  <a:lnTo>
                    <a:pt x="37564" y="404741"/>
                  </a:lnTo>
                  <a:lnTo>
                    <a:pt x="44862" y="401955"/>
                  </a:lnTo>
                  <a:lnTo>
                    <a:pt x="51446" y="397454"/>
                  </a:lnTo>
                  <a:lnTo>
                    <a:pt x="58674" y="391668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86" name="Google Shape;1386;p13"/>
            <p:cNvPicPr preferRelativeResize="0"/>
            <p:nvPr/>
          </p:nvPicPr>
          <p:blipFill rotWithShape="1">
            <a:blip r:embed="rId86">
              <a:alphaModFix/>
            </a:blip>
            <a:srcRect b="0" l="0" r="0" t="0"/>
            <a:stretch/>
          </p:blipFill>
          <p:spPr>
            <a:xfrm>
              <a:off x="2009381" y="5067287"/>
              <a:ext cx="92322" cy="172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7" name="Google Shape;1387;p13"/>
            <p:cNvSpPr/>
            <p:nvPr/>
          </p:nvSpPr>
          <p:spPr>
            <a:xfrm>
              <a:off x="2159507" y="5167884"/>
              <a:ext cx="15875" cy="51435"/>
            </a:xfrm>
            <a:custGeom>
              <a:rect b="b" l="l" r="r" t="t"/>
              <a:pathLst>
                <a:path extrusionOk="0" h="51435" w="15875">
                  <a:moveTo>
                    <a:pt x="15239" y="0"/>
                  </a:moveTo>
                  <a:lnTo>
                    <a:pt x="15406" y="8441"/>
                  </a:lnTo>
                  <a:lnTo>
                    <a:pt x="15430" y="16668"/>
                  </a:lnTo>
                  <a:lnTo>
                    <a:pt x="14597" y="24753"/>
                  </a:lnTo>
                  <a:lnTo>
                    <a:pt x="12191" y="32766"/>
                  </a:lnTo>
                  <a:lnTo>
                    <a:pt x="10667" y="35814"/>
                  </a:lnTo>
                  <a:lnTo>
                    <a:pt x="3047" y="51053"/>
                  </a:lnTo>
                  <a:lnTo>
                    <a:pt x="0" y="51053"/>
                  </a:lnTo>
                  <a:lnTo>
                    <a:pt x="0" y="49530"/>
                  </a:lnTo>
                  <a:lnTo>
                    <a:pt x="0" y="48006"/>
                  </a:lnTo>
                  <a:lnTo>
                    <a:pt x="0" y="46482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13"/>
            <p:cNvSpPr/>
            <p:nvPr/>
          </p:nvSpPr>
          <p:spPr>
            <a:xfrm>
              <a:off x="2261616" y="5153405"/>
              <a:ext cx="15240" cy="16510"/>
            </a:xfrm>
            <a:custGeom>
              <a:rect b="b" l="l" r="r" t="t"/>
              <a:pathLst>
                <a:path extrusionOk="0" h="16510" w="15239">
                  <a:moveTo>
                    <a:pt x="0" y="3809"/>
                  </a:moveTo>
                  <a:lnTo>
                    <a:pt x="0" y="12191"/>
                  </a:lnTo>
                  <a:lnTo>
                    <a:pt x="3047" y="16001"/>
                  </a:lnTo>
                  <a:lnTo>
                    <a:pt x="11429" y="16001"/>
                  </a:lnTo>
                  <a:lnTo>
                    <a:pt x="15239" y="12191"/>
                  </a:lnTo>
                  <a:lnTo>
                    <a:pt x="15239" y="7619"/>
                  </a:lnTo>
                  <a:lnTo>
                    <a:pt x="15239" y="3809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809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3"/>
            <p:cNvSpPr/>
            <p:nvPr/>
          </p:nvSpPr>
          <p:spPr>
            <a:xfrm>
              <a:off x="2388107" y="5144261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810"/>
                  </a:moveTo>
                  <a:lnTo>
                    <a:pt x="0" y="12192"/>
                  </a:lnTo>
                  <a:lnTo>
                    <a:pt x="3809" y="15240"/>
                  </a:lnTo>
                  <a:lnTo>
                    <a:pt x="12191" y="15240"/>
                  </a:lnTo>
                  <a:lnTo>
                    <a:pt x="15239" y="12192"/>
                  </a:lnTo>
                  <a:lnTo>
                    <a:pt x="15239" y="7620"/>
                  </a:lnTo>
                  <a:lnTo>
                    <a:pt x="15239" y="3810"/>
                  </a:lnTo>
                  <a:lnTo>
                    <a:pt x="12191" y="0"/>
                  </a:lnTo>
                  <a:lnTo>
                    <a:pt x="3809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3"/>
            <p:cNvSpPr/>
            <p:nvPr/>
          </p:nvSpPr>
          <p:spPr>
            <a:xfrm>
              <a:off x="2452116" y="5138928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7"/>
                  </a:moveTo>
                  <a:lnTo>
                    <a:pt x="0" y="11429"/>
                  </a:lnTo>
                  <a:lnTo>
                    <a:pt x="3809" y="15239"/>
                  </a:lnTo>
                  <a:lnTo>
                    <a:pt x="12191" y="15239"/>
                  </a:lnTo>
                  <a:lnTo>
                    <a:pt x="15239" y="11429"/>
                  </a:lnTo>
                  <a:lnTo>
                    <a:pt x="15239" y="7619"/>
                  </a:lnTo>
                  <a:lnTo>
                    <a:pt x="15239" y="3047"/>
                  </a:lnTo>
                  <a:lnTo>
                    <a:pt x="12191" y="0"/>
                  </a:lnTo>
                  <a:lnTo>
                    <a:pt x="3809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91" name="Google Shape;1391;p13"/>
            <p:cNvGrpSpPr/>
            <p:nvPr/>
          </p:nvGrpSpPr>
          <p:grpSpPr>
            <a:xfrm>
              <a:off x="2603754" y="5008613"/>
              <a:ext cx="239280" cy="223659"/>
              <a:chOff x="2603754" y="5008613"/>
              <a:chExt cx="239280" cy="223659"/>
            </a:xfrm>
          </p:grpSpPr>
          <p:sp>
            <p:nvSpPr>
              <p:cNvPr id="1392" name="Google Shape;1392;p13"/>
              <p:cNvSpPr/>
              <p:nvPr/>
            </p:nvSpPr>
            <p:spPr>
              <a:xfrm>
                <a:off x="2603754" y="5157977"/>
                <a:ext cx="41275" cy="74295"/>
              </a:xfrm>
              <a:custGeom>
                <a:rect b="b" l="l" r="r" t="t"/>
                <a:pathLst>
                  <a:path extrusionOk="0" h="74295" w="41275">
                    <a:moveTo>
                      <a:pt x="28956" y="761"/>
                    </a:moveTo>
                    <a:lnTo>
                      <a:pt x="33528" y="761"/>
                    </a:lnTo>
                    <a:lnTo>
                      <a:pt x="37338" y="761"/>
                    </a:lnTo>
                    <a:lnTo>
                      <a:pt x="41148" y="0"/>
                    </a:lnTo>
                    <a:lnTo>
                      <a:pt x="40874" y="9179"/>
                    </a:lnTo>
                    <a:lnTo>
                      <a:pt x="38957" y="16859"/>
                    </a:lnTo>
                    <a:lnTo>
                      <a:pt x="35468" y="24110"/>
                    </a:lnTo>
                    <a:lnTo>
                      <a:pt x="30480" y="32003"/>
                    </a:lnTo>
                    <a:lnTo>
                      <a:pt x="24384" y="41707"/>
                    </a:lnTo>
                    <a:lnTo>
                      <a:pt x="17716" y="51339"/>
                    </a:lnTo>
                    <a:lnTo>
                      <a:pt x="10763" y="60829"/>
                    </a:lnTo>
                    <a:lnTo>
                      <a:pt x="3810" y="70103"/>
                    </a:lnTo>
                    <a:lnTo>
                      <a:pt x="1524" y="72389"/>
                    </a:lnTo>
                    <a:lnTo>
                      <a:pt x="2286" y="73913"/>
                    </a:lnTo>
                    <a:lnTo>
                      <a:pt x="0" y="73151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393" name="Google Shape;1393;p13"/>
              <p:cNvPicPr preferRelativeResize="0"/>
              <p:nvPr/>
            </p:nvPicPr>
            <p:blipFill rotWithShape="1">
              <a:blip r:embed="rId87">
                <a:alphaModFix/>
              </a:blip>
              <a:srcRect b="0" l="0" r="0" t="0"/>
              <a:stretch/>
            </p:blipFill>
            <p:spPr>
              <a:xfrm>
                <a:off x="2692133" y="5008613"/>
                <a:ext cx="150901" cy="2103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1394" name="Google Shape;1394;p13"/>
          <p:cNvCxnSpPr/>
          <p:nvPr/>
        </p:nvCxnSpPr>
        <p:spPr>
          <a:xfrm>
            <a:off x="0" y="7315200"/>
            <a:ext cx="10058400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5" name="Google Shape;1395;p13"/>
          <p:cNvSpPr txBox="1"/>
          <p:nvPr/>
        </p:nvSpPr>
        <p:spPr>
          <a:xfrm>
            <a:off x="4063244" y="1382738"/>
            <a:ext cx="11038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**</a:t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13"/>
          <p:cNvSpPr txBox="1"/>
          <p:nvPr/>
        </p:nvSpPr>
        <p:spPr>
          <a:xfrm>
            <a:off x="581421" y="7390734"/>
            <a:ext cx="89689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** - The non-zero Eigenvalues of XX</a:t>
            </a:r>
            <a:r>
              <a:rPr b="0" baseline="30000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 </a:t>
            </a:r>
            <a:r>
              <a:rPr b="0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and X</a:t>
            </a:r>
            <a:r>
              <a:rPr b="0" baseline="30000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 are the same – proved using SVD of X</a:t>
            </a:r>
            <a:endParaRPr b="0" i="1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1" name="Google Shape;14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581980"/>
            <a:ext cx="126441" cy="2603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2" name="Google Shape;1402;p14"/>
          <p:cNvGrpSpPr/>
          <p:nvPr/>
        </p:nvGrpSpPr>
        <p:grpSpPr>
          <a:xfrm>
            <a:off x="1469189" y="609285"/>
            <a:ext cx="271672" cy="180889"/>
            <a:chOff x="4181843" y="2130253"/>
            <a:chExt cx="256104" cy="166427"/>
          </a:xfrm>
        </p:grpSpPr>
        <p:pic>
          <p:nvPicPr>
            <p:cNvPr id="1403" name="Google Shape;1403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81843" y="2130253"/>
              <a:ext cx="128803" cy="1664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4" name="Google Shape;1404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347828" y="2152637"/>
              <a:ext cx="90119" cy="12575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05" name="Google Shape;14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89045" y="598829"/>
            <a:ext cx="203964" cy="16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41482" y="578952"/>
            <a:ext cx="142291" cy="1300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7" name="Google Shape;1407;p14"/>
          <p:cNvGrpSpPr/>
          <p:nvPr/>
        </p:nvGrpSpPr>
        <p:grpSpPr>
          <a:xfrm>
            <a:off x="2274279" y="533400"/>
            <a:ext cx="341947" cy="181406"/>
            <a:chOff x="4940795" y="2060435"/>
            <a:chExt cx="322351" cy="166903"/>
          </a:xfrm>
        </p:grpSpPr>
        <p:pic>
          <p:nvPicPr>
            <p:cNvPr id="1408" name="Google Shape;1408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940795" y="2075675"/>
              <a:ext cx="83083" cy="1464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9" name="Google Shape;1409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053773" y="2069305"/>
              <a:ext cx="104978" cy="1443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0" name="Google Shape;1410;p1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180825" y="2060435"/>
              <a:ext cx="82321" cy="1669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11" name="Google Shape;1411;p14"/>
          <p:cNvSpPr/>
          <p:nvPr/>
        </p:nvSpPr>
        <p:spPr>
          <a:xfrm>
            <a:off x="1394029" y="870497"/>
            <a:ext cx="1238082" cy="80061"/>
          </a:xfrm>
          <a:custGeom>
            <a:rect b="b" l="l" r="r" t="t"/>
            <a:pathLst>
              <a:path extrusionOk="0" h="73660" w="1167129">
                <a:moveTo>
                  <a:pt x="0" y="59436"/>
                </a:moveTo>
                <a:lnTo>
                  <a:pt x="45720" y="71628"/>
                </a:lnTo>
                <a:lnTo>
                  <a:pt x="85725" y="72961"/>
                </a:lnTo>
                <a:lnTo>
                  <a:pt x="105727" y="72913"/>
                </a:lnTo>
                <a:lnTo>
                  <a:pt x="125730" y="73152"/>
                </a:lnTo>
                <a:lnTo>
                  <a:pt x="186690" y="72009"/>
                </a:lnTo>
                <a:lnTo>
                  <a:pt x="247650" y="68580"/>
                </a:lnTo>
                <a:lnTo>
                  <a:pt x="321945" y="62103"/>
                </a:lnTo>
                <a:lnTo>
                  <a:pt x="359092" y="58721"/>
                </a:lnTo>
                <a:lnTo>
                  <a:pt x="396240" y="55626"/>
                </a:lnTo>
                <a:lnTo>
                  <a:pt x="436245" y="52661"/>
                </a:lnTo>
                <a:lnTo>
                  <a:pt x="476250" y="49625"/>
                </a:lnTo>
                <a:lnTo>
                  <a:pt x="516255" y="46732"/>
                </a:lnTo>
                <a:lnTo>
                  <a:pt x="556260" y="44195"/>
                </a:lnTo>
                <a:lnTo>
                  <a:pt x="595705" y="42148"/>
                </a:lnTo>
                <a:lnTo>
                  <a:pt x="635222" y="40385"/>
                </a:lnTo>
                <a:lnTo>
                  <a:pt x="674881" y="38623"/>
                </a:lnTo>
                <a:lnTo>
                  <a:pt x="714756" y="36575"/>
                </a:lnTo>
                <a:lnTo>
                  <a:pt x="790194" y="32194"/>
                </a:lnTo>
                <a:lnTo>
                  <a:pt x="865632" y="26669"/>
                </a:lnTo>
                <a:lnTo>
                  <a:pt x="898779" y="23812"/>
                </a:lnTo>
                <a:lnTo>
                  <a:pt x="931926" y="20954"/>
                </a:lnTo>
                <a:lnTo>
                  <a:pt x="965072" y="18097"/>
                </a:lnTo>
                <a:lnTo>
                  <a:pt x="998219" y="15239"/>
                </a:lnTo>
                <a:lnTo>
                  <a:pt x="1023818" y="13406"/>
                </a:lnTo>
                <a:lnTo>
                  <a:pt x="1049273" y="11429"/>
                </a:lnTo>
                <a:lnTo>
                  <a:pt x="1074729" y="9453"/>
                </a:lnTo>
                <a:lnTo>
                  <a:pt x="1100328" y="7619"/>
                </a:lnTo>
                <a:lnTo>
                  <a:pt x="1115639" y="6346"/>
                </a:lnTo>
                <a:lnTo>
                  <a:pt x="1130808" y="4857"/>
                </a:lnTo>
                <a:lnTo>
                  <a:pt x="1145976" y="3226"/>
                </a:lnTo>
                <a:lnTo>
                  <a:pt x="1161288" y="1523"/>
                </a:lnTo>
                <a:lnTo>
                  <a:pt x="1164336" y="1523"/>
                </a:lnTo>
                <a:lnTo>
                  <a:pt x="1165098" y="1523"/>
                </a:lnTo>
                <a:lnTo>
                  <a:pt x="1166622" y="1523"/>
                </a:lnTo>
                <a:lnTo>
                  <a:pt x="1155192" y="1523"/>
                </a:lnTo>
                <a:lnTo>
                  <a:pt x="1154430" y="1523"/>
                </a:lnTo>
                <a:lnTo>
                  <a:pt x="1150620" y="1523"/>
                </a:lnTo>
                <a:lnTo>
                  <a:pt x="1147572" y="761"/>
                </a:lnTo>
                <a:lnTo>
                  <a:pt x="1143762" y="0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2" name="Google Shape;1412;p14"/>
          <p:cNvGrpSpPr/>
          <p:nvPr/>
        </p:nvGrpSpPr>
        <p:grpSpPr>
          <a:xfrm>
            <a:off x="1881434" y="1239880"/>
            <a:ext cx="841073" cy="214533"/>
            <a:chOff x="4570463" y="2710434"/>
            <a:chExt cx="792873" cy="197382"/>
          </a:xfrm>
        </p:grpSpPr>
        <p:pic>
          <p:nvPicPr>
            <p:cNvPr id="1413" name="Google Shape;1413;p1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570463" y="2718803"/>
              <a:ext cx="173761" cy="189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4" name="Google Shape;1414;p14"/>
            <p:cNvSpPr/>
            <p:nvPr/>
          </p:nvSpPr>
          <p:spPr>
            <a:xfrm>
              <a:off x="4788312" y="2751570"/>
              <a:ext cx="97790" cy="116839"/>
            </a:xfrm>
            <a:custGeom>
              <a:rect b="b" l="l" r="r" t="t"/>
              <a:pathLst>
                <a:path extrusionOk="0" h="116839" w="97789">
                  <a:moveTo>
                    <a:pt x="54197" y="75449"/>
                  </a:moveTo>
                  <a:lnTo>
                    <a:pt x="54256" y="61948"/>
                  </a:lnTo>
                  <a:lnTo>
                    <a:pt x="54673" y="47446"/>
                  </a:lnTo>
                  <a:lnTo>
                    <a:pt x="54090" y="33230"/>
                  </a:lnTo>
                  <a:lnTo>
                    <a:pt x="32861" y="773"/>
                  </a:lnTo>
                  <a:lnTo>
                    <a:pt x="25669" y="0"/>
                  </a:lnTo>
                  <a:lnTo>
                    <a:pt x="19907" y="2012"/>
                  </a:lnTo>
                  <a:lnTo>
                    <a:pt x="2952" y="37921"/>
                  </a:lnTo>
                  <a:lnTo>
                    <a:pt x="0" y="75664"/>
                  </a:lnTo>
                  <a:lnTo>
                    <a:pt x="476" y="87451"/>
                  </a:lnTo>
                  <a:lnTo>
                    <a:pt x="2666" y="98952"/>
                  </a:lnTo>
                  <a:lnTo>
                    <a:pt x="7715" y="109739"/>
                  </a:lnTo>
                  <a:lnTo>
                    <a:pt x="13715" y="114692"/>
                  </a:lnTo>
                  <a:lnTo>
                    <a:pt x="20859" y="116216"/>
                  </a:lnTo>
                  <a:lnTo>
                    <a:pt x="28289" y="114883"/>
                  </a:lnTo>
                  <a:lnTo>
                    <a:pt x="55614" y="80938"/>
                  </a:lnTo>
                  <a:lnTo>
                    <a:pt x="61912" y="46493"/>
                  </a:lnTo>
                  <a:lnTo>
                    <a:pt x="61876" y="34849"/>
                  </a:lnTo>
                  <a:lnTo>
                    <a:pt x="61055" y="23633"/>
                  </a:lnTo>
                  <a:lnTo>
                    <a:pt x="61055" y="21347"/>
                  </a:lnTo>
                  <a:lnTo>
                    <a:pt x="58769" y="14489"/>
                  </a:lnTo>
                  <a:lnTo>
                    <a:pt x="58007" y="12965"/>
                  </a:lnTo>
                  <a:lnTo>
                    <a:pt x="58412" y="20728"/>
                  </a:lnTo>
                  <a:lnTo>
                    <a:pt x="70580" y="61924"/>
                  </a:lnTo>
                  <a:lnTo>
                    <a:pt x="89249" y="89165"/>
                  </a:lnTo>
                  <a:lnTo>
                    <a:pt x="97631" y="89927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14"/>
            <p:cNvSpPr/>
            <p:nvPr/>
          </p:nvSpPr>
          <p:spPr>
            <a:xfrm>
              <a:off x="4902707" y="2710434"/>
              <a:ext cx="17780" cy="144145"/>
            </a:xfrm>
            <a:custGeom>
              <a:rect b="b" l="l" r="r" t="t"/>
              <a:pathLst>
                <a:path extrusionOk="0" h="144144" w="17779">
                  <a:moveTo>
                    <a:pt x="0" y="0"/>
                  </a:moveTo>
                  <a:lnTo>
                    <a:pt x="3643" y="44684"/>
                  </a:lnTo>
                  <a:lnTo>
                    <a:pt x="7250" y="73271"/>
                  </a:lnTo>
                  <a:lnTo>
                    <a:pt x="8667" y="87249"/>
                  </a:lnTo>
                  <a:lnTo>
                    <a:pt x="9941" y="101226"/>
                  </a:lnTo>
                  <a:lnTo>
                    <a:pt x="11430" y="115062"/>
                  </a:lnTo>
                  <a:lnTo>
                    <a:pt x="11953" y="122372"/>
                  </a:lnTo>
                  <a:lnTo>
                    <a:pt x="12763" y="130111"/>
                  </a:lnTo>
                  <a:lnTo>
                    <a:pt x="14430" y="137564"/>
                  </a:lnTo>
                  <a:lnTo>
                    <a:pt x="17526" y="144018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14"/>
            <p:cNvSpPr/>
            <p:nvPr/>
          </p:nvSpPr>
          <p:spPr>
            <a:xfrm>
              <a:off x="4899659" y="2779776"/>
              <a:ext cx="57150" cy="8255"/>
            </a:xfrm>
            <a:custGeom>
              <a:rect b="b" l="l" r="r" t="t"/>
              <a:pathLst>
                <a:path extrusionOk="0" h="8255" w="57150">
                  <a:moveTo>
                    <a:pt x="0" y="6096"/>
                  </a:moveTo>
                  <a:lnTo>
                    <a:pt x="12430" y="7560"/>
                  </a:lnTo>
                  <a:lnTo>
                    <a:pt x="24003" y="8096"/>
                  </a:lnTo>
                  <a:lnTo>
                    <a:pt x="35575" y="7060"/>
                  </a:lnTo>
                  <a:lnTo>
                    <a:pt x="48006" y="3810"/>
                  </a:lnTo>
                  <a:lnTo>
                    <a:pt x="51053" y="2286"/>
                  </a:lnTo>
                  <a:lnTo>
                    <a:pt x="54102" y="762"/>
                  </a:lnTo>
                  <a:lnTo>
                    <a:pt x="57150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14"/>
            <p:cNvSpPr/>
            <p:nvPr/>
          </p:nvSpPr>
          <p:spPr>
            <a:xfrm>
              <a:off x="4983765" y="2747010"/>
              <a:ext cx="111760" cy="109855"/>
            </a:xfrm>
            <a:custGeom>
              <a:rect b="b" l="l" r="r" t="t"/>
              <a:pathLst>
                <a:path extrusionOk="0" h="109855" w="111760">
                  <a:moveTo>
                    <a:pt x="51530" y="73913"/>
                  </a:moveTo>
                  <a:lnTo>
                    <a:pt x="50530" y="65008"/>
                  </a:lnTo>
                  <a:lnTo>
                    <a:pt x="49815" y="56387"/>
                  </a:lnTo>
                  <a:lnTo>
                    <a:pt x="49387" y="47767"/>
                  </a:lnTo>
                  <a:lnTo>
                    <a:pt x="49244" y="38861"/>
                  </a:lnTo>
                  <a:lnTo>
                    <a:pt x="49041" y="31670"/>
                  </a:lnTo>
                  <a:lnTo>
                    <a:pt x="29432" y="0"/>
                  </a:lnTo>
                  <a:lnTo>
                    <a:pt x="23336" y="3809"/>
                  </a:lnTo>
                  <a:lnTo>
                    <a:pt x="4286" y="40385"/>
                  </a:lnTo>
                  <a:lnTo>
                    <a:pt x="0" y="80033"/>
                  </a:lnTo>
                  <a:lnTo>
                    <a:pt x="1238" y="92201"/>
                  </a:lnTo>
                  <a:lnTo>
                    <a:pt x="4857" y="100512"/>
                  </a:lnTo>
                  <a:lnTo>
                    <a:pt x="10763" y="106108"/>
                  </a:lnTo>
                  <a:lnTo>
                    <a:pt x="18383" y="109132"/>
                  </a:lnTo>
                  <a:lnTo>
                    <a:pt x="27146" y="109727"/>
                  </a:lnTo>
                  <a:lnTo>
                    <a:pt x="37409" y="106513"/>
                  </a:lnTo>
                  <a:lnTo>
                    <a:pt x="64734" y="70913"/>
                  </a:lnTo>
                  <a:lnTo>
                    <a:pt x="68377" y="45005"/>
                  </a:lnTo>
                  <a:lnTo>
                    <a:pt x="66770" y="32765"/>
                  </a:lnTo>
                  <a:lnTo>
                    <a:pt x="53816" y="38099"/>
                  </a:lnTo>
                  <a:lnTo>
                    <a:pt x="53054" y="46481"/>
                  </a:lnTo>
                  <a:lnTo>
                    <a:pt x="63722" y="85343"/>
                  </a:lnTo>
                  <a:lnTo>
                    <a:pt x="91261" y="97024"/>
                  </a:lnTo>
                  <a:lnTo>
                    <a:pt x="101060" y="95249"/>
                  </a:lnTo>
                  <a:lnTo>
                    <a:pt x="104870" y="93725"/>
                  </a:lnTo>
                  <a:lnTo>
                    <a:pt x="108680" y="91439"/>
                  </a:lnTo>
                  <a:lnTo>
                    <a:pt x="111728" y="89153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14"/>
            <p:cNvSpPr/>
            <p:nvPr/>
          </p:nvSpPr>
          <p:spPr>
            <a:xfrm>
              <a:off x="5122925" y="2717292"/>
              <a:ext cx="62230" cy="120014"/>
            </a:xfrm>
            <a:custGeom>
              <a:rect b="b" l="l" r="r" t="t"/>
              <a:pathLst>
                <a:path extrusionOk="0" h="120014" w="62229">
                  <a:moveTo>
                    <a:pt x="36575" y="21336"/>
                  </a:moveTo>
                  <a:lnTo>
                    <a:pt x="34730" y="17787"/>
                  </a:lnTo>
                  <a:lnTo>
                    <a:pt x="30956" y="11239"/>
                  </a:lnTo>
                  <a:lnTo>
                    <a:pt x="26181" y="4405"/>
                  </a:lnTo>
                  <a:lnTo>
                    <a:pt x="21335" y="0"/>
                  </a:lnTo>
                  <a:lnTo>
                    <a:pt x="20573" y="0"/>
                  </a:lnTo>
                  <a:lnTo>
                    <a:pt x="19811" y="0"/>
                  </a:lnTo>
                  <a:lnTo>
                    <a:pt x="19049" y="0"/>
                  </a:lnTo>
                  <a:lnTo>
                    <a:pt x="15335" y="7119"/>
                  </a:lnTo>
                  <a:lnTo>
                    <a:pt x="4857" y="50196"/>
                  </a:lnTo>
                  <a:lnTo>
                    <a:pt x="5369" y="60590"/>
                  </a:lnTo>
                  <a:lnTo>
                    <a:pt x="37337" y="82296"/>
                  </a:lnTo>
                  <a:lnTo>
                    <a:pt x="50196" y="83915"/>
                  </a:lnTo>
                  <a:lnTo>
                    <a:pt x="56518" y="86046"/>
                  </a:lnTo>
                  <a:lnTo>
                    <a:pt x="60197" y="90678"/>
                  </a:lnTo>
                  <a:lnTo>
                    <a:pt x="61721" y="97536"/>
                  </a:lnTo>
                  <a:lnTo>
                    <a:pt x="48005" y="103632"/>
                  </a:lnTo>
                  <a:lnTo>
                    <a:pt x="43433" y="105918"/>
                  </a:lnTo>
                  <a:lnTo>
                    <a:pt x="0" y="119634"/>
                  </a:lnTo>
                  <a:lnTo>
                    <a:pt x="4571" y="118872"/>
                  </a:lnTo>
                  <a:lnTo>
                    <a:pt x="2285" y="11430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14"/>
            <p:cNvSpPr/>
            <p:nvPr/>
          </p:nvSpPr>
          <p:spPr>
            <a:xfrm>
              <a:off x="5211163" y="2738628"/>
              <a:ext cx="54610" cy="99695"/>
            </a:xfrm>
            <a:custGeom>
              <a:rect b="b" l="l" r="r" t="t"/>
              <a:pathLst>
                <a:path extrusionOk="0" h="99694" w="54610">
                  <a:moveTo>
                    <a:pt x="8536" y="0"/>
                  </a:moveTo>
                  <a:lnTo>
                    <a:pt x="3964" y="38862"/>
                  </a:lnTo>
                  <a:lnTo>
                    <a:pt x="1690" y="50565"/>
                  </a:lnTo>
                  <a:lnTo>
                    <a:pt x="59" y="63912"/>
                  </a:lnTo>
                  <a:lnTo>
                    <a:pt x="22050" y="99214"/>
                  </a:lnTo>
                  <a:lnTo>
                    <a:pt x="29872" y="99060"/>
                  </a:lnTo>
                  <a:lnTo>
                    <a:pt x="37004" y="97345"/>
                  </a:lnTo>
                  <a:lnTo>
                    <a:pt x="42922" y="94488"/>
                  </a:lnTo>
                  <a:lnTo>
                    <a:pt x="48410" y="90487"/>
                  </a:lnTo>
                  <a:lnTo>
                    <a:pt x="54256" y="85343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14"/>
            <p:cNvSpPr/>
            <p:nvPr/>
          </p:nvSpPr>
          <p:spPr>
            <a:xfrm>
              <a:off x="5211317" y="2749296"/>
              <a:ext cx="53340" cy="41275"/>
            </a:xfrm>
            <a:custGeom>
              <a:rect b="b" l="l" r="r" t="t"/>
              <a:pathLst>
                <a:path extrusionOk="0" h="41275" w="53339">
                  <a:moveTo>
                    <a:pt x="0" y="41148"/>
                  </a:moveTo>
                  <a:lnTo>
                    <a:pt x="10013" y="38790"/>
                  </a:lnTo>
                  <a:lnTo>
                    <a:pt x="19526" y="36004"/>
                  </a:lnTo>
                  <a:lnTo>
                    <a:pt x="28610" y="32361"/>
                  </a:lnTo>
                  <a:lnTo>
                    <a:pt x="37338" y="27432"/>
                  </a:lnTo>
                  <a:lnTo>
                    <a:pt x="44195" y="23622"/>
                  </a:lnTo>
                  <a:lnTo>
                    <a:pt x="51816" y="19050"/>
                  </a:lnTo>
                  <a:lnTo>
                    <a:pt x="52577" y="11430"/>
                  </a:lnTo>
                  <a:lnTo>
                    <a:pt x="53339" y="3810"/>
                  </a:lnTo>
                  <a:lnTo>
                    <a:pt x="38861" y="2286"/>
                  </a:lnTo>
                  <a:lnTo>
                    <a:pt x="33527" y="1524"/>
                  </a:lnTo>
                  <a:lnTo>
                    <a:pt x="27777" y="1404"/>
                  </a:lnTo>
                  <a:lnTo>
                    <a:pt x="20669" y="1714"/>
                  </a:lnTo>
                  <a:lnTo>
                    <a:pt x="13704" y="1738"/>
                  </a:lnTo>
                  <a:lnTo>
                    <a:pt x="8381" y="762"/>
                  </a:lnTo>
                  <a:lnTo>
                    <a:pt x="6857" y="762"/>
                  </a:lnTo>
                  <a:lnTo>
                    <a:pt x="9905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14"/>
            <p:cNvSpPr/>
            <p:nvPr/>
          </p:nvSpPr>
          <p:spPr>
            <a:xfrm>
              <a:off x="5316473" y="2710434"/>
              <a:ext cx="7620" cy="116839"/>
            </a:xfrm>
            <a:custGeom>
              <a:rect b="b" l="l" r="r" t="t"/>
              <a:pathLst>
                <a:path extrusionOk="0" h="116839" w="7620">
                  <a:moveTo>
                    <a:pt x="0" y="0"/>
                  </a:moveTo>
                  <a:lnTo>
                    <a:pt x="154" y="9477"/>
                  </a:lnTo>
                  <a:lnTo>
                    <a:pt x="666" y="18668"/>
                  </a:lnTo>
                  <a:lnTo>
                    <a:pt x="1607" y="27860"/>
                  </a:lnTo>
                  <a:lnTo>
                    <a:pt x="3048" y="37338"/>
                  </a:lnTo>
                  <a:lnTo>
                    <a:pt x="4048" y="48196"/>
                  </a:lnTo>
                  <a:lnTo>
                    <a:pt x="4762" y="59054"/>
                  </a:lnTo>
                  <a:lnTo>
                    <a:pt x="5191" y="69913"/>
                  </a:lnTo>
                  <a:lnTo>
                    <a:pt x="5334" y="80772"/>
                  </a:lnTo>
                  <a:lnTo>
                    <a:pt x="5238" y="88773"/>
                  </a:lnTo>
                  <a:lnTo>
                    <a:pt x="5143" y="96774"/>
                  </a:lnTo>
                  <a:lnTo>
                    <a:pt x="5334" y="104775"/>
                  </a:lnTo>
                  <a:lnTo>
                    <a:pt x="6096" y="112776"/>
                  </a:lnTo>
                  <a:lnTo>
                    <a:pt x="6096" y="115062"/>
                  </a:lnTo>
                  <a:lnTo>
                    <a:pt x="6858" y="115823"/>
                  </a:lnTo>
                  <a:lnTo>
                    <a:pt x="7620" y="116586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14"/>
            <p:cNvSpPr/>
            <p:nvPr/>
          </p:nvSpPr>
          <p:spPr>
            <a:xfrm>
              <a:off x="5285231" y="2766060"/>
              <a:ext cx="78105" cy="17145"/>
            </a:xfrm>
            <a:custGeom>
              <a:rect b="b" l="l" r="r" t="t"/>
              <a:pathLst>
                <a:path extrusionOk="0" h="17144" w="78104">
                  <a:moveTo>
                    <a:pt x="0" y="16763"/>
                  </a:moveTo>
                  <a:lnTo>
                    <a:pt x="10858" y="15370"/>
                  </a:lnTo>
                  <a:lnTo>
                    <a:pt x="21717" y="13620"/>
                  </a:lnTo>
                  <a:lnTo>
                    <a:pt x="32575" y="11727"/>
                  </a:lnTo>
                  <a:lnTo>
                    <a:pt x="43434" y="9905"/>
                  </a:lnTo>
                  <a:lnTo>
                    <a:pt x="52327" y="8143"/>
                  </a:lnTo>
                  <a:lnTo>
                    <a:pt x="60864" y="6095"/>
                  </a:lnTo>
                  <a:lnTo>
                    <a:pt x="69258" y="3476"/>
                  </a:lnTo>
                  <a:lnTo>
                    <a:pt x="77724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3" name="Google Shape;1423;p14"/>
          <p:cNvSpPr/>
          <p:nvPr/>
        </p:nvSpPr>
        <p:spPr>
          <a:xfrm>
            <a:off x="2888619" y="1288745"/>
            <a:ext cx="70728" cy="4141"/>
          </a:xfrm>
          <a:custGeom>
            <a:rect b="b" l="l" r="r" t="t"/>
            <a:pathLst>
              <a:path extrusionOk="0" h="3810" w="66675">
                <a:moveTo>
                  <a:pt x="0" y="3810"/>
                </a:moveTo>
                <a:lnTo>
                  <a:pt x="9024" y="2809"/>
                </a:lnTo>
                <a:lnTo>
                  <a:pt x="17907" y="2095"/>
                </a:lnTo>
                <a:lnTo>
                  <a:pt x="26789" y="1666"/>
                </a:lnTo>
                <a:lnTo>
                  <a:pt x="35814" y="1524"/>
                </a:lnTo>
                <a:lnTo>
                  <a:pt x="42243" y="1845"/>
                </a:lnTo>
                <a:lnTo>
                  <a:pt x="49530" y="2381"/>
                </a:lnTo>
                <a:lnTo>
                  <a:pt x="56816" y="2488"/>
                </a:lnTo>
                <a:lnTo>
                  <a:pt x="63246" y="1524"/>
                </a:lnTo>
                <a:lnTo>
                  <a:pt x="65532" y="1524"/>
                </a:lnTo>
                <a:lnTo>
                  <a:pt x="66294" y="1524"/>
                </a:lnTo>
                <a:lnTo>
                  <a:pt x="66294" y="0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14"/>
          <p:cNvSpPr/>
          <p:nvPr/>
        </p:nvSpPr>
        <p:spPr>
          <a:xfrm>
            <a:off x="3294902" y="1064039"/>
            <a:ext cx="108450" cy="454137"/>
          </a:xfrm>
          <a:custGeom>
            <a:rect b="b" l="l" r="r" t="t"/>
            <a:pathLst>
              <a:path extrusionOk="0" h="417830" w="102235">
                <a:moveTo>
                  <a:pt x="101631" y="39862"/>
                </a:moveTo>
                <a:lnTo>
                  <a:pt x="80295" y="5572"/>
                </a:lnTo>
                <a:lnTo>
                  <a:pt x="52756" y="0"/>
                </a:lnTo>
                <a:lnTo>
                  <a:pt x="43719" y="1000"/>
                </a:lnTo>
                <a:lnTo>
                  <a:pt x="9429" y="26908"/>
                </a:lnTo>
                <a:lnTo>
                  <a:pt x="0" y="57197"/>
                </a:lnTo>
                <a:lnTo>
                  <a:pt x="321" y="73413"/>
                </a:lnTo>
                <a:lnTo>
                  <a:pt x="21145" y="109394"/>
                </a:lnTo>
                <a:lnTo>
                  <a:pt x="41433" y="126730"/>
                </a:lnTo>
                <a:lnTo>
                  <a:pt x="50339" y="134373"/>
                </a:lnTo>
                <a:lnTo>
                  <a:pt x="58388" y="142732"/>
                </a:lnTo>
                <a:lnTo>
                  <a:pt x="65008" y="152233"/>
                </a:lnTo>
                <a:lnTo>
                  <a:pt x="69627" y="163306"/>
                </a:lnTo>
                <a:lnTo>
                  <a:pt x="71282" y="176510"/>
                </a:lnTo>
                <a:lnTo>
                  <a:pt x="69723" y="188928"/>
                </a:lnTo>
                <a:lnTo>
                  <a:pt x="51315" y="224087"/>
                </a:lnTo>
                <a:lnTo>
                  <a:pt x="22383" y="253984"/>
                </a:lnTo>
                <a:lnTo>
                  <a:pt x="17811" y="258556"/>
                </a:lnTo>
                <a:lnTo>
                  <a:pt x="13239" y="262366"/>
                </a:lnTo>
                <a:lnTo>
                  <a:pt x="8667" y="265414"/>
                </a:lnTo>
                <a:lnTo>
                  <a:pt x="14763" y="265414"/>
                </a:lnTo>
                <a:lnTo>
                  <a:pt x="21621" y="265414"/>
                </a:lnTo>
                <a:lnTo>
                  <a:pt x="27717" y="266938"/>
                </a:lnTo>
                <a:lnTo>
                  <a:pt x="53971" y="302085"/>
                </a:lnTo>
                <a:lnTo>
                  <a:pt x="53625" y="309610"/>
                </a:lnTo>
                <a:lnTo>
                  <a:pt x="51589" y="320218"/>
                </a:lnTo>
                <a:lnTo>
                  <a:pt x="48196" y="330469"/>
                </a:lnTo>
                <a:lnTo>
                  <a:pt x="44088" y="340578"/>
                </a:lnTo>
                <a:lnTo>
                  <a:pt x="39909" y="350758"/>
                </a:lnTo>
                <a:lnTo>
                  <a:pt x="36337" y="359914"/>
                </a:lnTo>
                <a:lnTo>
                  <a:pt x="33623" y="369141"/>
                </a:lnTo>
                <a:lnTo>
                  <a:pt x="31765" y="378511"/>
                </a:lnTo>
                <a:lnTo>
                  <a:pt x="30765" y="388096"/>
                </a:lnTo>
                <a:lnTo>
                  <a:pt x="30337" y="394906"/>
                </a:lnTo>
                <a:lnTo>
                  <a:pt x="30765" y="401431"/>
                </a:lnTo>
                <a:lnTo>
                  <a:pt x="32908" y="407384"/>
                </a:lnTo>
                <a:lnTo>
                  <a:pt x="37623" y="412480"/>
                </a:lnTo>
                <a:lnTo>
                  <a:pt x="45231" y="415944"/>
                </a:lnTo>
                <a:lnTo>
                  <a:pt x="54483" y="417337"/>
                </a:lnTo>
                <a:lnTo>
                  <a:pt x="63877" y="416873"/>
                </a:lnTo>
                <a:lnTo>
                  <a:pt x="71913" y="414766"/>
                </a:lnTo>
                <a:lnTo>
                  <a:pt x="74961" y="412480"/>
                </a:lnTo>
                <a:lnTo>
                  <a:pt x="78009" y="410194"/>
                </a:lnTo>
                <a:lnTo>
                  <a:pt x="81819" y="407146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25" name="Google Shape;1425;p14"/>
          <p:cNvGrpSpPr/>
          <p:nvPr/>
        </p:nvGrpSpPr>
        <p:grpSpPr>
          <a:xfrm>
            <a:off x="3535264" y="1205910"/>
            <a:ext cx="134196" cy="137911"/>
            <a:chOff x="6129515" y="2679179"/>
            <a:chExt cx="126505" cy="126885"/>
          </a:xfrm>
        </p:grpSpPr>
        <p:pic>
          <p:nvPicPr>
            <p:cNvPr id="1426" name="Google Shape;1426;p1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129515" y="2679179"/>
              <a:ext cx="86893" cy="1036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7" name="Google Shape;1427;p14"/>
            <p:cNvSpPr/>
            <p:nvPr/>
          </p:nvSpPr>
          <p:spPr>
            <a:xfrm>
              <a:off x="6252210" y="2758439"/>
              <a:ext cx="3810" cy="47625"/>
            </a:xfrm>
            <a:custGeom>
              <a:rect b="b" l="l" r="r" t="t"/>
              <a:pathLst>
                <a:path extrusionOk="0" h="47625" w="3810">
                  <a:moveTo>
                    <a:pt x="0" y="0"/>
                  </a:moveTo>
                  <a:lnTo>
                    <a:pt x="11" y="9144"/>
                  </a:lnTo>
                  <a:lnTo>
                    <a:pt x="95" y="18288"/>
                  </a:lnTo>
                  <a:lnTo>
                    <a:pt x="321" y="27432"/>
                  </a:lnTo>
                  <a:lnTo>
                    <a:pt x="762" y="36576"/>
                  </a:lnTo>
                  <a:lnTo>
                    <a:pt x="762" y="42672"/>
                  </a:lnTo>
                  <a:lnTo>
                    <a:pt x="2286" y="43434"/>
                  </a:lnTo>
                  <a:lnTo>
                    <a:pt x="3810" y="47244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8" name="Google Shape;1428;p14"/>
          <p:cNvSpPr/>
          <p:nvPr/>
        </p:nvSpPr>
        <p:spPr>
          <a:xfrm>
            <a:off x="3806065" y="1270937"/>
            <a:ext cx="31659" cy="66257"/>
          </a:xfrm>
          <a:custGeom>
            <a:rect b="b" l="l" r="r" t="t"/>
            <a:pathLst>
              <a:path extrusionOk="0" h="60960" w="29845">
                <a:moveTo>
                  <a:pt x="4572" y="2666"/>
                </a:moveTo>
                <a:lnTo>
                  <a:pt x="13096" y="761"/>
                </a:lnTo>
                <a:lnTo>
                  <a:pt x="20193" y="0"/>
                </a:lnTo>
                <a:lnTo>
                  <a:pt x="25574" y="2666"/>
                </a:lnTo>
                <a:lnTo>
                  <a:pt x="28956" y="11048"/>
                </a:lnTo>
                <a:lnTo>
                  <a:pt x="29456" y="19228"/>
                </a:lnTo>
                <a:lnTo>
                  <a:pt x="27813" y="26765"/>
                </a:lnTo>
                <a:lnTo>
                  <a:pt x="5560" y="56304"/>
                </a:lnTo>
                <a:lnTo>
                  <a:pt x="0" y="60578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14"/>
          <p:cNvSpPr/>
          <p:nvPr/>
        </p:nvSpPr>
        <p:spPr>
          <a:xfrm>
            <a:off x="3988746" y="1242365"/>
            <a:ext cx="16166" cy="16564"/>
          </a:xfrm>
          <a:custGeom>
            <a:rect b="b" l="l" r="r" t="t"/>
            <a:pathLst>
              <a:path extrusionOk="0" h="15239" w="15240">
                <a:moveTo>
                  <a:pt x="0" y="3810"/>
                </a:moveTo>
                <a:lnTo>
                  <a:pt x="0" y="12192"/>
                </a:lnTo>
                <a:lnTo>
                  <a:pt x="3810" y="15240"/>
                </a:lnTo>
                <a:lnTo>
                  <a:pt x="12192" y="15240"/>
                </a:lnTo>
                <a:lnTo>
                  <a:pt x="15240" y="12192"/>
                </a:lnTo>
                <a:lnTo>
                  <a:pt x="15240" y="7620"/>
                </a:lnTo>
                <a:lnTo>
                  <a:pt x="15240" y="3810"/>
                </a:lnTo>
                <a:lnTo>
                  <a:pt x="12192" y="0"/>
                </a:lnTo>
                <a:lnTo>
                  <a:pt x="3810" y="0"/>
                </a:lnTo>
                <a:lnTo>
                  <a:pt x="0" y="3810"/>
                </a:lnTo>
                <a:close/>
              </a:path>
            </a:pathLst>
          </a:custGeom>
          <a:solidFill>
            <a:srgbClr val="80008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14"/>
          <p:cNvSpPr/>
          <p:nvPr/>
        </p:nvSpPr>
        <p:spPr>
          <a:xfrm>
            <a:off x="4181128" y="1245677"/>
            <a:ext cx="16166" cy="16564"/>
          </a:xfrm>
          <a:custGeom>
            <a:rect b="b" l="l" r="r" t="t"/>
            <a:pathLst>
              <a:path extrusionOk="0" h="15239" w="15240">
                <a:moveTo>
                  <a:pt x="0" y="3810"/>
                </a:moveTo>
                <a:lnTo>
                  <a:pt x="0" y="12192"/>
                </a:lnTo>
                <a:lnTo>
                  <a:pt x="3048" y="15240"/>
                </a:lnTo>
                <a:lnTo>
                  <a:pt x="11430" y="15240"/>
                </a:lnTo>
                <a:lnTo>
                  <a:pt x="15240" y="12192"/>
                </a:lnTo>
                <a:lnTo>
                  <a:pt x="15240" y="7620"/>
                </a:lnTo>
                <a:lnTo>
                  <a:pt x="15240" y="3810"/>
                </a:lnTo>
                <a:lnTo>
                  <a:pt x="11430" y="0"/>
                </a:lnTo>
                <a:lnTo>
                  <a:pt x="3048" y="0"/>
                </a:lnTo>
                <a:lnTo>
                  <a:pt x="0" y="3810"/>
                </a:lnTo>
                <a:close/>
              </a:path>
            </a:pathLst>
          </a:custGeom>
          <a:solidFill>
            <a:srgbClr val="80008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14"/>
          <p:cNvSpPr/>
          <p:nvPr/>
        </p:nvSpPr>
        <p:spPr>
          <a:xfrm>
            <a:off x="4349258" y="1238224"/>
            <a:ext cx="16166" cy="16564"/>
          </a:xfrm>
          <a:custGeom>
            <a:rect b="b" l="l" r="r" t="t"/>
            <a:pathLst>
              <a:path extrusionOk="0" h="15239" w="15240">
                <a:moveTo>
                  <a:pt x="0" y="3048"/>
                </a:moveTo>
                <a:lnTo>
                  <a:pt x="0" y="11430"/>
                </a:lnTo>
                <a:lnTo>
                  <a:pt x="3048" y="15240"/>
                </a:lnTo>
                <a:lnTo>
                  <a:pt x="11430" y="15240"/>
                </a:lnTo>
                <a:lnTo>
                  <a:pt x="15240" y="11430"/>
                </a:lnTo>
                <a:lnTo>
                  <a:pt x="15240" y="7620"/>
                </a:lnTo>
                <a:lnTo>
                  <a:pt x="15240" y="3048"/>
                </a:lnTo>
                <a:lnTo>
                  <a:pt x="11430" y="0"/>
                </a:lnTo>
                <a:lnTo>
                  <a:pt x="3048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80008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14"/>
          <p:cNvSpPr/>
          <p:nvPr/>
        </p:nvSpPr>
        <p:spPr>
          <a:xfrm>
            <a:off x="4642680" y="1256147"/>
            <a:ext cx="37722" cy="69708"/>
          </a:xfrm>
          <a:custGeom>
            <a:rect b="b" l="l" r="r" t="t"/>
            <a:pathLst>
              <a:path extrusionOk="0" h="64135" w="35559">
                <a:moveTo>
                  <a:pt x="13716" y="273"/>
                </a:moveTo>
                <a:lnTo>
                  <a:pt x="20693" y="0"/>
                </a:lnTo>
                <a:lnTo>
                  <a:pt x="27241" y="369"/>
                </a:lnTo>
                <a:lnTo>
                  <a:pt x="32361" y="3167"/>
                </a:lnTo>
                <a:lnTo>
                  <a:pt x="35052" y="10179"/>
                </a:lnTo>
                <a:lnTo>
                  <a:pt x="34706" y="19847"/>
                </a:lnTo>
                <a:lnTo>
                  <a:pt x="10763" y="55899"/>
                </a:lnTo>
                <a:lnTo>
                  <a:pt x="5774" y="59924"/>
                </a:lnTo>
                <a:lnTo>
                  <a:pt x="0" y="63519"/>
                </a:lnTo>
              </a:path>
            </a:pathLst>
          </a:custGeom>
          <a:noFill/>
          <a:ln cap="flat" cmpd="sng" w="1525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3" name="Google Shape;1433;p14"/>
          <p:cNvGrpSpPr/>
          <p:nvPr/>
        </p:nvGrpSpPr>
        <p:grpSpPr>
          <a:xfrm>
            <a:off x="4766340" y="908076"/>
            <a:ext cx="450786" cy="501069"/>
            <a:chOff x="7290041" y="2405157"/>
            <a:chExt cx="424953" cy="461009"/>
          </a:xfrm>
        </p:grpSpPr>
        <p:pic>
          <p:nvPicPr>
            <p:cNvPr id="1434" name="Google Shape;1434;p1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290041" y="2586215"/>
              <a:ext cx="89179" cy="1204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5" name="Google Shape;1435;p14"/>
            <p:cNvSpPr/>
            <p:nvPr/>
          </p:nvSpPr>
          <p:spPr>
            <a:xfrm>
              <a:off x="7411938" y="2678429"/>
              <a:ext cx="48260" cy="52705"/>
            </a:xfrm>
            <a:custGeom>
              <a:rect b="b" l="l" r="r" t="t"/>
              <a:pathLst>
                <a:path extrusionOk="0" h="52705" w="48259">
                  <a:moveTo>
                    <a:pt x="35" y="7620"/>
                  </a:moveTo>
                  <a:lnTo>
                    <a:pt x="35" y="18359"/>
                  </a:lnTo>
                  <a:lnTo>
                    <a:pt x="35" y="28956"/>
                  </a:lnTo>
                  <a:lnTo>
                    <a:pt x="35" y="39552"/>
                  </a:lnTo>
                  <a:lnTo>
                    <a:pt x="35" y="50292"/>
                  </a:lnTo>
                  <a:lnTo>
                    <a:pt x="35" y="44196"/>
                  </a:lnTo>
                  <a:lnTo>
                    <a:pt x="35" y="42672"/>
                  </a:lnTo>
                  <a:lnTo>
                    <a:pt x="35" y="36576"/>
                  </a:lnTo>
                  <a:lnTo>
                    <a:pt x="14513" y="0"/>
                  </a:lnTo>
                  <a:lnTo>
                    <a:pt x="20609" y="2286"/>
                  </a:lnTo>
                  <a:lnTo>
                    <a:pt x="45755" y="35052"/>
                  </a:lnTo>
                  <a:lnTo>
                    <a:pt x="48041" y="51054"/>
                  </a:lnTo>
                  <a:lnTo>
                    <a:pt x="48041" y="51816"/>
                  </a:lnTo>
                  <a:lnTo>
                    <a:pt x="48041" y="52578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14"/>
            <p:cNvSpPr/>
            <p:nvPr/>
          </p:nvSpPr>
          <p:spPr>
            <a:xfrm>
              <a:off x="7500365" y="2405157"/>
              <a:ext cx="214629" cy="461009"/>
            </a:xfrm>
            <a:custGeom>
              <a:rect b="b" l="l" r="r" t="t"/>
              <a:pathLst>
                <a:path extrusionOk="0" h="461010" w="214629">
                  <a:moveTo>
                    <a:pt x="0" y="18002"/>
                  </a:moveTo>
                  <a:lnTo>
                    <a:pt x="5953" y="8953"/>
                  </a:lnTo>
                  <a:lnTo>
                    <a:pt x="12191" y="2762"/>
                  </a:lnTo>
                  <a:lnTo>
                    <a:pt x="20145" y="0"/>
                  </a:lnTo>
                  <a:lnTo>
                    <a:pt x="31241" y="1238"/>
                  </a:lnTo>
                  <a:lnTo>
                    <a:pt x="75176" y="36492"/>
                  </a:lnTo>
                  <a:lnTo>
                    <a:pt x="96083" y="70925"/>
                  </a:lnTo>
                  <a:lnTo>
                    <a:pt x="110418" y="112287"/>
                  </a:lnTo>
                  <a:lnTo>
                    <a:pt x="116264" y="154638"/>
                  </a:lnTo>
                  <a:lnTo>
                    <a:pt x="116871" y="175736"/>
                  </a:lnTo>
                  <a:lnTo>
                    <a:pt x="116764" y="196834"/>
                  </a:lnTo>
                  <a:lnTo>
                    <a:pt x="116586" y="217646"/>
                  </a:lnTo>
                  <a:lnTo>
                    <a:pt x="115943" y="229897"/>
                  </a:lnTo>
                  <a:lnTo>
                    <a:pt x="114871" y="243078"/>
                  </a:lnTo>
                  <a:lnTo>
                    <a:pt x="114657" y="256115"/>
                  </a:lnTo>
                  <a:lnTo>
                    <a:pt x="146304" y="283940"/>
                  </a:lnTo>
                  <a:lnTo>
                    <a:pt x="161032" y="284749"/>
                  </a:lnTo>
                  <a:lnTo>
                    <a:pt x="175545" y="284702"/>
                  </a:lnTo>
                  <a:lnTo>
                    <a:pt x="189916" y="283511"/>
                  </a:lnTo>
                  <a:lnTo>
                    <a:pt x="204216" y="280892"/>
                  </a:lnTo>
                  <a:lnTo>
                    <a:pt x="209550" y="280130"/>
                  </a:lnTo>
                  <a:lnTo>
                    <a:pt x="210312" y="279368"/>
                  </a:lnTo>
                  <a:lnTo>
                    <a:pt x="214122" y="278606"/>
                  </a:lnTo>
                  <a:lnTo>
                    <a:pt x="211074" y="280130"/>
                  </a:lnTo>
                  <a:lnTo>
                    <a:pt x="200406" y="287750"/>
                  </a:lnTo>
                  <a:lnTo>
                    <a:pt x="174831" y="321564"/>
                  </a:lnTo>
                  <a:lnTo>
                    <a:pt x="168211" y="358330"/>
                  </a:lnTo>
                  <a:lnTo>
                    <a:pt x="168544" y="371082"/>
                  </a:lnTo>
                  <a:lnTo>
                    <a:pt x="169164" y="383762"/>
                  </a:lnTo>
                  <a:lnTo>
                    <a:pt x="169521" y="394620"/>
                  </a:lnTo>
                  <a:lnTo>
                    <a:pt x="170307" y="405479"/>
                  </a:lnTo>
                  <a:lnTo>
                    <a:pt x="171092" y="416337"/>
                  </a:lnTo>
                  <a:lnTo>
                    <a:pt x="171450" y="427196"/>
                  </a:lnTo>
                  <a:lnTo>
                    <a:pt x="145470" y="459307"/>
                  </a:lnTo>
                  <a:lnTo>
                    <a:pt x="134683" y="460819"/>
                  </a:lnTo>
                  <a:lnTo>
                    <a:pt x="123610" y="460759"/>
                  </a:lnTo>
                  <a:lnTo>
                    <a:pt x="81176" y="446341"/>
                  </a:lnTo>
                  <a:lnTo>
                    <a:pt x="67818" y="431006"/>
                  </a:lnTo>
                  <a:lnTo>
                    <a:pt x="65532" y="427958"/>
                  </a:lnTo>
                  <a:lnTo>
                    <a:pt x="65532" y="42110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37" name="Google Shape;1437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678128" y="1066784"/>
            <a:ext cx="123700" cy="149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8" name="Google Shape;1438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915776" y="1038610"/>
            <a:ext cx="109958" cy="1403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9" name="Google Shape;1439;p14"/>
          <p:cNvGrpSpPr/>
          <p:nvPr/>
        </p:nvGrpSpPr>
        <p:grpSpPr>
          <a:xfrm>
            <a:off x="6077642" y="859716"/>
            <a:ext cx="197864" cy="297356"/>
            <a:chOff x="8526195" y="2360663"/>
            <a:chExt cx="186525" cy="273583"/>
          </a:xfrm>
        </p:grpSpPr>
        <p:pic>
          <p:nvPicPr>
            <p:cNvPr id="1440" name="Google Shape;1440;p1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8526195" y="2500585"/>
              <a:ext cx="130898" cy="1336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1" name="Google Shape;1441;p14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640710" y="2360663"/>
              <a:ext cx="72010" cy="1166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2" name="Google Shape;1442;p14"/>
          <p:cNvGrpSpPr/>
          <p:nvPr/>
        </p:nvGrpSpPr>
        <p:grpSpPr>
          <a:xfrm>
            <a:off x="6847722" y="863560"/>
            <a:ext cx="225598" cy="389261"/>
            <a:chOff x="9252144" y="2364200"/>
            <a:chExt cx="212670" cy="358140"/>
          </a:xfrm>
        </p:grpSpPr>
        <p:sp>
          <p:nvSpPr>
            <p:cNvPr id="1443" name="Google Shape;1443;p14"/>
            <p:cNvSpPr/>
            <p:nvPr/>
          </p:nvSpPr>
          <p:spPr>
            <a:xfrm>
              <a:off x="9252144" y="2364200"/>
              <a:ext cx="111760" cy="358140"/>
            </a:xfrm>
            <a:custGeom>
              <a:rect b="b" l="l" r="r" t="t"/>
              <a:pathLst>
                <a:path extrusionOk="0" h="358139" w="111759">
                  <a:moveTo>
                    <a:pt x="94547" y="2571"/>
                  </a:moveTo>
                  <a:lnTo>
                    <a:pt x="74485" y="1619"/>
                  </a:lnTo>
                  <a:lnTo>
                    <a:pt x="52351" y="95"/>
                  </a:lnTo>
                  <a:lnTo>
                    <a:pt x="30360" y="0"/>
                  </a:lnTo>
                  <a:lnTo>
                    <a:pt x="10727" y="3333"/>
                  </a:lnTo>
                  <a:lnTo>
                    <a:pt x="3869" y="4857"/>
                  </a:lnTo>
                  <a:lnTo>
                    <a:pt x="3869" y="17049"/>
                  </a:lnTo>
                  <a:lnTo>
                    <a:pt x="3107" y="23145"/>
                  </a:lnTo>
                  <a:lnTo>
                    <a:pt x="1023" y="42255"/>
                  </a:lnTo>
                  <a:lnTo>
                    <a:pt x="154" y="61721"/>
                  </a:lnTo>
                  <a:lnTo>
                    <a:pt x="0" y="81331"/>
                  </a:lnTo>
                  <a:lnTo>
                    <a:pt x="59" y="100869"/>
                  </a:lnTo>
                  <a:lnTo>
                    <a:pt x="1869" y="167925"/>
                  </a:lnTo>
                  <a:lnTo>
                    <a:pt x="7679" y="234981"/>
                  </a:lnTo>
                  <a:lnTo>
                    <a:pt x="9572" y="254424"/>
                  </a:lnTo>
                  <a:lnTo>
                    <a:pt x="10822" y="273938"/>
                  </a:lnTo>
                  <a:lnTo>
                    <a:pt x="11644" y="293596"/>
                  </a:lnTo>
                  <a:lnTo>
                    <a:pt x="12251" y="313467"/>
                  </a:lnTo>
                  <a:lnTo>
                    <a:pt x="12763" y="322945"/>
                  </a:lnTo>
                  <a:lnTo>
                    <a:pt x="12918" y="332136"/>
                  </a:lnTo>
                  <a:lnTo>
                    <a:pt x="12358" y="341328"/>
                  </a:lnTo>
                  <a:lnTo>
                    <a:pt x="10727" y="350805"/>
                  </a:lnTo>
                  <a:lnTo>
                    <a:pt x="10727" y="352329"/>
                  </a:lnTo>
                  <a:lnTo>
                    <a:pt x="9965" y="354615"/>
                  </a:lnTo>
                  <a:lnTo>
                    <a:pt x="9203" y="356901"/>
                  </a:lnTo>
                  <a:lnTo>
                    <a:pt x="28063" y="357020"/>
                  </a:lnTo>
                  <a:lnTo>
                    <a:pt x="46922" y="357282"/>
                  </a:lnTo>
                  <a:lnTo>
                    <a:pt x="65782" y="357544"/>
                  </a:lnTo>
                  <a:lnTo>
                    <a:pt x="84641" y="357663"/>
                  </a:lnTo>
                  <a:lnTo>
                    <a:pt x="93416" y="357151"/>
                  </a:lnTo>
                  <a:lnTo>
                    <a:pt x="99976" y="356425"/>
                  </a:lnTo>
                  <a:lnTo>
                    <a:pt x="105536" y="354984"/>
                  </a:lnTo>
                  <a:lnTo>
                    <a:pt x="111311" y="352329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44" name="Google Shape;1444;p1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9367253" y="2412479"/>
              <a:ext cx="97561" cy="1569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5" name="Google Shape;1445;p14"/>
          <p:cNvGrpSpPr/>
          <p:nvPr/>
        </p:nvGrpSpPr>
        <p:grpSpPr>
          <a:xfrm>
            <a:off x="7171405" y="851240"/>
            <a:ext cx="451294" cy="294706"/>
            <a:chOff x="9557277" y="2352865"/>
            <a:chExt cx="425431" cy="271145"/>
          </a:xfrm>
        </p:grpSpPr>
        <p:pic>
          <p:nvPicPr>
            <p:cNvPr id="1446" name="Google Shape;1446;p1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9557277" y="2433053"/>
              <a:ext cx="205479" cy="1181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7" name="Google Shape;1447;p14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9787115" y="2443721"/>
              <a:ext cx="125755" cy="1089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8" name="Google Shape;1448;p14"/>
            <p:cNvSpPr/>
            <p:nvPr/>
          </p:nvSpPr>
          <p:spPr>
            <a:xfrm>
              <a:off x="9829038" y="2352865"/>
              <a:ext cx="153670" cy="271145"/>
            </a:xfrm>
            <a:custGeom>
              <a:rect b="b" l="l" r="r" t="t"/>
              <a:pathLst>
                <a:path extrusionOk="0" h="271144" w="153670">
                  <a:moveTo>
                    <a:pt x="56387" y="13144"/>
                  </a:moveTo>
                  <a:lnTo>
                    <a:pt x="67841" y="7929"/>
                  </a:lnTo>
                  <a:lnTo>
                    <a:pt x="78866" y="4572"/>
                  </a:lnTo>
                  <a:lnTo>
                    <a:pt x="90463" y="2643"/>
                  </a:lnTo>
                  <a:lnTo>
                    <a:pt x="103631" y="1714"/>
                  </a:lnTo>
                  <a:lnTo>
                    <a:pt x="113037" y="857"/>
                  </a:lnTo>
                  <a:lnTo>
                    <a:pt x="123443" y="0"/>
                  </a:lnTo>
                  <a:lnTo>
                    <a:pt x="133850" y="0"/>
                  </a:lnTo>
                  <a:lnTo>
                    <a:pt x="143255" y="1714"/>
                  </a:lnTo>
                  <a:lnTo>
                    <a:pt x="152399" y="4762"/>
                  </a:lnTo>
                  <a:lnTo>
                    <a:pt x="153161" y="14668"/>
                  </a:lnTo>
                  <a:lnTo>
                    <a:pt x="153161" y="23050"/>
                  </a:lnTo>
                  <a:lnTo>
                    <a:pt x="153412" y="41219"/>
                  </a:lnTo>
                  <a:lnTo>
                    <a:pt x="152304" y="59245"/>
                  </a:lnTo>
                  <a:lnTo>
                    <a:pt x="150483" y="77271"/>
                  </a:lnTo>
                  <a:lnTo>
                    <a:pt x="148589" y="95440"/>
                  </a:lnTo>
                  <a:lnTo>
                    <a:pt x="146863" y="115883"/>
                  </a:lnTo>
                  <a:lnTo>
                    <a:pt x="145065" y="136112"/>
                  </a:lnTo>
                  <a:lnTo>
                    <a:pt x="143125" y="156198"/>
                  </a:lnTo>
                  <a:lnTo>
                    <a:pt x="140969" y="176212"/>
                  </a:lnTo>
                  <a:lnTo>
                    <a:pt x="138707" y="194048"/>
                  </a:lnTo>
                  <a:lnTo>
                    <a:pt x="136588" y="212026"/>
                  </a:lnTo>
                  <a:lnTo>
                    <a:pt x="134754" y="230004"/>
                  </a:lnTo>
                  <a:lnTo>
                    <a:pt x="133349" y="247840"/>
                  </a:lnTo>
                  <a:lnTo>
                    <a:pt x="132587" y="252412"/>
                  </a:lnTo>
                  <a:lnTo>
                    <a:pt x="133349" y="263080"/>
                  </a:lnTo>
                  <a:lnTo>
                    <a:pt x="130301" y="266890"/>
                  </a:lnTo>
                  <a:lnTo>
                    <a:pt x="128777" y="269938"/>
                  </a:lnTo>
                  <a:lnTo>
                    <a:pt x="120395" y="268414"/>
                  </a:lnTo>
                  <a:lnTo>
                    <a:pt x="118109" y="268414"/>
                  </a:lnTo>
                  <a:lnTo>
                    <a:pt x="92844" y="268104"/>
                  </a:lnTo>
                  <a:lnTo>
                    <a:pt x="67436" y="267652"/>
                  </a:lnTo>
                  <a:lnTo>
                    <a:pt x="42029" y="267771"/>
                  </a:lnTo>
                  <a:lnTo>
                    <a:pt x="16763" y="269176"/>
                  </a:lnTo>
                  <a:lnTo>
                    <a:pt x="10667" y="269938"/>
                  </a:lnTo>
                  <a:lnTo>
                    <a:pt x="5333" y="270700"/>
                  </a:lnTo>
                  <a:lnTo>
                    <a:pt x="0" y="27070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9" name="Google Shape;1449;p14"/>
          <p:cNvGrpSpPr/>
          <p:nvPr/>
        </p:nvGrpSpPr>
        <p:grpSpPr>
          <a:xfrm>
            <a:off x="2045626" y="997213"/>
            <a:ext cx="659908" cy="154599"/>
            <a:chOff x="4725245" y="2487167"/>
            <a:chExt cx="622090" cy="142239"/>
          </a:xfrm>
        </p:grpSpPr>
        <p:sp>
          <p:nvSpPr>
            <p:cNvPr id="1450" name="Google Shape;1450;p14"/>
            <p:cNvSpPr/>
            <p:nvPr/>
          </p:nvSpPr>
          <p:spPr>
            <a:xfrm>
              <a:off x="4725245" y="2525267"/>
              <a:ext cx="88900" cy="104139"/>
            </a:xfrm>
            <a:custGeom>
              <a:rect b="b" l="l" r="r" t="t"/>
              <a:pathLst>
                <a:path extrusionOk="0" h="104139" w="88900">
                  <a:moveTo>
                    <a:pt x="39540" y="4572"/>
                  </a:moveTo>
                  <a:lnTo>
                    <a:pt x="36492" y="3048"/>
                  </a:lnTo>
                  <a:lnTo>
                    <a:pt x="29634" y="0"/>
                  </a:lnTo>
                  <a:lnTo>
                    <a:pt x="25062" y="762"/>
                  </a:lnTo>
                  <a:lnTo>
                    <a:pt x="2071" y="35718"/>
                  </a:lnTo>
                  <a:lnTo>
                    <a:pt x="0" y="59436"/>
                  </a:lnTo>
                  <a:lnTo>
                    <a:pt x="678" y="70866"/>
                  </a:lnTo>
                  <a:lnTo>
                    <a:pt x="33456" y="103012"/>
                  </a:lnTo>
                  <a:lnTo>
                    <a:pt x="45541" y="103632"/>
                  </a:lnTo>
                  <a:lnTo>
                    <a:pt x="57483" y="101965"/>
                  </a:lnTo>
                  <a:lnTo>
                    <a:pt x="68496" y="98298"/>
                  </a:lnTo>
                  <a:lnTo>
                    <a:pt x="74592" y="94702"/>
                  </a:lnTo>
                  <a:lnTo>
                    <a:pt x="79545" y="90678"/>
                  </a:lnTo>
                  <a:lnTo>
                    <a:pt x="83927" y="86082"/>
                  </a:lnTo>
                  <a:lnTo>
                    <a:pt x="88308" y="8077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14"/>
            <p:cNvSpPr/>
            <p:nvPr/>
          </p:nvSpPr>
          <p:spPr>
            <a:xfrm>
              <a:off x="4822531" y="2542031"/>
              <a:ext cx="55244" cy="85090"/>
            </a:xfrm>
            <a:custGeom>
              <a:rect b="b" l="l" r="r" t="t"/>
              <a:pathLst>
                <a:path extrusionOk="0" h="85089" w="55245">
                  <a:moveTo>
                    <a:pt x="3214" y="0"/>
                  </a:moveTo>
                  <a:lnTo>
                    <a:pt x="1452" y="9358"/>
                  </a:lnTo>
                  <a:lnTo>
                    <a:pt x="547" y="18288"/>
                  </a:lnTo>
                  <a:lnTo>
                    <a:pt x="214" y="27217"/>
                  </a:lnTo>
                  <a:lnTo>
                    <a:pt x="166" y="36576"/>
                  </a:lnTo>
                  <a:lnTo>
                    <a:pt x="0" y="47898"/>
                  </a:lnTo>
                  <a:lnTo>
                    <a:pt x="15847" y="84641"/>
                  </a:lnTo>
                  <a:lnTo>
                    <a:pt x="23121" y="85058"/>
                  </a:lnTo>
                  <a:lnTo>
                    <a:pt x="30539" y="83903"/>
                  </a:lnTo>
                  <a:lnTo>
                    <a:pt x="36742" y="81533"/>
                  </a:lnTo>
                  <a:lnTo>
                    <a:pt x="42386" y="77700"/>
                  </a:lnTo>
                  <a:lnTo>
                    <a:pt x="47029" y="73151"/>
                  </a:lnTo>
                  <a:lnTo>
                    <a:pt x="51101" y="68032"/>
                  </a:lnTo>
                  <a:lnTo>
                    <a:pt x="55030" y="62483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14"/>
            <p:cNvSpPr/>
            <p:nvPr/>
          </p:nvSpPr>
          <p:spPr>
            <a:xfrm>
              <a:off x="4824984" y="2539745"/>
              <a:ext cx="36830" cy="34290"/>
            </a:xfrm>
            <a:custGeom>
              <a:rect b="b" l="l" r="r" t="t"/>
              <a:pathLst>
                <a:path extrusionOk="0" h="34289" w="36829">
                  <a:moveTo>
                    <a:pt x="2286" y="25146"/>
                  </a:moveTo>
                  <a:lnTo>
                    <a:pt x="10346" y="30551"/>
                  </a:lnTo>
                  <a:lnTo>
                    <a:pt x="17049" y="34099"/>
                  </a:lnTo>
                  <a:lnTo>
                    <a:pt x="23610" y="33932"/>
                  </a:lnTo>
                  <a:lnTo>
                    <a:pt x="31242" y="28194"/>
                  </a:lnTo>
                  <a:lnTo>
                    <a:pt x="35052" y="24384"/>
                  </a:lnTo>
                  <a:lnTo>
                    <a:pt x="36576" y="17526"/>
                  </a:lnTo>
                  <a:lnTo>
                    <a:pt x="32766" y="12954"/>
                  </a:lnTo>
                  <a:lnTo>
                    <a:pt x="27432" y="6858"/>
                  </a:lnTo>
                  <a:lnTo>
                    <a:pt x="18288" y="3048"/>
                  </a:lnTo>
                  <a:lnTo>
                    <a:pt x="11430" y="1524"/>
                  </a:lnTo>
                  <a:lnTo>
                    <a:pt x="5334" y="762"/>
                  </a:lnTo>
                  <a:lnTo>
                    <a:pt x="762" y="0"/>
                  </a:lnTo>
                  <a:lnTo>
                    <a:pt x="0" y="5334"/>
                  </a:lnTo>
                  <a:lnTo>
                    <a:pt x="0" y="9144"/>
                  </a:lnTo>
                  <a:lnTo>
                    <a:pt x="0" y="10668"/>
                  </a:lnTo>
                  <a:lnTo>
                    <a:pt x="3048" y="1219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14"/>
            <p:cNvSpPr/>
            <p:nvPr/>
          </p:nvSpPr>
          <p:spPr>
            <a:xfrm>
              <a:off x="4892802" y="2543258"/>
              <a:ext cx="59055" cy="66675"/>
            </a:xfrm>
            <a:custGeom>
              <a:rect b="b" l="l" r="r" t="t"/>
              <a:pathLst>
                <a:path extrusionOk="0" h="66675" w="59054">
                  <a:moveTo>
                    <a:pt x="9144" y="5631"/>
                  </a:moveTo>
                  <a:lnTo>
                    <a:pt x="12192" y="46017"/>
                  </a:lnTo>
                  <a:lnTo>
                    <a:pt x="15240" y="57447"/>
                  </a:lnTo>
                  <a:lnTo>
                    <a:pt x="15240" y="63543"/>
                  </a:lnTo>
                  <a:lnTo>
                    <a:pt x="15240" y="64305"/>
                  </a:lnTo>
                  <a:lnTo>
                    <a:pt x="15240" y="65067"/>
                  </a:lnTo>
                  <a:lnTo>
                    <a:pt x="12192" y="62781"/>
                  </a:lnTo>
                  <a:lnTo>
                    <a:pt x="9144" y="59733"/>
                  </a:lnTo>
                  <a:lnTo>
                    <a:pt x="0" y="20109"/>
                  </a:lnTo>
                  <a:lnTo>
                    <a:pt x="0" y="10203"/>
                  </a:lnTo>
                  <a:lnTo>
                    <a:pt x="1524" y="2583"/>
                  </a:lnTo>
                  <a:lnTo>
                    <a:pt x="12192" y="297"/>
                  </a:lnTo>
                  <a:lnTo>
                    <a:pt x="19907" y="0"/>
                  </a:lnTo>
                  <a:lnTo>
                    <a:pt x="27051" y="1345"/>
                  </a:lnTo>
                  <a:lnTo>
                    <a:pt x="55626" y="35349"/>
                  </a:lnTo>
                  <a:lnTo>
                    <a:pt x="58197" y="56566"/>
                  </a:lnTo>
                  <a:lnTo>
                    <a:pt x="58674" y="63543"/>
                  </a:lnTo>
                  <a:lnTo>
                    <a:pt x="58674" y="65829"/>
                  </a:lnTo>
                  <a:lnTo>
                    <a:pt x="57150" y="66591"/>
                  </a:lnTo>
                  <a:lnTo>
                    <a:pt x="58674" y="66591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14"/>
            <p:cNvSpPr/>
            <p:nvPr/>
          </p:nvSpPr>
          <p:spPr>
            <a:xfrm>
              <a:off x="4973574" y="2511551"/>
              <a:ext cx="21590" cy="101600"/>
            </a:xfrm>
            <a:custGeom>
              <a:rect b="b" l="l" r="r" t="t"/>
              <a:pathLst>
                <a:path extrusionOk="0" h="101600" w="21589">
                  <a:moveTo>
                    <a:pt x="0" y="0"/>
                  </a:moveTo>
                  <a:lnTo>
                    <a:pt x="2536" y="11429"/>
                  </a:lnTo>
                  <a:lnTo>
                    <a:pt x="5429" y="22859"/>
                  </a:lnTo>
                  <a:lnTo>
                    <a:pt x="8465" y="34290"/>
                  </a:lnTo>
                  <a:lnTo>
                    <a:pt x="11430" y="45720"/>
                  </a:lnTo>
                  <a:lnTo>
                    <a:pt x="19050" y="85344"/>
                  </a:lnTo>
                  <a:lnTo>
                    <a:pt x="20574" y="96012"/>
                  </a:lnTo>
                  <a:lnTo>
                    <a:pt x="21336" y="10134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14"/>
            <p:cNvSpPr/>
            <p:nvPr/>
          </p:nvSpPr>
          <p:spPr>
            <a:xfrm>
              <a:off x="4974336" y="2553461"/>
              <a:ext cx="108585" cy="67945"/>
            </a:xfrm>
            <a:custGeom>
              <a:rect b="b" l="l" r="r" t="t"/>
              <a:pathLst>
                <a:path extrusionOk="0" h="67944" w="108585">
                  <a:moveTo>
                    <a:pt x="0" y="22098"/>
                  </a:moveTo>
                  <a:lnTo>
                    <a:pt x="33527" y="3048"/>
                  </a:lnTo>
                  <a:lnTo>
                    <a:pt x="51053" y="0"/>
                  </a:lnTo>
                  <a:lnTo>
                    <a:pt x="54102" y="2286"/>
                  </a:lnTo>
                  <a:lnTo>
                    <a:pt x="57912" y="5334"/>
                  </a:lnTo>
                  <a:lnTo>
                    <a:pt x="56388" y="19812"/>
                  </a:lnTo>
                  <a:lnTo>
                    <a:pt x="55626" y="23622"/>
                  </a:lnTo>
                  <a:lnTo>
                    <a:pt x="54459" y="31503"/>
                  </a:lnTo>
                  <a:lnTo>
                    <a:pt x="52577" y="39243"/>
                  </a:lnTo>
                  <a:lnTo>
                    <a:pt x="50696" y="46982"/>
                  </a:lnTo>
                  <a:lnTo>
                    <a:pt x="49530" y="54864"/>
                  </a:lnTo>
                  <a:lnTo>
                    <a:pt x="48768" y="64008"/>
                  </a:lnTo>
                  <a:lnTo>
                    <a:pt x="51816" y="67056"/>
                  </a:lnTo>
                  <a:lnTo>
                    <a:pt x="60960" y="67818"/>
                  </a:lnTo>
                  <a:lnTo>
                    <a:pt x="70937" y="67425"/>
                  </a:lnTo>
                  <a:lnTo>
                    <a:pt x="79629" y="65246"/>
                  </a:lnTo>
                  <a:lnTo>
                    <a:pt x="87749" y="61495"/>
                  </a:lnTo>
                  <a:lnTo>
                    <a:pt x="96012" y="56388"/>
                  </a:lnTo>
                  <a:lnTo>
                    <a:pt x="103632" y="51054"/>
                  </a:lnTo>
                  <a:lnTo>
                    <a:pt x="105918" y="49530"/>
                  </a:lnTo>
                  <a:lnTo>
                    <a:pt x="108204" y="4419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14"/>
            <p:cNvSpPr/>
            <p:nvPr/>
          </p:nvSpPr>
          <p:spPr>
            <a:xfrm>
              <a:off x="5020056" y="2544317"/>
              <a:ext cx="43180" cy="43180"/>
            </a:xfrm>
            <a:custGeom>
              <a:rect b="b" l="l" r="r" t="t"/>
              <a:pathLst>
                <a:path extrusionOk="0" h="43180" w="43179">
                  <a:moveTo>
                    <a:pt x="0" y="40386"/>
                  </a:moveTo>
                  <a:lnTo>
                    <a:pt x="9810" y="42743"/>
                  </a:lnTo>
                  <a:lnTo>
                    <a:pt x="16764" y="42672"/>
                  </a:lnTo>
                  <a:lnTo>
                    <a:pt x="23145" y="39743"/>
                  </a:lnTo>
                  <a:lnTo>
                    <a:pt x="31242" y="33528"/>
                  </a:lnTo>
                  <a:lnTo>
                    <a:pt x="36576" y="28956"/>
                  </a:lnTo>
                  <a:lnTo>
                    <a:pt x="42671" y="22860"/>
                  </a:lnTo>
                  <a:lnTo>
                    <a:pt x="40386" y="14478"/>
                  </a:lnTo>
                  <a:lnTo>
                    <a:pt x="38099" y="7620"/>
                  </a:lnTo>
                  <a:lnTo>
                    <a:pt x="26669" y="3810"/>
                  </a:lnTo>
                  <a:lnTo>
                    <a:pt x="19811" y="2286"/>
                  </a:lnTo>
                  <a:lnTo>
                    <a:pt x="16763" y="762"/>
                  </a:lnTo>
                  <a:lnTo>
                    <a:pt x="9143" y="0"/>
                  </a:lnTo>
                  <a:lnTo>
                    <a:pt x="6095" y="1524"/>
                  </a:lnTo>
                  <a:lnTo>
                    <a:pt x="6095" y="2286"/>
                  </a:lnTo>
                  <a:lnTo>
                    <a:pt x="6095" y="304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14"/>
            <p:cNvSpPr/>
            <p:nvPr/>
          </p:nvSpPr>
          <p:spPr>
            <a:xfrm>
              <a:off x="5090922" y="2542031"/>
              <a:ext cx="99060" cy="70485"/>
            </a:xfrm>
            <a:custGeom>
              <a:rect b="b" l="l" r="r" t="t"/>
              <a:pathLst>
                <a:path extrusionOk="0" h="70485" w="99060">
                  <a:moveTo>
                    <a:pt x="0" y="24384"/>
                  </a:moveTo>
                  <a:lnTo>
                    <a:pt x="7739" y="20585"/>
                  </a:lnTo>
                  <a:lnTo>
                    <a:pt x="14478" y="18002"/>
                  </a:lnTo>
                  <a:lnTo>
                    <a:pt x="21216" y="17847"/>
                  </a:lnTo>
                  <a:lnTo>
                    <a:pt x="28956" y="21336"/>
                  </a:lnTo>
                  <a:lnTo>
                    <a:pt x="37338" y="26670"/>
                  </a:lnTo>
                  <a:lnTo>
                    <a:pt x="38100" y="35052"/>
                  </a:lnTo>
                  <a:lnTo>
                    <a:pt x="38862" y="44196"/>
                  </a:lnTo>
                  <a:lnTo>
                    <a:pt x="39624" y="53340"/>
                  </a:lnTo>
                  <a:lnTo>
                    <a:pt x="38862" y="60960"/>
                  </a:lnTo>
                  <a:lnTo>
                    <a:pt x="33528" y="67818"/>
                  </a:lnTo>
                  <a:lnTo>
                    <a:pt x="31242" y="69342"/>
                  </a:lnTo>
                  <a:lnTo>
                    <a:pt x="31242" y="70104"/>
                  </a:lnTo>
                  <a:lnTo>
                    <a:pt x="28956" y="70104"/>
                  </a:lnTo>
                  <a:lnTo>
                    <a:pt x="27432" y="63246"/>
                  </a:lnTo>
                  <a:lnTo>
                    <a:pt x="26670" y="56388"/>
                  </a:lnTo>
                  <a:lnTo>
                    <a:pt x="26670" y="48768"/>
                  </a:lnTo>
                  <a:lnTo>
                    <a:pt x="35052" y="9144"/>
                  </a:lnTo>
                  <a:lnTo>
                    <a:pt x="38099" y="2286"/>
                  </a:lnTo>
                  <a:lnTo>
                    <a:pt x="44195" y="762"/>
                  </a:lnTo>
                  <a:lnTo>
                    <a:pt x="48767" y="0"/>
                  </a:lnTo>
                  <a:lnTo>
                    <a:pt x="51053" y="3048"/>
                  </a:lnTo>
                  <a:lnTo>
                    <a:pt x="57912" y="32004"/>
                  </a:lnTo>
                  <a:lnTo>
                    <a:pt x="58840" y="38528"/>
                  </a:lnTo>
                  <a:lnTo>
                    <a:pt x="67818" y="67056"/>
                  </a:lnTo>
                  <a:lnTo>
                    <a:pt x="74676" y="67056"/>
                  </a:lnTo>
                  <a:lnTo>
                    <a:pt x="82129" y="66103"/>
                  </a:lnTo>
                  <a:lnTo>
                    <a:pt x="88011" y="63436"/>
                  </a:lnTo>
                  <a:lnTo>
                    <a:pt x="93321" y="59340"/>
                  </a:lnTo>
                  <a:lnTo>
                    <a:pt x="99060" y="5410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14"/>
            <p:cNvSpPr/>
            <p:nvPr/>
          </p:nvSpPr>
          <p:spPr>
            <a:xfrm>
              <a:off x="5145786" y="2535935"/>
              <a:ext cx="45085" cy="30480"/>
            </a:xfrm>
            <a:custGeom>
              <a:rect b="b" l="l" r="r" t="t"/>
              <a:pathLst>
                <a:path extrusionOk="0" h="30480" w="45085">
                  <a:moveTo>
                    <a:pt x="1524" y="27432"/>
                  </a:moveTo>
                  <a:lnTo>
                    <a:pt x="11239" y="29908"/>
                  </a:lnTo>
                  <a:lnTo>
                    <a:pt x="18669" y="30099"/>
                  </a:lnTo>
                  <a:lnTo>
                    <a:pt x="25527" y="27432"/>
                  </a:lnTo>
                  <a:lnTo>
                    <a:pt x="33528" y="21336"/>
                  </a:lnTo>
                  <a:lnTo>
                    <a:pt x="37338" y="18288"/>
                  </a:lnTo>
                  <a:lnTo>
                    <a:pt x="44958" y="10668"/>
                  </a:lnTo>
                  <a:lnTo>
                    <a:pt x="40386" y="5334"/>
                  </a:lnTo>
                  <a:lnTo>
                    <a:pt x="35171" y="2035"/>
                  </a:lnTo>
                  <a:lnTo>
                    <a:pt x="28384" y="666"/>
                  </a:lnTo>
                  <a:lnTo>
                    <a:pt x="21312" y="297"/>
                  </a:lnTo>
                  <a:lnTo>
                    <a:pt x="15240" y="0"/>
                  </a:lnTo>
                  <a:lnTo>
                    <a:pt x="7620" y="0"/>
                  </a:lnTo>
                  <a:lnTo>
                    <a:pt x="6096" y="0"/>
                  </a:lnTo>
                  <a:lnTo>
                    <a:pt x="0" y="457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4"/>
            <p:cNvSpPr/>
            <p:nvPr/>
          </p:nvSpPr>
          <p:spPr>
            <a:xfrm>
              <a:off x="5215437" y="2487167"/>
              <a:ext cx="67945" cy="113664"/>
            </a:xfrm>
            <a:custGeom>
              <a:rect b="b" l="l" r="r" t="t"/>
              <a:pathLst>
                <a:path extrusionOk="0" h="113664" w="67945">
                  <a:moveTo>
                    <a:pt x="43124" y="0"/>
                  </a:moveTo>
                  <a:lnTo>
                    <a:pt x="44517" y="11060"/>
                  </a:lnTo>
                  <a:lnTo>
                    <a:pt x="46267" y="21621"/>
                  </a:lnTo>
                  <a:lnTo>
                    <a:pt x="48160" y="32039"/>
                  </a:lnTo>
                  <a:lnTo>
                    <a:pt x="49982" y="42672"/>
                  </a:lnTo>
                  <a:lnTo>
                    <a:pt x="51744" y="52506"/>
                  </a:lnTo>
                  <a:lnTo>
                    <a:pt x="52649" y="62483"/>
                  </a:lnTo>
                  <a:lnTo>
                    <a:pt x="52982" y="72461"/>
                  </a:lnTo>
                  <a:lnTo>
                    <a:pt x="53030" y="82296"/>
                  </a:lnTo>
                  <a:lnTo>
                    <a:pt x="53030" y="89154"/>
                  </a:lnTo>
                  <a:lnTo>
                    <a:pt x="53030" y="96012"/>
                  </a:lnTo>
                  <a:lnTo>
                    <a:pt x="53030" y="102870"/>
                  </a:lnTo>
                  <a:lnTo>
                    <a:pt x="53030" y="109728"/>
                  </a:lnTo>
                  <a:lnTo>
                    <a:pt x="51506" y="106680"/>
                  </a:lnTo>
                  <a:lnTo>
                    <a:pt x="47696" y="101346"/>
                  </a:lnTo>
                  <a:lnTo>
                    <a:pt x="45410" y="97536"/>
                  </a:lnTo>
                  <a:lnTo>
                    <a:pt x="41755" y="89011"/>
                  </a:lnTo>
                  <a:lnTo>
                    <a:pt x="37314" y="80200"/>
                  </a:lnTo>
                  <a:lnTo>
                    <a:pt x="31587" y="72247"/>
                  </a:lnTo>
                  <a:lnTo>
                    <a:pt x="24074" y="66294"/>
                  </a:lnTo>
                  <a:lnTo>
                    <a:pt x="17216" y="62484"/>
                  </a:lnTo>
                  <a:lnTo>
                    <a:pt x="10358" y="64770"/>
                  </a:lnTo>
                  <a:lnTo>
                    <a:pt x="5786" y="70104"/>
                  </a:lnTo>
                  <a:lnTo>
                    <a:pt x="2619" y="76807"/>
                  </a:lnTo>
                  <a:lnTo>
                    <a:pt x="452" y="85439"/>
                  </a:lnTo>
                  <a:lnTo>
                    <a:pt x="0" y="94214"/>
                  </a:lnTo>
                  <a:lnTo>
                    <a:pt x="1976" y="101346"/>
                  </a:lnTo>
                  <a:lnTo>
                    <a:pt x="40612" y="113573"/>
                  </a:lnTo>
                  <a:lnTo>
                    <a:pt x="49506" y="112680"/>
                  </a:lnTo>
                  <a:lnTo>
                    <a:pt x="58257" y="111073"/>
                  </a:lnTo>
                  <a:lnTo>
                    <a:pt x="67508" y="10896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4"/>
            <p:cNvSpPr/>
            <p:nvPr/>
          </p:nvSpPr>
          <p:spPr>
            <a:xfrm>
              <a:off x="5341620" y="2560319"/>
              <a:ext cx="5715" cy="12700"/>
            </a:xfrm>
            <a:custGeom>
              <a:rect b="b" l="l" r="r" t="t"/>
              <a:pathLst>
                <a:path extrusionOk="0" h="12700" w="5714">
                  <a:moveTo>
                    <a:pt x="5334" y="12191"/>
                  </a:moveTo>
                  <a:lnTo>
                    <a:pt x="3810" y="8381"/>
                  </a:lnTo>
                  <a:lnTo>
                    <a:pt x="1524" y="4571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1" name="Google Shape;1461;p14"/>
          <p:cNvSpPr/>
          <p:nvPr/>
        </p:nvSpPr>
        <p:spPr>
          <a:xfrm>
            <a:off x="3773593" y="4352307"/>
            <a:ext cx="100367" cy="485195"/>
          </a:xfrm>
          <a:custGeom>
            <a:rect b="b" l="l" r="r" t="t"/>
            <a:pathLst>
              <a:path extrusionOk="0" h="446404" w="94614">
                <a:moveTo>
                  <a:pt x="94618" y="12954"/>
                </a:moveTo>
                <a:lnTo>
                  <a:pt x="88772" y="5464"/>
                </a:lnTo>
                <a:lnTo>
                  <a:pt x="84427" y="1619"/>
                </a:lnTo>
                <a:lnTo>
                  <a:pt x="79081" y="202"/>
                </a:lnTo>
                <a:lnTo>
                  <a:pt x="70234" y="0"/>
                </a:lnTo>
                <a:lnTo>
                  <a:pt x="61448" y="1000"/>
                </a:lnTo>
                <a:lnTo>
                  <a:pt x="32801" y="42195"/>
                </a:lnTo>
                <a:lnTo>
                  <a:pt x="31980" y="56399"/>
                </a:lnTo>
                <a:lnTo>
                  <a:pt x="33658" y="70104"/>
                </a:lnTo>
                <a:lnTo>
                  <a:pt x="47589" y="106537"/>
                </a:lnTo>
                <a:lnTo>
                  <a:pt x="58412" y="127730"/>
                </a:lnTo>
                <a:lnTo>
                  <a:pt x="62710" y="137350"/>
                </a:lnTo>
                <a:lnTo>
                  <a:pt x="66008" y="147256"/>
                </a:lnTo>
                <a:lnTo>
                  <a:pt x="67948" y="157734"/>
                </a:lnTo>
                <a:lnTo>
                  <a:pt x="67829" y="167687"/>
                </a:lnTo>
                <a:lnTo>
                  <a:pt x="37183" y="205359"/>
                </a:lnTo>
                <a:lnTo>
                  <a:pt x="19180" y="217170"/>
                </a:lnTo>
                <a:lnTo>
                  <a:pt x="16132" y="219456"/>
                </a:lnTo>
                <a:lnTo>
                  <a:pt x="7750" y="221742"/>
                </a:lnTo>
                <a:lnTo>
                  <a:pt x="5464" y="224028"/>
                </a:lnTo>
                <a:lnTo>
                  <a:pt x="5464" y="224790"/>
                </a:lnTo>
                <a:lnTo>
                  <a:pt x="5464" y="225552"/>
                </a:lnTo>
                <a:lnTo>
                  <a:pt x="11846" y="227552"/>
                </a:lnTo>
                <a:lnTo>
                  <a:pt x="18228" y="230124"/>
                </a:lnTo>
                <a:lnTo>
                  <a:pt x="48136" y="259842"/>
                </a:lnTo>
                <a:lnTo>
                  <a:pt x="51756" y="281178"/>
                </a:lnTo>
                <a:lnTo>
                  <a:pt x="51351" y="292203"/>
                </a:lnTo>
                <a:lnTo>
                  <a:pt x="34801" y="339566"/>
                </a:lnTo>
                <a:lnTo>
                  <a:pt x="15370" y="374904"/>
                </a:lnTo>
                <a:lnTo>
                  <a:pt x="10525" y="384643"/>
                </a:lnTo>
                <a:lnTo>
                  <a:pt x="5750" y="394525"/>
                </a:lnTo>
                <a:lnTo>
                  <a:pt x="1976" y="404693"/>
                </a:lnTo>
                <a:lnTo>
                  <a:pt x="130" y="415290"/>
                </a:lnTo>
                <a:lnTo>
                  <a:pt x="0" y="423148"/>
                </a:lnTo>
                <a:lnTo>
                  <a:pt x="1940" y="429006"/>
                </a:lnTo>
                <a:lnTo>
                  <a:pt x="46291" y="445865"/>
                </a:lnTo>
                <a:lnTo>
                  <a:pt x="57280" y="445008"/>
                </a:lnTo>
                <a:lnTo>
                  <a:pt x="66174" y="441912"/>
                </a:lnTo>
                <a:lnTo>
                  <a:pt x="72997" y="439102"/>
                </a:lnTo>
                <a:lnTo>
                  <a:pt x="78819" y="436006"/>
                </a:lnTo>
                <a:lnTo>
                  <a:pt x="84712" y="432054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2" name="Google Shape;1462;p14"/>
          <p:cNvGrpSpPr/>
          <p:nvPr/>
        </p:nvGrpSpPr>
        <p:grpSpPr>
          <a:xfrm>
            <a:off x="3942456" y="4454992"/>
            <a:ext cx="268310" cy="192793"/>
            <a:chOff x="6513372" y="5668505"/>
            <a:chExt cx="252934" cy="177380"/>
          </a:xfrm>
        </p:grpSpPr>
        <p:pic>
          <p:nvPicPr>
            <p:cNvPr id="1463" name="Google Shape;1463;p14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6513372" y="5668505"/>
              <a:ext cx="221957" cy="177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4" name="Google Shape;1464;p14"/>
            <p:cNvSpPr/>
            <p:nvPr/>
          </p:nvSpPr>
          <p:spPr>
            <a:xfrm>
              <a:off x="6765036" y="5766815"/>
              <a:ext cx="1270" cy="76200"/>
            </a:xfrm>
            <a:custGeom>
              <a:rect b="b" l="l" r="r" t="t"/>
              <a:pathLst>
                <a:path extrusionOk="0" h="76200" w="1270">
                  <a:moveTo>
                    <a:pt x="761" y="0"/>
                  </a:moveTo>
                  <a:lnTo>
                    <a:pt x="750" y="16585"/>
                  </a:lnTo>
                  <a:lnTo>
                    <a:pt x="666" y="33242"/>
                  </a:lnTo>
                  <a:lnTo>
                    <a:pt x="440" y="50041"/>
                  </a:lnTo>
                  <a:lnTo>
                    <a:pt x="0" y="67056"/>
                  </a:lnTo>
                  <a:lnTo>
                    <a:pt x="0" y="72390"/>
                  </a:lnTo>
                  <a:lnTo>
                    <a:pt x="0" y="73152"/>
                  </a:lnTo>
                  <a:lnTo>
                    <a:pt x="0" y="7620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65" name="Google Shape;1465;p1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326612" y="4433459"/>
            <a:ext cx="118850" cy="169811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14"/>
          <p:cNvSpPr/>
          <p:nvPr/>
        </p:nvSpPr>
        <p:spPr>
          <a:xfrm>
            <a:off x="4818085" y="4480681"/>
            <a:ext cx="16166" cy="17945"/>
          </a:xfrm>
          <a:custGeom>
            <a:rect b="b" l="l" r="r" t="t"/>
            <a:pathLst>
              <a:path extrusionOk="0" h="16510" w="15240">
                <a:moveTo>
                  <a:pt x="0" y="3809"/>
                </a:moveTo>
                <a:lnTo>
                  <a:pt x="0" y="12191"/>
                </a:lnTo>
                <a:lnTo>
                  <a:pt x="3810" y="16001"/>
                </a:lnTo>
                <a:lnTo>
                  <a:pt x="12192" y="16001"/>
                </a:lnTo>
                <a:lnTo>
                  <a:pt x="15240" y="12191"/>
                </a:lnTo>
                <a:lnTo>
                  <a:pt x="15240" y="8381"/>
                </a:lnTo>
                <a:lnTo>
                  <a:pt x="15240" y="3809"/>
                </a:lnTo>
                <a:lnTo>
                  <a:pt x="12192" y="0"/>
                </a:lnTo>
                <a:lnTo>
                  <a:pt x="3810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14"/>
          <p:cNvSpPr/>
          <p:nvPr/>
        </p:nvSpPr>
        <p:spPr>
          <a:xfrm>
            <a:off x="4987834" y="4464117"/>
            <a:ext cx="16166" cy="16564"/>
          </a:xfrm>
          <a:custGeom>
            <a:rect b="b" l="l" r="r" t="t"/>
            <a:pathLst>
              <a:path extrusionOk="0" h="15239" w="15240">
                <a:moveTo>
                  <a:pt x="0" y="3047"/>
                </a:moveTo>
                <a:lnTo>
                  <a:pt x="0" y="11429"/>
                </a:lnTo>
                <a:lnTo>
                  <a:pt x="3048" y="15239"/>
                </a:lnTo>
                <a:lnTo>
                  <a:pt x="11430" y="15239"/>
                </a:lnTo>
                <a:lnTo>
                  <a:pt x="15240" y="11429"/>
                </a:lnTo>
                <a:lnTo>
                  <a:pt x="15240" y="7619"/>
                </a:lnTo>
                <a:lnTo>
                  <a:pt x="15240" y="3047"/>
                </a:lnTo>
                <a:lnTo>
                  <a:pt x="11430" y="0"/>
                </a:lnTo>
                <a:lnTo>
                  <a:pt x="3048" y="0"/>
                </a:lnTo>
                <a:lnTo>
                  <a:pt x="0" y="3047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14"/>
          <p:cNvSpPr/>
          <p:nvPr/>
        </p:nvSpPr>
        <p:spPr>
          <a:xfrm>
            <a:off x="5114741" y="4461632"/>
            <a:ext cx="16166" cy="16564"/>
          </a:xfrm>
          <a:custGeom>
            <a:rect b="b" l="l" r="r" t="t"/>
            <a:pathLst>
              <a:path extrusionOk="0" h="15239" w="15240">
                <a:moveTo>
                  <a:pt x="0" y="3047"/>
                </a:moveTo>
                <a:lnTo>
                  <a:pt x="0" y="11429"/>
                </a:lnTo>
                <a:lnTo>
                  <a:pt x="3048" y="15239"/>
                </a:lnTo>
                <a:lnTo>
                  <a:pt x="11430" y="15239"/>
                </a:lnTo>
                <a:lnTo>
                  <a:pt x="15240" y="11429"/>
                </a:lnTo>
                <a:lnTo>
                  <a:pt x="15240" y="7619"/>
                </a:lnTo>
                <a:lnTo>
                  <a:pt x="15240" y="3047"/>
                </a:lnTo>
                <a:lnTo>
                  <a:pt x="11430" y="0"/>
                </a:lnTo>
                <a:lnTo>
                  <a:pt x="3048" y="0"/>
                </a:lnTo>
                <a:lnTo>
                  <a:pt x="0" y="3047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9" name="Google Shape;1469;p1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374199" y="4358919"/>
            <a:ext cx="118042" cy="158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0" name="Google Shape;1470;p14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5545311" y="4357496"/>
            <a:ext cx="119103" cy="13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1" name="Google Shape;1471;p14"/>
          <p:cNvGrpSpPr/>
          <p:nvPr/>
        </p:nvGrpSpPr>
        <p:grpSpPr>
          <a:xfrm>
            <a:off x="5739560" y="4076603"/>
            <a:ext cx="422767" cy="532127"/>
            <a:chOff x="8207488" y="5320367"/>
            <a:chExt cx="398539" cy="489584"/>
          </a:xfrm>
        </p:grpSpPr>
        <p:pic>
          <p:nvPicPr>
            <p:cNvPr id="1472" name="Google Shape;1472;p14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8207488" y="5500103"/>
              <a:ext cx="95275" cy="1806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3" name="Google Shape;1473;p14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8341600" y="5570207"/>
              <a:ext cx="83083" cy="1395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4" name="Google Shape;1474;p14"/>
            <p:cNvSpPr/>
            <p:nvPr/>
          </p:nvSpPr>
          <p:spPr>
            <a:xfrm>
              <a:off x="8442197" y="5320367"/>
              <a:ext cx="163830" cy="489584"/>
            </a:xfrm>
            <a:custGeom>
              <a:rect b="b" l="l" r="r" t="t"/>
              <a:pathLst>
                <a:path extrusionOk="0" h="489585" w="163829">
                  <a:moveTo>
                    <a:pt x="3809" y="22014"/>
                  </a:moveTo>
                  <a:lnTo>
                    <a:pt x="1690" y="16656"/>
                  </a:lnTo>
                  <a:lnTo>
                    <a:pt x="0" y="10584"/>
                  </a:lnTo>
                  <a:lnTo>
                    <a:pt x="595" y="5083"/>
                  </a:lnTo>
                  <a:lnTo>
                    <a:pt x="5333" y="1440"/>
                  </a:lnTo>
                  <a:lnTo>
                    <a:pt x="14251" y="0"/>
                  </a:lnTo>
                  <a:lnTo>
                    <a:pt x="23526" y="202"/>
                  </a:lnTo>
                  <a:lnTo>
                    <a:pt x="66960" y="24205"/>
                  </a:lnTo>
                  <a:lnTo>
                    <a:pt x="97333" y="65543"/>
                  </a:lnTo>
                  <a:lnTo>
                    <a:pt x="112013" y="119550"/>
                  </a:lnTo>
                  <a:lnTo>
                    <a:pt x="113073" y="140886"/>
                  </a:lnTo>
                  <a:lnTo>
                    <a:pt x="111918" y="161651"/>
                  </a:lnTo>
                  <a:lnTo>
                    <a:pt x="108906" y="182129"/>
                  </a:lnTo>
                  <a:lnTo>
                    <a:pt x="104393" y="202608"/>
                  </a:lnTo>
                  <a:lnTo>
                    <a:pt x="99286" y="220206"/>
                  </a:lnTo>
                  <a:lnTo>
                    <a:pt x="93821" y="237660"/>
                  </a:lnTo>
                  <a:lnTo>
                    <a:pt x="89070" y="255115"/>
                  </a:lnTo>
                  <a:lnTo>
                    <a:pt x="86105" y="272712"/>
                  </a:lnTo>
                  <a:lnTo>
                    <a:pt x="85129" y="283309"/>
                  </a:lnTo>
                  <a:lnTo>
                    <a:pt x="85153" y="294048"/>
                  </a:lnTo>
                  <a:lnTo>
                    <a:pt x="117705" y="323171"/>
                  </a:lnTo>
                  <a:lnTo>
                    <a:pt x="127253" y="323766"/>
                  </a:lnTo>
                  <a:lnTo>
                    <a:pt x="135909" y="323588"/>
                  </a:lnTo>
                  <a:lnTo>
                    <a:pt x="143922" y="322909"/>
                  </a:lnTo>
                  <a:lnTo>
                    <a:pt x="151792" y="321516"/>
                  </a:lnTo>
                  <a:lnTo>
                    <a:pt x="160019" y="319194"/>
                  </a:lnTo>
                  <a:lnTo>
                    <a:pt x="163067" y="317670"/>
                  </a:lnTo>
                  <a:lnTo>
                    <a:pt x="163829" y="317670"/>
                  </a:lnTo>
                  <a:lnTo>
                    <a:pt x="163829" y="316146"/>
                  </a:lnTo>
                  <a:lnTo>
                    <a:pt x="160019" y="314622"/>
                  </a:lnTo>
                  <a:lnTo>
                    <a:pt x="151637" y="313860"/>
                  </a:lnTo>
                  <a:lnTo>
                    <a:pt x="145541" y="315384"/>
                  </a:lnTo>
                  <a:lnTo>
                    <a:pt x="108965" y="339768"/>
                  </a:lnTo>
                  <a:lnTo>
                    <a:pt x="95249" y="388536"/>
                  </a:lnTo>
                  <a:lnTo>
                    <a:pt x="95428" y="401109"/>
                  </a:lnTo>
                  <a:lnTo>
                    <a:pt x="96107" y="413682"/>
                  </a:lnTo>
                  <a:lnTo>
                    <a:pt x="97500" y="426255"/>
                  </a:lnTo>
                  <a:lnTo>
                    <a:pt x="99821" y="438828"/>
                  </a:lnTo>
                  <a:lnTo>
                    <a:pt x="101631" y="446389"/>
                  </a:lnTo>
                  <a:lnTo>
                    <a:pt x="103441" y="454163"/>
                  </a:lnTo>
                  <a:lnTo>
                    <a:pt x="104965" y="462081"/>
                  </a:lnTo>
                  <a:lnTo>
                    <a:pt x="105917" y="470070"/>
                  </a:lnTo>
                  <a:lnTo>
                    <a:pt x="105917" y="475404"/>
                  </a:lnTo>
                  <a:lnTo>
                    <a:pt x="107441" y="479976"/>
                  </a:lnTo>
                  <a:lnTo>
                    <a:pt x="102107" y="483024"/>
                  </a:lnTo>
                  <a:lnTo>
                    <a:pt x="95249" y="486072"/>
                  </a:lnTo>
                  <a:lnTo>
                    <a:pt x="86105" y="486834"/>
                  </a:lnTo>
                  <a:lnTo>
                    <a:pt x="78485" y="487596"/>
                  </a:lnTo>
                  <a:lnTo>
                    <a:pt x="38350" y="489168"/>
                  </a:lnTo>
                  <a:lnTo>
                    <a:pt x="32099" y="488930"/>
                  </a:lnTo>
                  <a:lnTo>
                    <a:pt x="5131" y="471808"/>
                  </a:lnTo>
                  <a:lnTo>
                    <a:pt x="761" y="46626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5" name="Google Shape;1475;p14"/>
          <p:cNvGrpSpPr/>
          <p:nvPr/>
        </p:nvGrpSpPr>
        <p:grpSpPr>
          <a:xfrm>
            <a:off x="6552747" y="3596563"/>
            <a:ext cx="142265" cy="214645"/>
            <a:chOff x="8974073" y="4878705"/>
            <a:chExt cx="134112" cy="197484"/>
          </a:xfrm>
        </p:grpSpPr>
        <p:sp>
          <p:nvSpPr>
            <p:cNvPr id="1476" name="Google Shape;1476;p14"/>
            <p:cNvSpPr/>
            <p:nvPr/>
          </p:nvSpPr>
          <p:spPr>
            <a:xfrm>
              <a:off x="8974073" y="4911090"/>
              <a:ext cx="17780" cy="160020"/>
            </a:xfrm>
            <a:custGeom>
              <a:rect b="b" l="l" r="r" t="t"/>
              <a:pathLst>
                <a:path extrusionOk="0" h="160020" w="17779">
                  <a:moveTo>
                    <a:pt x="12953" y="0"/>
                  </a:moveTo>
                  <a:lnTo>
                    <a:pt x="15597" y="13370"/>
                  </a:lnTo>
                  <a:lnTo>
                    <a:pt x="16954" y="26384"/>
                  </a:lnTo>
                  <a:lnTo>
                    <a:pt x="17454" y="39540"/>
                  </a:lnTo>
                  <a:lnTo>
                    <a:pt x="17525" y="53340"/>
                  </a:lnTo>
                  <a:lnTo>
                    <a:pt x="16847" y="69794"/>
                  </a:lnTo>
                  <a:lnTo>
                    <a:pt x="8381" y="118872"/>
                  </a:lnTo>
                  <a:lnTo>
                    <a:pt x="2857" y="138017"/>
                  </a:lnTo>
                  <a:lnTo>
                    <a:pt x="881" y="147911"/>
                  </a:lnTo>
                  <a:lnTo>
                    <a:pt x="761" y="157734"/>
                  </a:lnTo>
                  <a:lnTo>
                    <a:pt x="761" y="159258"/>
                  </a:lnTo>
                  <a:lnTo>
                    <a:pt x="0" y="160020"/>
                  </a:lnTo>
                  <a:lnTo>
                    <a:pt x="1523" y="15925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14"/>
            <p:cNvSpPr/>
            <p:nvPr/>
          </p:nvSpPr>
          <p:spPr>
            <a:xfrm>
              <a:off x="8975812" y="4878705"/>
              <a:ext cx="99695" cy="121285"/>
            </a:xfrm>
            <a:custGeom>
              <a:rect b="b" l="l" r="r" t="t"/>
              <a:pathLst>
                <a:path extrusionOk="0" h="121285" w="99695">
                  <a:moveTo>
                    <a:pt x="547" y="43052"/>
                  </a:moveTo>
                  <a:lnTo>
                    <a:pt x="24622" y="4560"/>
                  </a:lnTo>
                  <a:lnTo>
                    <a:pt x="59983" y="380"/>
                  </a:lnTo>
                  <a:lnTo>
                    <a:pt x="69782" y="0"/>
                  </a:lnTo>
                  <a:lnTo>
                    <a:pt x="80081" y="761"/>
                  </a:lnTo>
                  <a:lnTo>
                    <a:pt x="89665" y="3809"/>
                  </a:lnTo>
                  <a:lnTo>
                    <a:pt x="97321" y="10286"/>
                  </a:lnTo>
                  <a:lnTo>
                    <a:pt x="99583" y="18907"/>
                  </a:lnTo>
                  <a:lnTo>
                    <a:pt x="96559" y="27241"/>
                  </a:lnTo>
                  <a:lnTo>
                    <a:pt x="63031" y="56673"/>
                  </a:lnTo>
                  <a:lnTo>
                    <a:pt x="39409" y="69722"/>
                  </a:lnTo>
                  <a:lnTo>
                    <a:pt x="35599" y="72008"/>
                  </a:lnTo>
                  <a:lnTo>
                    <a:pt x="31027" y="73532"/>
                  </a:lnTo>
                  <a:lnTo>
                    <a:pt x="27979" y="75056"/>
                  </a:lnTo>
                  <a:lnTo>
                    <a:pt x="39409" y="74854"/>
                  </a:lnTo>
                  <a:lnTo>
                    <a:pt x="50839" y="74580"/>
                  </a:lnTo>
                  <a:lnTo>
                    <a:pt x="62269" y="74735"/>
                  </a:lnTo>
                  <a:lnTo>
                    <a:pt x="99417" y="90356"/>
                  </a:lnTo>
                  <a:lnTo>
                    <a:pt x="96750" y="94964"/>
                  </a:lnTo>
                  <a:lnTo>
                    <a:pt x="92082" y="98571"/>
                  </a:lnTo>
                  <a:lnTo>
                    <a:pt x="87415" y="100964"/>
                  </a:lnTo>
                  <a:lnTo>
                    <a:pt x="73949" y="108120"/>
                  </a:lnTo>
                  <a:lnTo>
                    <a:pt x="59126" y="113633"/>
                  </a:lnTo>
                  <a:lnTo>
                    <a:pt x="43588" y="117574"/>
                  </a:lnTo>
                  <a:lnTo>
                    <a:pt x="27979" y="120014"/>
                  </a:lnTo>
                  <a:lnTo>
                    <a:pt x="17311" y="120776"/>
                  </a:lnTo>
                  <a:lnTo>
                    <a:pt x="27217" y="119252"/>
                  </a:lnTo>
                  <a:lnTo>
                    <a:pt x="24169" y="11849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14"/>
            <p:cNvSpPr/>
            <p:nvPr/>
          </p:nvSpPr>
          <p:spPr>
            <a:xfrm>
              <a:off x="9089897" y="5017770"/>
              <a:ext cx="9525" cy="58419"/>
            </a:xfrm>
            <a:custGeom>
              <a:rect b="b" l="l" r="r" t="t"/>
              <a:pathLst>
                <a:path extrusionOk="0" h="58420" w="9525">
                  <a:moveTo>
                    <a:pt x="9144" y="0"/>
                  </a:moveTo>
                  <a:lnTo>
                    <a:pt x="7667" y="8453"/>
                  </a:lnTo>
                  <a:lnTo>
                    <a:pt x="6477" y="16764"/>
                  </a:lnTo>
                  <a:lnTo>
                    <a:pt x="5286" y="25074"/>
                  </a:lnTo>
                  <a:lnTo>
                    <a:pt x="3810" y="33528"/>
                  </a:lnTo>
                  <a:lnTo>
                    <a:pt x="2286" y="40386"/>
                  </a:lnTo>
                  <a:lnTo>
                    <a:pt x="762" y="47244"/>
                  </a:lnTo>
                  <a:lnTo>
                    <a:pt x="0" y="54102"/>
                  </a:lnTo>
                  <a:lnTo>
                    <a:pt x="0" y="56388"/>
                  </a:lnTo>
                  <a:lnTo>
                    <a:pt x="0" y="57912"/>
                  </a:lnTo>
                  <a:lnTo>
                    <a:pt x="762" y="5638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14"/>
            <p:cNvSpPr/>
            <p:nvPr/>
          </p:nvSpPr>
          <p:spPr>
            <a:xfrm>
              <a:off x="9092945" y="4923282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7"/>
                  </a:moveTo>
                  <a:lnTo>
                    <a:pt x="0" y="11429"/>
                  </a:lnTo>
                  <a:lnTo>
                    <a:pt x="3048" y="15239"/>
                  </a:lnTo>
                  <a:lnTo>
                    <a:pt x="11430" y="15239"/>
                  </a:lnTo>
                  <a:lnTo>
                    <a:pt x="15240" y="11429"/>
                  </a:lnTo>
                  <a:lnTo>
                    <a:pt x="15240" y="7619"/>
                  </a:lnTo>
                  <a:lnTo>
                    <a:pt x="15240" y="3047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80" name="Google Shape;1480;p14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6812117" y="3584643"/>
            <a:ext cx="129446" cy="150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1" name="Google Shape;1481;p14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7088653" y="3403161"/>
            <a:ext cx="227165" cy="304810"/>
          </a:xfrm>
          <a:prstGeom prst="rect">
            <a:avLst/>
          </a:prstGeom>
          <a:noFill/>
          <a:ln>
            <a:noFill/>
          </a:ln>
        </p:spPr>
      </p:pic>
      <p:sp>
        <p:nvSpPr>
          <p:cNvPr id="1482" name="Google Shape;1482;p14"/>
          <p:cNvSpPr/>
          <p:nvPr/>
        </p:nvSpPr>
        <p:spPr>
          <a:xfrm>
            <a:off x="6665913" y="3709613"/>
            <a:ext cx="94978" cy="117330"/>
          </a:xfrm>
          <a:custGeom>
            <a:rect b="b" l="l" r="r" t="t"/>
            <a:pathLst>
              <a:path extrusionOk="0" h="107950" w="89534">
                <a:moveTo>
                  <a:pt x="0" y="69342"/>
                </a:moveTo>
                <a:lnTo>
                  <a:pt x="30479" y="38100"/>
                </a:lnTo>
                <a:lnTo>
                  <a:pt x="36575" y="32766"/>
                </a:lnTo>
                <a:lnTo>
                  <a:pt x="43433" y="26670"/>
                </a:lnTo>
                <a:lnTo>
                  <a:pt x="44195" y="18288"/>
                </a:lnTo>
                <a:lnTo>
                  <a:pt x="45719" y="10668"/>
                </a:lnTo>
                <a:lnTo>
                  <a:pt x="41147" y="6858"/>
                </a:lnTo>
                <a:lnTo>
                  <a:pt x="34289" y="4572"/>
                </a:lnTo>
                <a:lnTo>
                  <a:pt x="28955" y="2286"/>
                </a:lnTo>
                <a:lnTo>
                  <a:pt x="19049" y="0"/>
                </a:lnTo>
                <a:lnTo>
                  <a:pt x="15239" y="6096"/>
                </a:lnTo>
                <a:lnTo>
                  <a:pt x="11644" y="17252"/>
                </a:lnTo>
                <a:lnTo>
                  <a:pt x="10477" y="30194"/>
                </a:lnTo>
                <a:lnTo>
                  <a:pt x="10739" y="43279"/>
                </a:lnTo>
                <a:lnTo>
                  <a:pt x="11429" y="54864"/>
                </a:lnTo>
                <a:lnTo>
                  <a:pt x="11965" y="65020"/>
                </a:lnTo>
                <a:lnTo>
                  <a:pt x="12287" y="74961"/>
                </a:lnTo>
                <a:lnTo>
                  <a:pt x="12180" y="84760"/>
                </a:lnTo>
                <a:lnTo>
                  <a:pt x="11430" y="94488"/>
                </a:lnTo>
                <a:lnTo>
                  <a:pt x="10668" y="97536"/>
                </a:lnTo>
                <a:lnTo>
                  <a:pt x="10668" y="105156"/>
                </a:lnTo>
                <a:lnTo>
                  <a:pt x="8382" y="107442"/>
                </a:lnTo>
                <a:lnTo>
                  <a:pt x="7620" y="107442"/>
                </a:lnTo>
                <a:lnTo>
                  <a:pt x="6858" y="107442"/>
                </a:lnTo>
                <a:lnTo>
                  <a:pt x="6096" y="107442"/>
                </a:lnTo>
                <a:lnTo>
                  <a:pt x="6096" y="102108"/>
                </a:lnTo>
                <a:lnTo>
                  <a:pt x="6096" y="96012"/>
                </a:lnTo>
                <a:lnTo>
                  <a:pt x="14477" y="54864"/>
                </a:lnTo>
                <a:lnTo>
                  <a:pt x="48006" y="38100"/>
                </a:lnTo>
                <a:lnTo>
                  <a:pt x="51816" y="41148"/>
                </a:lnTo>
                <a:lnTo>
                  <a:pt x="55626" y="44196"/>
                </a:lnTo>
                <a:lnTo>
                  <a:pt x="54102" y="52578"/>
                </a:lnTo>
                <a:lnTo>
                  <a:pt x="51816" y="55626"/>
                </a:lnTo>
                <a:lnTo>
                  <a:pt x="47244" y="63246"/>
                </a:lnTo>
                <a:lnTo>
                  <a:pt x="38862" y="66294"/>
                </a:lnTo>
                <a:lnTo>
                  <a:pt x="31242" y="69342"/>
                </a:lnTo>
                <a:lnTo>
                  <a:pt x="27432" y="70866"/>
                </a:lnTo>
                <a:lnTo>
                  <a:pt x="25146" y="71628"/>
                </a:lnTo>
                <a:lnTo>
                  <a:pt x="21336" y="71628"/>
                </a:lnTo>
                <a:lnTo>
                  <a:pt x="28194" y="71628"/>
                </a:lnTo>
                <a:lnTo>
                  <a:pt x="35052" y="73914"/>
                </a:lnTo>
                <a:lnTo>
                  <a:pt x="76200" y="91440"/>
                </a:lnTo>
                <a:lnTo>
                  <a:pt x="81534" y="93726"/>
                </a:lnTo>
                <a:lnTo>
                  <a:pt x="89154" y="93726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3" name="Google Shape;1483;p14"/>
          <p:cNvGrpSpPr/>
          <p:nvPr/>
        </p:nvGrpSpPr>
        <p:grpSpPr>
          <a:xfrm>
            <a:off x="7154934" y="3802360"/>
            <a:ext cx="268916" cy="278307"/>
            <a:chOff x="9541750" y="5068049"/>
            <a:chExt cx="253505" cy="256057"/>
          </a:xfrm>
        </p:grpSpPr>
        <p:pic>
          <p:nvPicPr>
            <p:cNvPr id="1484" name="Google Shape;1484;p14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9541750" y="5068049"/>
              <a:ext cx="153187" cy="2560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5" name="Google Shape;1485;p14"/>
            <p:cNvSpPr/>
            <p:nvPr/>
          </p:nvSpPr>
          <p:spPr>
            <a:xfrm>
              <a:off x="9742931" y="5186529"/>
              <a:ext cx="41275" cy="10160"/>
            </a:xfrm>
            <a:custGeom>
              <a:rect b="b" l="l" r="r" t="t"/>
              <a:pathLst>
                <a:path extrusionOk="0" h="10160" w="41275">
                  <a:moveTo>
                    <a:pt x="0" y="1928"/>
                  </a:moveTo>
                  <a:lnTo>
                    <a:pt x="6893" y="1285"/>
                  </a:lnTo>
                  <a:lnTo>
                    <a:pt x="18002" y="214"/>
                  </a:lnTo>
                  <a:lnTo>
                    <a:pt x="29253" y="0"/>
                  </a:lnTo>
                  <a:lnTo>
                    <a:pt x="36576" y="1928"/>
                  </a:lnTo>
                  <a:lnTo>
                    <a:pt x="41148" y="5738"/>
                  </a:lnTo>
                  <a:lnTo>
                    <a:pt x="35052" y="8786"/>
                  </a:lnTo>
                  <a:lnTo>
                    <a:pt x="33528" y="954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14"/>
            <p:cNvSpPr/>
            <p:nvPr/>
          </p:nvSpPr>
          <p:spPr>
            <a:xfrm>
              <a:off x="9733025" y="5233415"/>
              <a:ext cx="62230" cy="7620"/>
            </a:xfrm>
            <a:custGeom>
              <a:rect b="b" l="l" r="r" t="t"/>
              <a:pathLst>
                <a:path extrusionOk="0" h="7620" w="62229">
                  <a:moveTo>
                    <a:pt x="0" y="3048"/>
                  </a:moveTo>
                  <a:lnTo>
                    <a:pt x="10263" y="5453"/>
                  </a:lnTo>
                  <a:lnTo>
                    <a:pt x="19812" y="6858"/>
                  </a:lnTo>
                  <a:lnTo>
                    <a:pt x="29360" y="7119"/>
                  </a:lnTo>
                  <a:lnTo>
                    <a:pt x="39624" y="6096"/>
                  </a:lnTo>
                  <a:lnTo>
                    <a:pt x="48006" y="5334"/>
                  </a:lnTo>
                  <a:lnTo>
                    <a:pt x="54102" y="3048"/>
                  </a:lnTo>
                  <a:lnTo>
                    <a:pt x="61722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7" name="Google Shape;1487;p14"/>
          <p:cNvSpPr/>
          <p:nvPr/>
        </p:nvSpPr>
        <p:spPr>
          <a:xfrm>
            <a:off x="7506568" y="3891821"/>
            <a:ext cx="13472" cy="103527"/>
          </a:xfrm>
          <a:custGeom>
            <a:rect b="b" l="l" r="r" t="t"/>
            <a:pathLst>
              <a:path extrusionOk="0" h="95250" w="12700">
                <a:moveTo>
                  <a:pt x="12192" y="0"/>
                </a:moveTo>
                <a:lnTo>
                  <a:pt x="9298" y="13239"/>
                </a:lnTo>
                <a:lnTo>
                  <a:pt x="7334" y="25908"/>
                </a:lnTo>
                <a:lnTo>
                  <a:pt x="6084" y="38576"/>
                </a:lnTo>
                <a:lnTo>
                  <a:pt x="5334" y="51816"/>
                </a:lnTo>
                <a:lnTo>
                  <a:pt x="4667" y="61293"/>
                </a:lnTo>
                <a:lnTo>
                  <a:pt x="4000" y="70485"/>
                </a:lnTo>
                <a:lnTo>
                  <a:pt x="3619" y="79676"/>
                </a:lnTo>
                <a:lnTo>
                  <a:pt x="3810" y="89154"/>
                </a:lnTo>
                <a:lnTo>
                  <a:pt x="3810" y="95250"/>
                </a:lnTo>
                <a:lnTo>
                  <a:pt x="4572" y="94488"/>
                </a:lnTo>
                <a:lnTo>
                  <a:pt x="0" y="93726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14"/>
          <p:cNvSpPr/>
          <p:nvPr/>
        </p:nvSpPr>
        <p:spPr>
          <a:xfrm>
            <a:off x="3709875" y="3694706"/>
            <a:ext cx="133373" cy="508661"/>
          </a:xfrm>
          <a:custGeom>
            <a:rect b="b" l="l" r="r" t="t"/>
            <a:pathLst>
              <a:path extrusionOk="0" h="467995" w="125729">
                <a:moveTo>
                  <a:pt x="125729" y="16001"/>
                </a:moveTo>
                <a:lnTo>
                  <a:pt x="112942" y="8465"/>
                </a:lnTo>
                <a:lnTo>
                  <a:pt x="101726" y="3143"/>
                </a:lnTo>
                <a:lnTo>
                  <a:pt x="89939" y="250"/>
                </a:lnTo>
                <a:lnTo>
                  <a:pt x="75437" y="0"/>
                </a:lnTo>
                <a:lnTo>
                  <a:pt x="62745" y="2262"/>
                </a:lnTo>
                <a:lnTo>
                  <a:pt x="22895" y="31492"/>
                </a:lnTo>
                <a:lnTo>
                  <a:pt x="11429" y="67817"/>
                </a:lnTo>
                <a:lnTo>
                  <a:pt x="11965" y="81129"/>
                </a:lnTo>
                <a:lnTo>
                  <a:pt x="25145" y="117347"/>
                </a:lnTo>
                <a:lnTo>
                  <a:pt x="38480" y="136112"/>
                </a:lnTo>
                <a:lnTo>
                  <a:pt x="45291" y="145530"/>
                </a:lnTo>
                <a:lnTo>
                  <a:pt x="60197" y="188975"/>
                </a:lnTo>
                <a:lnTo>
                  <a:pt x="57376" y="199536"/>
                </a:lnTo>
                <a:lnTo>
                  <a:pt x="51911" y="209454"/>
                </a:lnTo>
                <a:lnTo>
                  <a:pt x="44874" y="218658"/>
                </a:lnTo>
                <a:lnTo>
                  <a:pt x="37337" y="227075"/>
                </a:lnTo>
                <a:lnTo>
                  <a:pt x="30098" y="235267"/>
                </a:lnTo>
                <a:lnTo>
                  <a:pt x="22288" y="242887"/>
                </a:lnTo>
                <a:lnTo>
                  <a:pt x="14192" y="250221"/>
                </a:lnTo>
                <a:lnTo>
                  <a:pt x="6095" y="257555"/>
                </a:lnTo>
                <a:lnTo>
                  <a:pt x="3809" y="259079"/>
                </a:lnTo>
                <a:lnTo>
                  <a:pt x="1523" y="262127"/>
                </a:lnTo>
                <a:lnTo>
                  <a:pt x="0" y="263651"/>
                </a:lnTo>
                <a:lnTo>
                  <a:pt x="6095" y="264413"/>
                </a:lnTo>
                <a:lnTo>
                  <a:pt x="12191" y="265175"/>
                </a:lnTo>
                <a:lnTo>
                  <a:pt x="17525" y="266699"/>
                </a:lnTo>
                <a:lnTo>
                  <a:pt x="25157" y="268354"/>
                </a:lnTo>
                <a:lnTo>
                  <a:pt x="55483" y="296537"/>
                </a:lnTo>
                <a:lnTo>
                  <a:pt x="55625" y="304037"/>
                </a:lnTo>
                <a:lnTo>
                  <a:pt x="54411" y="321694"/>
                </a:lnTo>
                <a:lnTo>
                  <a:pt x="50482" y="338423"/>
                </a:lnTo>
                <a:lnTo>
                  <a:pt x="45124" y="354722"/>
                </a:lnTo>
                <a:lnTo>
                  <a:pt x="39623" y="371093"/>
                </a:lnTo>
                <a:lnTo>
                  <a:pt x="35004" y="385060"/>
                </a:lnTo>
                <a:lnTo>
                  <a:pt x="30670" y="399383"/>
                </a:lnTo>
                <a:lnTo>
                  <a:pt x="27193" y="413849"/>
                </a:lnTo>
                <a:lnTo>
                  <a:pt x="25145" y="428243"/>
                </a:lnTo>
                <a:lnTo>
                  <a:pt x="24598" y="436804"/>
                </a:lnTo>
                <a:lnTo>
                  <a:pt x="24764" y="445865"/>
                </a:lnTo>
                <a:lnTo>
                  <a:pt x="61674" y="467558"/>
                </a:lnTo>
                <a:lnTo>
                  <a:pt x="70865" y="466343"/>
                </a:lnTo>
                <a:lnTo>
                  <a:pt x="79759" y="462355"/>
                </a:lnTo>
                <a:lnTo>
                  <a:pt x="86582" y="459009"/>
                </a:lnTo>
                <a:lnTo>
                  <a:pt x="92404" y="455521"/>
                </a:lnTo>
                <a:lnTo>
                  <a:pt x="98297" y="451103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9" name="Google Shape;1489;p14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3912751" y="3782430"/>
            <a:ext cx="172199" cy="278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0" name="Google Shape;1490;p14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4240930" y="3937151"/>
            <a:ext cx="74696" cy="97135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14"/>
          <p:cNvSpPr/>
          <p:nvPr/>
        </p:nvSpPr>
        <p:spPr>
          <a:xfrm>
            <a:off x="1541951" y="3245813"/>
            <a:ext cx="53888" cy="43481"/>
          </a:xfrm>
          <a:custGeom>
            <a:rect b="b" l="l" r="r" t="t"/>
            <a:pathLst>
              <a:path extrusionOk="0" h="40004" w="50800">
                <a:moveTo>
                  <a:pt x="19812" y="29718"/>
                </a:moveTo>
                <a:lnTo>
                  <a:pt x="18288" y="25146"/>
                </a:lnTo>
                <a:lnTo>
                  <a:pt x="16764" y="21336"/>
                </a:lnTo>
                <a:lnTo>
                  <a:pt x="14478" y="16764"/>
                </a:lnTo>
                <a:lnTo>
                  <a:pt x="20574" y="13716"/>
                </a:lnTo>
                <a:lnTo>
                  <a:pt x="25146" y="12192"/>
                </a:lnTo>
                <a:lnTo>
                  <a:pt x="32004" y="11430"/>
                </a:lnTo>
                <a:lnTo>
                  <a:pt x="32766" y="11430"/>
                </a:lnTo>
                <a:lnTo>
                  <a:pt x="33528" y="11430"/>
                </a:lnTo>
                <a:lnTo>
                  <a:pt x="34290" y="11430"/>
                </a:lnTo>
                <a:lnTo>
                  <a:pt x="35814" y="18288"/>
                </a:lnTo>
                <a:lnTo>
                  <a:pt x="35814" y="22860"/>
                </a:lnTo>
                <a:lnTo>
                  <a:pt x="30480" y="28194"/>
                </a:lnTo>
                <a:lnTo>
                  <a:pt x="25622" y="32444"/>
                </a:lnTo>
                <a:lnTo>
                  <a:pt x="20193" y="35909"/>
                </a:lnTo>
                <a:lnTo>
                  <a:pt x="14192" y="38373"/>
                </a:lnTo>
                <a:lnTo>
                  <a:pt x="7620" y="39624"/>
                </a:lnTo>
                <a:lnTo>
                  <a:pt x="6858" y="39624"/>
                </a:lnTo>
                <a:lnTo>
                  <a:pt x="5334" y="39624"/>
                </a:lnTo>
                <a:lnTo>
                  <a:pt x="3810" y="39624"/>
                </a:lnTo>
                <a:lnTo>
                  <a:pt x="762" y="31242"/>
                </a:lnTo>
                <a:lnTo>
                  <a:pt x="0" y="24384"/>
                </a:lnTo>
                <a:lnTo>
                  <a:pt x="4572" y="16002"/>
                </a:lnTo>
                <a:lnTo>
                  <a:pt x="44196" y="0"/>
                </a:lnTo>
                <a:lnTo>
                  <a:pt x="48006" y="4572"/>
                </a:lnTo>
                <a:lnTo>
                  <a:pt x="48768" y="14478"/>
                </a:lnTo>
                <a:lnTo>
                  <a:pt x="49530" y="21336"/>
                </a:lnTo>
                <a:lnTo>
                  <a:pt x="50292" y="30480"/>
                </a:lnTo>
                <a:lnTo>
                  <a:pt x="44958" y="35052"/>
                </a:lnTo>
                <a:lnTo>
                  <a:pt x="39624" y="39624"/>
                </a:lnTo>
                <a:lnTo>
                  <a:pt x="35814" y="33528"/>
                </a:lnTo>
                <a:lnTo>
                  <a:pt x="34290" y="29718"/>
                </a:lnTo>
                <a:lnTo>
                  <a:pt x="31242" y="24384"/>
                </a:lnTo>
                <a:lnTo>
                  <a:pt x="30480" y="20574"/>
                </a:lnTo>
                <a:lnTo>
                  <a:pt x="29718" y="14478"/>
                </a:lnTo>
                <a:lnTo>
                  <a:pt x="32004" y="13716"/>
                </a:lnTo>
                <a:lnTo>
                  <a:pt x="36576" y="12192"/>
                </a:lnTo>
                <a:lnTo>
                  <a:pt x="38862" y="10668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2" name="Google Shape;1492;p14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2105744" y="3135880"/>
            <a:ext cx="336693" cy="224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3" name="Google Shape;1493;p14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2507885" y="3147035"/>
            <a:ext cx="106725" cy="13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Google Shape;1494;p14"/>
          <p:cNvSpPr/>
          <p:nvPr/>
        </p:nvSpPr>
        <p:spPr>
          <a:xfrm>
            <a:off x="2169210" y="3341887"/>
            <a:ext cx="410224" cy="79370"/>
          </a:xfrm>
          <a:custGeom>
            <a:rect b="b" l="l" r="r" t="t"/>
            <a:pathLst>
              <a:path extrusionOk="0" h="73025" w="386714">
                <a:moveTo>
                  <a:pt x="12953" y="57150"/>
                </a:moveTo>
                <a:lnTo>
                  <a:pt x="3809" y="63246"/>
                </a:lnTo>
                <a:lnTo>
                  <a:pt x="0" y="62484"/>
                </a:lnTo>
                <a:lnTo>
                  <a:pt x="0" y="68580"/>
                </a:lnTo>
                <a:lnTo>
                  <a:pt x="12263" y="71520"/>
                </a:lnTo>
                <a:lnTo>
                  <a:pt x="25526" y="72675"/>
                </a:lnTo>
                <a:lnTo>
                  <a:pt x="38790" y="72544"/>
                </a:lnTo>
                <a:lnTo>
                  <a:pt x="51053" y="71628"/>
                </a:lnTo>
                <a:lnTo>
                  <a:pt x="81903" y="67889"/>
                </a:lnTo>
                <a:lnTo>
                  <a:pt x="112680" y="62865"/>
                </a:lnTo>
                <a:lnTo>
                  <a:pt x="143315" y="57269"/>
                </a:lnTo>
                <a:lnTo>
                  <a:pt x="173735" y="51816"/>
                </a:lnTo>
                <a:lnTo>
                  <a:pt x="235362" y="41814"/>
                </a:lnTo>
                <a:lnTo>
                  <a:pt x="296417" y="33528"/>
                </a:lnTo>
                <a:lnTo>
                  <a:pt x="348174" y="27955"/>
                </a:lnTo>
                <a:lnTo>
                  <a:pt x="370331" y="26670"/>
                </a:lnTo>
                <a:lnTo>
                  <a:pt x="377189" y="25908"/>
                </a:lnTo>
                <a:lnTo>
                  <a:pt x="381761" y="25908"/>
                </a:lnTo>
                <a:lnTo>
                  <a:pt x="381761" y="20574"/>
                </a:lnTo>
                <a:lnTo>
                  <a:pt x="380999" y="16002"/>
                </a:lnTo>
                <a:lnTo>
                  <a:pt x="382523" y="10668"/>
                </a:lnTo>
                <a:lnTo>
                  <a:pt x="383285" y="6858"/>
                </a:lnTo>
                <a:lnTo>
                  <a:pt x="384809" y="3810"/>
                </a:lnTo>
                <a:lnTo>
                  <a:pt x="386333" y="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14"/>
          <p:cNvSpPr/>
          <p:nvPr/>
        </p:nvSpPr>
        <p:spPr>
          <a:xfrm>
            <a:off x="2697046" y="3198606"/>
            <a:ext cx="8083" cy="19325"/>
          </a:xfrm>
          <a:custGeom>
            <a:rect b="b" l="l" r="r" t="t"/>
            <a:pathLst>
              <a:path extrusionOk="0" h="17779" w="7620">
                <a:moveTo>
                  <a:pt x="7620" y="0"/>
                </a:moveTo>
                <a:lnTo>
                  <a:pt x="3048" y="10668"/>
                </a:lnTo>
                <a:lnTo>
                  <a:pt x="3048" y="12192"/>
                </a:lnTo>
                <a:lnTo>
                  <a:pt x="0" y="17526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14"/>
          <p:cNvSpPr/>
          <p:nvPr/>
        </p:nvSpPr>
        <p:spPr>
          <a:xfrm>
            <a:off x="2732611" y="3322838"/>
            <a:ext cx="1347" cy="5521"/>
          </a:xfrm>
          <a:custGeom>
            <a:rect b="b" l="l" r="r" t="t"/>
            <a:pathLst>
              <a:path extrusionOk="0" h="5079" w="1270">
                <a:moveTo>
                  <a:pt x="0" y="4572"/>
                </a:moveTo>
                <a:lnTo>
                  <a:pt x="0" y="3048"/>
                </a:lnTo>
                <a:lnTo>
                  <a:pt x="761" y="1524"/>
                </a:lnTo>
                <a:lnTo>
                  <a:pt x="761" y="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7" name="Google Shape;1497;p14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3168285" y="3222610"/>
            <a:ext cx="426821" cy="3056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8" name="Google Shape;1498;p14"/>
          <p:cNvGrpSpPr/>
          <p:nvPr/>
        </p:nvGrpSpPr>
        <p:grpSpPr>
          <a:xfrm>
            <a:off x="3651258" y="3138145"/>
            <a:ext cx="1166840" cy="360273"/>
            <a:chOff x="6238862" y="4456937"/>
            <a:chExt cx="1099971" cy="331470"/>
          </a:xfrm>
        </p:grpSpPr>
        <p:pic>
          <p:nvPicPr>
            <p:cNvPr id="1499" name="Google Shape;1499;p14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6238862" y="4493501"/>
              <a:ext cx="197883" cy="1902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0" name="Google Shape;1500;p14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6470033" y="4546079"/>
              <a:ext cx="159283" cy="1166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1" name="Google Shape;1501;p14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6650723" y="4511027"/>
              <a:ext cx="195966" cy="131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2" name="Google Shape;1502;p14"/>
            <p:cNvSpPr/>
            <p:nvPr/>
          </p:nvSpPr>
          <p:spPr>
            <a:xfrm>
              <a:off x="6881621" y="4456937"/>
              <a:ext cx="100965" cy="331470"/>
            </a:xfrm>
            <a:custGeom>
              <a:rect b="b" l="l" r="r" t="t"/>
              <a:pathLst>
                <a:path extrusionOk="0" h="331470" w="100965">
                  <a:moveTo>
                    <a:pt x="0" y="0"/>
                  </a:moveTo>
                  <a:lnTo>
                    <a:pt x="8096" y="53816"/>
                  </a:lnTo>
                  <a:lnTo>
                    <a:pt x="12192" y="108204"/>
                  </a:lnTo>
                  <a:lnTo>
                    <a:pt x="13525" y="168687"/>
                  </a:lnTo>
                  <a:lnTo>
                    <a:pt x="13716" y="228600"/>
                  </a:lnTo>
                  <a:lnTo>
                    <a:pt x="13239" y="250197"/>
                  </a:lnTo>
                  <a:lnTo>
                    <a:pt x="12192" y="271653"/>
                  </a:lnTo>
                  <a:lnTo>
                    <a:pt x="11144" y="293108"/>
                  </a:lnTo>
                  <a:lnTo>
                    <a:pt x="10668" y="314706"/>
                  </a:lnTo>
                  <a:lnTo>
                    <a:pt x="10668" y="323850"/>
                  </a:lnTo>
                  <a:lnTo>
                    <a:pt x="11430" y="325374"/>
                  </a:lnTo>
                  <a:lnTo>
                    <a:pt x="10668" y="331470"/>
                  </a:lnTo>
                  <a:lnTo>
                    <a:pt x="13311" y="319587"/>
                  </a:lnTo>
                  <a:lnTo>
                    <a:pt x="14668" y="307848"/>
                  </a:lnTo>
                  <a:lnTo>
                    <a:pt x="15168" y="296108"/>
                  </a:lnTo>
                  <a:lnTo>
                    <a:pt x="15240" y="284226"/>
                  </a:lnTo>
                  <a:lnTo>
                    <a:pt x="15025" y="261604"/>
                  </a:lnTo>
                  <a:lnTo>
                    <a:pt x="13525" y="239268"/>
                  </a:lnTo>
                  <a:lnTo>
                    <a:pt x="11168" y="216931"/>
                  </a:lnTo>
                  <a:lnTo>
                    <a:pt x="8382" y="194310"/>
                  </a:lnTo>
                  <a:lnTo>
                    <a:pt x="6310" y="177117"/>
                  </a:lnTo>
                  <a:lnTo>
                    <a:pt x="4381" y="158495"/>
                  </a:lnTo>
                  <a:lnTo>
                    <a:pt x="3881" y="139874"/>
                  </a:lnTo>
                  <a:lnTo>
                    <a:pt x="6096" y="122682"/>
                  </a:lnTo>
                  <a:lnTo>
                    <a:pt x="41148" y="97535"/>
                  </a:lnTo>
                  <a:lnTo>
                    <a:pt x="54542" y="97262"/>
                  </a:lnTo>
                  <a:lnTo>
                    <a:pt x="67151" y="99917"/>
                  </a:lnTo>
                  <a:lnTo>
                    <a:pt x="100393" y="134969"/>
                  </a:lnTo>
                  <a:lnTo>
                    <a:pt x="100941" y="146768"/>
                  </a:lnTo>
                  <a:lnTo>
                    <a:pt x="96774" y="158495"/>
                  </a:lnTo>
                  <a:lnTo>
                    <a:pt x="57233" y="192678"/>
                  </a:lnTo>
                  <a:lnTo>
                    <a:pt x="20919" y="209311"/>
                  </a:lnTo>
                  <a:lnTo>
                    <a:pt x="12954" y="210311"/>
                  </a:lnTo>
                  <a:lnTo>
                    <a:pt x="13430" y="202632"/>
                  </a:lnTo>
                  <a:lnTo>
                    <a:pt x="15049" y="197453"/>
                  </a:lnTo>
                  <a:lnTo>
                    <a:pt x="18097" y="192416"/>
                  </a:lnTo>
                  <a:lnTo>
                    <a:pt x="22860" y="18516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03" name="Google Shape;1503;p14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6997337" y="4460330"/>
              <a:ext cx="341496" cy="1957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04" name="Google Shape;1504;p14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5386324" y="3071875"/>
            <a:ext cx="169774" cy="255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5" name="Google Shape;1505;p14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6023282" y="3063593"/>
            <a:ext cx="192572" cy="1607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6" name="Google Shape;1506;p14"/>
          <p:cNvSpPr/>
          <p:nvPr/>
        </p:nvSpPr>
        <p:spPr>
          <a:xfrm>
            <a:off x="6516372" y="3025508"/>
            <a:ext cx="96999" cy="262958"/>
          </a:xfrm>
          <a:custGeom>
            <a:rect b="b" l="l" r="r" t="t"/>
            <a:pathLst>
              <a:path extrusionOk="0" h="241935" w="91440">
                <a:moveTo>
                  <a:pt x="53340" y="54101"/>
                </a:moveTo>
                <a:lnTo>
                  <a:pt x="64770" y="17525"/>
                </a:lnTo>
                <a:lnTo>
                  <a:pt x="48768" y="0"/>
                </a:lnTo>
                <a:lnTo>
                  <a:pt x="37873" y="1797"/>
                </a:lnTo>
                <a:lnTo>
                  <a:pt x="11287" y="37171"/>
                </a:lnTo>
                <a:lnTo>
                  <a:pt x="6048" y="62555"/>
                </a:lnTo>
                <a:lnTo>
                  <a:pt x="9144" y="74675"/>
                </a:lnTo>
                <a:lnTo>
                  <a:pt x="16537" y="83141"/>
                </a:lnTo>
                <a:lnTo>
                  <a:pt x="27146" y="87534"/>
                </a:lnTo>
                <a:lnTo>
                  <a:pt x="39040" y="88927"/>
                </a:lnTo>
                <a:lnTo>
                  <a:pt x="50292" y="88391"/>
                </a:lnTo>
                <a:lnTo>
                  <a:pt x="83820" y="58673"/>
                </a:lnTo>
                <a:lnTo>
                  <a:pt x="83820" y="50291"/>
                </a:lnTo>
                <a:lnTo>
                  <a:pt x="83820" y="41909"/>
                </a:lnTo>
                <a:lnTo>
                  <a:pt x="83820" y="41147"/>
                </a:lnTo>
                <a:lnTo>
                  <a:pt x="83820" y="40385"/>
                </a:lnTo>
                <a:lnTo>
                  <a:pt x="83820" y="39623"/>
                </a:lnTo>
                <a:lnTo>
                  <a:pt x="83843" y="55625"/>
                </a:lnTo>
                <a:lnTo>
                  <a:pt x="84010" y="71627"/>
                </a:lnTo>
                <a:lnTo>
                  <a:pt x="84462" y="87629"/>
                </a:lnTo>
                <a:lnTo>
                  <a:pt x="85344" y="103631"/>
                </a:lnTo>
                <a:lnTo>
                  <a:pt x="87034" y="124896"/>
                </a:lnTo>
                <a:lnTo>
                  <a:pt x="88582" y="146303"/>
                </a:lnTo>
                <a:lnTo>
                  <a:pt x="89844" y="167711"/>
                </a:lnTo>
                <a:lnTo>
                  <a:pt x="90678" y="188975"/>
                </a:lnTo>
                <a:lnTo>
                  <a:pt x="91035" y="201846"/>
                </a:lnTo>
                <a:lnTo>
                  <a:pt x="90678" y="215360"/>
                </a:lnTo>
                <a:lnTo>
                  <a:pt x="87463" y="227873"/>
                </a:lnTo>
                <a:lnTo>
                  <a:pt x="79248" y="237743"/>
                </a:lnTo>
                <a:lnTo>
                  <a:pt x="68377" y="241732"/>
                </a:lnTo>
                <a:lnTo>
                  <a:pt x="56292" y="241077"/>
                </a:lnTo>
                <a:lnTo>
                  <a:pt x="12382" y="214693"/>
                </a:lnTo>
                <a:lnTo>
                  <a:pt x="0" y="188975"/>
                </a:lnTo>
                <a:lnTo>
                  <a:pt x="523" y="172807"/>
                </a:lnTo>
                <a:lnTo>
                  <a:pt x="6477" y="159067"/>
                </a:lnTo>
                <a:lnTo>
                  <a:pt x="15859" y="146756"/>
                </a:lnTo>
                <a:lnTo>
                  <a:pt x="26670" y="134873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7" name="Google Shape;1507;p14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6674791" y="2954269"/>
            <a:ext cx="226357" cy="207637"/>
          </a:xfrm>
          <a:prstGeom prst="rect">
            <a:avLst/>
          </a:prstGeom>
          <a:noFill/>
          <a:ln>
            <a:noFill/>
          </a:ln>
        </p:spPr>
      </p:pic>
      <p:sp>
        <p:nvSpPr>
          <p:cNvPr id="1508" name="Google Shape;1508;p14"/>
          <p:cNvSpPr/>
          <p:nvPr/>
        </p:nvSpPr>
        <p:spPr>
          <a:xfrm>
            <a:off x="4572355" y="3891821"/>
            <a:ext cx="16166" cy="16564"/>
          </a:xfrm>
          <a:custGeom>
            <a:rect b="b" l="l" r="r" t="t"/>
            <a:pathLst>
              <a:path extrusionOk="0" h="15239" w="15240">
                <a:moveTo>
                  <a:pt x="0" y="3048"/>
                </a:moveTo>
                <a:lnTo>
                  <a:pt x="0" y="11430"/>
                </a:lnTo>
                <a:lnTo>
                  <a:pt x="3810" y="15240"/>
                </a:lnTo>
                <a:lnTo>
                  <a:pt x="12192" y="15240"/>
                </a:lnTo>
                <a:lnTo>
                  <a:pt x="15240" y="11430"/>
                </a:lnTo>
                <a:lnTo>
                  <a:pt x="15240" y="7620"/>
                </a:lnTo>
                <a:lnTo>
                  <a:pt x="15240" y="3048"/>
                </a:lnTo>
                <a:lnTo>
                  <a:pt x="12192" y="0"/>
                </a:lnTo>
                <a:lnTo>
                  <a:pt x="3810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14"/>
          <p:cNvSpPr/>
          <p:nvPr/>
        </p:nvSpPr>
        <p:spPr>
          <a:xfrm>
            <a:off x="4750187" y="3852067"/>
            <a:ext cx="16166" cy="16564"/>
          </a:xfrm>
          <a:custGeom>
            <a:rect b="b" l="l" r="r" t="t"/>
            <a:pathLst>
              <a:path extrusionOk="0" h="15239" w="15240">
                <a:moveTo>
                  <a:pt x="0" y="3048"/>
                </a:moveTo>
                <a:lnTo>
                  <a:pt x="0" y="11430"/>
                </a:lnTo>
                <a:lnTo>
                  <a:pt x="3810" y="15240"/>
                </a:lnTo>
                <a:lnTo>
                  <a:pt x="12192" y="15240"/>
                </a:lnTo>
                <a:lnTo>
                  <a:pt x="15240" y="11430"/>
                </a:lnTo>
                <a:lnTo>
                  <a:pt x="15240" y="7620"/>
                </a:lnTo>
                <a:lnTo>
                  <a:pt x="15240" y="3048"/>
                </a:lnTo>
                <a:lnTo>
                  <a:pt x="12192" y="0"/>
                </a:lnTo>
                <a:lnTo>
                  <a:pt x="3810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14"/>
          <p:cNvSpPr/>
          <p:nvPr/>
        </p:nvSpPr>
        <p:spPr>
          <a:xfrm>
            <a:off x="4890836" y="3850410"/>
            <a:ext cx="16166" cy="16564"/>
          </a:xfrm>
          <a:custGeom>
            <a:rect b="b" l="l" r="r" t="t"/>
            <a:pathLst>
              <a:path extrusionOk="0" h="15239" w="15240">
                <a:moveTo>
                  <a:pt x="0" y="3810"/>
                </a:moveTo>
                <a:lnTo>
                  <a:pt x="0" y="12192"/>
                </a:lnTo>
                <a:lnTo>
                  <a:pt x="3048" y="15240"/>
                </a:lnTo>
                <a:lnTo>
                  <a:pt x="11430" y="15240"/>
                </a:lnTo>
                <a:lnTo>
                  <a:pt x="15240" y="12192"/>
                </a:lnTo>
                <a:lnTo>
                  <a:pt x="15240" y="7620"/>
                </a:lnTo>
                <a:lnTo>
                  <a:pt x="15240" y="3810"/>
                </a:lnTo>
                <a:lnTo>
                  <a:pt x="11430" y="0"/>
                </a:lnTo>
                <a:lnTo>
                  <a:pt x="3048" y="0"/>
                </a:lnTo>
                <a:lnTo>
                  <a:pt x="0" y="3810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p14"/>
          <p:cNvSpPr/>
          <p:nvPr/>
        </p:nvSpPr>
        <p:spPr>
          <a:xfrm>
            <a:off x="5008042" y="3862834"/>
            <a:ext cx="16166" cy="16564"/>
          </a:xfrm>
          <a:custGeom>
            <a:rect b="b" l="l" r="r" t="t"/>
            <a:pathLst>
              <a:path extrusionOk="0" h="15239" w="15240">
                <a:moveTo>
                  <a:pt x="0" y="3047"/>
                </a:moveTo>
                <a:lnTo>
                  <a:pt x="0" y="11429"/>
                </a:lnTo>
                <a:lnTo>
                  <a:pt x="3048" y="15239"/>
                </a:lnTo>
                <a:lnTo>
                  <a:pt x="12192" y="15239"/>
                </a:lnTo>
                <a:lnTo>
                  <a:pt x="15240" y="11429"/>
                </a:lnTo>
                <a:lnTo>
                  <a:pt x="15240" y="7619"/>
                </a:lnTo>
                <a:lnTo>
                  <a:pt x="15240" y="3047"/>
                </a:lnTo>
                <a:lnTo>
                  <a:pt x="12192" y="0"/>
                </a:lnTo>
                <a:lnTo>
                  <a:pt x="3048" y="0"/>
                </a:lnTo>
                <a:lnTo>
                  <a:pt x="0" y="3047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2" name="Google Shape;1512;p14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5208493" y="3828034"/>
            <a:ext cx="83827" cy="1416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3" name="Google Shape;1513;p14"/>
          <p:cNvGrpSpPr/>
          <p:nvPr/>
        </p:nvGrpSpPr>
        <p:grpSpPr>
          <a:xfrm>
            <a:off x="5363691" y="3545420"/>
            <a:ext cx="397978" cy="449996"/>
            <a:chOff x="7853159" y="4831651"/>
            <a:chExt cx="375171" cy="414020"/>
          </a:xfrm>
        </p:grpSpPr>
        <p:pic>
          <p:nvPicPr>
            <p:cNvPr id="1514" name="Google Shape;1514;p14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7853159" y="4924983"/>
              <a:ext cx="206527" cy="2543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5" name="Google Shape;1515;p14"/>
            <p:cNvSpPr/>
            <p:nvPr/>
          </p:nvSpPr>
          <p:spPr>
            <a:xfrm>
              <a:off x="8065770" y="4831651"/>
              <a:ext cx="162560" cy="414020"/>
            </a:xfrm>
            <a:custGeom>
              <a:rect b="b" l="l" r="r" t="t"/>
              <a:pathLst>
                <a:path extrusionOk="0" h="414020" w="162559">
                  <a:moveTo>
                    <a:pt x="67055" y="13906"/>
                  </a:moveTo>
                  <a:lnTo>
                    <a:pt x="65531" y="5524"/>
                  </a:lnTo>
                  <a:lnTo>
                    <a:pt x="63245" y="4000"/>
                  </a:lnTo>
                  <a:lnTo>
                    <a:pt x="67055" y="952"/>
                  </a:lnTo>
                  <a:lnTo>
                    <a:pt x="74592" y="333"/>
                  </a:lnTo>
                  <a:lnTo>
                    <a:pt x="82200" y="0"/>
                  </a:lnTo>
                  <a:lnTo>
                    <a:pt x="89665" y="523"/>
                  </a:lnTo>
                  <a:lnTo>
                    <a:pt x="129135" y="25836"/>
                  </a:lnTo>
                  <a:lnTo>
                    <a:pt x="150209" y="69627"/>
                  </a:lnTo>
                  <a:lnTo>
                    <a:pt x="152399" y="105346"/>
                  </a:lnTo>
                  <a:lnTo>
                    <a:pt x="149983" y="127111"/>
                  </a:lnTo>
                  <a:lnTo>
                    <a:pt x="144494" y="148018"/>
                  </a:lnTo>
                  <a:lnTo>
                    <a:pt x="136862" y="168354"/>
                  </a:lnTo>
                  <a:lnTo>
                    <a:pt x="128015" y="188404"/>
                  </a:lnTo>
                  <a:lnTo>
                    <a:pt x="120372" y="204001"/>
                  </a:lnTo>
                  <a:lnTo>
                    <a:pt x="113156" y="220027"/>
                  </a:lnTo>
                  <a:lnTo>
                    <a:pt x="107656" y="236624"/>
                  </a:lnTo>
                  <a:lnTo>
                    <a:pt x="105155" y="253936"/>
                  </a:lnTo>
                  <a:lnTo>
                    <a:pt x="104393" y="264604"/>
                  </a:lnTo>
                  <a:lnTo>
                    <a:pt x="113537" y="266128"/>
                  </a:lnTo>
                  <a:lnTo>
                    <a:pt x="122681" y="267652"/>
                  </a:lnTo>
                  <a:lnTo>
                    <a:pt x="130337" y="268926"/>
                  </a:lnTo>
                  <a:lnTo>
                    <a:pt x="138207" y="269271"/>
                  </a:lnTo>
                  <a:lnTo>
                    <a:pt x="145934" y="268616"/>
                  </a:lnTo>
                  <a:lnTo>
                    <a:pt x="153161" y="266890"/>
                  </a:lnTo>
                  <a:lnTo>
                    <a:pt x="156209" y="266128"/>
                  </a:lnTo>
                  <a:lnTo>
                    <a:pt x="159257" y="264604"/>
                  </a:lnTo>
                  <a:lnTo>
                    <a:pt x="162305" y="263080"/>
                  </a:lnTo>
                  <a:lnTo>
                    <a:pt x="125503" y="299215"/>
                  </a:lnTo>
                  <a:lnTo>
                    <a:pt x="111251" y="346900"/>
                  </a:lnTo>
                  <a:lnTo>
                    <a:pt x="111085" y="356485"/>
                  </a:lnTo>
                  <a:lnTo>
                    <a:pt x="111632" y="365855"/>
                  </a:lnTo>
                  <a:lnTo>
                    <a:pt x="112752" y="375082"/>
                  </a:lnTo>
                  <a:lnTo>
                    <a:pt x="114299" y="384238"/>
                  </a:lnTo>
                  <a:lnTo>
                    <a:pt x="115823" y="394144"/>
                  </a:lnTo>
                  <a:lnTo>
                    <a:pt x="77723" y="413956"/>
                  </a:lnTo>
                  <a:lnTo>
                    <a:pt x="66603" y="413134"/>
                  </a:lnTo>
                  <a:lnTo>
                    <a:pt x="28396" y="397263"/>
                  </a:lnTo>
                  <a:lnTo>
                    <a:pt x="9274" y="386453"/>
                  </a:lnTo>
                  <a:lnTo>
                    <a:pt x="0" y="38119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6" name="Google Shape;1516;p14"/>
          <p:cNvGrpSpPr/>
          <p:nvPr/>
        </p:nvGrpSpPr>
        <p:grpSpPr>
          <a:xfrm>
            <a:off x="6791998" y="3890150"/>
            <a:ext cx="317697" cy="254289"/>
            <a:chOff x="9199613" y="5148821"/>
            <a:chExt cx="299491" cy="233959"/>
          </a:xfrm>
        </p:grpSpPr>
        <p:pic>
          <p:nvPicPr>
            <p:cNvPr id="1517" name="Google Shape;1517;p14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9199613" y="5173205"/>
              <a:ext cx="73939" cy="1699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8" name="Google Shape;1518;p14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9310865" y="5148821"/>
              <a:ext cx="188239" cy="2339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19" name="Google Shape;1519;p14"/>
          <p:cNvGrpSpPr/>
          <p:nvPr/>
        </p:nvGrpSpPr>
        <p:grpSpPr>
          <a:xfrm>
            <a:off x="1409185" y="2342917"/>
            <a:ext cx="3883136" cy="744211"/>
            <a:chOff x="3300562" y="6787012"/>
            <a:chExt cx="4185829" cy="977900"/>
          </a:xfrm>
        </p:grpSpPr>
        <p:pic>
          <p:nvPicPr>
            <p:cNvPr id="1520" name="Google Shape;1520;p14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3300562" y="6787012"/>
              <a:ext cx="3098800" cy="977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1" name="Google Shape;1521;p14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6457691" y="6839409"/>
              <a:ext cx="1028700" cy="508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2" name="Google Shape;1522;p14"/>
          <p:cNvGrpSpPr/>
          <p:nvPr/>
        </p:nvGrpSpPr>
        <p:grpSpPr>
          <a:xfrm>
            <a:off x="1645264" y="5259992"/>
            <a:ext cx="6355736" cy="2205067"/>
            <a:chOff x="4449853" y="2036825"/>
            <a:chExt cx="5274041" cy="1741945"/>
          </a:xfrm>
        </p:grpSpPr>
        <p:sp>
          <p:nvSpPr>
            <p:cNvPr id="1523" name="Google Shape;1523;p14"/>
            <p:cNvSpPr/>
            <p:nvPr/>
          </p:nvSpPr>
          <p:spPr>
            <a:xfrm>
              <a:off x="4449853" y="2097678"/>
              <a:ext cx="43180" cy="46990"/>
            </a:xfrm>
            <a:custGeom>
              <a:rect b="b" l="l" r="r" t="t"/>
              <a:pathLst>
                <a:path extrusionOk="0" h="46989" w="43179">
                  <a:moveTo>
                    <a:pt x="11656" y="10775"/>
                  </a:moveTo>
                  <a:lnTo>
                    <a:pt x="20038" y="4679"/>
                  </a:lnTo>
                  <a:lnTo>
                    <a:pt x="20800" y="1631"/>
                  </a:lnTo>
                  <a:lnTo>
                    <a:pt x="26134" y="2393"/>
                  </a:lnTo>
                  <a:lnTo>
                    <a:pt x="30706" y="6203"/>
                  </a:lnTo>
                  <a:lnTo>
                    <a:pt x="32992" y="10775"/>
                  </a:lnTo>
                  <a:lnTo>
                    <a:pt x="31468" y="16871"/>
                  </a:lnTo>
                  <a:lnTo>
                    <a:pt x="29944" y="23729"/>
                  </a:lnTo>
                  <a:lnTo>
                    <a:pt x="23086" y="32111"/>
                  </a:lnTo>
                  <a:lnTo>
                    <a:pt x="16228" y="35159"/>
                  </a:lnTo>
                  <a:lnTo>
                    <a:pt x="10132" y="37445"/>
                  </a:lnTo>
                  <a:lnTo>
                    <a:pt x="3274" y="36683"/>
                  </a:lnTo>
                  <a:lnTo>
                    <a:pt x="988" y="30587"/>
                  </a:lnTo>
                  <a:lnTo>
                    <a:pt x="0" y="24110"/>
                  </a:lnTo>
                  <a:lnTo>
                    <a:pt x="511" y="17633"/>
                  </a:lnTo>
                  <a:lnTo>
                    <a:pt x="25503" y="0"/>
                  </a:lnTo>
                  <a:lnTo>
                    <a:pt x="32230" y="869"/>
                  </a:lnTo>
                  <a:lnTo>
                    <a:pt x="41374" y="3155"/>
                  </a:lnTo>
                  <a:lnTo>
                    <a:pt x="41374" y="13823"/>
                  </a:lnTo>
                  <a:lnTo>
                    <a:pt x="41374" y="21443"/>
                  </a:lnTo>
                  <a:lnTo>
                    <a:pt x="42136" y="30587"/>
                  </a:lnTo>
                  <a:lnTo>
                    <a:pt x="39088" y="37445"/>
                  </a:lnTo>
                  <a:lnTo>
                    <a:pt x="32230" y="42779"/>
                  </a:lnTo>
                  <a:lnTo>
                    <a:pt x="27658" y="46589"/>
                  </a:lnTo>
                  <a:lnTo>
                    <a:pt x="21562" y="46589"/>
                  </a:lnTo>
                  <a:lnTo>
                    <a:pt x="19276" y="41255"/>
                  </a:lnTo>
                  <a:lnTo>
                    <a:pt x="16990" y="35159"/>
                  </a:lnTo>
                  <a:lnTo>
                    <a:pt x="16228" y="22205"/>
                  </a:lnTo>
                  <a:lnTo>
                    <a:pt x="18514" y="16871"/>
                  </a:lnTo>
                  <a:lnTo>
                    <a:pt x="21562" y="10775"/>
                  </a:lnTo>
                  <a:lnTo>
                    <a:pt x="29182" y="9251"/>
                  </a:lnTo>
                  <a:lnTo>
                    <a:pt x="35278" y="10013"/>
                  </a:lnTo>
                  <a:lnTo>
                    <a:pt x="40612" y="10775"/>
                  </a:lnTo>
                  <a:lnTo>
                    <a:pt x="42136" y="16871"/>
                  </a:lnTo>
                  <a:lnTo>
                    <a:pt x="42898" y="21443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24" name="Google Shape;1524;p14"/>
            <p:cNvGrpSpPr/>
            <p:nvPr/>
          </p:nvGrpSpPr>
          <p:grpSpPr>
            <a:xfrm>
              <a:off x="4769726" y="2036825"/>
              <a:ext cx="523066" cy="253493"/>
              <a:chOff x="4769726" y="2036825"/>
              <a:chExt cx="523066" cy="253493"/>
            </a:xfrm>
          </p:grpSpPr>
          <p:pic>
            <p:nvPicPr>
              <p:cNvPr id="1525" name="Google Shape;1525;p14"/>
              <p:cNvPicPr preferRelativeResize="0"/>
              <p:nvPr/>
            </p:nvPicPr>
            <p:blipFill rotWithShape="1">
              <a:blip r:embed="rId48">
                <a:alphaModFix/>
              </a:blip>
              <a:srcRect b="0" l="0" r="0" t="0"/>
              <a:stretch/>
            </p:blipFill>
            <p:spPr>
              <a:xfrm>
                <a:off x="4769726" y="2036825"/>
                <a:ext cx="112420" cy="1831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26" name="Google Shape;1526;p14"/>
              <p:cNvSpPr/>
              <p:nvPr/>
            </p:nvSpPr>
            <p:spPr>
              <a:xfrm>
                <a:off x="4871465" y="2235708"/>
                <a:ext cx="415290" cy="54610"/>
              </a:xfrm>
              <a:custGeom>
                <a:rect b="b" l="l" r="r" t="t"/>
                <a:pathLst>
                  <a:path extrusionOk="0" h="54610" w="415289">
                    <a:moveTo>
                      <a:pt x="0" y="48006"/>
                    </a:moveTo>
                    <a:lnTo>
                      <a:pt x="18621" y="52566"/>
                    </a:lnTo>
                    <a:lnTo>
                      <a:pt x="36385" y="54197"/>
                    </a:lnTo>
                    <a:lnTo>
                      <a:pt x="54435" y="53685"/>
                    </a:lnTo>
                    <a:lnTo>
                      <a:pt x="73914" y="51816"/>
                    </a:lnTo>
                    <a:lnTo>
                      <a:pt x="105227" y="48708"/>
                    </a:lnTo>
                    <a:lnTo>
                      <a:pt x="136397" y="45243"/>
                    </a:lnTo>
                    <a:lnTo>
                      <a:pt x="167568" y="41636"/>
                    </a:lnTo>
                    <a:lnTo>
                      <a:pt x="198882" y="38100"/>
                    </a:lnTo>
                    <a:lnTo>
                      <a:pt x="228730" y="34254"/>
                    </a:lnTo>
                    <a:lnTo>
                      <a:pt x="258794" y="30765"/>
                    </a:lnTo>
                    <a:lnTo>
                      <a:pt x="289000" y="27705"/>
                    </a:lnTo>
                    <a:lnTo>
                      <a:pt x="319278" y="25146"/>
                    </a:lnTo>
                    <a:lnTo>
                      <a:pt x="337685" y="23562"/>
                    </a:lnTo>
                    <a:lnTo>
                      <a:pt x="356235" y="22193"/>
                    </a:lnTo>
                    <a:lnTo>
                      <a:pt x="374784" y="20966"/>
                    </a:lnTo>
                    <a:lnTo>
                      <a:pt x="393192" y="19812"/>
                    </a:lnTo>
                    <a:lnTo>
                      <a:pt x="400812" y="19812"/>
                    </a:lnTo>
                    <a:lnTo>
                      <a:pt x="408431" y="19812"/>
                    </a:lnTo>
                    <a:lnTo>
                      <a:pt x="415290" y="19812"/>
                    </a:lnTo>
                    <a:lnTo>
                      <a:pt x="412242" y="18288"/>
                    </a:lnTo>
                    <a:lnTo>
                      <a:pt x="409956" y="17526"/>
                    </a:lnTo>
                    <a:lnTo>
                      <a:pt x="409194" y="13716"/>
                    </a:lnTo>
                    <a:lnTo>
                      <a:pt x="408431" y="6858"/>
                    </a:lnTo>
                    <a:lnTo>
                      <a:pt x="408431" y="4572"/>
                    </a:lnTo>
                    <a:lnTo>
                      <a:pt x="408431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527" name="Google Shape;1527;p14"/>
              <p:cNvPicPr preferRelativeResize="0"/>
              <p:nvPr/>
            </p:nvPicPr>
            <p:blipFill rotWithShape="1">
              <a:blip r:embed="rId49">
                <a:alphaModFix/>
              </a:blip>
              <a:srcRect b="0" l="0" r="0" t="0"/>
              <a:stretch/>
            </p:blipFill>
            <p:spPr>
              <a:xfrm>
                <a:off x="4877549" y="2052053"/>
                <a:ext cx="259212" cy="23091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28" name="Google Shape;1528;p14"/>
              <p:cNvPicPr preferRelativeResize="0"/>
              <p:nvPr/>
            </p:nvPicPr>
            <p:blipFill rotWithShape="1">
              <a:blip r:embed="rId50">
                <a:alphaModFix/>
              </a:blip>
              <a:srcRect b="0" l="0" r="0" t="0"/>
              <a:stretch/>
            </p:blipFill>
            <p:spPr>
              <a:xfrm>
                <a:off x="5169395" y="2049576"/>
                <a:ext cx="123397" cy="15662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29" name="Google Shape;1529;p14"/>
            <p:cNvSpPr/>
            <p:nvPr/>
          </p:nvSpPr>
          <p:spPr>
            <a:xfrm>
              <a:off x="5364479" y="2086355"/>
              <a:ext cx="7620" cy="21590"/>
            </a:xfrm>
            <a:custGeom>
              <a:rect b="b" l="l" r="r" t="t"/>
              <a:pathLst>
                <a:path extrusionOk="0" h="21589" w="7620">
                  <a:moveTo>
                    <a:pt x="7620" y="0"/>
                  </a:moveTo>
                  <a:lnTo>
                    <a:pt x="5334" y="7620"/>
                  </a:lnTo>
                  <a:lnTo>
                    <a:pt x="3048" y="14478"/>
                  </a:lnTo>
                  <a:lnTo>
                    <a:pt x="0" y="2133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30" name="Google Shape;1530;p14"/>
            <p:cNvGrpSpPr/>
            <p:nvPr/>
          </p:nvGrpSpPr>
          <p:grpSpPr>
            <a:xfrm>
              <a:off x="6163805" y="2123681"/>
              <a:ext cx="269011" cy="253771"/>
              <a:chOff x="6163805" y="2123681"/>
              <a:chExt cx="269011" cy="253771"/>
            </a:xfrm>
          </p:grpSpPr>
          <p:pic>
            <p:nvPicPr>
              <p:cNvPr id="1531" name="Google Shape;1531;p14"/>
              <p:cNvPicPr preferRelativeResize="0"/>
              <p:nvPr/>
            </p:nvPicPr>
            <p:blipFill rotWithShape="1">
              <a:blip r:embed="rId51">
                <a:alphaModFix/>
              </a:blip>
              <a:srcRect b="0" l="0" r="0" t="0"/>
              <a:stretch/>
            </p:blipFill>
            <p:spPr>
              <a:xfrm>
                <a:off x="6163805" y="2123681"/>
                <a:ext cx="131851" cy="14709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32" name="Google Shape;1532;p14"/>
              <p:cNvPicPr preferRelativeResize="0"/>
              <p:nvPr/>
            </p:nvPicPr>
            <p:blipFill rotWithShape="1">
              <a:blip r:embed="rId52">
                <a:alphaModFix/>
              </a:blip>
              <a:srcRect b="0" l="0" r="0" t="0"/>
              <a:stretch/>
            </p:blipFill>
            <p:spPr>
              <a:xfrm>
                <a:off x="6316205" y="2229599"/>
                <a:ext cx="116611" cy="14785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33" name="Google Shape;1533;p14"/>
            <p:cNvSpPr/>
            <p:nvPr/>
          </p:nvSpPr>
          <p:spPr>
            <a:xfrm>
              <a:off x="6693407" y="2157222"/>
              <a:ext cx="70485" cy="6985"/>
            </a:xfrm>
            <a:custGeom>
              <a:rect b="b" l="l" r="r" t="t"/>
              <a:pathLst>
                <a:path extrusionOk="0" h="6985" w="70484">
                  <a:moveTo>
                    <a:pt x="0" y="4572"/>
                  </a:moveTo>
                  <a:lnTo>
                    <a:pt x="11310" y="3881"/>
                  </a:lnTo>
                  <a:lnTo>
                    <a:pt x="22478" y="3048"/>
                  </a:lnTo>
                  <a:lnTo>
                    <a:pt x="33647" y="2214"/>
                  </a:lnTo>
                  <a:lnTo>
                    <a:pt x="44958" y="1524"/>
                  </a:lnTo>
                  <a:lnTo>
                    <a:pt x="52577" y="762"/>
                  </a:lnTo>
                  <a:lnTo>
                    <a:pt x="60198" y="0"/>
                  </a:lnTo>
                  <a:lnTo>
                    <a:pt x="67818" y="0"/>
                  </a:lnTo>
                  <a:lnTo>
                    <a:pt x="69342" y="0"/>
                  </a:lnTo>
                  <a:lnTo>
                    <a:pt x="70104" y="0"/>
                  </a:lnTo>
                  <a:lnTo>
                    <a:pt x="64008" y="1524"/>
                  </a:lnTo>
                  <a:lnTo>
                    <a:pt x="59436" y="4572"/>
                  </a:lnTo>
                  <a:lnTo>
                    <a:pt x="54102" y="685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14"/>
            <p:cNvSpPr/>
            <p:nvPr/>
          </p:nvSpPr>
          <p:spPr>
            <a:xfrm>
              <a:off x="6696456" y="2216657"/>
              <a:ext cx="89535" cy="22225"/>
            </a:xfrm>
            <a:custGeom>
              <a:rect b="b" l="l" r="r" t="t"/>
              <a:pathLst>
                <a:path extrusionOk="0" h="22225" w="89534">
                  <a:moveTo>
                    <a:pt x="0" y="22098"/>
                  </a:moveTo>
                  <a:lnTo>
                    <a:pt x="12334" y="20574"/>
                  </a:lnTo>
                  <a:lnTo>
                    <a:pt x="24384" y="18478"/>
                  </a:lnTo>
                  <a:lnTo>
                    <a:pt x="36433" y="16097"/>
                  </a:lnTo>
                  <a:lnTo>
                    <a:pt x="48768" y="13716"/>
                  </a:lnTo>
                  <a:lnTo>
                    <a:pt x="86868" y="8382"/>
                  </a:lnTo>
                  <a:lnTo>
                    <a:pt x="87630" y="8382"/>
                  </a:lnTo>
                  <a:lnTo>
                    <a:pt x="89154" y="8382"/>
                  </a:lnTo>
                  <a:lnTo>
                    <a:pt x="87630" y="8382"/>
                  </a:lnTo>
                  <a:lnTo>
                    <a:pt x="88392" y="9144"/>
                  </a:lnTo>
                  <a:lnTo>
                    <a:pt x="86868" y="8382"/>
                  </a:lnTo>
                  <a:lnTo>
                    <a:pt x="85344" y="6096"/>
                  </a:lnTo>
                  <a:lnTo>
                    <a:pt x="85344" y="4572"/>
                  </a:lnTo>
                  <a:lnTo>
                    <a:pt x="85344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35" name="Google Shape;1535;p14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7066013" y="2055863"/>
              <a:ext cx="205003" cy="2141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6" name="Google Shape;1536;p14"/>
            <p:cNvSpPr/>
            <p:nvPr/>
          </p:nvSpPr>
          <p:spPr>
            <a:xfrm>
              <a:off x="7028688" y="2337054"/>
              <a:ext cx="326390" cy="31115"/>
            </a:xfrm>
            <a:custGeom>
              <a:rect b="b" l="l" r="r" t="t"/>
              <a:pathLst>
                <a:path extrusionOk="0" h="31114" w="326390">
                  <a:moveTo>
                    <a:pt x="0" y="26670"/>
                  </a:moveTo>
                  <a:lnTo>
                    <a:pt x="20002" y="29289"/>
                  </a:lnTo>
                  <a:lnTo>
                    <a:pt x="40005" y="30480"/>
                  </a:lnTo>
                  <a:lnTo>
                    <a:pt x="60007" y="30527"/>
                  </a:lnTo>
                  <a:lnTo>
                    <a:pt x="80010" y="29718"/>
                  </a:lnTo>
                  <a:lnTo>
                    <a:pt x="109156" y="27372"/>
                  </a:lnTo>
                  <a:lnTo>
                    <a:pt x="138303" y="24098"/>
                  </a:lnTo>
                  <a:lnTo>
                    <a:pt x="167449" y="20395"/>
                  </a:lnTo>
                  <a:lnTo>
                    <a:pt x="196596" y="16764"/>
                  </a:lnTo>
                  <a:lnTo>
                    <a:pt x="220599" y="14013"/>
                  </a:lnTo>
                  <a:lnTo>
                    <a:pt x="244602" y="11334"/>
                  </a:lnTo>
                  <a:lnTo>
                    <a:pt x="268605" y="8512"/>
                  </a:lnTo>
                  <a:lnTo>
                    <a:pt x="308991" y="2952"/>
                  </a:lnTo>
                  <a:lnTo>
                    <a:pt x="325374" y="0"/>
                  </a:lnTo>
                  <a:lnTo>
                    <a:pt x="326136" y="0"/>
                  </a:lnTo>
                  <a:lnTo>
                    <a:pt x="320802" y="762"/>
                  </a:lnTo>
                  <a:lnTo>
                    <a:pt x="315468" y="762"/>
                  </a:lnTo>
                  <a:lnTo>
                    <a:pt x="310134" y="76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37" name="Google Shape;1537;p14"/>
            <p:cNvGrpSpPr/>
            <p:nvPr/>
          </p:nvGrpSpPr>
          <p:grpSpPr>
            <a:xfrm>
              <a:off x="7024878" y="2430779"/>
              <a:ext cx="404634" cy="248920"/>
              <a:chOff x="7024878" y="2430779"/>
              <a:chExt cx="404634" cy="248920"/>
            </a:xfrm>
          </p:grpSpPr>
          <p:sp>
            <p:nvSpPr>
              <p:cNvPr id="1538" name="Google Shape;1538;p14"/>
              <p:cNvSpPr/>
              <p:nvPr/>
            </p:nvSpPr>
            <p:spPr>
              <a:xfrm>
                <a:off x="7024878" y="2430779"/>
                <a:ext cx="363220" cy="248920"/>
              </a:xfrm>
              <a:custGeom>
                <a:rect b="b" l="l" r="r" t="t"/>
                <a:pathLst>
                  <a:path extrusionOk="0" h="248919" w="363220">
                    <a:moveTo>
                      <a:pt x="0" y="153924"/>
                    </a:moveTo>
                    <a:lnTo>
                      <a:pt x="15240" y="194310"/>
                    </a:lnTo>
                    <a:lnTo>
                      <a:pt x="24384" y="212598"/>
                    </a:lnTo>
                    <a:lnTo>
                      <a:pt x="28956" y="221742"/>
                    </a:lnTo>
                    <a:lnTo>
                      <a:pt x="33528" y="230886"/>
                    </a:lnTo>
                    <a:lnTo>
                      <a:pt x="36576" y="236220"/>
                    </a:lnTo>
                    <a:lnTo>
                      <a:pt x="38862" y="243078"/>
                    </a:lnTo>
                    <a:lnTo>
                      <a:pt x="42672" y="248412"/>
                    </a:lnTo>
                    <a:lnTo>
                      <a:pt x="42552" y="210693"/>
                    </a:lnTo>
                    <a:lnTo>
                      <a:pt x="42291" y="172974"/>
                    </a:lnTo>
                    <a:lnTo>
                      <a:pt x="42029" y="135255"/>
                    </a:lnTo>
                    <a:lnTo>
                      <a:pt x="41909" y="97536"/>
                    </a:lnTo>
                    <a:lnTo>
                      <a:pt x="42112" y="84141"/>
                    </a:lnTo>
                    <a:lnTo>
                      <a:pt x="42386" y="70389"/>
                    </a:lnTo>
                    <a:lnTo>
                      <a:pt x="42231" y="56495"/>
                    </a:lnTo>
                    <a:lnTo>
                      <a:pt x="41147" y="42672"/>
                    </a:lnTo>
                    <a:lnTo>
                      <a:pt x="40385" y="39624"/>
                    </a:lnTo>
                    <a:lnTo>
                      <a:pt x="39623" y="36576"/>
                    </a:lnTo>
                    <a:lnTo>
                      <a:pt x="38861" y="32766"/>
                    </a:lnTo>
                    <a:lnTo>
                      <a:pt x="45719" y="32004"/>
                    </a:lnTo>
                    <a:lnTo>
                      <a:pt x="53339" y="31242"/>
                    </a:lnTo>
                    <a:lnTo>
                      <a:pt x="60197" y="29718"/>
                    </a:lnTo>
                    <a:lnTo>
                      <a:pt x="79057" y="27884"/>
                    </a:lnTo>
                    <a:lnTo>
                      <a:pt x="97916" y="25908"/>
                    </a:lnTo>
                    <a:lnTo>
                      <a:pt x="116776" y="23931"/>
                    </a:lnTo>
                    <a:lnTo>
                      <a:pt x="135635" y="22098"/>
                    </a:lnTo>
                    <a:lnTo>
                      <a:pt x="164330" y="19240"/>
                    </a:lnTo>
                    <a:lnTo>
                      <a:pt x="193166" y="16383"/>
                    </a:lnTo>
                    <a:lnTo>
                      <a:pt x="222003" y="13525"/>
                    </a:lnTo>
                    <a:lnTo>
                      <a:pt x="250697" y="10668"/>
                    </a:lnTo>
                    <a:lnTo>
                      <a:pt x="272974" y="8608"/>
                    </a:lnTo>
                    <a:lnTo>
                      <a:pt x="295179" y="6762"/>
                    </a:lnTo>
                    <a:lnTo>
                      <a:pt x="317242" y="4774"/>
                    </a:lnTo>
                    <a:lnTo>
                      <a:pt x="339089" y="2285"/>
                    </a:lnTo>
                    <a:lnTo>
                      <a:pt x="346709" y="1523"/>
                    </a:lnTo>
                    <a:lnTo>
                      <a:pt x="354329" y="761"/>
                    </a:lnTo>
                    <a:lnTo>
                      <a:pt x="362711" y="0"/>
                    </a:lnTo>
                    <a:lnTo>
                      <a:pt x="356615" y="0"/>
                    </a:lnTo>
                    <a:lnTo>
                      <a:pt x="352043" y="761"/>
                    </a:lnTo>
                    <a:lnTo>
                      <a:pt x="345947" y="1523"/>
                    </a:lnTo>
                    <a:lnTo>
                      <a:pt x="337565" y="3047"/>
                    </a:lnTo>
                    <a:lnTo>
                      <a:pt x="333755" y="3809"/>
                    </a:lnTo>
                    <a:lnTo>
                      <a:pt x="327659" y="4571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539" name="Google Shape;1539;p14"/>
              <p:cNvPicPr preferRelativeResize="0"/>
              <p:nvPr/>
            </p:nvPicPr>
            <p:blipFill rotWithShape="1">
              <a:blip r:embed="rId54">
                <a:alphaModFix/>
              </a:blip>
              <a:srcRect b="0" l="0" r="0" t="0"/>
              <a:stretch/>
            </p:blipFill>
            <p:spPr>
              <a:xfrm>
                <a:off x="7123282" y="2503157"/>
                <a:ext cx="306230" cy="1752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540" name="Google Shape;1540;p14"/>
            <p:cNvPicPr preferRelativeResize="0"/>
            <p:nvPr/>
          </p:nvPicPr>
          <p:blipFill rotWithShape="1">
            <a:blip r:embed="rId55">
              <a:alphaModFix/>
            </a:blip>
            <a:srcRect b="0" l="0" r="0" t="0"/>
            <a:stretch/>
          </p:blipFill>
          <p:spPr>
            <a:xfrm>
              <a:off x="7990319" y="2116823"/>
              <a:ext cx="116611" cy="1539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1" name="Google Shape;1541;p14"/>
            <p:cNvPicPr preferRelativeResize="0"/>
            <p:nvPr/>
          </p:nvPicPr>
          <p:blipFill rotWithShape="1">
            <a:blip r:embed="rId56">
              <a:alphaModFix/>
            </a:blip>
            <a:srcRect b="0" l="0" r="0" t="0"/>
            <a:stretch/>
          </p:blipFill>
          <p:spPr>
            <a:xfrm>
              <a:off x="8161769" y="2119109"/>
              <a:ext cx="144043" cy="1318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42" name="Google Shape;1542;p14"/>
            <p:cNvGrpSpPr/>
            <p:nvPr/>
          </p:nvGrpSpPr>
          <p:grpSpPr>
            <a:xfrm>
              <a:off x="9105125" y="2122157"/>
              <a:ext cx="348259" cy="237007"/>
              <a:chOff x="9105125" y="2122157"/>
              <a:chExt cx="348259" cy="237007"/>
            </a:xfrm>
          </p:grpSpPr>
          <p:pic>
            <p:nvPicPr>
              <p:cNvPr id="1543" name="Google Shape;1543;p14"/>
              <p:cNvPicPr preferRelativeResize="0"/>
              <p:nvPr/>
            </p:nvPicPr>
            <p:blipFill rotWithShape="1">
              <a:blip r:embed="rId57">
                <a:alphaModFix/>
              </a:blip>
              <a:srcRect b="0" l="0" r="0" t="0"/>
              <a:stretch/>
            </p:blipFill>
            <p:spPr>
              <a:xfrm>
                <a:off x="9105125" y="2140445"/>
                <a:ext cx="217195" cy="2187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44" name="Google Shape;1544;p14"/>
              <p:cNvPicPr preferRelativeResize="0"/>
              <p:nvPr/>
            </p:nvPicPr>
            <p:blipFill rotWithShape="1">
              <a:blip r:embed="rId58">
                <a:alphaModFix/>
              </a:blip>
              <a:srcRect b="0" l="0" r="0" t="0"/>
              <a:stretch/>
            </p:blipFill>
            <p:spPr>
              <a:xfrm>
                <a:off x="9358871" y="2122157"/>
                <a:ext cx="94513" cy="1371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545" name="Google Shape;1545;p14"/>
            <p:cNvPicPr preferRelativeResize="0"/>
            <p:nvPr/>
          </p:nvPicPr>
          <p:blipFill rotWithShape="1">
            <a:blip r:embed="rId59">
              <a:alphaModFix/>
            </a:blip>
            <a:srcRect b="0" l="0" r="0" t="0"/>
            <a:stretch/>
          </p:blipFill>
          <p:spPr>
            <a:xfrm>
              <a:off x="9538060" y="2070341"/>
              <a:ext cx="185834" cy="2065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6" name="Google Shape;1546;p14"/>
            <p:cNvSpPr/>
            <p:nvPr/>
          </p:nvSpPr>
          <p:spPr>
            <a:xfrm>
              <a:off x="4619244" y="3344417"/>
              <a:ext cx="32384" cy="47625"/>
            </a:xfrm>
            <a:custGeom>
              <a:rect b="b" l="l" r="r" t="t"/>
              <a:pathLst>
                <a:path extrusionOk="0" h="47625" w="32385">
                  <a:moveTo>
                    <a:pt x="16763" y="18287"/>
                  </a:moveTo>
                  <a:lnTo>
                    <a:pt x="8000" y="2297"/>
                  </a:lnTo>
                  <a:lnTo>
                    <a:pt x="7238" y="1809"/>
                  </a:lnTo>
                  <a:lnTo>
                    <a:pt x="9905" y="5750"/>
                  </a:lnTo>
                  <a:lnTo>
                    <a:pt x="11429" y="3047"/>
                  </a:lnTo>
                  <a:lnTo>
                    <a:pt x="13715" y="2285"/>
                  </a:lnTo>
                  <a:lnTo>
                    <a:pt x="18287" y="0"/>
                  </a:lnTo>
                  <a:lnTo>
                    <a:pt x="20573" y="3047"/>
                  </a:lnTo>
                  <a:lnTo>
                    <a:pt x="23014" y="8393"/>
                  </a:lnTo>
                  <a:lnTo>
                    <a:pt x="22955" y="16097"/>
                  </a:lnTo>
                  <a:lnTo>
                    <a:pt x="5333" y="40385"/>
                  </a:lnTo>
                  <a:lnTo>
                    <a:pt x="4571" y="40385"/>
                  </a:lnTo>
                  <a:lnTo>
                    <a:pt x="3809" y="40385"/>
                  </a:lnTo>
                  <a:lnTo>
                    <a:pt x="2285" y="40385"/>
                  </a:lnTo>
                  <a:lnTo>
                    <a:pt x="2285" y="33527"/>
                  </a:lnTo>
                  <a:lnTo>
                    <a:pt x="0" y="26669"/>
                  </a:lnTo>
                  <a:lnTo>
                    <a:pt x="5333" y="21335"/>
                  </a:lnTo>
                  <a:lnTo>
                    <a:pt x="8381" y="16763"/>
                  </a:lnTo>
                  <a:lnTo>
                    <a:pt x="19049" y="12953"/>
                  </a:lnTo>
                  <a:lnTo>
                    <a:pt x="23621" y="16763"/>
                  </a:lnTo>
                  <a:lnTo>
                    <a:pt x="29717" y="20573"/>
                  </a:lnTo>
                  <a:lnTo>
                    <a:pt x="31241" y="31241"/>
                  </a:lnTo>
                  <a:lnTo>
                    <a:pt x="31241" y="38099"/>
                  </a:lnTo>
                  <a:lnTo>
                    <a:pt x="32003" y="41147"/>
                  </a:lnTo>
                  <a:lnTo>
                    <a:pt x="31241" y="44195"/>
                  </a:lnTo>
                  <a:lnTo>
                    <a:pt x="31241" y="47243"/>
                  </a:lnTo>
                  <a:lnTo>
                    <a:pt x="26669" y="47243"/>
                  </a:lnTo>
                  <a:lnTo>
                    <a:pt x="24383" y="47243"/>
                  </a:lnTo>
                  <a:lnTo>
                    <a:pt x="22097" y="42671"/>
                  </a:lnTo>
                  <a:lnTo>
                    <a:pt x="18287" y="35813"/>
                  </a:lnTo>
                  <a:lnTo>
                    <a:pt x="17525" y="28193"/>
                  </a:lnTo>
                  <a:lnTo>
                    <a:pt x="17525" y="20573"/>
                  </a:lnTo>
                  <a:lnTo>
                    <a:pt x="17525" y="17525"/>
                  </a:lnTo>
                  <a:lnTo>
                    <a:pt x="17525" y="15239"/>
                  </a:lnTo>
                  <a:lnTo>
                    <a:pt x="17525" y="12191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47" name="Google Shape;1547;p14"/>
            <p:cNvGrpSpPr/>
            <p:nvPr/>
          </p:nvGrpSpPr>
          <p:grpSpPr>
            <a:xfrm>
              <a:off x="4969751" y="3238487"/>
              <a:ext cx="554241" cy="260616"/>
              <a:chOff x="4969751" y="3238487"/>
              <a:chExt cx="554241" cy="260616"/>
            </a:xfrm>
          </p:grpSpPr>
          <p:pic>
            <p:nvPicPr>
              <p:cNvPr id="1548" name="Google Shape;1548;p14"/>
              <p:cNvPicPr preferRelativeResize="0"/>
              <p:nvPr/>
            </p:nvPicPr>
            <p:blipFill rotWithShape="1">
              <a:blip r:embed="rId60">
                <a:alphaModFix/>
              </a:blip>
              <a:srcRect b="0" l="0" r="0" t="0"/>
              <a:stretch/>
            </p:blipFill>
            <p:spPr>
              <a:xfrm>
                <a:off x="4969751" y="3238487"/>
                <a:ext cx="97561" cy="1758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49" name="Google Shape;1549;p14"/>
              <p:cNvPicPr preferRelativeResize="0"/>
              <p:nvPr/>
            </p:nvPicPr>
            <p:blipFill rotWithShape="1">
              <a:blip r:embed="rId61">
                <a:alphaModFix/>
              </a:blip>
              <a:srcRect b="0" l="0" r="0" t="0"/>
              <a:stretch/>
            </p:blipFill>
            <p:spPr>
              <a:xfrm>
                <a:off x="5089385" y="3304019"/>
                <a:ext cx="150139" cy="10388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0" name="Google Shape;1550;p14"/>
              <p:cNvSpPr/>
              <p:nvPr/>
            </p:nvSpPr>
            <p:spPr>
              <a:xfrm>
                <a:off x="5102352" y="3453383"/>
                <a:ext cx="421640" cy="45720"/>
              </a:xfrm>
              <a:custGeom>
                <a:rect b="b" l="l" r="r" t="t"/>
                <a:pathLst>
                  <a:path extrusionOk="0" h="45720" w="421639">
                    <a:moveTo>
                      <a:pt x="0" y="45720"/>
                    </a:moveTo>
                    <a:lnTo>
                      <a:pt x="25717" y="43957"/>
                    </a:lnTo>
                    <a:lnTo>
                      <a:pt x="51435" y="41338"/>
                    </a:lnTo>
                    <a:lnTo>
                      <a:pt x="77152" y="38433"/>
                    </a:lnTo>
                    <a:lnTo>
                      <a:pt x="102870" y="35814"/>
                    </a:lnTo>
                    <a:lnTo>
                      <a:pt x="136588" y="32920"/>
                    </a:lnTo>
                    <a:lnTo>
                      <a:pt x="170306" y="30956"/>
                    </a:lnTo>
                    <a:lnTo>
                      <a:pt x="204025" y="29706"/>
                    </a:lnTo>
                    <a:lnTo>
                      <a:pt x="237744" y="28956"/>
                    </a:lnTo>
                    <a:lnTo>
                      <a:pt x="266319" y="28170"/>
                    </a:lnTo>
                    <a:lnTo>
                      <a:pt x="294894" y="27813"/>
                    </a:lnTo>
                    <a:lnTo>
                      <a:pt x="323469" y="27455"/>
                    </a:lnTo>
                    <a:lnTo>
                      <a:pt x="352044" y="26670"/>
                    </a:lnTo>
                    <a:lnTo>
                      <a:pt x="398014" y="23991"/>
                    </a:lnTo>
                    <a:lnTo>
                      <a:pt x="417576" y="21336"/>
                    </a:lnTo>
                    <a:lnTo>
                      <a:pt x="419100" y="21336"/>
                    </a:lnTo>
                    <a:lnTo>
                      <a:pt x="421386" y="20574"/>
                    </a:lnTo>
                    <a:lnTo>
                      <a:pt x="421386" y="16002"/>
                    </a:lnTo>
                    <a:lnTo>
                      <a:pt x="419862" y="13716"/>
                    </a:lnTo>
                    <a:lnTo>
                      <a:pt x="418338" y="9144"/>
                    </a:lnTo>
                    <a:lnTo>
                      <a:pt x="417576" y="6096"/>
                    </a:lnTo>
                    <a:lnTo>
                      <a:pt x="417576" y="3048"/>
                    </a:lnTo>
                    <a:lnTo>
                      <a:pt x="416814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1" name="Google Shape;1551;p14"/>
              <p:cNvSpPr/>
              <p:nvPr/>
            </p:nvSpPr>
            <p:spPr>
              <a:xfrm>
                <a:off x="5105400" y="3249929"/>
                <a:ext cx="5715" cy="140970"/>
              </a:xfrm>
              <a:custGeom>
                <a:rect b="b" l="l" r="r" t="t"/>
                <a:pathLst>
                  <a:path extrusionOk="0" h="140970" w="5714">
                    <a:moveTo>
                      <a:pt x="0" y="0"/>
                    </a:moveTo>
                    <a:lnTo>
                      <a:pt x="5334" y="43434"/>
                    </a:lnTo>
                    <a:lnTo>
                      <a:pt x="5655" y="59436"/>
                    </a:lnTo>
                    <a:lnTo>
                      <a:pt x="5619" y="75438"/>
                    </a:lnTo>
                    <a:lnTo>
                      <a:pt x="5441" y="91440"/>
                    </a:lnTo>
                    <a:lnTo>
                      <a:pt x="5334" y="107442"/>
                    </a:lnTo>
                    <a:lnTo>
                      <a:pt x="5334" y="116205"/>
                    </a:lnTo>
                    <a:lnTo>
                      <a:pt x="5334" y="130111"/>
                    </a:lnTo>
                    <a:lnTo>
                      <a:pt x="5334" y="140874"/>
                    </a:lnTo>
                    <a:lnTo>
                      <a:pt x="5334" y="140208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552" name="Google Shape;1552;p14"/>
              <p:cNvPicPr preferRelativeResize="0"/>
              <p:nvPr/>
            </p:nvPicPr>
            <p:blipFill rotWithShape="1">
              <a:blip r:embed="rId62">
                <a:alphaModFix/>
              </a:blip>
              <a:srcRect b="0" l="0" r="0" t="0"/>
              <a:stretch/>
            </p:blipFill>
            <p:spPr>
              <a:xfrm>
                <a:off x="5156441" y="3249917"/>
                <a:ext cx="166570" cy="2149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53" name="Google Shape;1553;p14"/>
              <p:cNvPicPr preferRelativeResize="0"/>
              <p:nvPr/>
            </p:nvPicPr>
            <p:blipFill rotWithShape="1">
              <a:blip r:embed="rId63">
                <a:alphaModFix/>
              </a:blip>
              <a:srcRect b="0" l="0" r="0" t="0"/>
              <a:stretch/>
            </p:blipFill>
            <p:spPr>
              <a:xfrm>
                <a:off x="5419331" y="3255251"/>
                <a:ext cx="84607" cy="17604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54" name="Google Shape;1554;p14"/>
            <p:cNvSpPr/>
            <p:nvPr/>
          </p:nvSpPr>
          <p:spPr>
            <a:xfrm>
              <a:off x="5612129" y="3297173"/>
              <a:ext cx="9525" cy="21590"/>
            </a:xfrm>
            <a:custGeom>
              <a:rect b="b" l="l" r="r" t="t"/>
              <a:pathLst>
                <a:path extrusionOk="0" h="21589" w="9525">
                  <a:moveTo>
                    <a:pt x="9144" y="0"/>
                  </a:moveTo>
                  <a:lnTo>
                    <a:pt x="3810" y="12954"/>
                  </a:lnTo>
                  <a:lnTo>
                    <a:pt x="3048" y="14478"/>
                  </a:lnTo>
                  <a:lnTo>
                    <a:pt x="0" y="2133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55" name="Google Shape;1555;p14"/>
            <p:cNvPicPr preferRelativeResize="0"/>
            <p:nvPr/>
          </p:nvPicPr>
          <p:blipFill rotWithShape="1">
            <a:blip r:embed="rId64">
              <a:alphaModFix/>
            </a:blip>
            <a:srcRect b="0" l="0" r="0" t="0"/>
            <a:stretch/>
          </p:blipFill>
          <p:spPr>
            <a:xfrm>
              <a:off x="6492227" y="3259823"/>
              <a:ext cx="258343" cy="19738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56" name="Google Shape;1556;p14"/>
            <p:cNvGrpSpPr/>
            <p:nvPr/>
          </p:nvGrpSpPr>
          <p:grpSpPr>
            <a:xfrm>
              <a:off x="6867906" y="3246882"/>
              <a:ext cx="64897" cy="63246"/>
              <a:chOff x="6867906" y="3246882"/>
              <a:chExt cx="64897" cy="63246"/>
            </a:xfrm>
          </p:grpSpPr>
          <p:sp>
            <p:nvSpPr>
              <p:cNvPr id="1557" name="Google Shape;1557;p14"/>
              <p:cNvSpPr/>
              <p:nvPr/>
            </p:nvSpPr>
            <p:spPr>
              <a:xfrm>
                <a:off x="6867906" y="3246882"/>
                <a:ext cx="37465" cy="10160"/>
              </a:xfrm>
              <a:custGeom>
                <a:rect b="b" l="l" r="r" t="t"/>
                <a:pathLst>
                  <a:path extrusionOk="0" h="10160" w="37465">
                    <a:moveTo>
                      <a:pt x="0" y="0"/>
                    </a:moveTo>
                    <a:lnTo>
                      <a:pt x="8239" y="1607"/>
                    </a:lnTo>
                    <a:lnTo>
                      <a:pt x="16764" y="3143"/>
                    </a:lnTo>
                    <a:lnTo>
                      <a:pt x="25288" y="4822"/>
                    </a:lnTo>
                    <a:lnTo>
                      <a:pt x="33528" y="6857"/>
                    </a:lnTo>
                    <a:lnTo>
                      <a:pt x="36576" y="7619"/>
                    </a:lnTo>
                    <a:lnTo>
                      <a:pt x="37338" y="7619"/>
                    </a:lnTo>
                    <a:lnTo>
                      <a:pt x="37338" y="9905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8" name="Google Shape;1558;p14"/>
              <p:cNvSpPr/>
              <p:nvPr/>
            </p:nvSpPr>
            <p:spPr>
              <a:xfrm>
                <a:off x="6872478" y="3302508"/>
                <a:ext cx="60325" cy="7620"/>
              </a:xfrm>
              <a:custGeom>
                <a:rect b="b" l="l" r="r" t="t"/>
                <a:pathLst>
                  <a:path extrusionOk="0" h="7620" w="60325">
                    <a:moveTo>
                      <a:pt x="0" y="5334"/>
                    </a:moveTo>
                    <a:lnTo>
                      <a:pt x="10977" y="6405"/>
                    </a:lnTo>
                    <a:lnTo>
                      <a:pt x="22097" y="7048"/>
                    </a:lnTo>
                    <a:lnTo>
                      <a:pt x="33218" y="6834"/>
                    </a:lnTo>
                    <a:lnTo>
                      <a:pt x="44196" y="5334"/>
                    </a:lnTo>
                    <a:lnTo>
                      <a:pt x="52577" y="3048"/>
                    </a:lnTo>
                    <a:lnTo>
                      <a:pt x="54864" y="2286"/>
                    </a:lnTo>
                    <a:lnTo>
                      <a:pt x="60198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9" name="Google Shape;1559;p14"/>
            <p:cNvGrpSpPr/>
            <p:nvPr/>
          </p:nvGrpSpPr>
          <p:grpSpPr>
            <a:xfrm>
              <a:off x="7103350" y="3163049"/>
              <a:ext cx="420649" cy="232435"/>
              <a:chOff x="7103350" y="3163049"/>
              <a:chExt cx="420649" cy="232435"/>
            </a:xfrm>
          </p:grpSpPr>
          <p:pic>
            <p:nvPicPr>
              <p:cNvPr id="1560" name="Google Shape;1560;p14"/>
              <p:cNvPicPr preferRelativeResize="0"/>
              <p:nvPr/>
            </p:nvPicPr>
            <p:blipFill rotWithShape="1">
              <a:blip r:embed="rId65">
                <a:alphaModFix/>
              </a:blip>
              <a:srcRect b="0" l="0" r="0" t="0"/>
              <a:stretch/>
            </p:blipFill>
            <p:spPr>
              <a:xfrm>
                <a:off x="7103350" y="3179051"/>
                <a:ext cx="124231" cy="1630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61" name="Google Shape;1561;p14"/>
              <p:cNvPicPr preferRelativeResize="0"/>
              <p:nvPr/>
            </p:nvPicPr>
            <p:blipFill rotWithShape="1">
              <a:blip r:embed="rId66">
                <a:alphaModFix/>
              </a:blip>
              <a:srcRect b="0" l="0" r="0" t="0"/>
              <a:stretch/>
            </p:blipFill>
            <p:spPr>
              <a:xfrm>
                <a:off x="7269847" y="3163049"/>
                <a:ext cx="254152" cy="2324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62" name="Google Shape;1562;p14"/>
            <p:cNvGrpSpPr/>
            <p:nvPr/>
          </p:nvGrpSpPr>
          <p:grpSpPr>
            <a:xfrm>
              <a:off x="8389607" y="3183623"/>
              <a:ext cx="277393" cy="208051"/>
              <a:chOff x="8389607" y="3183623"/>
              <a:chExt cx="277393" cy="208051"/>
            </a:xfrm>
          </p:grpSpPr>
          <p:pic>
            <p:nvPicPr>
              <p:cNvPr id="1563" name="Google Shape;1563;p14"/>
              <p:cNvPicPr preferRelativeResize="0"/>
              <p:nvPr/>
            </p:nvPicPr>
            <p:blipFill rotWithShape="1">
              <a:blip r:embed="rId67">
                <a:alphaModFix/>
              </a:blip>
              <a:srcRect b="0" l="0" r="0" t="0"/>
              <a:stretch/>
            </p:blipFill>
            <p:spPr>
              <a:xfrm>
                <a:off x="8565629" y="3234677"/>
                <a:ext cx="101371" cy="15699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64" name="Google Shape;1564;p14"/>
              <p:cNvPicPr preferRelativeResize="0"/>
              <p:nvPr/>
            </p:nvPicPr>
            <p:blipFill rotWithShape="1">
              <a:blip r:embed="rId68">
                <a:alphaModFix/>
              </a:blip>
              <a:srcRect b="0" l="0" r="0" t="0"/>
              <a:stretch/>
            </p:blipFill>
            <p:spPr>
              <a:xfrm>
                <a:off x="8389607" y="3183623"/>
                <a:ext cx="136804" cy="1127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565" name="Google Shape;1565;p14"/>
            <p:cNvPicPr preferRelativeResize="0"/>
            <p:nvPr/>
          </p:nvPicPr>
          <p:blipFill rotWithShape="1">
            <a:blip r:embed="rId69">
              <a:alphaModFix/>
            </a:blip>
            <a:srcRect b="0" l="0" r="0" t="0"/>
            <a:stretch/>
          </p:blipFill>
          <p:spPr>
            <a:xfrm>
              <a:off x="8745437" y="3102851"/>
              <a:ext cx="122731" cy="1646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6" name="Google Shape;1566;p14"/>
            <p:cNvPicPr preferRelativeResize="0"/>
            <p:nvPr/>
          </p:nvPicPr>
          <p:blipFill rotWithShape="1">
            <a:blip r:embed="rId70">
              <a:alphaModFix/>
            </a:blip>
            <a:srcRect b="0" l="0" r="0" t="0"/>
            <a:stretch/>
          </p:blipFill>
          <p:spPr>
            <a:xfrm>
              <a:off x="9020543" y="3097898"/>
              <a:ext cx="165379" cy="149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7" name="Google Shape;1567;p14"/>
            <p:cNvPicPr preferRelativeResize="0"/>
            <p:nvPr/>
          </p:nvPicPr>
          <p:blipFill rotWithShape="1">
            <a:blip r:embed="rId71">
              <a:alphaModFix/>
            </a:blip>
            <a:srcRect b="0" l="0" r="0" t="0"/>
            <a:stretch/>
          </p:blipFill>
          <p:spPr>
            <a:xfrm>
              <a:off x="9142463" y="2929877"/>
              <a:ext cx="67081" cy="11661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68" name="Google Shape;1568;p14"/>
            <p:cNvGrpSpPr/>
            <p:nvPr/>
          </p:nvGrpSpPr>
          <p:grpSpPr>
            <a:xfrm>
              <a:off x="8558783" y="3619499"/>
              <a:ext cx="45339" cy="153670"/>
              <a:chOff x="8558783" y="3619499"/>
              <a:chExt cx="45339" cy="153670"/>
            </a:xfrm>
          </p:grpSpPr>
          <p:sp>
            <p:nvSpPr>
              <p:cNvPr id="1569" name="Google Shape;1569;p14"/>
              <p:cNvSpPr/>
              <p:nvPr/>
            </p:nvSpPr>
            <p:spPr>
              <a:xfrm>
                <a:off x="8558783" y="3623309"/>
                <a:ext cx="10160" cy="142240"/>
              </a:xfrm>
              <a:custGeom>
                <a:rect b="b" l="l" r="r" t="t"/>
                <a:pathLst>
                  <a:path extrusionOk="0" h="142239" w="10159">
                    <a:moveTo>
                      <a:pt x="0" y="0"/>
                    </a:moveTo>
                    <a:lnTo>
                      <a:pt x="488" y="13727"/>
                    </a:lnTo>
                    <a:lnTo>
                      <a:pt x="1619" y="27527"/>
                    </a:lnTo>
                    <a:lnTo>
                      <a:pt x="2893" y="41469"/>
                    </a:lnTo>
                    <a:lnTo>
                      <a:pt x="3810" y="55626"/>
                    </a:lnTo>
                    <a:lnTo>
                      <a:pt x="4619" y="74485"/>
                    </a:lnTo>
                    <a:lnTo>
                      <a:pt x="5143" y="93345"/>
                    </a:lnTo>
                    <a:lnTo>
                      <a:pt x="5953" y="112204"/>
                    </a:lnTo>
                    <a:lnTo>
                      <a:pt x="7620" y="131064"/>
                    </a:lnTo>
                    <a:lnTo>
                      <a:pt x="7762" y="135028"/>
                    </a:lnTo>
                    <a:lnTo>
                      <a:pt x="8191" y="139922"/>
                    </a:lnTo>
                    <a:lnTo>
                      <a:pt x="8905" y="142101"/>
                    </a:lnTo>
                    <a:lnTo>
                      <a:pt x="9906" y="13792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0" name="Google Shape;1570;p14"/>
              <p:cNvSpPr/>
              <p:nvPr/>
            </p:nvSpPr>
            <p:spPr>
              <a:xfrm>
                <a:off x="8586977" y="3619499"/>
                <a:ext cx="17145" cy="153670"/>
              </a:xfrm>
              <a:custGeom>
                <a:rect b="b" l="l" r="r" t="t"/>
                <a:pathLst>
                  <a:path extrusionOk="0" h="153670" w="17145">
                    <a:moveTo>
                      <a:pt x="0" y="0"/>
                    </a:moveTo>
                    <a:lnTo>
                      <a:pt x="11358" y="47363"/>
                    </a:lnTo>
                    <a:lnTo>
                      <a:pt x="16764" y="89154"/>
                    </a:lnTo>
                    <a:lnTo>
                      <a:pt x="16835" y="102036"/>
                    </a:lnTo>
                    <a:lnTo>
                      <a:pt x="16764" y="115062"/>
                    </a:lnTo>
                    <a:lnTo>
                      <a:pt x="16644" y="124086"/>
                    </a:lnTo>
                    <a:lnTo>
                      <a:pt x="16383" y="132969"/>
                    </a:lnTo>
                    <a:lnTo>
                      <a:pt x="16121" y="141851"/>
                    </a:lnTo>
                    <a:lnTo>
                      <a:pt x="16002" y="150876"/>
                    </a:lnTo>
                    <a:lnTo>
                      <a:pt x="16002" y="152400"/>
                    </a:lnTo>
                    <a:lnTo>
                      <a:pt x="15240" y="153162"/>
                    </a:lnTo>
                    <a:lnTo>
                      <a:pt x="16764" y="15316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71" name="Google Shape;1571;p14"/>
            <p:cNvGrpSpPr/>
            <p:nvPr/>
          </p:nvGrpSpPr>
          <p:grpSpPr>
            <a:xfrm>
              <a:off x="8670666" y="3547859"/>
              <a:ext cx="315612" cy="230911"/>
              <a:chOff x="8670666" y="3547859"/>
              <a:chExt cx="315612" cy="230911"/>
            </a:xfrm>
          </p:grpSpPr>
          <p:pic>
            <p:nvPicPr>
              <p:cNvPr id="1572" name="Google Shape;1572;p14"/>
              <p:cNvPicPr preferRelativeResize="0"/>
              <p:nvPr/>
            </p:nvPicPr>
            <p:blipFill rotWithShape="1">
              <a:blip r:embed="rId72">
                <a:alphaModFix/>
              </a:blip>
              <a:srcRect b="0" l="0" r="0" t="0"/>
              <a:stretch/>
            </p:blipFill>
            <p:spPr>
              <a:xfrm>
                <a:off x="8670666" y="3604247"/>
                <a:ext cx="105681" cy="1097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73" name="Google Shape;1573;p14"/>
              <p:cNvPicPr preferRelativeResize="0"/>
              <p:nvPr/>
            </p:nvPicPr>
            <p:blipFill rotWithShape="1">
              <a:blip r:embed="rId73">
                <a:alphaModFix/>
              </a:blip>
              <a:srcRect b="0" l="0" r="0" t="0"/>
              <a:stretch/>
            </p:blipFill>
            <p:spPr>
              <a:xfrm>
                <a:off x="8801087" y="3547859"/>
                <a:ext cx="185191" cy="2309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74" name="Google Shape;1574;p14"/>
            <p:cNvGrpSpPr/>
            <p:nvPr/>
          </p:nvGrpSpPr>
          <p:grpSpPr>
            <a:xfrm>
              <a:off x="9068561" y="3615689"/>
              <a:ext cx="59690" cy="46482"/>
              <a:chOff x="9068561" y="3615689"/>
              <a:chExt cx="59690" cy="46482"/>
            </a:xfrm>
          </p:grpSpPr>
          <p:sp>
            <p:nvSpPr>
              <p:cNvPr id="1575" name="Google Shape;1575;p14"/>
              <p:cNvSpPr/>
              <p:nvPr/>
            </p:nvSpPr>
            <p:spPr>
              <a:xfrm>
                <a:off x="9070085" y="3615689"/>
                <a:ext cx="52705" cy="6985"/>
              </a:xfrm>
              <a:custGeom>
                <a:rect b="b" l="l" r="r" t="t"/>
                <a:pathLst>
                  <a:path extrusionOk="0" h="6985" w="52704">
                    <a:moveTo>
                      <a:pt x="0" y="6858"/>
                    </a:moveTo>
                    <a:lnTo>
                      <a:pt x="48768" y="0"/>
                    </a:lnTo>
                    <a:lnTo>
                      <a:pt x="50292" y="0"/>
                    </a:lnTo>
                    <a:lnTo>
                      <a:pt x="51053" y="762"/>
                    </a:lnTo>
                    <a:lnTo>
                      <a:pt x="52577" y="76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6" name="Google Shape;1576;p14"/>
              <p:cNvSpPr/>
              <p:nvPr/>
            </p:nvSpPr>
            <p:spPr>
              <a:xfrm>
                <a:off x="9068561" y="3658361"/>
                <a:ext cx="59690" cy="3810"/>
              </a:xfrm>
              <a:custGeom>
                <a:rect b="b" l="l" r="r" t="t"/>
                <a:pathLst>
                  <a:path extrusionOk="0" h="3810" w="59690">
                    <a:moveTo>
                      <a:pt x="0" y="2286"/>
                    </a:moveTo>
                    <a:lnTo>
                      <a:pt x="10025" y="3345"/>
                    </a:lnTo>
                    <a:lnTo>
                      <a:pt x="19050" y="3333"/>
                    </a:lnTo>
                    <a:lnTo>
                      <a:pt x="28074" y="2607"/>
                    </a:lnTo>
                    <a:lnTo>
                      <a:pt x="38100" y="1524"/>
                    </a:lnTo>
                    <a:lnTo>
                      <a:pt x="44958" y="762"/>
                    </a:lnTo>
                    <a:lnTo>
                      <a:pt x="52577" y="1524"/>
                    </a:lnTo>
                    <a:lnTo>
                      <a:pt x="58674" y="0"/>
                    </a:lnTo>
                    <a:lnTo>
                      <a:pt x="59436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577" name="Google Shape;1577;p14"/>
            <p:cNvPicPr preferRelativeResize="0"/>
            <p:nvPr/>
          </p:nvPicPr>
          <p:blipFill rotWithShape="1">
            <a:blip r:embed="rId74">
              <a:alphaModFix/>
            </a:blip>
            <a:srcRect b="0" l="0" r="0" t="0"/>
            <a:stretch/>
          </p:blipFill>
          <p:spPr>
            <a:xfrm>
              <a:off x="9014447" y="3481565"/>
              <a:ext cx="73939" cy="668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8" name="Google Shape;1578;p14"/>
            <p:cNvSpPr/>
            <p:nvPr/>
          </p:nvSpPr>
          <p:spPr>
            <a:xfrm>
              <a:off x="9230224" y="3541776"/>
              <a:ext cx="10795" cy="159385"/>
            </a:xfrm>
            <a:custGeom>
              <a:rect b="b" l="l" r="r" t="t"/>
              <a:pathLst>
                <a:path extrusionOk="0" h="159385" w="10795">
                  <a:moveTo>
                    <a:pt x="2166" y="0"/>
                  </a:moveTo>
                  <a:lnTo>
                    <a:pt x="964" y="12013"/>
                  </a:lnTo>
                  <a:lnTo>
                    <a:pt x="547" y="24098"/>
                  </a:lnTo>
                  <a:lnTo>
                    <a:pt x="559" y="36325"/>
                  </a:lnTo>
                  <a:lnTo>
                    <a:pt x="642" y="48768"/>
                  </a:lnTo>
                  <a:lnTo>
                    <a:pt x="428" y="65913"/>
                  </a:lnTo>
                  <a:lnTo>
                    <a:pt x="71" y="83058"/>
                  </a:lnTo>
                  <a:lnTo>
                    <a:pt x="0" y="100203"/>
                  </a:lnTo>
                  <a:lnTo>
                    <a:pt x="642" y="117348"/>
                  </a:lnTo>
                  <a:lnTo>
                    <a:pt x="6738" y="156210"/>
                  </a:lnTo>
                  <a:lnTo>
                    <a:pt x="8262" y="158496"/>
                  </a:lnTo>
                  <a:lnTo>
                    <a:pt x="8262" y="159258"/>
                  </a:lnTo>
                  <a:lnTo>
                    <a:pt x="8298" y="152507"/>
                  </a:lnTo>
                  <a:lnTo>
                    <a:pt x="8548" y="145827"/>
                  </a:lnTo>
                  <a:lnTo>
                    <a:pt x="9227" y="139005"/>
                  </a:lnTo>
                  <a:lnTo>
                    <a:pt x="10548" y="13182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79" name="Google Shape;1579;p14"/>
            <p:cNvGrpSpPr/>
            <p:nvPr/>
          </p:nvGrpSpPr>
          <p:grpSpPr>
            <a:xfrm>
              <a:off x="9458693" y="3509759"/>
              <a:ext cx="73939" cy="166891"/>
              <a:chOff x="9458693" y="3509759"/>
              <a:chExt cx="73939" cy="166891"/>
            </a:xfrm>
          </p:grpSpPr>
          <p:pic>
            <p:nvPicPr>
              <p:cNvPr id="1580" name="Google Shape;1580;p14"/>
              <p:cNvPicPr preferRelativeResize="0"/>
              <p:nvPr/>
            </p:nvPicPr>
            <p:blipFill rotWithShape="1">
              <a:blip r:embed="rId75">
                <a:alphaModFix/>
              </a:blip>
              <a:srcRect b="0" l="0" r="0" t="0"/>
              <a:stretch/>
            </p:blipFill>
            <p:spPr>
              <a:xfrm>
                <a:off x="9458693" y="3509759"/>
                <a:ext cx="73939" cy="12042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81" name="Google Shape;1581;p14"/>
              <p:cNvSpPr/>
              <p:nvPr/>
            </p:nvSpPr>
            <p:spPr>
              <a:xfrm>
                <a:off x="9494519" y="3672840"/>
                <a:ext cx="3810" cy="3810"/>
              </a:xfrm>
              <a:custGeom>
                <a:rect b="b" l="l" r="r" t="t"/>
                <a:pathLst>
                  <a:path extrusionOk="0" h="3810" w="3809">
                    <a:moveTo>
                      <a:pt x="3809" y="3048"/>
                    </a:moveTo>
                    <a:lnTo>
                      <a:pt x="1523" y="3810"/>
                    </a:lnTo>
                    <a:lnTo>
                      <a:pt x="0" y="3048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15"/>
          <p:cNvSpPr/>
          <p:nvPr/>
        </p:nvSpPr>
        <p:spPr>
          <a:xfrm>
            <a:off x="5957389" y="4288344"/>
            <a:ext cx="111368" cy="567006"/>
          </a:xfrm>
          <a:custGeom>
            <a:rect b="b" l="l" r="r" t="t"/>
            <a:pathLst>
              <a:path extrusionOk="0" h="446404" w="94614">
                <a:moveTo>
                  <a:pt x="94618" y="12954"/>
                </a:moveTo>
                <a:lnTo>
                  <a:pt x="88772" y="5464"/>
                </a:lnTo>
                <a:lnTo>
                  <a:pt x="84427" y="1619"/>
                </a:lnTo>
                <a:lnTo>
                  <a:pt x="79081" y="202"/>
                </a:lnTo>
                <a:lnTo>
                  <a:pt x="70234" y="0"/>
                </a:lnTo>
                <a:lnTo>
                  <a:pt x="61448" y="1000"/>
                </a:lnTo>
                <a:lnTo>
                  <a:pt x="32801" y="42195"/>
                </a:lnTo>
                <a:lnTo>
                  <a:pt x="31980" y="56399"/>
                </a:lnTo>
                <a:lnTo>
                  <a:pt x="33658" y="70104"/>
                </a:lnTo>
                <a:lnTo>
                  <a:pt x="47589" y="106537"/>
                </a:lnTo>
                <a:lnTo>
                  <a:pt x="58412" y="127730"/>
                </a:lnTo>
                <a:lnTo>
                  <a:pt x="62710" y="137350"/>
                </a:lnTo>
                <a:lnTo>
                  <a:pt x="66008" y="147256"/>
                </a:lnTo>
                <a:lnTo>
                  <a:pt x="67948" y="157734"/>
                </a:lnTo>
                <a:lnTo>
                  <a:pt x="67829" y="167687"/>
                </a:lnTo>
                <a:lnTo>
                  <a:pt x="37183" y="205359"/>
                </a:lnTo>
                <a:lnTo>
                  <a:pt x="19180" y="217170"/>
                </a:lnTo>
                <a:lnTo>
                  <a:pt x="16132" y="219456"/>
                </a:lnTo>
                <a:lnTo>
                  <a:pt x="7750" y="221742"/>
                </a:lnTo>
                <a:lnTo>
                  <a:pt x="5464" y="224028"/>
                </a:lnTo>
                <a:lnTo>
                  <a:pt x="5464" y="224790"/>
                </a:lnTo>
                <a:lnTo>
                  <a:pt x="5464" y="225552"/>
                </a:lnTo>
                <a:lnTo>
                  <a:pt x="11846" y="227552"/>
                </a:lnTo>
                <a:lnTo>
                  <a:pt x="18228" y="230124"/>
                </a:lnTo>
                <a:lnTo>
                  <a:pt x="48136" y="259842"/>
                </a:lnTo>
                <a:lnTo>
                  <a:pt x="51756" y="281178"/>
                </a:lnTo>
                <a:lnTo>
                  <a:pt x="51351" y="292203"/>
                </a:lnTo>
                <a:lnTo>
                  <a:pt x="34801" y="339566"/>
                </a:lnTo>
                <a:lnTo>
                  <a:pt x="15370" y="374904"/>
                </a:lnTo>
                <a:lnTo>
                  <a:pt x="10525" y="384643"/>
                </a:lnTo>
                <a:lnTo>
                  <a:pt x="5750" y="394525"/>
                </a:lnTo>
                <a:lnTo>
                  <a:pt x="1976" y="404693"/>
                </a:lnTo>
                <a:lnTo>
                  <a:pt x="130" y="415290"/>
                </a:lnTo>
                <a:lnTo>
                  <a:pt x="0" y="423148"/>
                </a:lnTo>
                <a:lnTo>
                  <a:pt x="1940" y="429006"/>
                </a:lnTo>
                <a:lnTo>
                  <a:pt x="46291" y="445865"/>
                </a:lnTo>
                <a:lnTo>
                  <a:pt x="57280" y="445008"/>
                </a:lnTo>
                <a:lnTo>
                  <a:pt x="66174" y="441912"/>
                </a:lnTo>
                <a:lnTo>
                  <a:pt x="72997" y="439102"/>
                </a:lnTo>
                <a:lnTo>
                  <a:pt x="78819" y="436006"/>
                </a:lnTo>
                <a:lnTo>
                  <a:pt x="84712" y="432054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91" name="Google Shape;1591;p15"/>
          <p:cNvGrpSpPr/>
          <p:nvPr/>
        </p:nvGrpSpPr>
        <p:grpSpPr>
          <a:xfrm>
            <a:off x="6144762" y="4408344"/>
            <a:ext cx="297721" cy="225301"/>
            <a:chOff x="6513372" y="5668505"/>
            <a:chExt cx="252934" cy="177380"/>
          </a:xfrm>
        </p:grpSpPr>
        <p:pic>
          <p:nvPicPr>
            <p:cNvPr id="1592" name="Google Shape;159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13372" y="5668505"/>
              <a:ext cx="221957" cy="177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3" name="Google Shape;1593;p15"/>
            <p:cNvSpPr/>
            <p:nvPr/>
          </p:nvSpPr>
          <p:spPr>
            <a:xfrm>
              <a:off x="6765036" y="5766815"/>
              <a:ext cx="1270" cy="76200"/>
            </a:xfrm>
            <a:custGeom>
              <a:rect b="b" l="l" r="r" t="t"/>
              <a:pathLst>
                <a:path extrusionOk="0" h="76200" w="1270">
                  <a:moveTo>
                    <a:pt x="761" y="0"/>
                  </a:moveTo>
                  <a:lnTo>
                    <a:pt x="750" y="16585"/>
                  </a:lnTo>
                  <a:lnTo>
                    <a:pt x="666" y="33242"/>
                  </a:lnTo>
                  <a:lnTo>
                    <a:pt x="440" y="50041"/>
                  </a:lnTo>
                  <a:lnTo>
                    <a:pt x="0" y="67056"/>
                  </a:lnTo>
                  <a:lnTo>
                    <a:pt x="0" y="72390"/>
                  </a:lnTo>
                  <a:lnTo>
                    <a:pt x="0" y="73152"/>
                  </a:lnTo>
                  <a:lnTo>
                    <a:pt x="0" y="7620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94" name="Google Shape;159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1026" y="4383179"/>
            <a:ext cx="131878" cy="198444"/>
          </a:xfrm>
          <a:prstGeom prst="rect">
            <a:avLst/>
          </a:prstGeom>
          <a:noFill/>
          <a:ln>
            <a:noFill/>
          </a:ln>
        </p:spPr>
      </p:pic>
      <p:sp>
        <p:nvSpPr>
          <p:cNvPr id="1595" name="Google Shape;1595;p15"/>
          <p:cNvSpPr/>
          <p:nvPr/>
        </p:nvSpPr>
        <p:spPr>
          <a:xfrm>
            <a:off x="7116371" y="4438364"/>
            <a:ext cx="17939" cy="20970"/>
          </a:xfrm>
          <a:custGeom>
            <a:rect b="b" l="l" r="r" t="t"/>
            <a:pathLst>
              <a:path extrusionOk="0" h="16510" w="15240">
                <a:moveTo>
                  <a:pt x="0" y="3809"/>
                </a:moveTo>
                <a:lnTo>
                  <a:pt x="0" y="12191"/>
                </a:lnTo>
                <a:lnTo>
                  <a:pt x="3810" y="16001"/>
                </a:lnTo>
                <a:lnTo>
                  <a:pt x="12192" y="16001"/>
                </a:lnTo>
                <a:lnTo>
                  <a:pt x="15240" y="12191"/>
                </a:lnTo>
                <a:lnTo>
                  <a:pt x="15240" y="8381"/>
                </a:lnTo>
                <a:lnTo>
                  <a:pt x="15240" y="3809"/>
                </a:lnTo>
                <a:lnTo>
                  <a:pt x="12192" y="0"/>
                </a:lnTo>
                <a:lnTo>
                  <a:pt x="3810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6" name="Google Shape;1596;p15"/>
          <p:cNvSpPr/>
          <p:nvPr/>
        </p:nvSpPr>
        <p:spPr>
          <a:xfrm>
            <a:off x="7304727" y="4419007"/>
            <a:ext cx="17939" cy="19357"/>
          </a:xfrm>
          <a:custGeom>
            <a:rect b="b" l="l" r="r" t="t"/>
            <a:pathLst>
              <a:path extrusionOk="0" h="15239" w="15240">
                <a:moveTo>
                  <a:pt x="0" y="3047"/>
                </a:moveTo>
                <a:lnTo>
                  <a:pt x="0" y="11429"/>
                </a:lnTo>
                <a:lnTo>
                  <a:pt x="3048" y="15239"/>
                </a:lnTo>
                <a:lnTo>
                  <a:pt x="11430" y="15239"/>
                </a:lnTo>
                <a:lnTo>
                  <a:pt x="15240" y="11429"/>
                </a:lnTo>
                <a:lnTo>
                  <a:pt x="15240" y="7619"/>
                </a:lnTo>
                <a:lnTo>
                  <a:pt x="15240" y="3047"/>
                </a:lnTo>
                <a:lnTo>
                  <a:pt x="11430" y="0"/>
                </a:lnTo>
                <a:lnTo>
                  <a:pt x="3048" y="0"/>
                </a:lnTo>
                <a:lnTo>
                  <a:pt x="0" y="3047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7" name="Google Shape;1597;p15"/>
          <p:cNvSpPr/>
          <p:nvPr/>
        </p:nvSpPr>
        <p:spPr>
          <a:xfrm>
            <a:off x="7445544" y="4416103"/>
            <a:ext cx="17939" cy="19357"/>
          </a:xfrm>
          <a:custGeom>
            <a:rect b="b" l="l" r="r" t="t"/>
            <a:pathLst>
              <a:path extrusionOk="0" h="15239" w="15240">
                <a:moveTo>
                  <a:pt x="0" y="3047"/>
                </a:moveTo>
                <a:lnTo>
                  <a:pt x="0" y="11429"/>
                </a:lnTo>
                <a:lnTo>
                  <a:pt x="3048" y="15239"/>
                </a:lnTo>
                <a:lnTo>
                  <a:pt x="11430" y="15239"/>
                </a:lnTo>
                <a:lnTo>
                  <a:pt x="15240" y="11429"/>
                </a:lnTo>
                <a:lnTo>
                  <a:pt x="15240" y="7619"/>
                </a:lnTo>
                <a:lnTo>
                  <a:pt x="15240" y="3047"/>
                </a:lnTo>
                <a:lnTo>
                  <a:pt x="11430" y="0"/>
                </a:lnTo>
                <a:lnTo>
                  <a:pt x="3048" y="0"/>
                </a:lnTo>
                <a:lnTo>
                  <a:pt x="0" y="3047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8" name="Google Shape;159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33442" y="4296072"/>
            <a:ext cx="130981" cy="184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9" name="Google Shape;159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23310" y="4294408"/>
            <a:ext cx="132158" cy="1625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0" name="Google Shape;1600;p15"/>
          <p:cNvGrpSpPr/>
          <p:nvPr/>
        </p:nvGrpSpPr>
        <p:grpSpPr>
          <a:xfrm>
            <a:off x="8138851" y="3966152"/>
            <a:ext cx="469107" cy="621850"/>
            <a:chOff x="8207488" y="5320367"/>
            <a:chExt cx="398539" cy="489584"/>
          </a:xfrm>
        </p:grpSpPr>
        <p:pic>
          <p:nvPicPr>
            <p:cNvPr id="1601" name="Google Shape;1601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207488" y="5500103"/>
              <a:ext cx="95275" cy="1806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2" name="Google Shape;1602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341600" y="5570207"/>
              <a:ext cx="83083" cy="1395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3" name="Google Shape;1603;p15"/>
            <p:cNvSpPr/>
            <p:nvPr/>
          </p:nvSpPr>
          <p:spPr>
            <a:xfrm>
              <a:off x="8442197" y="5320367"/>
              <a:ext cx="163830" cy="489584"/>
            </a:xfrm>
            <a:custGeom>
              <a:rect b="b" l="l" r="r" t="t"/>
              <a:pathLst>
                <a:path extrusionOk="0" h="489585" w="163829">
                  <a:moveTo>
                    <a:pt x="3809" y="22014"/>
                  </a:moveTo>
                  <a:lnTo>
                    <a:pt x="1690" y="16656"/>
                  </a:lnTo>
                  <a:lnTo>
                    <a:pt x="0" y="10584"/>
                  </a:lnTo>
                  <a:lnTo>
                    <a:pt x="595" y="5083"/>
                  </a:lnTo>
                  <a:lnTo>
                    <a:pt x="5333" y="1440"/>
                  </a:lnTo>
                  <a:lnTo>
                    <a:pt x="14251" y="0"/>
                  </a:lnTo>
                  <a:lnTo>
                    <a:pt x="23526" y="202"/>
                  </a:lnTo>
                  <a:lnTo>
                    <a:pt x="66960" y="24205"/>
                  </a:lnTo>
                  <a:lnTo>
                    <a:pt x="97333" y="65543"/>
                  </a:lnTo>
                  <a:lnTo>
                    <a:pt x="112013" y="119550"/>
                  </a:lnTo>
                  <a:lnTo>
                    <a:pt x="113073" y="140886"/>
                  </a:lnTo>
                  <a:lnTo>
                    <a:pt x="111918" y="161651"/>
                  </a:lnTo>
                  <a:lnTo>
                    <a:pt x="108906" y="182129"/>
                  </a:lnTo>
                  <a:lnTo>
                    <a:pt x="104393" y="202608"/>
                  </a:lnTo>
                  <a:lnTo>
                    <a:pt x="99286" y="220206"/>
                  </a:lnTo>
                  <a:lnTo>
                    <a:pt x="93821" y="237660"/>
                  </a:lnTo>
                  <a:lnTo>
                    <a:pt x="89070" y="255115"/>
                  </a:lnTo>
                  <a:lnTo>
                    <a:pt x="86105" y="272712"/>
                  </a:lnTo>
                  <a:lnTo>
                    <a:pt x="85129" y="283309"/>
                  </a:lnTo>
                  <a:lnTo>
                    <a:pt x="85153" y="294048"/>
                  </a:lnTo>
                  <a:lnTo>
                    <a:pt x="117705" y="323171"/>
                  </a:lnTo>
                  <a:lnTo>
                    <a:pt x="127253" y="323766"/>
                  </a:lnTo>
                  <a:lnTo>
                    <a:pt x="135909" y="323588"/>
                  </a:lnTo>
                  <a:lnTo>
                    <a:pt x="143922" y="322909"/>
                  </a:lnTo>
                  <a:lnTo>
                    <a:pt x="151792" y="321516"/>
                  </a:lnTo>
                  <a:lnTo>
                    <a:pt x="160019" y="319194"/>
                  </a:lnTo>
                  <a:lnTo>
                    <a:pt x="163067" y="317670"/>
                  </a:lnTo>
                  <a:lnTo>
                    <a:pt x="163829" y="317670"/>
                  </a:lnTo>
                  <a:lnTo>
                    <a:pt x="163829" y="316146"/>
                  </a:lnTo>
                  <a:lnTo>
                    <a:pt x="160019" y="314622"/>
                  </a:lnTo>
                  <a:lnTo>
                    <a:pt x="151637" y="313860"/>
                  </a:lnTo>
                  <a:lnTo>
                    <a:pt x="145541" y="315384"/>
                  </a:lnTo>
                  <a:lnTo>
                    <a:pt x="108965" y="339768"/>
                  </a:lnTo>
                  <a:lnTo>
                    <a:pt x="95249" y="388536"/>
                  </a:lnTo>
                  <a:lnTo>
                    <a:pt x="95428" y="401109"/>
                  </a:lnTo>
                  <a:lnTo>
                    <a:pt x="96107" y="413682"/>
                  </a:lnTo>
                  <a:lnTo>
                    <a:pt x="97500" y="426255"/>
                  </a:lnTo>
                  <a:lnTo>
                    <a:pt x="99821" y="438828"/>
                  </a:lnTo>
                  <a:lnTo>
                    <a:pt x="101631" y="446389"/>
                  </a:lnTo>
                  <a:lnTo>
                    <a:pt x="103441" y="454163"/>
                  </a:lnTo>
                  <a:lnTo>
                    <a:pt x="104965" y="462081"/>
                  </a:lnTo>
                  <a:lnTo>
                    <a:pt x="105917" y="470070"/>
                  </a:lnTo>
                  <a:lnTo>
                    <a:pt x="105917" y="475404"/>
                  </a:lnTo>
                  <a:lnTo>
                    <a:pt x="107441" y="479976"/>
                  </a:lnTo>
                  <a:lnTo>
                    <a:pt x="102107" y="483024"/>
                  </a:lnTo>
                  <a:lnTo>
                    <a:pt x="95249" y="486072"/>
                  </a:lnTo>
                  <a:lnTo>
                    <a:pt x="86105" y="486834"/>
                  </a:lnTo>
                  <a:lnTo>
                    <a:pt x="78485" y="487596"/>
                  </a:lnTo>
                  <a:lnTo>
                    <a:pt x="38350" y="489168"/>
                  </a:lnTo>
                  <a:lnTo>
                    <a:pt x="32099" y="488930"/>
                  </a:lnTo>
                  <a:lnTo>
                    <a:pt x="5131" y="471808"/>
                  </a:lnTo>
                  <a:lnTo>
                    <a:pt x="761" y="46626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4" name="Google Shape;1604;p15"/>
          <p:cNvGrpSpPr/>
          <p:nvPr/>
        </p:nvGrpSpPr>
        <p:grpSpPr>
          <a:xfrm>
            <a:off x="9041174" y="3405171"/>
            <a:ext cx="157859" cy="250836"/>
            <a:chOff x="8974073" y="4878705"/>
            <a:chExt cx="134112" cy="197484"/>
          </a:xfrm>
        </p:grpSpPr>
        <p:sp>
          <p:nvSpPr>
            <p:cNvPr id="1605" name="Google Shape;1605;p15"/>
            <p:cNvSpPr/>
            <p:nvPr/>
          </p:nvSpPr>
          <p:spPr>
            <a:xfrm>
              <a:off x="8974073" y="4911090"/>
              <a:ext cx="17780" cy="160020"/>
            </a:xfrm>
            <a:custGeom>
              <a:rect b="b" l="l" r="r" t="t"/>
              <a:pathLst>
                <a:path extrusionOk="0" h="160020" w="17779">
                  <a:moveTo>
                    <a:pt x="12953" y="0"/>
                  </a:moveTo>
                  <a:lnTo>
                    <a:pt x="15597" y="13370"/>
                  </a:lnTo>
                  <a:lnTo>
                    <a:pt x="16954" y="26384"/>
                  </a:lnTo>
                  <a:lnTo>
                    <a:pt x="17454" y="39540"/>
                  </a:lnTo>
                  <a:lnTo>
                    <a:pt x="17525" y="53340"/>
                  </a:lnTo>
                  <a:lnTo>
                    <a:pt x="16847" y="69794"/>
                  </a:lnTo>
                  <a:lnTo>
                    <a:pt x="8381" y="118872"/>
                  </a:lnTo>
                  <a:lnTo>
                    <a:pt x="2857" y="138017"/>
                  </a:lnTo>
                  <a:lnTo>
                    <a:pt x="881" y="147911"/>
                  </a:lnTo>
                  <a:lnTo>
                    <a:pt x="761" y="157734"/>
                  </a:lnTo>
                  <a:lnTo>
                    <a:pt x="761" y="159258"/>
                  </a:lnTo>
                  <a:lnTo>
                    <a:pt x="0" y="160020"/>
                  </a:lnTo>
                  <a:lnTo>
                    <a:pt x="1523" y="15925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15"/>
            <p:cNvSpPr/>
            <p:nvPr/>
          </p:nvSpPr>
          <p:spPr>
            <a:xfrm>
              <a:off x="8975812" y="4878705"/>
              <a:ext cx="99695" cy="121285"/>
            </a:xfrm>
            <a:custGeom>
              <a:rect b="b" l="l" r="r" t="t"/>
              <a:pathLst>
                <a:path extrusionOk="0" h="121285" w="99695">
                  <a:moveTo>
                    <a:pt x="547" y="43052"/>
                  </a:moveTo>
                  <a:lnTo>
                    <a:pt x="24622" y="4560"/>
                  </a:lnTo>
                  <a:lnTo>
                    <a:pt x="59983" y="380"/>
                  </a:lnTo>
                  <a:lnTo>
                    <a:pt x="69782" y="0"/>
                  </a:lnTo>
                  <a:lnTo>
                    <a:pt x="80081" y="761"/>
                  </a:lnTo>
                  <a:lnTo>
                    <a:pt x="89665" y="3809"/>
                  </a:lnTo>
                  <a:lnTo>
                    <a:pt x="97321" y="10286"/>
                  </a:lnTo>
                  <a:lnTo>
                    <a:pt x="99583" y="18907"/>
                  </a:lnTo>
                  <a:lnTo>
                    <a:pt x="96559" y="27241"/>
                  </a:lnTo>
                  <a:lnTo>
                    <a:pt x="63031" y="56673"/>
                  </a:lnTo>
                  <a:lnTo>
                    <a:pt x="39409" y="69722"/>
                  </a:lnTo>
                  <a:lnTo>
                    <a:pt x="35599" y="72008"/>
                  </a:lnTo>
                  <a:lnTo>
                    <a:pt x="31027" y="73532"/>
                  </a:lnTo>
                  <a:lnTo>
                    <a:pt x="27979" y="75056"/>
                  </a:lnTo>
                  <a:lnTo>
                    <a:pt x="39409" y="74854"/>
                  </a:lnTo>
                  <a:lnTo>
                    <a:pt x="50839" y="74580"/>
                  </a:lnTo>
                  <a:lnTo>
                    <a:pt x="62269" y="74735"/>
                  </a:lnTo>
                  <a:lnTo>
                    <a:pt x="99417" y="90356"/>
                  </a:lnTo>
                  <a:lnTo>
                    <a:pt x="96750" y="94964"/>
                  </a:lnTo>
                  <a:lnTo>
                    <a:pt x="92082" y="98571"/>
                  </a:lnTo>
                  <a:lnTo>
                    <a:pt x="87415" y="100964"/>
                  </a:lnTo>
                  <a:lnTo>
                    <a:pt x="73949" y="108120"/>
                  </a:lnTo>
                  <a:lnTo>
                    <a:pt x="59126" y="113633"/>
                  </a:lnTo>
                  <a:lnTo>
                    <a:pt x="43588" y="117574"/>
                  </a:lnTo>
                  <a:lnTo>
                    <a:pt x="27979" y="120014"/>
                  </a:lnTo>
                  <a:lnTo>
                    <a:pt x="17311" y="120776"/>
                  </a:lnTo>
                  <a:lnTo>
                    <a:pt x="27217" y="119252"/>
                  </a:lnTo>
                  <a:lnTo>
                    <a:pt x="24169" y="11849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15"/>
            <p:cNvSpPr/>
            <p:nvPr/>
          </p:nvSpPr>
          <p:spPr>
            <a:xfrm>
              <a:off x="9089897" y="5017770"/>
              <a:ext cx="9525" cy="58419"/>
            </a:xfrm>
            <a:custGeom>
              <a:rect b="b" l="l" r="r" t="t"/>
              <a:pathLst>
                <a:path extrusionOk="0" h="58420" w="9525">
                  <a:moveTo>
                    <a:pt x="9144" y="0"/>
                  </a:moveTo>
                  <a:lnTo>
                    <a:pt x="7667" y="8453"/>
                  </a:lnTo>
                  <a:lnTo>
                    <a:pt x="6477" y="16764"/>
                  </a:lnTo>
                  <a:lnTo>
                    <a:pt x="5286" y="25074"/>
                  </a:lnTo>
                  <a:lnTo>
                    <a:pt x="3810" y="33528"/>
                  </a:lnTo>
                  <a:lnTo>
                    <a:pt x="2286" y="40386"/>
                  </a:lnTo>
                  <a:lnTo>
                    <a:pt x="762" y="47244"/>
                  </a:lnTo>
                  <a:lnTo>
                    <a:pt x="0" y="54102"/>
                  </a:lnTo>
                  <a:lnTo>
                    <a:pt x="0" y="56388"/>
                  </a:lnTo>
                  <a:lnTo>
                    <a:pt x="0" y="57912"/>
                  </a:lnTo>
                  <a:lnTo>
                    <a:pt x="762" y="5638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15"/>
            <p:cNvSpPr/>
            <p:nvPr/>
          </p:nvSpPr>
          <p:spPr>
            <a:xfrm>
              <a:off x="9092945" y="4923282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7"/>
                  </a:moveTo>
                  <a:lnTo>
                    <a:pt x="0" y="11429"/>
                  </a:lnTo>
                  <a:lnTo>
                    <a:pt x="3048" y="15239"/>
                  </a:lnTo>
                  <a:lnTo>
                    <a:pt x="11430" y="15239"/>
                  </a:lnTo>
                  <a:lnTo>
                    <a:pt x="15240" y="11429"/>
                  </a:lnTo>
                  <a:lnTo>
                    <a:pt x="15240" y="7619"/>
                  </a:lnTo>
                  <a:lnTo>
                    <a:pt x="15240" y="3047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09" name="Google Shape;160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28974" y="3391241"/>
            <a:ext cx="143635" cy="176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0" name="Google Shape;161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35822" y="3179159"/>
            <a:ext cx="252066" cy="356205"/>
          </a:xfrm>
          <a:prstGeom prst="rect">
            <a:avLst/>
          </a:prstGeom>
          <a:noFill/>
          <a:ln>
            <a:noFill/>
          </a:ln>
        </p:spPr>
      </p:pic>
      <p:sp>
        <p:nvSpPr>
          <p:cNvPr id="1611" name="Google Shape;1611;p15"/>
          <p:cNvSpPr/>
          <p:nvPr/>
        </p:nvSpPr>
        <p:spPr>
          <a:xfrm>
            <a:off x="9166745" y="3537283"/>
            <a:ext cx="105389" cy="137114"/>
          </a:xfrm>
          <a:custGeom>
            <a:rect b="b" l="l" r="r" t="t"/>
            <a:pathLst>
              <a:path extrusionOk="0" h="107950" w="89534">
                <a:moveTo>
                  <a:pt x="0" y="69342"/>
                </a:moveTo>
                <a:lnTo>
                  <a:pt x="30479" y="38100"/>
                </a:lnTo>
                <a:lnTo>
                  <a:pt x="36575" y="32766"/>
                </a:lnTo>
                <a:lnTo>
                  <a:pt x="43433" y="26670"/>
                </a:lnTo>
                <a:lnTo>
                  <a:pt x="44195" y="18288"/>
                </a:lnTo>
                <a:lnTo>
                  <a:pt x="45719" y="10668"/>
                </a:lnTo>
                <a:lnTo>
                  <a:pt x="41147" y="6858"/>
                </a:lnTo>
                <a:lnTo>
                  <a:pt x="34289" y="4572"/>
                </a:lnTo>
                <a:lnTo>
                  <a:pt x="28955" y="2286"/>
                </a:lnTo>
                <a:lnTo>
                  <a:pt x="19049" y="0"/>
                </a:lnTo>
                <a:lnTo>
                  <a:pt x="15239" y="6096"/>
                </a:lnTo>
                <a:lnTo>
                  <a:pt x="11644" y="17252"/>
                </a:lnTo>
                <a:lnTo>
                  <a:pt x="10477" y="30194"/>
                </a:lnTo>
                <a:lnTo>
                  <a:pt x="10739" y="43279"/>
                </a:lnTo>
                <a:lnTo>
                  <a:pt x="11429" y="54864"/>
                </a:lnTo>
                <a:lnTo>
                  <a:pt x="11965" y="65020"/>
                </a:lnTo>
                <a:lnTo>
                  <a:pt x="12287" y="74961"/>
                </a:lnTo>
                <a:lnTo>
                  <a:pt x="12180" y="84760"/>
                </a:lnTo>
                <a:lnTo>
                  <a:pt x="11430" y="94488"/>
                </a:lnTo>
                <a:lnTo>
                  <a:pt x="10668" y="97536"/>
                </a:lnTo>
                <a:lnTo>
                  <a:pt x="10668" y="105156"/>
                </a:lnTo>
                <a:lnTo>
                  <a:pt x="8382" y="107442"/>
                </a:lnTo>
                <a:lnTo>
                  <a:pt x="7620" y="107442"/>
                </a:lnTo>
                <a:lnTo>
                  <a:pt x="6858" y="107442"/>
                </a:lnTo>
                <a:lnTo>
                  <a:pt x="6096" y="107442"/>
                </a:lnTo>
                <a:lnTo>
                  <a:pt x="6096" y="102108"/>
                </a:lnTo>
                <a:lnTo>
                  <a:pt x="6096" y="96012"/>
                </a:lnTo>
                <a:lnTo>
                  <a:pt x="14477" y="54864"/>
                </a:lnTo>
                <a:lnTo>
                  <a:pt x="48006" y="38100"/>
                </a:lnTo>
                <a:lnTo>
                  <a:pt x="51816" y="41148"/>
                </a:lnTo>
                <a:lnTo>
                  <a:pt x="55626" y="44196"/>
                </a:lnTo>
                <a:lnTo>
                  <a:pt x="54102" y="52578"/>
                </a:lnTo>
                <a:lnTo>
                  <a:pt x="51816" y="55626"/>
                </a:lnTo>
                <a:lnTo>
                  <a:pt x="47244" y="63246"/>
                </a:lnTo>
                <a:lnTo>
                  <a:pt x="38862" y="66294"/>
                </a:lnTo>
                <a:lnTo>
                  <a:pt x="31242" y="69342"/>
                </a:lnTo>
                <a:lnTo>
                  <a:pt x="27432" y="70866"/>
                </a:lnTo>
                <a:lnTo>
                  <a:pt x="25146" y="71628"/>
                </a:lnTo>
                <a:lnTo>
                  <a:pt x="21336" y="71628"/>
                </a:lnTo>
                <a:lnTo>
                  <a:pt x="28194" y="71628"/>
                </a:lnTo>
                <a:lnTo>
                  <a:pt x="35052" y="73914"/>
                </a:lnTo>
                <a:lnTo>
                  <a:pt x="76200" y="91440"/>
                </a:lnTo>
                <a:lnTo>
                  <a:pt x="81534" y="93726"/>
                </a:lnTo>
                <a:lnTo>
                  <a:pt x="89154" y="93726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2" name="Google Shape;1612;p15"/>
          <p:cNvGrpSpPr/>
          <p:nvPr/>
        </p:nvGrpSpPr>
        <p:grpSpPr>
          <a:xfrm>
            <a:off x="9709369" y="3645668"/>
            <a:ext cx="298393" cy="325234"/>
            <a:chOff x="9541750" y="5068049"/>
            <a:chExt cx="253505" cy="256057"/>
          </a:xfrm>
        </p:grpSpPr>
        <p:pic>
          <p:nvPicPr>
            <p:cNvPr id="1613" name="Google Shape;1613;p1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541750" y="5068049"/>
              <a:ext cx="153187" cy="2560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4" name="Google Shape;1614;p15"/>
            <p:cNvSpPr/>
            <p:nvPr/>
          </p:nvSpPr>
          <p:spPr>
            <a:xfrm>
              <a:off x="9742931" y="5186529"/>
              <a:ext cx="41275" cy="10160"/>
            </a:xfrm>
            <a:custGeom>
              <a:rect b="b" l="l" r="r" t="t"/>
              <a:pathLst>
                <a:path extrusionOk="0" h="10160" w="41275">
                  <a:moveTo>
                    <a:pt x="0" y="1928"/>
                  </a:moveTo>
                  <a:lnTo>
                    <a:pt x="6893" y="1285"/>
                  </a:lnTo>
                  <a:lnTo>
                    <a:pt x="18002" y="214"/>
                  </a:lnTo>
                  <a:lnTo>
                    <a:pt x="29253" y="0"/>
                  </a:lnTo>
                  <a:lnTo>
                    <a:pt x="36576" y="1928"/>
                  </a:lnTo>
                  <a:lnTo>
                    <a:pt x="41148" y="5738"/>
                  </a:lnTo>
                  <a:lnTo>
                    <a:pt x="35052" y="8786"/>
                  </a:lnTo>
                  <a:lnTo>
                    <a:pt x="33528" y="954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15"/>
            <p:cNvSpPr/>
            <p:nvPr/>
          </p:nvSpPr>
          <p:spPr>
            <a:xfrm>
              <a:off x="9733025" y="5233415"/>
              <a:ext cx="62230" cy="7620"/>
            </a:xfrm>
            <a:custGeom>
              <a:rect b="b" l="l" r="r" t="t"/>
              <a:pathLst>
                <a:path extrusionOk="0" h="7620" w="62229">
                  <a:moveTo>
                    <a:pt x="0" y="3048"/>
                  </a:moveTo>
                  <a:lnTo>
                    <a:pt x="10263" y="5453"/>
                  </a:lnTo>
                  <a:lnTo>
                    <a:pt x="19812" y="6858"/>
                  </a:lnTo>
                  <a:lnTo>
                    <a:pt x="29360" y="7119"/>
                  </a:lnTo>
                  <a:lnTo>
                    <a:pt x="39624" y="6096"/>
                  </a:lnTo>
                  <a:lnTo>
                    <a:pt x="48006" y="5334"/>
                  </a:lnTo>
                  <a:lnTo>
                    <a:pt x="54102" y="3048"/>
                  </a:lnTo>
                  <a:lnTo>
                    <a:pt x="61722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6" name="Google Shape;1616;p15"/>
          <p:cNvSpPr/>
          <p:nvPr/>
        </p:nvSpPr>
        <p:spPr>
          <a:xfrm>
            <a:off x="10099547" y="3750214"/>
            <a:ext cx="14949" cy="120983"/>
          </a:xfrm>
          <a:custGeom>
            <a:rect b="b" l="l" r="r" t="t"/>
            <a:pathLst>
              <a:path extrusionOk="0" h="95250" w="12700">
                <a:moveTo>
                  <a:pt x="12192" y="0"/>
                </a:moveTo>
                <a:lnTo>
                  <a:pt x="9298" y="13239"/>
                </a:lnTo>
                <a:lnTo>
                  <a:pt x="7334" y="25908"/>
                </a:lnTo>
                <a:lnTo>
                  <a:pt x="6084" y="38576"/>
                </a:lnTo>
                <a:lnTo>
                  <a:pt x="5334" y="51816"/>
                </a:lnTo>
                <a:lnTo>
                  <a:pt x="4667" y="61293"/>
                </a:lnTo>
                <a:lnTo>
                  <a:pt x="4000" y="70485"/>
                </a:lnTo>
                <a:lnTo>
                  <a:pt x="3619" y="79676"/>
                </a:lnTo>
                <a:lnTo>
                  <a:pt x="3810" y="89154"/>
                </a:lnTo>
                <a:lnTo>
                  <a:pt x="3810" y="95250"/>
                </a:lnTo>
                <a:lnTo>
                  <a:pt x="4572" y="94488"/>
                </a:lnTo>
                <a:lnTo>
                  <a:pt x="0" y="93726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15"/>
          <p:cNvSpPr/>
          <p:nvPr/>
        </p:nvSpPr>
        <p:spPr>
          <a:xfrm>
            <a:off x="5886687" y="3519863"/>
            <a:ext cx="147993" cy="594429"/>
          </a:xfrm>
          <a:custGeom>
            <a:rect b="b" l="l" r="r" t="t"/>
            <a:pathLst>
              <a:path extrusionOk="0" h="467995" w="125729">
                <a:moveTo>
                  <a:pt x="125729" y="16001"/>
                </a:moveTo>
                <a:lnTo>
                  <a:pt x="112942" y="8465"/>
                </a:lnTo>
                <a:lnTo>
                  <a:pt x="101726" y="3143"/>
                </a:lnTo>
                <a:lnTo>
                  <a:pt x="89939" y="250"/>
                </a:lnTo>
                <a:lnTo>
                  <a:pt x="75437" y="0"/>
                </a:lnTo>
                <a:lnTo>
                  <a:pt x="62745" y="2262"/>
                </a:lnTo>
                <a:lnTo>
                  <a:pt x="22895" y="31492"/>
                </a:lnTo>
                <a:lnTo>
                  <a:pt x="11429" y="67817"/>
                </a:lnTo>
                <a:lnTo>
                  <a:pt x="11965" y="81129"/>
                </a:lnTo>
                <a:lnTo>
                  <a:pt x="25145" y="117347"/>
                </a:lnTo>
                <a:lnTo>
                  <a:pt x="38480" y="136112"/>
                </a:lnTo>
                <a:lnTo>
                  <a:pt x="45291" y="145530"/>
                </a:lnTo>
                <a:lnTo>
                  <a:pt x="60197" y="188975"/>
                </a:lnTo>
                <a:lnTo>
                  <a:pt x="57376" y="199536"/>
                </a:lnTo>
                <a:lnTo>
                  <a:pt x="51911" y="209454"/>
                </a:lnTo>
                <a:lnTo>
                  <a:pt x="44874" y="218658"/>
                </a:lnTo>
                <a:lnTo>
                  <a:pt x="37337" y="227075"/>
                </a:lnTo>
                <a:lnTo>
                  <a:pt x="30098" y="235267"/>
                </a:lnTo>
                <a:lnTo>
                  <a:pt x="22288" y="242887"/>
                </a:lnTo>
                <a:lnTo>
                  <a:pt x="14192" y="250221"/>
                </a:lnTo>
                <a:lnTo>
                  <a:pt x="6095" y="257555"/>
                </a:lnTo>
                <a:lnTo>
                  <a:pt x="3809" y="259079"/>
                </a:lnTo>
                <a:lnTo>
                  <a:pt x="1523" y="262127"/>
                </a:lnTo>
                <a:lnTo>
                  <a:pt x="0" y="263651"/>
                </a:lnTo>
                <a:lnTo>
                  <a:pt x="6095" y="264413"/>
                </a:lnTo>
                <a:lnTo>
                  <a:pt x="12191" y="265175"/>
                </a:lnTo>
                <a:lnTo>
                  <a:pt x="17525" y="266699"/>
                </a:lnTo>
                <a:lnTo>
                  <a:pt x="25157" y="268354"/>
                </a:lnTo>
                <a:lnTo>
                  <a:pt x="55483" y="296537"/>
                </a:lnTo>
                <a:lnTo>
                  <a:pt x="55625" y="304037"/>
                </a:lnTo>
                <a:lnTo>
                  <a:pt x="54411" y="321694"/>
                </a:lnTo>
                <a:lnTo>
                  <a:pt x="50482" y="338423"/>
                </a:lnTo>
                <a:lnTo>
                  <a:pt x="45124" y="354722"/>
                </a:lnTo>
                <a:lnTo>
                  <a:pt x="39623" y="371093"/>
                </a:lnTo>
                <a:lnTo>
                  <a:pt x="35004" y="385060"/>
                </a:lnTo>
                <a:lnTo>
                  <a:pt x="30670" y="399383"/>
                </a:lnTo>
                <a:lnTo>
                  <a:pt x="27193" y="413849"/>
                </a:lnTo>
                <a:lnTo>
                  <a:pt x="25145" y="428243"/>
                </a:lnTo>
                <a:lnTo>
                  <a:pt x="24598" y="436804"/>
                </a:lnTo>
                <a:lnTo>
                  <a:pt x="24764" y="445865"/>
                </a:lnTo>
                <a:lnTo>
                  <a:pt x="61674" y="467558"/>
                </a:lnTo>
                <a:lnTo>
                  <a:pt x="70865" y="466343"/>
                </a:lnTo>
                <a:lnTo>
                  <a:pt x="79759" y="462355"/>
                </a:lnTo>
                <a:lnTo>
                  <a:pt x="86582" y="459009"/>
                </a:lnTo>
                <a:lnTo>
                  <a:pt x="92404" y="455521"/>
                </a:lnTo>
                <a:lnTo>
                  <a:pt x="98297" y="451103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8" name="Google Shape;1618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111800" y="3622379"/>
            <a:ext cx="191075" cy="32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9" name="Google Shape;1619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475952" y="3803187"/>
            <a:ext cx="82883" cy="113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0" name="Google Shape;1620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361794" y="1761240"/>
            <a:ext cx="140342" cy="1868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1" name="Google Shape;1621;p15"/>
          <p:cNvGrpSpPr/>
          <p:nvPr/>
        </p:nvGrpSpPr>
        <p:grpSpPr>
          <a:xfrm>
            <a:off x="8783742" y="1516961"/>
            <a:ext cx="475400" cy="429173"/>
            <a:chOff x="8755367" y="3392113"/>
            <a:chExt cx="403885" cy="337889"/>
          </a:xfrm>
        </p:grpSpPr>
        <p:pic>
          <p:nvPicPr>
            <p:cNvPr id="1622" name="Google Shape;1622;p1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8755367" y="3550145"/>
              <a:ext cx="140233" cy="179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3" name="Google Shape;1623;p1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8884145" y="3392113"/>
              <a:ext cx="275107" cy="1207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4" name="Google Shape;1624;p15"/>
          <p:cNvSpPr/>
          <p:nvPr/>
        </p:nvSpPr>
        <p:spPr>
          <a:xfrm>
            <a:off x="7708344" y="3119168"/>
            <a:ext cx="259361" cy="32262"/>
          </a:xfrm>
          <a:custGeom>
            <a:rect b="b" l="l" r="r" t="t"/>
            <a:pathLst>
              <a:path extrusionOk="0" h="25400" w="220345">
                <a:moveTo>
                  <a:pt x="0" y="25145"/>
                </a:moveTo>
                <a:lnTo>
                  <a:pt x="3048" y="25145"/>
                </a:lnTo>
                <a:lnTo>
                  <a:pt x="6096" y="25145"/>
                </a:lnTo>
                <a:lnTo>
                  <a:pt x="22669" y="23514"/>
                </a:lnTo>
                <a:lnTo>
                  <a:pt x="39243" y="21240"/>
                </a:lnTo>
                <a:lnTo>
                  <a:pt x="55816" y="18823"/>
                </a:lnTo>
                <a:lnTo>
                  <a:pt x="72390" y="16763"/>
                </a:lnTo>
                <a:lnTo>
                  <a:pt x="116966" y="11715"/>
                </a:lnTo>
                <a:lnTo>
                  <a:pt x="161544" y="8381"/>
                </a:lnTo>
                <a:lnTo>
                  <a:pt x="174105" y="7810"/>
                </a:lnTo>
                <a:lnTo>
                  <a:pt x="186594" y="7238"/>
                </a:lnTo>
                <a:lnTo>
                  <a:pt x="198941" y="6667"/>
                </a:lnTo>
                <a:lnTo>
                  <a:pt x="211074" y="6095"/>
                </a:lnTo>
                <a:lnTo>
                  <a:pt x="214884" y="6095"/>
                </a:lnTo>
                <a:lnTo>
                  <a:pt x="217170" y="6095"/>
                </a:lnTo>
                <a:lnTo>
                  <a:pt x="220218" y="6095"/>
                </a:lnTo>
                <a:lnTo>
                  <a:pt x="219456" y="6095"/>
                </a:lnTo>
                <a:lnTo>
                  <a:pt x="218694" y="6095"/>
                </a:lnTo>
                <a:lnTo>
                  <a:pt x="217932" y="6095"/>
                </a:lnTo>
                <a:lnTo>
                  <a:pt x="213360" y="6095"/>
                </a:lnTo>
                <a:lnTo>
                  <a:pt x="208026" y="7619"/>
                </a:lnTo>
                <a:lnTo>
                  <a:pt x="203454" y="6857"/>
                </a:lnTo>
                <a:lnTo>
                  <a:pt x="199644" y="5333"/>
                </a:lnTo>
                <a:lnTo>
                  <a:pt x="198882" y="3809"/>
                </a:lnTo>
                <a:lnTo>
                  <a:pt x="199644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5" name="Google Shape;1625;p15"/>
          <p:cNvGrpSpPr/>
          <p:nvPr/>
        </p:nvGrpSpPr>
        <p:grpSpPr>
          <a:xfrm>
            <a:off x="8070700" y="2083539"/>
            <a:ext cx="627864" cy="580249"/>
            <a:chOff x="8149589" y="3838181"/>
            <a:chExt cx="533413" cy="456831"/>
          </a:xfrm>
        </p:grpSpPr>
        <p:sp>
          <p:nvSpPr>
            <p:cNvPr id="1626" name="Google Shape;1626;p15"/>
            <p:cNvSpPr/>
            <p:nvPr/>
          </p:nvSpPr>
          <p:spPr>
            <a:xfrm>
              <a:off x="8149589" y="3896867"/>
              <a:ext cx="486409" cy="398145"/>
            </a:xfrm>
            <a:custGeom>
              <a:rect b="b" l="l" r="r" t="t"/>
              <a:pathLst>
                <a:path extrusionOk="0" h="398145" w="486409">
                  <a:moveTo>
                    <a:pt x="0" y="397763"/>
                  </a:moveTo>
                  <a:lnTo>
                    <a:pt x="36111" y="363902"/>
                  </a:lnTo>
                  <a:lnTo>
                    <a:pt x="71270" y="328767"/>
                  </a:lnTo>
                  <a:lnTo>
                    <a:pt x="95249" y="305847"/>
                  </a:lnTo>
                  <a:lnTo>
                    <a:pt x="144779" y="261365"/>
                  </a:lnTo>
                  <a:lnTo>
                    <a:pt x="177522" y="235053"/>
                  </a:lnTo>
                  <a:lnTo>
                    <a:pt x="210692" y="209740"/>
                  </a:lnTo>
                  <a:lnTo>
                    <a:pt x="244435" y="185285"/>
                  </a:lnTo>
                  <a:lnTo>
                    <a:pt x="278891" y="161543"/>
                  </a:lnTo>
                  <a:lnTo>
                    <a:pt x="308586" y="141529"/>
                  </a:lnTo>
                  <a:lnTo>
                    <a:pt x="338137" y="121443"/>
                  </a:lnTo>
                  <a:lnTo>
                    <a:pt x="396239" y="80771"/>
                  </a:lnTo>
                  <a:lnTo>
                    <a:pt x="433006" y="54101"/>
                  </a:lnTo>
                  <a:lnTo>
                    <a:pt x="468629" y="25145"/>
                  </a:lnTo>
                  <a:lnTo>
                    <a:pt x="486155" y="3809"/>
                  </a:lnTo>
                  <a:lnTo>
                    <a:pt x="486155" y="3047"/>
                  </a:lnTo>
                  <a:lnTo>
                    <a:pt x="486155" y="2285"/>
                  </a:lnTo>
                  <a:lnTo>
                    <a:pt x="480821" y="761"/>
                  </a:lnTo>
                  <a:lnTo>
                    <a:pt x="473963" y="0"/>
                  </a:lnTo>
                  <a:lnTo>
                    <a:pt x="468629" y="761"/>
                  </a:lnTo>
                  <a:lnTo>
                    <a:pt x="464819" y="1523"/>
                  </a:lnTo>
                  <a:lnTo>
                    <a:pt x="461009" y="3047"/>
                  </a:lnTo>
                  <a:lnTo>
                    <a:pt x="457961" y="4571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27" name="Google Shape;1627;p1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579345" y="3838181"/>
              <a:ext cx="103657" cy="1432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8" name="Google Shape;1628;p15"/>
          <p:cNvSpPr/>
          <p:nvPr/>
        </p:nvSpPr>
        <p:spPr>
          <a:xfrm>
            <a:off x="3481131" y="2995280"/>
            <a:ext cx="59795" cy="50813"/>
          </a:xfrm>
          <a:custGeom>
            <a:rect b="b" l="l" r="r" t="t"/>
            <a:pathLst>
              <a:path extrusionOk="0" h="40004" w="50800">
                <a:moveTo>
                  <a:pt x="19812" y="29718"/>
                </a:moveTo>
                <a:lnTo>
                  <a:pt x="18288" y="25146"/>
                </a:lnTo>
                <a:lnTo>
                  <a:pt x="16764" y="21336"/>
                </a:lnTo>
                <a:lnTo>
                  <a:pt x="14478" y="16764"/>
                </a:lnTo>
                <a:lnTo>
                  <a:pt x="20574" y="13716"/>
                </a:lnTo>
                <a:lnTo>
                  <a:pt x="25146" y="12192"/>
                </a:lnTo>
                <a:lnTo>
                  <a:pt x="32004" y="11430"/>
                </a:lnTo>
                <a:lnTo>
                  <a:pt x="32766" y="11430"/>
                </a:lnTo>
                <a:lnTo>
                  <a:pt x="33528" y="11430"/>
                </a:lnTo>
                <a:lnTo>
                  <a:pt x="34290" y="11430"/>
                </a:lnTo>
                <a:lnTo>
                  <a:pt x="35814" y="18288"/>
                </a:lnTo>
                <a:lnTo>
                  <a:pt x="35814" y="22860"/>
                </a:lnTo>
                <a:lnTo>
                  <a:pt x="30480" y="28194"/>
                </a:lnTo>
                <a:lnTo>
                  <a:pt x="25622" y="32444"/>
                </a:lnTo>
                <a:lnTo>
                  <a:pt x="20193" y="35909"/>
                </a:lnTo>
                <a:lnTo>
                  <a:pt x="14192" y="38373"/>
                </a:lnTo>
                <a:lnTo>
                  <a:pt x="7620" y="39624"/>
                </a:lnTo>
                <a:lnTo>
                  <a:pt x="6858" y="39624"/>
                </a:lnTo>
                <a:lnTo>
                  <a:pt x="5334" y="39624"/>
                </a:lnTo>
                <a:lnTo>
                  <a:pt x="3810" y="39624"/>
                </a:lnTo>
                <a:lnTo>
                  <a:pt x="762" y="31242"/>
                </a:lnTo>
                <a:lnTo>
                  <a:pt x="0" y="24384"/>
                </a:lnTo>
                <a:lnTo>
                  <a:pt x="4572" y="16002"/>
                </a:lnTo>
                <a:lnTo>
                  <a:pt x="44196" y="0"/>
                </a:lnTo>
                <a:lnTo>
                  <a:pt x="48006" y="4572"/>
                </a:lnTo>
                <a:lnTo>
                  <a:pt x="48768" y="14478"/>
                </a:lnTo>
                <a:lnTo>
                  <a:pt x="49530" y="21336"/>
                </a:lnTo>
                <a:lnTo>
                  <a:pt x="50292" y="30480"/>
                </a:lnTo>
                <a:lnTo>
                  <a:pt x="44958" y="35052"/>
                </a:lnTo>
                <a:lnTo>
                  <a:pt x="39624" y="39624"/>
                </a:lnTo>
                <a:lnTo>
                  <a:pt x="35814" y="33528"/>
                </a:lnTo>
                <a:lnTo>
                  <a:pt x="34290" y="29718"/>
                </a:lnTo>
                <a:lnTo>
                  <a:pt x="31242" y="24384"/>
                </a:lnTo>
                <a:lnTo>
                  <a:pt x="30480" y="20574"/>
                </a:lnTo>
                <a:lnTo>
                  <a:pt x="29718" y="14478"/>
                </a:lnTo>
                <a:lnTo>
                  <a:pt x="32004" y="13716"/>
                </a:lnTo>
                <a:lnTo>
                  <a:pt x="36576" y="12192"/>
                </a:lnTo>
                <a:lnTo>
                  <a:pt x="38862" y="10668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9" name="Google Shape;1629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106722" y="2866811"/>
            <a:ext cx="373599" cy="262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0" name="Google Shape;1630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552943" y="2879847"/>
            <a:ext cx="118424" cy="153195"/>
          </a:xfrm>
          <a:prstGeom prst="rect">
            <a:avLst/>
          </a:prstGeom>
          <a:noFill/>
          <a:ln>
            <a:noFill/>
          </a:ln>
        </p:spPr>
      </p:pic>
      <p:sp>
        <p:nvSpPr>
          <p:cNvPr id="1631" name="Google Shape;1631;p15"/>
          <p:cNvSpPr/>
          <p:nvPr/>
        </p:nvSpPr>
        <p:spPr>
          <a:xfrm>
            <a:off x="4177145" y="3107553"/>
            <a:ext cx="455190" cy="92753"/>
          </a:xfrm>
          <a:custGeom>
            <a:rect b="b" l="l" r="r" t="t"/>
            <a:pathLst>
              <a:path extrusionOk="0" h="73025" w="386714">
                <a:moveTo>
                  <a:pt x="12953" y="57150"/>
                </a:moveTo>
                <a:lnTo>
                  <a:pt x="3809" y="63246"/>
                </a:lnTo>
                <a:lnTo>
                  <a:pt x="0" y="62484"/>
                </a:lnTo>
                <a:lnTo>
                  <a:pt x="0" y="68580"/>
                </a:lnTo>
                <a:lnTo>
                  <a:pt x="12263" y="71520"/>
                </a:lnTo>
                <a:lnTo>
                  <a:pt x="25526" y="72675"/>
                </a:lnTo>
                <a:lnTo>
                  <a:pt x="38790" y="72544"/>
                </a:lnTo>
                <a:lnTo>
                  <a:pt x="51053" y="71628"/>
                </a:lnTo>
                <a:lnTo>
                  <a:pt x="81903" y="67889"/>
                </a:lnTo>
                <a:lnTo>
                  <a:pt x="112680" y="62865"/>
                </a:lnTo>
                <a:lnTo>
                  <a:pt x="143315" y="57269"/>
                </a:lnTo>
                <a:lnTo>
                  <a:pt x="173735" y="51816"/>
                </a:lnTo>
                <a:lnTo>
                  <a:pt x="235362" y="41814"/>
                </a:lnTo>
                <a:lnTo>
                  <a:pt x="296417" y="33528"/>
                </a:lnTo>
                <a:lnTo>
                  <a:pt x="348174" y="27955"/>
                </a:lnTo>
                <a:lnTo>
                  <a:pt x="370331" y="26670"/>
                </a:lnTo>
                <a:lnTo>
                  <a:pt x="377189" y="25908"/>
                </a:lnTo>
                <a:lnTo>
                  <a:pt x="381761" y="25908"/>
                </a:lnTo>
                <a:lnTo>
                  <a:pt x="381761" y="20574"/>
                </a:lnTo>
                <a:lnTo>
                  <a:pt x="380999" y="16002"/>
                </a:lnTo>
                <a:lnTo>
                  <a:pt x="382523" y="10668"/>
                </a:lnTo>
                <a:lnTo>
                  <a:pt x="383285" y="6858"/>
                </a:lnTo>
                <a:lnTo>
                  <a:pt x="384809" y="3810"/>
                </a:lnTo>
                <a:lnTo>
                  <a:pt x="386333" y="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2" name="Google Shape;1632;p15"/>
          <p:cNvSpPr/>
          <p:nvPr/>
        </p:nvSpPr>
        <p:spPr>
          <a:xfrm>
            <a:off x="4762839" y="2940113"/>
            <a:ext cx="8969" cy="22583"/>
          </a:xfrm>
          <a:custGeom>
            <a:rect b="b" l="l" r="r" t="t"/>
            <a:pathLst>
              <a:path extrusionOk="0" h="17779" w="7620">
                <a:moveTo>
                  <a:pt x="7620" y="0"/>
                </a:moveTo>
                <a:lnTo>
                  <a:pt x="3048" y="10668"/>
                </a:lnTo>
                <a:lnTo>
                  <a:pt x="3048" y="12192"/>
                </a:lnTo>
                <a:lnTo>
                  <a:pt x="0" y="17526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3" name="Google Shape;1633;p15"/>
          <p:cNvSpPr/>
          <p:nvPr/>
        </p:nvSpPr>
        <p:spPr>
          <a:xfrm>
            <a:off x="4802302" y="3085293"/>
            <a:ext cx="1495" cy="6452"/>
          </a:xfrm>
          <a:custGeom>
            <a:rect b="b" l="l" r="r" t="t"/>
            <a:pathLst>
              <a:path extrusionOk="0" h="5079" w="1270">
                <a:moveTo>
                  <a:pt x="0" y="4572"/>
                </a:moveTo>
                <a:lnTo>
                  <a:pt x="0" y="3048"/>
                </a:lnTo>
                <a:lnTo>
                  <a:pt x="761" y="1524"/>
                </a:lnTo>
                <a:lnTo>
                  <a:pt x="761" y="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4" name="Google Shape;1634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285731" y="2968165"/>
            <a:ext cx="473606" cy="3571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5" name="Google Shape;1635;p15"/>
          <p:cNvGrpSpPr/>
          <p:nvPr/>
        </p:nvGrpSpPr>
        <p:grpSpPr>
          <a:xfrm>
            <a:off x="5821645" y="2869458"/>
            <a:ext cx="1294741" cy="421020"/>
            <a:chOff x="6238862" y="4456937"/>
            <a:chExt cx="1099971" cy="331470"/>
          </a:xfrm>
        </p:grpSpPr>
        <p:pic>
          <p:nvPicPr>
            <p:cNvPr id="1636" name="Google Shape;1636;p1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6238862" y="4493501"/>
              <a:ext cx="197883" cy="1902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7" name="Google Shape;1637;p15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6470033" y="4546079"/>
              <a:ext cx="159283" cy="1166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8" name="Google Shape;1638;p15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6650723" y="4511027"/>
              <a:ext cx="195966" cy="131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9" name="Google Shape;1639;p15"/>
            <p:cNvSpPr/>
            <p:nvPr/>
          </p:nvSpPr>
          <p:spPr>
            <a:xfrm>
              <a:off x="6881621" y="4456937"/>
              <a:ext cx="100965" cy="331470"/>
            </a:xfrm>
            <a:custGeom>
              <a:rect b="b" l="l" r="r" t="t"/>
              <a:pathLst>
                <a:path extrusionOk="0" h="331470" w="100965">
                  <a:moveTo>
                    <a:pt x="0" y="0"/>
                  </a:moveTo>
                  <a:lnTo>
                    <a:pt x="8096" y="53816"/>
                  </a:lnTo>
                  <a:lnTo>
                    <a:pt x="12192" y="108204"/>
                  </a:lnTo>
                  <a:lnTo>
                    <a:pt x="13525" y="168687"/>
                  </a:lnTo>
                  <a:lnTo>
                    <a:pt x="13716" y="228600"/>
                  </a:lnTo>
                  <a:lnTo>
                    <a:pt x="13239" y="250197"/>
                  </a:lnTo>
                  <a:lnTo>
                    <a:pt x="12192" y="271653"/>
                  </a:lnTo>
                  <a:lnTo>
                    <a:pt x="11144" y="293108"/>
                  </a:lnTo>
                  <a:lnTo>
                    <a:pt x="10668" y="314706"/>
                  </a:lnTo>
                  <a:lnTo>
                    <a:pt x="10668" y="323850"/>
                  </a:lnTo>
                  <a:lnTo>
                    <a:pt x="11430" y="325374"/>
                  </a:lnTo>
                  <a:lnTo>
                    <a:pt x="10668" y="331470"/>
                  </a:lnTo>
                  <a:lnTo>
                    <a:pt x="13311" y="319587"/>
                  </a:lnTo>
                  <a:lnTo>
                    <a:pt x="14668" y="307848"/>
                  </a:lnTo>
                  <a:lnTo>
                    <a:pt x="15168" y="296108"/>
                  </a:lnTo>
                  <a:lnTo>
                    <a:pt x="15240" y="284226"/>
                  </a:lnTo>
                  <a:lnTo>
                    <a:pt x="15025" y="261604"/>
                  </a:lnTo>
                  <a:lnTo>
                    <a:pt x="13525" y="239268"/>
                  </a:lnTo>
                  <a:lnTo>
                    <a:pt x="11168" y="216931"/>
                  </a:lnTo>
                  <a:lnTo>
                    <a:pt x="8382" y="194310"/>
                  </a:lnTo>
                  <a:lnTo>
                    <a:pt x="6310" y="177117"/>
                  </a:lnTo>
                  <a:lnTo>
                    <a:pt x="4381" y="158495"/>
                  </a:lnTo>
                  <a:lnTo>
                    <a:pt x="3881" y="139874"/>
                  </a:lnTo>
                  <a:lnTo>
                    <a:pt x="6096" y="122682"/>
                  </a:lnTo>
                  <a:lnTo>
                    <a:pt x="41148" y="97535"/>
                  </a:lnTo>
                  <a:lnTo>
                    <a:pt x="54542" y="97262"/>
                  </a:lnTo>
                  <a:lnTo>
                    <a:pt x="67151" y="99917"/>
                  </a:lnTo>
                  <a:lnTo>
                    <a:pt x="100393" y="134969"/>
                  </a:lnTo>
                  <a:lnTo>
                    <a:pt x="100941" y="146768"/>
                  </a:lnTo>
                  <a:lnTo>
                    <a:pt x="96774" y="158495"/>
                  </a:lnTo>
                  <a:lnTo>
                    <a:pt x="57233" y="192678"/>
                  </a:lnTo>
                  <a:lnTo>
                    <a:pt x="20919" y="209311"/>
                  </a:lnTo>
                  <a:lnTo>
                    <a:pt x="12954" y="210311"/>
                  </a:lnTo>
                  <a:lnTo>
                    <a:pt x="13430" y="202632"/>
                  </a:lnTo>
                  <a:lnTo>
                    <a:pt x="15049" y="197453"/>
                  </a:lnTo>
                  <a:lnTo>
                    <a:pt x="18097" y="192416"/>
                  </a:lnTo>
                  <a:lnTo>
                    <a:pt x="22860" y="18516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40" name="Google Shape;1640;p15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6997337" y="4460330"/>
              <a:ext cx="341496" cy="1957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41" name="Google Shape;1641;p15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7746896" y="2792014"/>
            <a:ext cx="188384" cy="29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2" name="Google Shape;1642;p1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8453672" y="2782335"/>
            <a:ext cx="213680" cy="187797"/>
          </a:xfrm>
          <a:prstGeom prst="rect">
            <a:avLst/>
          </a:prstGeom>
          <a:noFill/>
          <a:ln>
            <a:noFill/>
          </a:ln>
        </p:spPr>
      </p:pic>
      <p:sp>
        <p:nvSpPr>
          <p:cNvPr id="1643" name="Google Shape;1643;p15"/>
          <p:cNvSpPr/>
          <p:nvPr/>
        </p:nvSpPr>
        <p:spPr>
          <a:xfrm>
            <a:off x="9000813" y="2737829"/>
            <a:ext cx="107631" cy="307296"/>
          </a:xfrm>
          <a:custGeom>
            <a:rect b="b" l="l" r="r" t="t"/>
            <a:pathLst>
              <a:path extrusionOk="0" h="241935" w="91440">
                <a:moveTo>
                  <a:pt x="53340" y="54101"/>
                </a:moveTo>
                <a:lnTo>
                  <a:pt x="64770" y="17525"/>
                </a:lnTo>
                <a:lnTo>
                  <a:pt x="48768" y="0"/>
                </a:lnTo>
                <a:lnTo>
                  <a:pt x="37873" y="1797"/>
                </a:lnTo>
                <a:lnTo>
                  <a:pt x="11287" y="37171"/>
                </a:lnTo>
                <a:lnTo>
                  <a:pt x="6048" y="62555"/>
                </a:lnTo>
                <a:lnTo>
                  <a:pt x="9144" y="74675"/>
                </a:lnTo>
                <a:lnTo>
                  <a:pt x="16537" y="83141"/>
                </a:lnTo>
                <a:lnTo>
                  <a:pt x="27146" y="87534"/>
                </a:lnTo>
                <a:lnTo>
                  <a:pt x="39040" y="88927"/>
                </a:lnTo>
                <a:lnTo>
                  <a:pt x="50292" y="88391"/>
                </a:lnTo>
                <a:lnTo>
                  <a:pt x="83820" y="58673"/>
                </a:lnTo>
                <a:lnTo>
                  <a:pt x="83820" y="50291"/>
                </a:lnTo>
                <a:lnTo>
                  <a:pt x="83820" y="41909"/>
                </a:lnTo>
                <a:lnTo>
                  <a:pt x="83820" y="41147"/>
                </a:lnTo>
                <a:lnTo>
                  <a:pt x="83820" y="40385"/>
                </a:lnTo>
                <a:lnTo>
                  <a:pt x="83820" y="39623"/>
                </a:lnTo>
                <a:lnTo>
                  <a:pt x="83843" y="55625"/>
                </a:lnTo>
                <a:lnTo>
                  <a:pt x="84010" y="71627"/>
                </a:lnTo>
                <a:lnTo>
                  <a:pt x="84462" y="87629"/>
                </a:lnTo>
                <a:lnTo>
                  <a:pt x="85344" y="103631"/>
                </a:lnTo>
                <a:lnTo>
                  <a:pt x="87034" y="124896"/>
                </a:lnTo>
                <a:lnTo>
                  <a:pt x="88582" y="146303"/>
                </a:lnTo>
                <a:lnTo>
                  <a:pt x="89844" y="167711"/>
                </a:lnTo>
                <a:lnTo>
                  <a:pt x="90678" y="188975"/>
                </a:lnTo>
                <a:lnTo>
                  <a:pt x="91035" y="201846"/>
                </a:lnTo>
                <a:lnTo>
                  <a:pt x="90678" y="215360"/>
                </a:lnTo>
                <a:lnTo>
                  <a:pt x="87463" y="227873"/>
                </a:lnTo>
                <a:lnTo>
                  <a:pt x="79248" y="237743"/>
                </a:lnTo>
                <a:lnTo>
                  <a:pt x="68377" y="241732"/>
                </a:lnTo>
                <a:lnTo>
                  <a:pt x="56292" y="241077"/>
                </a:lnTo>
                <a:lnTo>
                  <a:pt x="12382" y="214693"/>
                </a:lnTo>
                <a:lnTo>
                  <a:pt x="0" y="188975"/>
                </a:lnTo>
                <a:lnTo>
                  <a:pt x="523" y="172807"/>
                </a:lnTo>
                <a:lnTo>
                  <a:pt x="6477" y="159067"/>
                </a:lnTo>
                <a:lnTo>
                  <a:pt x="15859" y="146756"/>
                </a:lnTo>
                <a:lnTo>
                  <a:pt x="26670" y="134873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4" name="Google Shape;1644;p15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9176596" y="2654577"/>
            <a:ext cx="251169" cy="242648"/>
          </a:xfrm>
          <a:prstGeom prst="rect">
            <a:avLst/>
          </a:prstGeom>
          <a:noFill/>
          <a:ln>
            <a:noFill/>
          </a:ln>
        </p:spPr>
      </p:pic>
      <p:sp>
        <p:nvSpPr>
          <p:cNvPr id="1645" name="Google Shape;1645;p15"/>
          <p:cNvSpPr/>
          <p:nvPr/>
        </p:nvSpPr>
        <p:spPr>
          <a:xfrm>
            <a:off x="6843706" y="3750214"/>
            <a:ext cx="17939" cy="19357"/>
          </a:xfrm>
          <a:custGeom>
            <a:rect b="b" l="l" r="r" t="t"/>
            <a:pathLst>
              <a:path extrusionOk="0" h="15239" w="15240">
                <a:moveTo>
                  <a:pt x="0" y="3048"/>
                </a:moveTo>
                <a:lnTo>
                  <a:pt x="0" y="11430"/>
                </a:lnTo>
                <a:lnTo>
                  <a:pt x="3810" y="15240"/>
                </a:lnTo>
                <a:lnTo>
                  <a:pt x="12192" y="15240"/>
                </a:lnTo>
                <a:lnTo>
                  <a:pt x="15240" y="11430"/>
                </a:lnTo>
                <a:lnTo>
                  <a:pt x="15240" y="7620"/>
                </a:lnTo>
                <a:lnTo>
                  <a:pt x="15240" y="3048"/>
                </a:lnTo>
                <a:lnTo>
                  <a:pt x="12192" y="0"/>
                </a:lnTo>
                <a:lnTo>
                  <a:pt x="3810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6" name="Google Shape;1646;p15"/>
          <p:cNvSpPr/>
          <p:nvPr/>
        </p:nvSpPr>
        <p:spPr>
          <a:xfrm>
            <a:off x="7041031" y="3703757"/>
            <a:ext cx="17939" cy="19357"/>
          </a:xfrm>
          <a:custGeom>
            <a:rect b="b" l="l" r="r" t="t"/>
            <a:pathLst>
              <a:path extrusionOk="0" h="15239" w="15240">
                <a:moveTo>
                  <a:pt x="0" y="3048"/>
                </a:moveTo>
                <a:lnTo>
                  <a:pt x="0" y="11430"/>
                </a:lnTo>
                <a:lnTo>
                  <a:pt x="3810" y="15240"/>
                </a:lnTo>
                <a:lnTo>
                  <a:pt x="12192" y="15240"/>
                </a:lnTo>
                <a:lnTo>
                  <a:pt x="15240" y="11430"/>
                </a:lnTo>
                <a:lnTo>
                  <a:pt x="15240" y="7620"/>
                </a:lnTo>
                <a:lnTo>
                  <a:pt x="15240" y="3048"/>
                </a:lnTo>
                <a:lnTo>
                  <a:pt x="12192" y="0"/>
                </a:lnTo>
                <a:lnTo>
                  <a:pt x="3810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p15"/>
          <p:cNvSpPr/>
          <p:nvPr/>
        </p:nvSpPr>
        <p:spPr>
          <a:xfrm>
            <a:off x="7197096" y="3701821"/>
            <a:ext cx="17939" cy="19357"/>
          </a:xfrm>
          <a:custGeom>
            <a:rect b="b" l="l" r="r" t="t"/>
            <a:pathLst>
              <a:path extrusionOk="0" h="15239" w="15240">
                <a:moveTo>
                  <a:pt x="0" y="3810"/>
                </a:moveTo>
                <a:lnTo>
                  <a:pt x="0" y="12192"/>
                </a:lnTo>
                <a:lnTo>
                  <a:pt x="3048" y="15240"/>
                </a:lnTo>
                <a:lnTo>
                  <a:pt x="11430" y="15240"/>
                </a:lnTo>
                <a:lnTo>
                  <a:pt x="15240" y="12192"/>
                </a:lnTo>
                <a:lnTo>
                  <a:pt x="15240" y="7620"/>
                </a:lnTo>
                <a:lnTo>
                  <a:pt x="15240" y="3810"/>
                </a:lnTo>
                <a:lnTo>
                  <a:pt x="11430" y="0"/>
                </a:lnTo>
                <a:lnTo>
                  <a:pt x="3048" y="0"/>
                </a:lnTo>
                <a:lnTo>
                  <a:pt x="0" y="3810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8" name="Google Shape;1648;p15"/>
          <p:cNvSpPr/>
          <p:nvPr/>
        </p:nvSpPr>
        <p:spPr>
          <a:xfrm>
            <a:off x="7327150" y="3716339"/>
            <a:ext cx="17939" cy="19357"/>
          </a:xfrm>
          <a:custGeom>
            <a:rect b="b" l="l" r="r" t="t"/>
            <a:pathLst>
              <a:path extrusionOk="0" h="15239" w="15240">
                <a:moveTo>
                  <a:pt x="0" y="3047"/>
                </a:moveTo>
                <a:lnTo>
                  <a:pt x="0" y="11429"/>
                </a:lnTo>
                <a:lnTo>
                  <a:pt x="3048" y="15239"/>
                </a:lnTo>
                <a:lnTo>
                  <a:pt x="12192" y="15239"/>
                </a:lnTo>
                <a:lnTo>
                  <a:pt x="15240" y="11429"/>
                </a:lnTo>
                <a:lnTo>
                  <a:pt x="15240" y="7619"/>
                </a:lnTo>
                <a:lnTo>
                  <a:pt x="15240" y="3047"/>
                </a:lnTo>
                <a:lnTo>
                  <a:pt x="12192" y="0"/>
                </a:lnTo>
                <a:lnTo>
                  <a:pt x="3048" y="0"/>
                </a:lnTo>
                <a:lnTo>
                  <a:pt x="0" y="3047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9" name="Google Shape;1649;p15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7549572" y="3675672"/>
            <a:ext cx="93015" cy="165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0" name="Google Shape;1650;p15"/>
          <p:cNvGrpSpPr/>
          <p:nvPr/>
        </p:nvGrpSpPr>
        <p:grpSpPr>
          <a:xfrm>
            <a:off x="7721782" y="3345405"/>
            <a:ext cx="441602" cy="525872"/>
            <a:chOff x="7853159" y="4831651"/>
            <a:chExt cx="375171" cy="414020"/>
          </a:xfrm>
        </p:grpSpPr>
        <p:pic>
          <p:nvPicPr>
            <p:cNvPr id="1651" name="Google Shape;1651;p15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7853159" y="4924983"/>
              <a:ext cx="206527" cy="2543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2" name="Google Shape;1652;p15"/>
            <p:cNvSpPr/>
            <p:nvPr/>
          </p:nvSpPr>
          <p:spPr>
            <a:xfrm>
              <a:off x="8065770" y="4831651"/>
              <a:ext cx="162560" cy="414020"/>
            </a:xfrm>
            <a:custGeom>
              <a:rect b="b" l="l" r="r" t="t"/>
              <a:pathLst>
                <a:path extrusionOk="0" h="414020" w="162559">
                  <a:moveTo>
                    <a:pt x="67055" y="13906"/>
                  </a:moveTo>
                  <a:lnTo>
                    <a:pt x="65531" y="5524"/>
                  </a:lnTo>
                  <a:lnTo>
                    <a:pt x="63245" y="4000"/>
                  </a:lnTo>
                  <a:lnTo>
                    <a:pt x="67055" y="952"/>
                  </a:lnTo>
                  <a:lnTo>
                    <a:pt x="74592" y="333"/>
                  </a:lnTo>
                  <a:lnTo>
                    <a:pt x="82200" y="0"/>
                  </a:lnTo>
                  <a:lnTo>
                    <a:pt x="89665" y="523"/>
                  </a:lnTo>
                  <a:lnTo>
                    <a:pt x="129135" y="25836"/>
                  </a:lnTo>
                  <a:lnTo>
                    <a:pt x="150209" y="69627"/>
                  </a:lnTo>
                  <a:lnTo>
                    <a:pt x="152399" y="105346"/>
                  </a:lnTo>
                  <a:lnTo>
                    <a:pt x="149983" y="127111"/>
                  </a:lnTo>
                  <a:lnTo>
                    <a:pt x="144494" y="148018"/>
                  </a:lnTo>
                  <a:lnTo>
                    <a:pt x="136862" y="168354"/>
                  </a:lnTo>
                  <a:lnTo>
                    <a:pt x="128015" y="188404"/>
                  </a:lnTo>
                  <a:lnTo>
                    <a:pt x="120372" y="204001"/>
                  </a:lnTo>
                  <a:lnTo>
                    <a:pt x="113156" y="220027"/>
                  </a:lnTo>
                  <a:lnTo>
                    <a:pt x="107656" y="236624"/>
                  </a:lnTo>
                  <a:lnTo>
                    <a:pt x="105155" y="253936"/>
                  </a:lnTo>
                  <a:lnTo>
                    <a:pt x="104393" y="264604"/>
                  </a:lnTo>
                  <a:lnTo>
                    <a:pt x="113537" y="266128"/>
                  </a:lnTo>
                  <a:lnTo>
                    <a:pt x="122681" y="267652"/>
                  </a:lnTo>
                  <a:lnTo>
                    <a:pt x="130337" y="268926"/>
                  </a:lnTo>
                  <a:lnTo>
                    <a:pt x="138207" y="269271"/>
                  </a:lnTo>
                  <a:lnTo>
                    <a:pt x="145934" y="268616"/>
                  </a:lnTo>
                  <a:lnTo>
                    <a:pt x="153161" y="266890"/>
                  </a:lnTo>
                  <a:lnTo>
                    <a:pt x="156209" y="266128"/>
                  </a:lnTo>
                  <a:lnTo>
                    <a:pt x="159257" y="264604"/>
                  </a:lnTo>
                  <a:lnTo>
                    <a:pt x="162305" y="263080"/>
                  </a:lnTo>
                  <a:lnTo>
                    <a:pt x="125503" y="299215"/>
                  </a:lnTo>
                  <a:lnTo>
                    <a:pt x="111251" y="346900"/>
                  </a:lnTo>
                  <a:lnTo>
                    <a:pt x="111085" y="356485"/>
                  </a:lnTo>
                  <a:lnTo>
                    <a:pt x="111632" y="365855"/>
                  </a:lnTo>
                  <a:lnTo>
                    <a:pt x="112752" y="375082"/>
                  </a:lnTo>
                  <a:lnTo>
                    <a:pt x="114299" y="384238"/>
                  </a:lnTo>
                  <a:lnTo>
                    <a:pt x="115823" y="394144"/>
                  </a:lnTo>
                  <a:lnTo>
                    <a:pt x="77723" y="413956"/>
                  </a:lnTo>
                  <a:lnTo>
                    <a:pt x="66603" y="413134"/>
                  </a:lnTo>
                  <a:lnTo>
                    <a:pt x="28396" y="397263"/>
                  </a:lnTo>
                  <a:lnTo>
                    <a:pt x="9274" y="386453"/>
                  </a:lnTo>
                  <a:lnTo>
                    <a:pt x="0" y="38119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3" name="Google Shape;1653;p15"/>
          <p:cNvGrpSpPr/>
          <p:nvPr/>
        </p:nvGrpSpPr>
        <p:grpSpPr>
          <a:xfrm>
            <a:off x="9306650" y="3748262"/>
            <a:ext cx="352521" cy="297166"/>
            <a:chOff x="9199613" y="5148821"/>
            <a:chExt cx="299491" cy="233959"/>
          </a:xfrm>
        </p:grpSpPr>
        <p:pic>
          <p:nvPicPr>
            <p:cNvPr id="1654" name="Google Shape;1654;p15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9199613" y="5173205"/>
              <a:ext cx="73939" cy="1699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5" name="Google Shape;1655;p15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9310865" y="5148821"/>
              <a:ext cx="188239" cy="23395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56" name="Google Shape;1656;p15"/>
          <p:cNvGrpSpPr/>
          <p:nvPr/>
        </p:nvGrpSpPr>
        <p:grpSpPr>
          <a:xfrm>
            <a:off x="3996828" y="3741433"/>
            <a:ext cx="1338223" cy="946416"/>
            <a:chOff x="3749777" y="4906518"/>
            <a:chExt cx="1338223" cy="946416"/>
          </a:xfrm>
        </p:grpSpPr>
        <p:sp>
          <p:nvSpPr>
            <p:cNvPr id="1657" name="Google Shape;1657;p15"/>
            <p:cNvSpPr/>
            <p:nvPr/>
          </p:nvSpPr>
          <p:spPr>
            <a:xfrm>
              <a:off x="4325873" y="5492496"/>
              <a:ext cx="93980" cy="330835"/>
            </a:xfrm>
            <a:custGeom>
              <a:rect b="b" l="l" r="r" t="t"/>
              <a:pathLst>
                <a:path extrusionOk="0" h="330835" w="93979">
                  <a:moveTo>
                    <a:pt x="0" y="0"/>
                  </a:moveTo>
                  <a:lnTo>
                    <a:pt x="2524" y="11608"/>
                  </a:lnTo>
                  <a:lnTo>
                    <a:pt x="7620" y="19716"/>
                  </a:lnTo>
                  <a:lnTo>
                    <a:pt x="15001" y="27110"/>
                  </a:lnTo>
                  <a:lnTo>
                    <a:pt x="24384" y="36576"/>
                  </a:lnTo>
                  <a:lnTo>
                    <a:pt x="51054" y="66579"/>
                  </a:lnTo>
                  <a:lnTo>
                    <a:pt x="73152" y="100584"/>
                  </a:lnTo>
                  <a:lnTo>
                    <a:pt x="88296" y="140493"/>
                  </a:lnTo>
                  <a:lnTo>
                    <a:pt x="93726" y="182118"/>
                  </a:lnTo>
                  <a:lnTo>
                    <a:pt x="93392" y="204466"/>
                  </a:lnTo>
                  <a:lnTo>
                    <a:pt x="85582" y="247161"/>
                  </a:lnTo>
                  <a:lnTo>
                    <a:pt x="68103" y="295465"/>
                  </a:lnTo>
                  <a:lnTo>
                    <a:pt x="54102" y="321564"/>
                  </a:lnTo>
                  <a:lnTo>
                    <a:pt x="53340" y="323088"/>
                  </a:lnTo>
                  <a:lnTo>
                    <a:pt x="49530" y="330708"/>
                  </a:lnTo>
                  <a:lnTo>
                    <a:pt x="45720" y="329184"/>
                  </a:lnTo>
                  <a:lnTo>
                    <a:pt x="43434" y="329184"/>
                  </a:lnTo>
                  <a:lnTo>
                    <a:pt x="41910" y="326136"/>
                  </a:lnTo>
                  <a:lnTo>
                    <a:pt x="41148" y="324612"/>
                  </a:lnTo>
                  <a:lnTo>
                    <a:pt x="38100" y="319278"/>
                  </a:lnTo>
                  <a:lnTo>
                    <a:pt x="36576" y="316992"/>
                  </a:lnTo>
                  <a:lnTo>
                    <a:pt x="34290" y="313944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58" name="Google Shape;1658;p15"/>
            <p:cNvGrpSpPr/>
            <p:nvPr/>
          </p:nvGrpSpPr>
          <p:grpSpPr>
            <a:xfrm>
              <a:off x="3749777" y="5417783"/>
              <a:ext cx="481621" cy="435151"/>
              <a:chOff x="3749777" y="5417783"/>
              <a:chExt cx="481621" cy="435151"/>
            </a:xfrm>
          </p:grpSpPr>
          <p:pic>
            <p:nvPicPr>
              <p:cNvPr id="1659" name="Google Shape;1659;p15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3749777" y="5573314"/>
                <a:ext cx="133851" cy="2037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60" name="Google Shape;1660;p15"/>
              <p:cNvSpPr/>
              <p:nvPr/>
            </p:nvSpPr>
            <p:spPr>
              <a:xfrm>
                <a:off x="3918811" y="5506224"/>
                <a:ext cx="133350" cy="346710"/>
              </a:xfrm>
              <a:custGeom>
                <a:rect b="b" l="l" r="r" t="t"/>
                <a:pathLst>
                  <a:path extrusionOk="0" h="346710" w="133350">
                    <a:moveTo>
                      <a:pt x="97690" y="7608"/>
                    </a:moveTo>
                    <a:lnTo>
                      <a:pt x="91678" y="3262"/>
                    </a:lnTo>
                    <a:lnTo>
                      <a:pt x="86737" y="273"/>
                    </a:lnTo>
                    <a:lnTo>
                      <a:pt x="81938" y="0"/>
                    </a:lnTo>
                    <a:lnTo>
                      <a:pt x="76354" y="3798"/>
                    </a:lnTo>
                    <a:lnTo>
                      <a:pt x="53316" y="42695"/>
                    </a:lnTo>
                    <a:lnTo>
                      <a:pt x="36433" y="82938"/>
                    </a:lnTo>
                    <a:lnTo>
                      <a:pt x="17930" y="137493"/>
                    </a:lnTo>
                    <a:lnTo>
                      <a:pt x="5310" y="192250"/>
                    </a:lnTo>
                    <a:lnTo>
                      <a:pt x="0" y="248066"/>
                    </a:lnTo>
                    <a:lnTo>
                      <a:pt x="916" y="275832"/>
                    </a:lnTo>
                    <a:lnTo>
                      <a:pt x="18919" y="323945"/>
                    </a:lnTo>
                    <a:lnTo>
                      <a:pt x="57685" y="345840"/>
                    </a:lnTo>
                    <a:lnTo>
                      <a:pt x="72116" y="346638"/>
                    </a:lnTo>
                    <a:lnTo>
                      <a:pt x="86260" y="345936"/>
                    </a:lnTo>
                    <a:lnTo>
                      <a:pt x="99310" y="343483"/>
                    </a:lnTo>
                    <a:lnTo>
                      <a:pt x="111216" y="339459"/>
                    </a:lnTo>
                    <a:lnTo>
                      <a:pt x="122265" y="333720"/>
                    </a:lnTo>
                    <a:lnTo>
                      <a:pt x="132742" y="32612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661" name="Google Shape;1661;p15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4034396" y="5618975"/>
                <a:ext cx="148234" cy="1201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62" name="Google Shape;1662;p15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4130789" y="5417783"/>
                <a:ext cx="100609" cy="16235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63" name="Google Shape;1663;p15"/>
            <p:cNvGrpSpPr/>
            <p:nvPr/>
          </p:nvGrpSpPr>
          <p:grpSpPr>
            <a:xfrm>
              <a:off x="4477499" y="4906518"/>
              <a:ext cx="610501" cy="448830"/>
              <a:chOff x="4477499" y="4906518"/>
              <a:chExt cx="610501" cy="448830"/>
            </a:xfrm>
          </p:grpSpPr>
          <p:sp>
            <p:nvSpPr>
              <p:cNvPr id="1664" name="Google Shape;1664;p15"/>
              <p:cNvSpPr/>
              <p:nvPr/>
            </p:nvSpPr>
            <p:spPr>
              <a:xfrm>
                <a:off x="4593335" y="4906518"/>
                <a:ext cx="494665" cy="386080"/>
              </a:xfrm>
              <a:custGeom>
                <a:rect b="b" l="l" r="r" t="t"/>
                <a:pathLst>
                  <a:path extrusionOk="0" h="386079" w="494664">
                    <a:moveTo>
                      <a:pt x="494538" y="0"/>
                    </a:moveTo>
                    <a:lnTo>
                      <a:pt x="480929" y="36754"/>
                    </a:lnTo>
                    <a:lnTo>
                      <a:pt x="459676" y="70508"/>
                    </a:lnTo>
                    <a:lnTo>
                      <a:pt x="427672" y="111132"/>
                    </a:lnTo>
                    <a:lnTo>
                      <a:pt x="372463" y="166258"/>
                    </a:lnTo>
                    <a:lnTo>
                      <a:pt x="332327" y="199072"/>
                    </a:lnTo>
                    <a:lnTo>
                      <a:pt x="290048" y="229314"/>
                    </a:lnTo>
                    <a:lnTo>
                      <a:pt x="246126" y="257556"/>
                    </a:lnTo>
                    <a:lnTo>
                      <a:pt x="182308" y="294132"/>
                    </a:lnTo>
                    <a:lnTo>
                      <a:pt x="117348" y="328422"/>
                    </a:lnTo>
                    <a:lnTo>
                      <a:pt x="81153" y="346233"/>
                    </a:lnTo>
                    <a:lnTo>
                      <a:pt x="44958" y="363474"/>
                    </a:lnTo>
                    <a:lnTo>
                      <a:pt x="34909" y="368165"/>
                    </a:lnTo>
                    <a:lnTo>
                      <a:pt x="25146" y="372999"/>
                    </a:lnTo>
                    <a:lnTo>
                      <a:pt x="15382" y="377832"/>
                    </a:lnTo>
                    <a:lnTo>
                      <a:pt x="5334" y="382524"/>
                    </a:lnTo>
                    <a:lnTo>
                      <a:pt x="0" y="385572"/>
                    </a:lnTo>
                    <a:lnTo>
                      <a:pt x="2286" y="383286"/>
                    </a:lnTo>
                    <a:lnTo>
                      <a:pt x="0" y="38328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665" name="Google Shape;1665;p15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4477499" y="5182349"/>
                <a:ext cx="185191" cy="1729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666" name="Google Shape;1666;p15"/>
          <p:cNvGrpSpPr/>
          <p:nvPr/>
        </p:nvGrpSpPr>
        <p:grpSpPr>
          <a:xfrm>
            <a:off x="822360" y="2866656"/>
            <a:ext cx="2488693" cy="2327161"/>
            <a:chOff x="575309" y="4031741"/>
            <a:chExt cx="2488693" cy="2327161"/>
          </a:xfrm>
        </p:grpSpPr>
        <p:sp>
          <p:nvSpPr>
            <p:cNvPr id="1667" name="Google Shape;1667;p15"/>
            <p:cNvSpPr/>
            <p:nvPr/>
          </p:nvSpPr>
          <p:spPr>
            <a:xfrm>
              <a:off x="1121663" y="5398008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1430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15"/>
            <p:cNvSpPr/>
            <p:nvPr/>
          </p:nvSpPr>
          <p:spPr>
            <a:xfrm>
              <a:off x="1146810" y="5490209"/>
              <a:ext cx="9525" cy="107950"/>
            </a:xfrm>
            <a:custGeom>
              <a:rect b="b" l="l" r="r" t="t"/>
              <a:pathLst>
                <a:path extrusionOk="0" h="107950" w="9525">
                  <a:moveTo>
                    <a:pt x="0" y="0"/>
                  </a:moveTo>
                  <a:lnTo>
                    <a:pt x="166" y="10489"/>
                  </a:lnTo>
                  <a:lnTo>
                    <a:pt x="762" y="20478"/>
                  </a:lnTo>
                  <a:lnTo>
                    <a:pt x="1928" y="30325"/>
                  </a:lnTo>
                  <a:lnTo>
                    <a:pt x="3810" y="40386"/>
                  </a:lnTo>
                  <a:lnTo>
                    <a:pt x="5262" y="51577"/>
                  </a:lnTo>
                  <a:lnTo>
                    <a:pt x="6286" y="62484"/>
                  </a:lnTo>
                  <a:lnTo>
                    <a:pt x="7024" y="73390"/>
                  </a:lnTo>
                  <a:lnTo>
                    <a:pt x="7620" y="84582"/>
                  </a:lnTo>
                  <a:lnTo>
                    <a:pt x="7620" y="92202"/>
                  </a:lnTo>
                  <a:lnTo>
                    <a:pt x="9144" y="101346"/>
                  </a:lnTo>
                  <a:lnTo>
                    <a:pt x="6858" y="107442"/>
                  </a:lnTo>
                  <a:lnTo>
                    <a:pt x="6096" y="107442"/>
                  </a:lnTo>
                  <a:lnTo>
                    <a:pt x="5334" y="10744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69" name="Google Shape;1669;p15"/>
            <p:cNvGrpSpPr/>
            <p:nvPr/>
          </p:nvGrpSpPr>
          <p:grpSpPr>
            <a:xfrm>
              <a:off x="1209294" y="5477243"/>
              <a:ext cx="211943" cy="198145"/>
              <a:chOff x="1209294" y="5477243"/>
              <a:chExt cx="211943" cy="198145"/>
            </a:xfrm>
          </p:grpSpPr>
          <p:sp>
            <p:nvSpPr>
              <p:cNvPr id="1670" name="Google Shape;1670;p15"/>
              <p:cNvSpPr/>
              <p:nvPr/>
            </p:nvSpPr>
            <p:spPr>
              <a:xfrm>
                <a:off x="1209294" y="5562599"/>
                <a:ext cx="16510" cy="15240"/>
              </a:xfrm>
              <a:custGeom>
                <a:rect b="b" l="l" r="r" t="t"/>
                <a:pathLst>
                  <a:path extrusionOk="0" h="15239" w="16509">
                    <a:moveTo>
                      <a:pt x="0" y="3047"/>
                    </a:moveTo>
                    <a:lnTo>
                      <a:pt x="0" y="11429"/>
                    </a:lnTo>
                    <a:lnTo>
                      <a:pt x="3810" y="15239"/>
                    </a:lnTo>
                    <a:lnTo>
                      <a:pt x="12192" y="15239"/>
                    </a:lnTo>
                    <a:lnTo>
                      <a:pt x="16002" y="11429"/>
                    </a:lnTo>
                    <a:lnTo>
                      <a:pt x="16002" y="7619"/>
                    </a:lnTo>
                    <a:lnTo>
                      <a:pt x="16002" y="3047"/>
                    </a:lnTo>
                    <a:lnTo>
                      <a:pt x="12192" y="0"/>
                    </a:lnTo>
                    <a:lnTo>
                      <a:pt x="3810" y="0"/>
                    </a:lnTo>
                    <a:lnTo>
                      <a:pt x="0" y="3047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671" name="Google Shape;1671;p15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1263383" y="5477243"/>
                <a:ext cx="157854" cy="19814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672" name="Google Shape;1672;p15"/>
            <p:cNvSpPr/>
            <p:nvPr/>
          </p:nvSpPr>
          <p:spPr>
            <a:xfrm>
              <a:off x="575309" y="4306823"/>
              <a:ext cx="85725" cy="24130"/>
            </a:xfrm>
            <a:custGeom>
              <a:rect b="b" l="l" r="r" t="t"/>
              <a:pathLst>
                <a:path extrusionOk="0" h="24129" w="85725">
                  <a:moveTo>
                    <a:pt x="11429" y="0"/>
                  </a:moveTo>
                  <a:lnTo>
                    <a:pt x="7619" y="0"/>
                  </a:lnTo>
                  <a:lnTo>
                    <a:pt x="3809" y="0"/>
                  </a:lnTo>
                  <a:lnTo>
                    <a:pt x="0" y="0"/>
                  </a:lnTo>
                  <a:lnTo>
                    <a:pt x="9024" y="2536"/>
                  </a:lnTo>
                  <a:lnTo>
                    <a:pt x="17906" y="5429"/>
                  </a:lnTo>
                  <a:lnTo>
                    <a:pt x="26789" y="8465"/>
                  </a:lnTo>
                  <a:lnTo>
                    <a:pt x="35813" y="11429"/>
                  </a:lnTo>
                  <a:lnTo>
                    <a:pt x="48267" y="15156"/>
                  </a:lnTo>
                  <a:lnTo>
                    <a:pt x="60578" y="18383"/>
                  </a:lnTo>
                  <a:lnTo>
                    <a:pt x="72890" y="21181"/>
                  </a:lnTo>
                  <a:lnTo>
                    <a:pt x="85343" y="23621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15"/>
            <p:cNvSpPr/>
            <p:nvPr/>
          </p:nvSpPr>
          <p:spPr>
            <a:xfrm>
              <a:off x="977646" y="4031741"/>
              <a:ext cx="3810" cy="79375"/>
            </a:xfrm>
            <a:custGeom>
              <a:rect b="b" l="l" r="r" t="t"/>
              <a:pathLst>
                <a:path extrusionOk="0" h="79375" w="3809">
                  <a:moveTo>
                    <a:pt x="3809" y="0"/>
                  </a:moveTo>
                  <a:lnTo>
                    <a:pt x="3464" y="10287"/>
                  </a:lnTo>
                  <a:lnTo>
                    <a:pt x="3333" y="20574"/>
                  </a:lnTo>
                  <a:lnTo>
                    <a:pt x="3059" y="30861"/>
                  </a:lnTo>
                  <a:lnTo>
                    <a:pt x="2285" y="41148"/>
                  </a:lnTo>
                  <a:lnTo>
                    <a:pt x="1607" y="50744"/>
                  </a:lnTo>
                  <a:lnTo>
                    <a:pt x="857" y="60198"/>
                  </a:lnTo>
                  <a:lnTo>
                    <a:pt x="250" y="69651"/>
                  </a:lnTo>
                  <a:lnTo>
                    <a:pt x="0" y="79248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15"/>
            <p:cNvSpPr/>
            <p:nvPr/>
          </p:nvSpPr>
          <p:spPr>
            <a:xfrm>
              <a:off x="1091946" y="4094988"/>
              <a:ext cx="16510" cy="51435"/>
            </a:xfrm>
            <a:custGeom>
              <a:rect b="b" l="l" r="r" t="t"/>
              <a:pathLst>
                <a:path extrusionOk="0" h="51435" w="16509">
                  <a:moveTo>
                    <a:pt x="16002" y="0"/>
                  </a:moveTo>
                  <a:lnTo>
                    <a:pt x="13275" y="8001"/>
                  </a:lnTo>
                  <a:lnTo>
                    <a:pt x="10763" y="16002"/>
                  </a:lnTo>
                  <a:lnTo>
                    <a:pt x="8393" y="24003"/>
                  </a:lnTo>
                  <a:lnTo>
                    <a:pt x="6096" y="32004"/>
                  </a:lnTo>
                  <a:lnTo>
                    <a:pt x="3810" y="38100"/>
                  </a:lnTo>
                  <a:lnTo>
                    <a:pt x="1524" y="44958"/>
                  </a:lnTo>
                  <a:lnTo>
                    <a:pt x="0" y="51053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15"/>
            <p:cNvSpPr/>
            <p:nvPr/>
          </p:nvSpPr>
          <p:spPr>
            <a:xfrm>
              <a:off x="1148333" y="4222241"/>
              <a:ext cx="45085" cy="52705"/>
            </a:xfrm>
            <a:custGeom>
              <a:rect b="b" l="l" r="r" t="t"/>
              <a:pathLst>
                <a:path extrusionOk="0" h="52704" w="45084">
                  <a:moveTo>
                    <a:pt x="44958" y="0"/>
                  </a:moveTo>
                  <a:lnTo>
                    <a:pt x="38338" y="8001"/>
                  </a:lnTo>
                  <a:lnTo>
                    <a:pt x="32004" y="16002"/>
                  </a:lnTo>
                  <a:lnTo>
                    <a:pt x="25669" y="24003"/>
                  </a:lnTo>
                  <a:lnTo>
                    <a:pt x="19050" y="32004"/>
                  </a:lnTo>
                  <a:lnTo>
                    <a:pt x="14573" y="37468"/>
                  </a:lnTo>
                  <a:lnTo>
                    <a:pt x="10096" y="42576"/>
                  </a:lnTo>
                  <a:lnTo>
                    <a:pt x="5334" y="47541"/>
                  </a:lnTo>
                  <a:lnTo>
                    <a:pt x="0" y="52578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15"/>
            <p:cNvSpPr/>
            <p:nvPr/>
          </p:nvSpPr>
          <p:spPr>
            <a:xfrm>
              <a:off x="1144619" y="4351020"/>
              <a:ext cx="6350" cy="29209"/>
            </a:xfrm>
            <a:custGeom>
              <a:rect b="b" l="l" r="r" t="t"/>
              <a:pathLst>
                <a:path extrusionOk="0" h="29210" w="6350">
                  <a:moveTo>
                    <a:pt x="6000" y="0"/>
                  </a:moveTo>
                  <a:lnTo>
                    <a:pt x="4000" y="5667"/>
                  </a:lnTo>
                  <a:lnTo>
                    <a:pt x="1428" y="12763"/>
                  </a:lnTo>
                  <a:lnTo>
                    <a:pt x="0" y="20145"/>
                  </a:lnTo>
                  <a:lnTo>
                    <a:pt x="1428" y="26670"/>
                  </a:lnTo>
                  <a:lnTo>
                    <a:pt x="1428" y="27432"/>
                  </a:lnTo>
                  <a:lnTo>
                    <a:pt x="2190" y="28194"/>
                  </a:lnTo>
                  <a:lnTo>
                    <a:pt x="2952" y="28956"/>
                  </a:lnTo>
                </a:path>
              </a:pathLst>
            </a:custGeom>
            <a:noFill/>
            <a:ln cap="flat" cmpd="sng" w="152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15"/>
            <p:cNvSpPr/>
            <p:nvPr/>
          </p:nvSpPr>
          <p:spPr>
            <a:xfrm>
              <a:off x="973836" y="4273296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78" name="Google Shape;1678;p15"/>
            <p:cNvGrpSpPr/>
            <p:nvPr/>
          </p:nvGrpSpPr>
          <p:grpSpPr>
            <a:xfrm>
              <a:off x="1398257" y="4327968"/>
              <a:ext cx="291108" cy="184715"/>
              <a:chOff x="1398257" y="4327968"/>
              <a:chExt cx="291108" cy="184715"/>
            </a:xfrm>
          </p:grpSpPr>
          <p:pic>
            <p:nvPicPr>
              <p:cNvPr id="1679" name="Google Shape;1679;p15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1398257" y="4344149"/>
                <a:ext cx="152056" cy="1592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80" name="Google Shape;1680;p15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1579684" y="4327968"/>
                <a:ext cx="109681" cy="18471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81" name="Google Shape;1681;p15"/>
            <p:cNvGrpSpPr/>
            <p:nvPr/>
          </p:nvGrpSpPr>
          <p:grpSpPr>
            <a:xfrm>
              <a:off x="1932419" y="4293095"/>
              <a:ext cx="479323" cy="234911"/>
              <a:chOff x="1932419" y="4293095"/>
              <a:chExt cx="479323" cy="234911"/>
            </a:xfrm>
          </p:grpSpPr>
          <p:pic>
            <p:nvPicPr>
              <p:cNvPr id="1682" name="Google Shape;1682;p15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1932419" y="4339696"/>
                <a:ext cx="243103" cy="18831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83" name="Google Shape;1683;p15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2199107" y="4293095"/>
                <a:ext cx="212635" cy="21567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84" name="Google Shape;1684;p15"/>
            <p:cNvGrpSpPr/>
            <p:nvPr/>
          </p:nvGrpSpPr>
          <p:grpSpPr>
            <a:xfrm>
              <a:off x="723899" y="4111751"/>
              <a:ext cx="347218" cy="532384"/>
              <a:chOff x="723899" y="4111751"/>
              <a:chExt cx="347218" cy="532384"/>
            </a:xfrm>
          </p:grpSpPr>
          <p:sp>
            <p:nvSpPr>
              <p:cNvPr id="1685" name="Google Shape;1685;p15"/>
              <p:cNvSpPr/>
              <p:nvPr/>
            </p:nvSpPr>
            <p:spPr>
              <a:xfrm>
                <a:off x="880050" y="4402835"/>
                <a:ext cx="107314" cy="241300"/>
              </a:xfrm>
              <a:custGeom>
                <a:rect b="b" l="l" r="r" t="t"/>
                <a:pathLst>
                  <a:path extrusionOk="0" h="241300" w="107315">
                    <a:moveTo>
                      <a:pt x="1583" y="57912"/>
                    </a:moveTo>
                    <a:lnTo>
                      <a:pt x="0" y="75830"/>
                    </a:lnTo>
                    <a:lnTo>
                      <a:pt x="345" y="92678"/>
                    </a:lnTo>
                    <a:lnTo>
                      <a:pt x="1690" y="109668"/>
                    </a:lnTo>
                    <a:lnTo>
                      <a:pt x="3107" y="128016"/>
                    </a:lnTo>
                    <a:lnTo>
                      <a:pt x="3869" y="146434"/>
                    </a:lnTo>
                    <a:lnTo>
                      <a:pt x="4060" y="165068"/>
                    </a:lnTo>
                    <a:lnTo>
                      <a:pt x="3964" y="183844"/>
                    </a:lnTo>
                    <a:lnTo>
                      <a:pt x="3869" y="202692"/>
                    </a:lnTo>
                    <a:lnTo>
                      <a:pt x="3964" y="210823"/>
                    </a:lnTo>
                    <a:lnTo>
                      <a:pt x="4060" y="219170"/>
                    </a:lnTo>
                    <a:lnTo>
                      <a:pt x="3869" y="227659"/>
                    </a:lnTo>
                    <a:lnTo>
                      <a:pt x="3107" y="236220"/>
                    </a:lnTo>
                    <a:lnTo>
                      <a:pt x="3107" y="237744"/>
                    </a:lnTo>
                    <a:lnTo>
                      <a:pt x="3107" y="239268"/>
                    </a:lnTo>
                    <a:lnTo>
                      <a:pt x="3107" y="240792"/>
                    </a:lnTo>
                    <a:lnTo>
                      <a:pt x="51113" y="238863"/>
                    </a:lnTo>
                    <a:lnTo>
                      <a:pt x="75807" y="235362"/>
                    </a:lnTo>
                    <a:lnTo>
                      <a:pt x="84641" y="233743"/>
                    </a:lnTo>
                    <a:lnTo>
                      <a:pt x="93475" y="231838"/>
                    </a:lnTo>
                    <a:lnTo>
                      <a:pt x="102167" y="229362"/>
                    </a:lnTo>
                    <a:lnTo>
                      <a:pt x="106739" y="227838"/>
                    </a:lnTo>
                    <a:lnTo>
                      <a:pt x="105977" y="226314"/>
                    </a:lnTo>
                    <a:lnTo>
                      <a:pt x="105977" y="221742"/>
                    </a:lnTo>
                    <a:lnTo>
                      <a:pt x="105929" y="209288"/>
                    </a:lnTo>
                    <a:lnTo>
                      <a:pt x="105025" y="196977"/>
                    </a:lnTo>
                    <a:lnTo>
                      <a:pt x="103834" y="184665"/>
                    </a:lnTo>
                    <a:lnTo>
                      <a:pt x="102929" y="172212"/>
                    </a:lnTo>
                    <a:lnTo>
                      <a:pt x="101024" y="145803"/>
                    </a:lnTo>
                    <a:lnTo>
                      <a:pt x="99691" y="119253"/>
                    </a:lnTo>
                    <a:lnTo>
                      <a:pt x="98643" y="92702"/>
                    </a:lnTo>
                    <a:lnTo>
                      <a:pt x="97595" y="66294"/>
                    </a:lnTo>
                    <a:lnTo>
                      <a:pt x="97035" y="51435"/>
                    </a:lnTo>
                    <a:lnTo>
                      <a:pt x="96547" y="36576"/>
                    </a:lnTo>
                    <a:lnTo>
                      <a:pt x="96202" y="21717"/>
                    </a:lnTo>
                    <a:lnTo>
                      <a:pt x="96071" y="6858"/>
                    </a:lnTo>
                    <a:lnTo>
                      <a:pt x="96071" y="0"/>
                    </a:lnTo>
                    <a:lnTo>
                      <a:pt x="95309" y="6858"/>
                    </a:lnTo>
                    <a:lnTo>
                      <a:pt x="93785" y="3810"/>
                    </a:lnTo>
                    <a:lnTo>
                      <a:pt x="93785" y="5334"/>
                    </a:lnTo>
                    <a:lnTo>
                      <a:pt x="92261" y="9144"/>
                    </a:lnTo>
                    <a:lnTo>
                      <a:pt x="92261" y="11430"/>
                    </a:lnTo>
                    <a:lnTo>
                      <a:pt x="91499" y="14478"/>
                    </a:lnTo>
                    <a:lnTo>
                      <a:pt x="92261" y="17526"/>
                    </a:lnTo>
                    <a:lnTo>
                      <a:pt x="91499" y="20574"/>
                    </a:lnTo>
                  </a:path>
                </a:pathLst>
              </a:custGeom>
              <a:noFill/>
              <a:ln cap="flat" cmpd="sng" w="1525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6" name="Google Shape;1686;p15"/>
              <p:cNvSpPr/>
              <p:nvPr/>
            </p:nvSpPr>
            <p:spPr>
              <a:xfrm>
                <a:off x="784097" y="4185523"/>
                <a:ext cx="287020" cy="280670"/>
              </a:xfrm>
              <a:custGeom>
                <a:rect b="b" l="l" r="r" t="t"/>
                <a:pathLst>
                  <a:path extrusionOk="0" h="280670" w="287019">
                    <a:moveTo>
                      <a:pt x="188214" y="227218"/>
                    </a:moveTo>
                    <a:lnTo>
                      <a:pt x="236982" y="219598"/>
                    </a:lnTo>
                    <a:lnTo>
                      <a:pt x="268986" y="188356"/>
                    </a:lnTo>
                    <a:lnTo>
                      <a:pt x="283880" y="149137"/>
                    </a:lnTo>
                    <a:lnTo>
                      <a:pt x="286654" y="114228"/>
                    </a:lnTo>
                    <a:lnTo>
                      <a:pt x="285559" y="93297"/>
                    </a:lnTo>
                    <a:lnTo>
                      <a:pt x="275081" y="52720"/>
                    </a:lnTo>
                    <a:lnTo>
                      <a:pt x="251507" y="18859"/>
                    </a:lnTo>
                    <a:lnTo>
                      <a:pt x="212407" y="2047"/>
                    </a:lnTo>
                    <a:lnTo>
                      <a:pt x="167104" y="0"/>
                    </a:lnTo>
                    <a:lnTo>
                      <a:pt x="151352" y="714"/>
                    </a:lnTo>
                    <a:lnTo>
                      <a:pt x="100929" y="8929"/>
                    </a:lnTo>
                    <a:lnTo>
                      <a:pt x="47243" y="27574"/>
                    </a:lnTo>
                    <a:lnTo>
                      <a:pt x="9143" y="60340"/>
                    </a:lnTo>
                    <a:lnTo>
                      <a:pt x="0" y="109108"/>
                    </a:lnTo>
                    <a:lnTo>
                      <a:pt x="1321" y="125634"/>
                    </a:lnTo>
                    <a:lnTo>
                      <a:pt x="16001" y="172354"/>
                    </a:lnTo>
                    <a:lnTo>
                      <a:pt x="36361" y="213288"/>
                    </a:lnTo>
                    <a:lnTo>
                      <a:pt x="61662" y="249816"/>
                    </a:lnTo>
                    <a:lnTo>
                      <a:pt x="92202" y="273700"/>
                    </a:lnTo>
                    <a:lnTo>
                      <a:pt x="95250" y="276748"/>
                    </a:lnTo>
                    <a:lnTo>
                      <a:pt x="99060" y="280558"/>
                    </a:lnTo>
                  </a:path>
                </a:pathLst>
              </a:custGeom>
              <a:noFill/>
              <a:ln cap="flat" cmpd="sng" w="1525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7" name="Google Shape;1687;p15"/>
              <p:cNvSpPr/>
              <p:nvPr/>
            </p:nvSpPr>
            <p:spPr>
              <a:xfrm>
                <a:off x="864107" y="4273295"/>
                <a:ext cx="16510" cy="20320"/>
              </a:xfrm>
              <a:custGeom>
                <a:rect b="b" l="l" r="r" t="t"/>
                <a:pathLst>
                  <a:path extrusionOk="0" h="20320" w="16509">
                    <a:moveTo>
                      <a:pt x="3809" y="19812"/>
                    </a:moveTo>
                    <a:lnTo>
                      <a:pt x="3809" y="14478"/>
                    </a:lnTo>
                    <a:lnTo>
                      <a:pt x="0" y="3048"/>
                    </a:lnTo>
                    <a:lnTo>
                      <a:pt x="8381" y="762"/>
                    </a:lnTo>
                    <a:lnTo>
                      <a:pt x="12953" y="0"/>
                    </a:lnTo>
                    <a:lnTo>
                      <a:pt x="14477" y="762"/>
                    </a:lnTo>
                    <a:lnTo>
                      <a:pt x="15239" y="4572"/>
                    </a:lnTo>
                    <a:lnTo>
                      <a:pt x="16001" y="6858"/>
                    </a:lnTo>
                    <a:lnTo>
                      <a:pt x="16001" y="14478"/>
                    </a:lnTo>
                    <a:lnTo>
                      <a:pt x="14477" y="16002"/>
                    </a:lnTo>
                    <a:lnTo>
                      <a:pt x="12953" y="17526"/>
                    </a:lnTo>
                    <a:lnTo>
                      <a:pt x="11429" y="16764"/>
                    </a:lnTo>
                    <a:lnTo>
                      <a:pt x="9143" y="16764"/>
                    </a:lnTo>
                  </a:path>
                </a:pathLst>
              </a:custGeom>
              <a:noFill/>
              <a:ln cap="flat" cmpd="sng" w="1525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8" name="Google Shape;1688;p15"/>
              <p:cNvSpPr/>
              <p:nvPr/>
            </p:nvSpPr>
            <p:spPr>
              <a:xfrm>
                <a:off x="723899" y="4111751"/>
                <a:ext cx="64769" cy="35560"/>
              </a:xfrm>
              <a:custGeom>
                <a:rect b="b" l="l" r="r" t="t"/>
                <a:pathLst>
                  <a:path extrusionOk="0" h="35560" w="64770">
                    <a:moveTo>
                      <a:pt x="0" y="0"/>
                    </a:moveTo>
                    <a:lnTo>
                      <a:pt x="10703" y="2416"/>
                    </a:lnTo>
                    <a:lnTo>
                      <a:pt x="18192" y="5619"/>
                    </a:lnTo>
                    <a:lnTo>
                      <a:pt x="24967" y="10394"/>
                    </a:lnTo>
                    <a:lnTo>
                      <a:pt x="33528" y="17525"/>
                    </a:lnTo>
                    <a:lnTo>
                      <a:pt x="40767" y="23264"/>
                    </a:lnTo>
                    <a:lnTo>
                      <a:pt x="48006" y="28003"/>
                    </a:lnTo>
                    <a:lnTo>
                      <a:pt x="55816" y="31884"/>
                    </a:lnTo>
                    <a:lnTo>
                      <a:pt x="64770" y="35051"/>
                    </a:lnTo>
                  </a:path>
                </a:pathLst>
              </a:custGeom>
              <a:noFill/>
              <a:ln cap="flat" cmpd="sng" w="1525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89" name="Google Shape;1689;p15"/>
            <p:cNvGrpSpPr/>
            <p:nvPr/>
          </p:nvGrpSpPr>
          <p:grpSpPr>
            <a:xfrm>
              <a:off x="1393209" y="4714481"/>
              <a:ext cx="422668" cy="380123"/>
              <a:chOff x="1393209" y="4714481"/>
              <a:chExt cx="422668" cy="380123"/>
            </a:xfrm>
          </p:grpSpPr>
          <p:pic>
            <p:nvPicPr>
              <p:cNvPr id="1690" name="Google Shape;1690;p15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1393209" y="4714481"/>
                <a:ext cx="296157" cy="2050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91" name="Google Shape;1691;p15"/>
              <p:cNvSpPr/>
              <p:nvPr/>
            </p:nvSpPr>
            <p:spPr>
              <a:xfrm>
                <a:off x="1671732" y="4789169"/>
                <a:ext cx="144145" cy="305435"/>
              </a:xfrm>
              <a:custGeom>
                <a:rect b="b" l="l" r="r" t="t"/>
                <a:pathLst>
                  <a:path extrusionOk="0" h="305435" w="144144">
                    <a:moveTo>
                      <a:pt x="43529" y="22097"/>
                    </a:moveTo>
                    <a:lnTo>
                      <a:pt x="40767" y="33539"/>
                    </a:lnTo>
                    <a:lnTo>
                      <a:pt x="38576" y="45053"/>
                    </a:lnTo>
                    <a:lnTo>
                      <a:pt x="37528" y="56709"/>
                    </a:lnTo>
                    <a:lnTo>
                      <a:pt x="38195" y="68579"/>
                    </a:lnTo>
                    <a:lnTo>
                      <a:pt x="40350" y="77128"/>
                    </a:lnTo>
                    <a:lnTo>
                      <a:pt x="44577" y="83248"/>
                    </a:lnTo>
                    <a:lnTo>
                      <a:pt x="50946" y="86796"/>
                    </a:lnTo>
                    <a:lnTo>
                      <a:pt x="59531" y="87629"/>
                    </a:lnTo>
                    <a:lnTo>
                      <a:pt x="70949" y="84498"/>
                    </a:lnTo>
                    <a:lnTo>
                      <a:pt x="104334" y="48672"/>
                    </a:lnTo>
                    <a:lnTo>
                      <a:pt x="115157" y="15239"/>
                    </a:lnTo>
                    <a:lnTo>
                      <a:pt x="115157" y="9905"/>
                    </a:lnTo>
                    <a:lnTo>
                      <a:pt x="115157" y="5333"/>
                    </a:lnTo>
                    <a:lnTo>
                      <a:pt x="113633" y="0"/>
                    </a:lnTo>
                    <a:lnTo>
                      <a:pt x="108084" y="4976"/>
                    </a:lnTo>
                    <a:lnTo>
                      <a:pt x="104679" y="12953"/>
                    </a:lnTo>
                    <a:lnTo>
                      <a:pt x="102703" y="22074"/>
                    </a:lnTo>
                    <a:lnTo>
                      <a:pt x="101441" y="30479"/>
                    </a:lnTo>
                    <a:lnTo>
                      <a:pt x="99405" y="58495"/>
                    </a:lnTo>
                    <a:lnTo>
                      <a:pt x="98869" y="87153"/>
                    </a:lnTo>
                    <a:lnTo>
                      <a:pt x="99619" y="115669"/>
                    </a:lnTo>
                    <a:lnTo>
                      <a:pt x="101441" y="143255"/>
                    </a:lnTo>
                    <a:lnTo>
                      <a:pt x="103489" y="166556"/>
                    </a:lnTo>
                    <a:lnTo>
                      <a:pt x="105822" y="189642"/>
                    </a:lnTo>
                    <a:lnTo>
                      <a:pt x="107870" y="212586"/>
                    </a:lnTo>
                    <a:lnTo>
                      <a:pt x="109061" y="235457"/>
                    </a:lnTo>
                    <a:lnTo>
                      <a:pt x="109120" y="251840"/>
                    </a:lnTo>
                    <a:lnTo>
                      <a:pt x="107251" y="268223"/>
                    </a:lnTo>
                    <a:lnTo>
                      <a:pt x="102096" y="283463"/>
                    </a:lnTo>
                    <a:lnTo>
                      <a:pt x="92297" y="296417"/>
                    </a:lnTo>
                    <a:lnTo>
                      <a:pt x="81283" y="303478"/>
                    </a:lnTo>
                    <a:lnTo>
                      <a:pt x="69342" y="304895"/>
                    </a:lnTo>
                    <a:lnTo>
                      <a:pt x="57257" y="301882"/>
                    </a:lnTo>
                    <a:lnTo>
                      <a:pt x="22193" y="272224"/>
                    </a:lnTo>
                    <a:lnTo>
                      <a:pt x="1393" y="231767"/>
                    </a:lnTo>
                    <a:lnTo>
                      <a:pt x="0" y="220027"/>
                    </a:lnTo>
                    <a:lnTo>
                      <a:pt x="1893" y="208573"/>
                    </a:lnTo>
                    <a:lnTo>
                      <a:pt x="43243" y="169259"/>
                    </a:lnTo>
                    <a:lnTo>
                      <a:pt x="83915" y="147827"/>
                    </a:lnTo>
                    <a:lnTo>
                      <a:pt x="99214" y="140255"/>
                    </a:lnTo>
                    <a:lnTo>
                      <a:pt x="114300" y="132397"/>
                    </a:lnTo>
                    <a:lnTo>
                      <a:pt x="129242" y="124253"/>
                    </a:lnTo>
                    <a:lnTo>
                      <a:pt x="144113" y="115823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692" name="Google Shape;1692;p15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2068055" y="4677905"/>
              <a:ext cx="318541" cy="33694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93" name="Google Shape;1693;p15"/>
            <p:cNvGrpSpPr/>
            <p:nvPr/>
          </p:nvGrpSpPr>
          <p:grpSpPr>
            <a:xfrm>
              <a:off x="2091677" y="5053584"/>
              <a:ext cx="306718" cy="76974"/>
              <a:chOff x="2091677" y="5053584"/>
              <a:chExt cx="306718" cy="76974"/>
            </a:xfrm>
          </p:grpSpPr>
          <p:pic>
            <p:nvPicPr>
              <p:cNvPr id="1694" name="Google Shape;1694;p15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2091677" y="5061191"/>
                <a:ext cx="246151" cy="6936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95" name="Google Shape;1695;p15"/>
              <p:cNvSpPr/>
              <p:nvPr/>
            </p:nvSpPr>
            <p:spPr>
              <a:xfrm>
                <a:off x="2385060" y="5053584"/>
                <a:ext cx="13335" cy="3175"/>
              </a:xfrm>
              <a:custGeom>
                <a:rect b="b" l="l" r="r" t="t"/>
                <a:pathLst>
                  <a:path extrusionOk="0" h="3175" w="13335">
                    <a:moveTo>
                      <a:pt x="12954" y="0"/>
                    </a:moveTo>
                    <a:lnTo>
                      <a:pt x="8382" y="1524"/>
                    </a:lnTo>
                    <a:lnTo>
                      <a:pt x="4572" y="2286"/>
                    </a:lnTo>
                    <a:lnTo>
                      <a:pt x="0" y="304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96" name="Google Shape;1696;p15"/>
            <p:cNvGrpSpPr/>
            <p:nvPr/>
          </p:nvGrpSpPr>
          <p:grpSpPr>
            <a:xfrm>
              <a:off x="1772399" y="5372849"/>
              <a:ext cx="433210" cy="319036"/>
              <a:chOff x="1772399" y="5372849"/>
              <a:chExt cx="433210" cy="319036"/>
            </a:xfrm>
          </p:grpSpPr>
          <p:pic>
            <p:nvPicPr>
              <p:cNvPr id="1697" name="Google Shape;1697;p15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1772399" y="5463443"/>
                <a:ext cx="91465" cy="13269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98" name="Google Shape;1698;p15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1895843" y="5372849"/>
                <a:ext cx="208051" cy="22786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99" name="Google Shape;1699;p15"/>
              <p:cNvSpPr/>
              <p:nvPr/>
            </p:nvSpPr>
            <p:spPr>
              <a:xfrm>
                <a:off x="2070354" y="5423915"/>
                <a:ext cx="135255" cy="267970"/>
              </a:xfrm>
              <a:custGeom>
                <a:rect b="b" l="l" r="r" t="t"/>
                <a:pathLst>
                  <a:path extrusionOk="0" h="267970" w="135255">
                    <a:moveTo>
                      <a:pt x="54863" y="33528"/>
                    </a:moveTo>
                    <a:lnTo>
                      <a:pt x="53137" y="42219"/>
                    </a:lnTo>
                    <a:lnTo>
                      <a:pt x="51911" y="51054"/>
                    </a:lnTo>
                    <a:lnTo>
                      <a:pt x="51970" y="59888"/>
                    </a:lnTo>
                    <a:lnTo>
                      <a:pt x="90439" y="81974"/>
                    </a:lnTo>
                    <a:lnTo>
                      <a:pt x="123289" y="52613"/>
                    </a:lnTo>
                    <a:lnTo>
                      <a:pt x="134873" y="12192"/>
                    </a:lnTo>
                    <a:lnTo>
                      <a:pt x="134111" y="6096"/>
                    </a:lnTo>
                    <a:lnTo>
                      <a:pt x="131063" y="0"/>
                    </a:lnTo>
                    <a:lnTo>
                      <a:pt x="125968" y="5417"/>
                    </a:lnTo>
                    <a:lnTo>
                      <a:pt x="118240" y="62222"/>
                    </a:lnTo>
                    <a:lnTo>
                      <a:pt x="118788" y="124467"/>
                    </a:lnTo>
                    <a:lnTo>
                      <a:pt x="120598" y="175021"/>
                    </a:lnTo>
                    <a:lnTo>
                      <a:pt x="121634" y="195453"/>
                    </a:lnTo>
                    <a:lnTo>
                      <a:pt x="121669" y="215884"/>
                    </a:lnTo>
                    <a:lnTo>
                      <a:pt x="109346" y="257460"/>
                    </a:lnTo>
                    <a:lnTo>
                      <a:pt x="87629" y="267462"/>
                    </a:lnTo>
                    <a:lnTo>
                      <a:pt x="73902" y="266128"/>
                    </a:lnTo>
                    <a:lnTo>
                      <a:pt x="38861" y="243840"/>
                    </a:lnTo>
                    <a:lnTo>
                      <a:pt x="16466" y="220694"/>
                    </a:lnTo>
                    <a:lnTo>
                      <a:pt x="9143" y="212598"/>
                    </a:lnTo>
                    <a:lnTo>
                      <a:pt x="4571" y="208026"/>
                    </a:lnTo>
                    <a:lnTo>
                      <a:pt x="3047" y="206502"/>
                    </a:lnTo>
                    <a:lnTo>
                      <a:pt x="0" y="203454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00" name="Google Shape;1700;p15"/>
            <p:cNvGrpSpPr/>
            <p:nvPr/>
          </p:nvGrpSpPr>
          <p:grpSpPr>
            <a:xfrm>
              <a:off x="1421879" y="5844539"/>
              <a:ext cx="338467" cy="331851"/>
              <a:chOff x="1421879" y="5844539"/>
              <a:chExt cx="338467" cy="331851"/>
            </a:xfrm>
          </p:grpSpPr>
          <p:sp>
            <p:nvSpPr>
              <p:cNvPr id="1701" name="Google Shape;1701;p15"/>
              <p:cNvSpPr/>
              <p:nvPr/>
            </p:nvSpPr>
            <p:spPr>
              <a:xfrm>
                <a:off x="1441799" y="5846825"/>
                <a:ext cx="33020" cy="329565"/>
              </a:xfrm>
              <a:custGeom>
                <a:rect b="b" l="l" r="r" t="t"/>
                <a:pathLst>
                  <a:path extrusionOk="0" h="329564" w="33019">
                    <a:moveTo>
                      <a:pt x="16668" y="8381"/>
                    </a:moveTo>
                    <a:lnTo>
                      <a:pt x="7524" y="2285"/>
                    </a:lnTo>
                    <a:lnTo>
                      <a:pt x="7524" y="0"/>
                    </a:lnTo>
                    <a:lnTo>
                      <a:pt x="1428" y="0"/>
                    </a:lnTo>
                    <a:lnTo>
                      <a:pt x="250" y="12680"/>
                    </a:lnTo>
                    <a:lnTo>
                      <a:pt x="0" y="25431"/>
                    </a:lnTo>
                    <a:lnTo>
                      <a:pt x="464" y="38040"/>
                    </a:lnTo>
                    <a:lnTo>
                      <a:pt x="1428" y="50291"/>
                    </a:lnTo>
                    <a:lnTo>
                      <a:pt x="5095" y="89725"/>
                    </a:lnTo>
                    <a:lnTo>
                      <a:pt x="9048" y="129158"/>
                    </a:lnTo>
                    <a:lnTo>
                      <a:pt x="13001" y="168592"/>
                    </a:lnTo>
                    <a:lnTo>
                      <a:pt x="16668" y="208025"/>
                    </a:lnTo>
                    <a:lnTo>
                      <a:pt x="18716" y="232481"/>
                    </a:lnTo>
                    <a:lnTo>
                      <a:pt x="20478" y="256793"/>
                    </a:lnTo>
                    <a:lnTo>
                      <a:pt x="22240" y="281106"/>
                    </a:lnTo>
                    <a:lnTo>
                      <a:pt x="24288" y="305561"/>
                    </a:lnTo>
                    <a:lnTo>
                      <a:pt x="25265" y="313646"/>
                    </a:lnTo>
                    <a:lnTo>
                      <a:pt x="26384" y="322802"/>
                    </a:lnTo>
                    <a:lnTo>
                      <a:pt x="28360" y="329243"/>
                    </a:lnTo>
                    <a:lnTo>
                      <a:pt x="31908" y="329184"/>
                    </a:lnTo>
                    <a:lnTo>
                      <a:pt x="31908" y="326135"/>
                    </a:lnTo>
                    <a:lnTo>
                      <a:pt x="32670" y="323849"/>
                    </a:lnTo>
                    <a:lnTo>
                      <a:pt x="32670" y="321563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702" name="Google Shape;1702;p15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1421879" y="5883389"/>
                <a:ext cx="272821" cy="15973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03" name="Google Shape;1703;p15"/>
              <p:cNvSpPr/>
              <p:nvPr/>
            </p:nvSpPr>
            <p:spPr>
              <a:xfrm>
                <a:off x="1638300" y="5844539"/>
                <a:ext cx="15240" cy="15240"/>
              </a:xfrm>
              <a:custGeom>
                <a:rect b="b" l="l" r="r" t="t"/>
                <a:pathLst>
                  <a:path extrusionOk="0" h="15239" w="15239">
                    <a:moveTo>
                      <a:pt x="0" y="3047"/>
                    </a:moveTo>
                    <a:lnTo>
                      <a:pt x="0" y="11429"/>
                    </a:lnTo>
                    <a:lnTo>
                      <a:pt x="3809" y="15239"/>
                    </a:lnTo>
                    <a:lnTo>
                      <a:pt x="12191" y="15239"/>
                    </a:lnTo>
                    <a:lnTo>
                      <a:pt x="15239" y="11429"/>
                    </a:lnTo>
                    <a:lnTo>
                      <a:pt x="15239" y="7619"/>
                    </a:lnTo>
                    <a:lnTo>
                      <a:pt x="15239" y="3047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047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4" name="Google Shape;1704;p15"/>
              <p:cNvSpPr/>
              <p:nvPr/>
            </p:nvSpPr>
            <p:spPr>
              <a:xfrm>
                <a:off x="1726691" y="5913881"/>
                <a:ext cx="33655" cy="109855"/>
              </a:xfrm>
              <a:custGeom>
                <a:rect b="b" l="l" r="r" t="t"/>
                <a:pathLst>
                  <a:path extrusionOk="0" h="109854" w="33655">
                    <a:moveTo>
                      <a:pt x="0" y="18287"/>
                    </a:moveTo>
                    <a:lnTo>
                      <a:pt x="24062" y="56995"/>
                    </a:lnTo>
                    <a:lnTo>
                      <a:pt x="25419" y="78212"/>
                    </a:lnTo>
                    <a:lnTo>
                      <a:pt x="24384" y="88391"/>
                    </a:lnTo>
                    <a:lnTo>
                      <a:pt x="23622" y="96773"/>
                    </a:lnTo>
                    <a:lnTo>
                      <a:pt x="20574" y="105155"/>
                    </a:lnTo>
                    <a:lnTo>
                      <a:pt x="13716" y="109727"/>
                    </a:lnTo>
                    <a:lnTo>
                      <a:pt x="10584" y="104405"/>
                    </a:lnTo>
                    <a:lnTo>
                      <a:pt x="8096" y="98583"/>
                    </a:lnTo>
                    <a:lnTo>
                      <a:pt x="6322" y="92047"/>
                    </a:lnTo>
                    <a:lnTo>
                      <a:pt x="5334" y="84581"/>
                    </a:lnTo>
                    <a:lnTo>
                      <a:pt x="4536" y="71663"/>
                    </a:lnTo>
                    <a:lnTo>
                      <a:pt x="4667" y="58388"/>
                    </a:lnTo>
                    <a:lnTo>
                      <a:pt x="19335" y="14954"/>
                    </a:lnTo>
                    <a:lnTo>
                      <a:pt x="26181" y="7369"/>
                    </a:lnTo>
                    <a:lnTo>
                      <a:pt x="33527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05" name="Google Shape;1705;p15"/>
            <p:cNvGrpSpPr/>
            <p:nvPr/>
          </p:nvGrpSpPr>
          <p:grpSpPr>
            <a:xfrm>
              <a:off x="1837944" y="5852159"/>
              <a:ext cx="309118" cy="180467"/>
              <a:chOff x="1837944" y="5852159"/>
              <a:chExt cx="309118" cy="180467"/>
            </a:xfrm>
          </p:grpSpPr>
          <p:sp>
            <p:nvSpPr>
              <p:cNvPr id="1706" name="Google Shape;1706;p15"/>
              <p:cNvSpPr/>
              <p:nvPr/>
            </p:nvSpPr>
            <p:spPr>
              <a:xfrm>
                <a:off x="1837944" y="5909309"/>
                <a:ext cx="96520" cy="96520"/>
              </a:xfrm>
              <a:custGeom>
                <a:rect b="b" l="l" r="r" t="t"/>
                <a:pathLst>
                  <a:path extrusionOk="0" h="96520" w="96519">
                    <a:moveTo>
                      <a:pt x="0" y="28193"/>
                    </a:moveTo>
                    <a:lnTo>
                      <a:pt x="1833" y="38361"/>
                    </a:lnTo>
                    <a:lnTo>
                      <a:pt x="3810" y="48386"/>
                    </a:lnTo>
                    <a:lnTo>
                      <a:pt x="5786" y="58412"/>
                    </a:lnTo>
                    <a:lnTo>
                      <a:pt x="7620" y="68579"/>
                    </a:lnTo>
                    <a:lnTo>
                      <a:pt x="9144" y="76961"/>
                    </a:lnTo>
                    <a:lnTo>
                      <a:pt x="9906" y="84581"/>
                    </a:lnTo>
                    <a:lnTo>
                      <a:pt x="12954" y="92201"/>
                    </a:lnTo>
                    <a:lnTo>
                      <a:pt x="19812" y="90677"/>
                    </a:lnTo>
                    <a:lnTo>
                      <a:pt x="19812" y="89153"/>
                    </a:lnTo>
                    <a:lnTo>
                      <a:pt x="22860" y="80771"/>
                    </a:lnTo>
                    <a:lnTo>
                      <a:pt x="26598" y="70925"/>
                    </a:lnTo>
                    <a:lnTo>
                      <a:pt x="29908" y="60864"/>
                    </a:lnTo>
                    <a:lnTo>
                      <a:pt x="32932" y="50661"/>
                    </a:lnTo>
                    <a:lnTo>
                      <a:pt x="35814" y="40385"/>
                    </a:lnTo>
                    <a:lnTo>
                      <a:pt x="37338" y="35051"/>
                    </a:lnTo>
                    <a:lnTo>
                      <a:pt x="38100" y="30479"/>
                    </a:lnTo>
                    <a:lnTo>
                      <a:pt x="40386" y="25907"/>
                    </a:lnTo>
                    <a:lnTo>
                      <a:pt x="42672" y="29717"/>
                    </a:lnTo>
                    <a:lnTo>
                      <a:pt x="44196" y="36575"/>
                    </a:lnTo>
                    <a:lnTo>
                      <a:pt x="46482" y="42671"/>
                    </a:lnTo>
                    <a:lnTo>
                      <a:pt x="61269" y="82319"/>
                    </a:lnTo>
                    <a:lnTo>
                      <a:pt x="76962" y="96011"/>
                    </a:lnTo>
                    <a:lnTo>
                      <a:pt x="85344" y="94487"/>
                    </a:lnTo>
                    <a:lnTo>
                      <a:pt x="96012" y="52577"/>
                    </a:lnTo>
                    <a:lnTo>
                      <a:pt x="96000" y="43433"/>
                    </a:lnTo>
                    <a:lnTo>
                      <a:pt x="95916" y="34289"/>
                    </a:lnTo>
                    <a:lnTo>
                      <a:pt x="95690" y="25145"/>
                    </a:lnTo>
                    <a:lnTo>
                      <a:pt x="95250" y="16001"/>
                    </a:lnTo>
                    <a:lnTo>
                      <a:pt x="94488" y="10667"/>
                    </a:lnTo>
                    <a:lnTo>
                      <a:pt x="94488" y="5333"/>
                    </a:lnTo>
                    <a:lnTo>
                      <a:pt x="94488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7" name="Google Shape;1707;p15"/>
              <p:cNvSpPr/>
              <p:nvPr/>
            </p:nvSpPr>
            <p:spPr>
              <a:xfrm>
                <a:off x="1953768" y="5898641"/>
                <a:ext cx="15240" cy="117475"/>
              </a:xfrm>
              <a:custGeom>
                <a:rect b="b" l="l" r="r" t="t"/>
                <a:pathLst>
                  <a:path extrusionOk="0" h="117475" w="15239">
                    <a:moveTo>
                      <a:pt x="0" y="0"/>
                    </a:moveTo>
                    <a:lnTo>
                      <a:pt x="13716" y="36576"/>
                    </a:lnTo>
                    <a:lnTo>
                      <a:pt x="14037" y="48446"/>
                    </a:lnTo>
                    <a:lnTo>
                      <a:pt x="14001" y="60102"/>
                    </a:lnTo>
                    <a:lnTo>
                      <a:pt x="13823" y="71616"/>
                    </a:lnTo>
                    <a:lnTo>
                      <a:pt x="13716" y="83058"/>
                    </a:lnTo>
                    <a:lnTo>
                      <a:pt x="14120" y="90213"/>
                    </a:lnTo>
                    <a:lnTo>
                      <a:pt x="14668" y="99726"/>
                    </a:lnTo>
                    <a:lnTo>
                      <a:pt x="14358" y="109096"/>
                    </a:lnTo>
                    <a:lnTo>
                      <a:pt x="12192" y="115824"/>
                    </a:lnTo>
                    <a:lnTo>
                      <a:pt x="9906" y="116586"/>
                    </a:lnTo>
                    <a:lnTo>
                      <a:pt x="9906" y="117348"/>
                    </a:lnTo>
                    <a:lnTo>
                      <a:pt x="9144" y="116586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8" name="Google Shape;1708;p15"/>
              <p:cNvSpPr/>
              <p:nvPr/>
            </p:nvSpPr>
            <p:spPr>
              <a:xfrm>
                <a:off x="1929384" y="5852159"/>
                <a:ext cx="15240" cy="15240"/>
              </a:xfrm>
              <a:custGeom>
                <a:rect b="b" l="l" r="r" t="t"/>
                <a:pathLst>
                  <a:path extrusionOk="0" h="15239" w="15239">
                    <a:moveTo>
                      <a:pt x="0" y="3810"/>
                    </a:moveTo>
                    <a:lnTo>
                      <a:pt x="0" y="12192"/>
                    </a:lnTo>
                    <a:lnTo>
                      <a:pt x="3047" y="15240"/>
                    </a:lnTo>
                    <a:lnTo>
                      <a:pt x="11429" y="15240"/>
                    </a:lnTo>
                    <a:lnTo>
                      <a:pt x="15239" y="12192"/>
                    </a:lnTo>
                    <a:lnTo>
                      <a:pt x="15239" y="7620"/>
                    </a:lnTo>
                    <a:lnTo>
                      <a:pt x="15239" y="3810"/>
                    </a:lnTo>
                    <a:lnTo>
                      <a:pt x="11429" y="0"/>
                    </a:lnTo>
                    <a:lnTo>
                      <a:pt x="3047" y="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9" name="Google Shape;1709;p15"/>
              <p:cNvSpPr/>
              <p:nvPr/>
            </p:nvSpPr>
            <p:spPr>
              <a:xfrm>
                <a:off x="1996440" y="5872841"/>
                <a:ext cx="81915" cy="144145"/>
              </a:xfrm>
              <a:custGeom>
                <a:rect b="b" l="l" r="r" t="t"/>
                <a:pathLst>
                  <a:path extrusionOk="0" h="144145" w="81914">
                    <a:moveTo>
                      <a:pt x="61721" y="13608"/>
                    </a:moveTo>
                    <a:lnTo>
                      <a:pt x="56661" y="9548"/>
                    </a:lnTo>
                    <a:lnTo>
                      <a:pt x="49244" y="3988"/>
                    </a:lnTo>
                    <a:lnTo>
                      <a:pt x="40826" y="0"/>
                    </a:lnTo>
                    <a:lnTo>
                      <a:pt x="32765" y="654"/>
                    </a:lnTo>
                    <a:lnTo>
                      <a:pt x="19752" y="39826"/>
                    </a:lnTo>
                    <a:lnTo>
                      <a:pt x="21050" y="49041"/>
                    </a:lnTo>
                    <a:lnTo>
                      <a:pt x="50863" y="83808"/>
                    </a:lnTo>
                    <a:lnTo>
                      <a:pt x="62507" y="91154"/>
                    </a:lnTo>
                    <a:lnTo>
                      <a:pt x="73151" y="99714"/>
                    </a:lnTo>
                    <a:lnTo>
                      <a:pt x="77723" y="105048"/>
                    </a:lnTo>
                    <a:lnTo>
                      <a:pt x="81533" y="114954"/>
                    </a:lnTo>
                    <a:lnTo>
                      <a:pt x="78485" y="121812"/>
                    </a:lnTo>
                    <a:lnTo>
                      <a:pt x="37409" y="141946"/>
                    </a:lnTo>
                    <a:lnTo>
                      <a:pt x="16692" y="143636"/>
                    </a:lnTo>
                    <a:lnTo>
                      <a:pt x="7619" y="141624"/>
                    </a:lnTo>
                    <a:lnTo>
                      <a:pt x="0" y="138576"/>
                    </a:lnTo>
                    <a:lnTo>
                      <a:pt x="1523" y="130956"/>
                    </a:lnTo>
                    <a:lnTo>
                      <a:pt x="761" y="12409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0" name="Google Shape;1710;p15"/>
              <p:cNvSpPr/>
              <p:nvPr/>
            </p:nvSpPr>
            <p:spPr>
              <a:xfrm>
                <a:off x="2098167" y="5898641"/>
                <a:ext cx="48895" cy="133985"/>
              </a:xfrm>
              <a:custGeom>
                <a:rect b="b" l="l" r="r" t="t"/>
                <a:pathLst>
                  <a:path extrusionOk="0" h="133985" w="48894">
                    <a:moveTo>
                      <a:pt x="10287" y="0"/>
                    </a:moveTo>
                    <a:lnTo>
                      <a:pt x="9441" y="12573"/>
                    </a:lnTo>
                    <a:lnTo>
                      <a:pt x="8096" y="25146"/>
                    </a:lnTo>
                    <a:lnTo>
                      <a:pt x="6322" y="37719"/>
                    </a:lnTo>
                    <a:lnTo>
                      <a:pt x="4191" y="50292"/>
                    </a:lnTo>
                    <a:lnTo>
                      <a:pt x="2309" y="62757"/>
                    </a:lnTo>
                    <a:lnTo>
                      <a:pt x="1143" y="75152"/>
                    </a:lnTo>
                    <a:lnTo>
                      <a:pt x="547" y="87689"/>
                    </a:lnTo>
                    <a:lnTo>
                      <a:pt x="381" y="100584"/>
                    </a:lnTo>
                    <a:lnTo>
                      <a:pt x="47" y="108358"/>
                    </a:lnTo>
                    <a:lnTo>
                      <a:pt x="0" y="117062"/>
                    </a:lnTo>
                    <a:lnTo>
                      <a:pt x="1666" y="125337"/>
                    </a:lnTo>
                    <a:lnTo>
                      <a:pt x="6477" y="131826"/>
                    </a:lnTo>
                    <a:lnTo>
                      <a:pt x="12834" y="133635"/>
                    </a:lnTo>
                    <a:lnTo>
                      <a:pt x="19050" y="132016"/>
                    </a:lnTo>
                    <a:lnTo>
                      <a:pt x="45731" y="97095"/>
                    </a:lnTo>
                    <a:lnTo>
                      <a:pt x="48387" y="86867"/>
                    </a:lnTo>
                    <a:lnTo>
                      <a:pt x="48387" y="83819"/>
                    </a:lnTo>
                    <a:lnTo>
                      <a:pt x="48387" y="80772"/>
                    </a:lnTo>
                    <a:lnTo>
                      <a:pt x="48387" y="77723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1" name="Google Shape;1711;p15"/>
              <p:cNvSpPr/>
              <p:nvPr/>
            </p:nvSpPr>
            <p:spPr>
              <a:xfrm>
                <a:off x="2082546" y="5890450"/>
                <a:ext cx="62865" cy="68580"/>
              </a:xfrm>
              <a:custGeom>
                <a:rect b="b" l="l" r="r" t="t"/>
                <a:pathLst>
                  <a:path extrusionOk="0" h="68579" w="62864">
                    <a:moveTo>
                      <a:pt x="12192" y="64579"/>
                    </a:moveTo>
                    <a:lnTo>
                      <a:pt x="23026" y="68008"/>
                    </a:lnTo>
                    <a:lnTo>
                      <a:pt x="30861" y="68580"/>
                    </a:lnTo>
                    <a:lnTo>
                      <a:pt x="38123" y="65436"/>
                    </a:lnTo>
                    <a:lnTo>
                      <a:pt x="62484" y="27241"/>
                    </a:lnTo>
                    <a:lnTo>
                      <a:pt x="62174" y="19478"/>
                    </a:lnTo>
                    <a:lnTo>
                      <a:pt x="34956" y="0"/>
                    </a:lnTo>
                    <a:lnTo>
                      <a:pt x="26920" y="190"/>
                    </a:lnTo>
                    <a:lnTo>
                      <a:pt x="0" y="31051"/>
                    </a:lnTo>
                    <a:lnTo>
                      <a:pt x="0" y="35623"/>
                    </a:lnTo>
                    <a:lnTo>
                      <a:pt x="0" y="36385"/>
                    </a:lnTo>
                    <a:lnTo>
                      <a:pt x="1524" y="38671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2" name="Google Shape;1712;p15"/>
            <p:cNvGrpSpPr/>
            <p:nvPr/>
          </p:nvGrpSpPr>
          <p:grpSpPr>
            <a:xfrm>
              <a:off x="2323338" y="5772149"/>
              <a:ext cx="297192" cy="268605"/>
              <a:chOff x="2323338" y="5772149"/>
              <a:chExt cx="297192" cy="268605"/>
            </a:xfrm>
          </p:grpSpPr>
          <p:sp>
            <p:nvSpPr>
              <p:cNvPr id="1713" name="Google Shape;1713;p15"/>
              <p:cNvSpPr/>
              <p:nvPr/>
            </p:nvSpPr>
            <p:spPr>
              <a:xfrm>
                <a:off x="2323338" y="5772149"/>
                <a:ext cx="102870" cy="268605"/>
              </a:xfrm>
              <a:custGeom>
                <a:rect b="b" l="l" r="r" t="t"/>
                <a:pathLst>
                  <a:path extrusionOk="0" h="268604" w="102869">
                    <a:moveTo>
                      <a:pt x="71627" y="0"/>
                    </a:moveTo>
                    <a:lnTo>
                      <a:pt x="82200" y="44672"/>
                    </a:lnTo>
                    <a:lnTo>
                      <a:pt x="87629" y="89915"/>
                    </a:lnTo>
                    <a:lnTo>
                      <a:pt x="89344" y="136778"/>
                    </a:lnTo>
                    <a:lnTo>
                      <a:pt x="88915" y="160210"/>
                    </a:lnTo>
                    <a:lnTo>
                      <a:pt x="87629" y="183641"/>
                    </a:lnTo>
                    <a:lnTo>
                      <a:pt x="86951" y="196214"/>
                    </a:lnTo>
                    <a:lnTo>
                      <a:pt x="86201" y="208787"/>
                    </a:lnTo>
                    <a:lnTo>
                      <a:pt x="85594" y="221360"/>
                    </a:lnTo>
                    <a:lnTo>
                      <a:pt x="85343" y="233933"/>
                    </a:lnTo>
                    <a:lnTo>
                      <a:pt x="85343" y="236219"/>
                    </a:lnTo>
                    <a:lnTo>
                      <a:pt x="85343" y="236981"/>
                    </a:lnTo>
                    <a:lnTo>
                      <a:pt x="89225" y="191642"/>
                    </a:lnTo>
                    <a:lnTo>
                      <a:pt x="80009" y="147065"/>
                    </a:lnTo>
                    <a:lnTo>
                      <a:pt x="50291" y="124967"/>
                    </a:lnTo>
                    <a:lnTo>
                      <a:pt x="38266" y="131206"/>
                    </a:lnTo>
                    <a:lnTo>
                      <a:pt x="14477" y="167639"/>
                    </a:lnTo>
                    <a:lnTo>
                      <a:pt x="1190" y="214895"/>
                    </a:lnTo>
                    <a:lnTo>
                      <a:pt x="0" y="231647"/>
                    </a:lnTo>
                    <a:lnTo>
                      <a:pt x="583" y="241720"/>
                    </a:lnTo>
                    <a:lnTo>
                      <a:pt x="2952" y="251650"/>
                    </a:lnTo>
                    <a:lnTo>
                      <a:pt x="8036" y="260151"/>
                    </a:lnTo>
                    <a:lnTo>
                      <a:pt x="16763" y="265937"/>
                    </a:lnTo>
                    <a:lnTo>
                      <a:pt x="29396" y="268009"/>
                    </a:lnTo>
                    <a:lnTo>
                      <a:pt x="41814" y="265937"/>
                    </a:lnTo>
                    <a:lnTo>
                      <a:pt x="74795" y="245995"/>
                    </a:lnTo>
                    <a:lnTo>
                      <a:pt x="93797" y="226968"/>
                    </a:lnTo>
                    <a:lnTo>
                      <a:pt x="102869" y="217169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714" name="Google Shape;1714;p15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2429874" y="5803379"/>
                <a:ext cx="190656" cy="20926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15" name="Google Shape;1715;p15"/>
            <p:cNvGrpSpPr/>
            <p:nvPr/>
          </p:nvGrpSpPr>
          <p:grpSpPr>
            <a:xfrm>
              <a:off x="2301227" y="5964174"/>
              <a:ext cx="762775" cy="394728"/>
              <a:chOff x="2301227" y="5964174"/>
              <a:chExt cx="762775" cy="394728"/>
            </a:xfrm>
          </p:grpSpPr>
          <p:pic>
            <p:nvPicPr>
              <p:cNvPr id="1716" name="Google Shape;1716;p15"/>
              <p:cNvPicPr preferRelativeResize="0"/>
              <p:nvPr/>
            </p:nvPicPr>
            <p:blipFill rotWithShape="1">
              <a:blip r:embed="rId48">
                <a:alphaModFix/>
              </a:blip>
              <a:srcRect b="0" l="0" r="0" t="0"/>
              <a:stretch/>
            </p:blipFill>
            <p:spPr>
              <a:xfrm>
                <a:off x="2301227" y="6140945"/>
                <a:ext cx="259105" cy="2179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17" name="Google Shape;1717;p15"/>
              <p:cNvPicPr preferRelativeResize="0"/>
              <p:nvPr/>
            </p:nvPicPr>
            <p:blipFill rotWithShape="1">
              <a:blip r:embed="rId49">
                <a:alphaModFix/>
              </a:blip>
              <a:srcRect b="0" l="0" r="0" t="0"/>
              <a:stretch/>
            </p:blipFill>
            <p:spPr>
              <a:xfrm>
                <a:off x="2588501" y="6037313"/>
                <a:ext cx="384835" cy="2356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8" name="Google Shape;1718;p15"/>
              <p:cNvSpPr/>
              <p:nvPr/>
            </p:nvSpPr>
            <p:spPr>
              <a:xfrm>
                <a:off x="3023616" y="5964174"/>
                <a:ext cx="11430" cy="41275"/>
              </a:xfrm>
              <a:custGeom>
                <a:rect b="b" l="l" r="r" t="t"/>
                <a:pathLst>
                  <a:path extrusionOk="0" h="41275" w="11430">
                    <a:moveTo>
                      <a:pt x="11430" y="0"/>
                    </a:moveTo>
                    <a:lnTo>
                      <a:pt x="8143" y="9846"/>
                    </a:lnTo>
                    <a:lnTo>
                      <a:pt x="4572" y="19907"/>
                    </a:lnTo>
                    <a:lnTo>
                      <a:pt x="1571" y="30110"/>
                    </a:lnTo>
                    <a:lnTo>
                      <a:pt x="0" y="40386"/>
                    </a:lnTo>
                    <a:lnTo>
                      <a:pt x="0" y="4114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9" name="Google Shape;1719;p15"/>
              <p:cNvSpPr/>
              <p:nvPr/>
            </p:nvSpPr>
            <p:spPr>
              <a:xfrm>
                <a:off x="3056382" y="5972556"/>
                <a:ext cx="7620" cy="30480"/>
              </a:xfrm>
              <a:custGeom>
                <a:rect b="b" l="l" r="r" t="t"/>
                <a:pathLst>
                  <a:path extrusionOk="0" h="30479" w="7619">
                    <a:moveTo>
                      <a:pt x="7619" y="0"/>
                    </a:moveTo>
                    <a:lnTo>
                      <a:pt x="5143" y="7977"/>
                    </a:lnTo>
                    <a:lnTo>
                      <a:pt x="3238" y="15239"/>
                    </a:lnTo>
                    <a:lnTo>
                      <a:pt x="1619" y="22502"/>
                    </a:lnTo>
                    <a:lnTo>
                      <a:pt x="0" y="30479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720" name="Google Shape;1720;p15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1225283" y="5807951"/>
              <a:ext cx="66319" cy="830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21" name="Google Shape;1721;p15"/>
          <p:cNvSpPr txBox="1"/>
          <p:nvPr/>
        </p:nvSpPr>
        <p:spPr>
          <a:xfrm>
            <a:off x="3442010" y="609600"/>
            <a:ext cx="35958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advantages of this method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6" name="Google Shape;1726;p16"/>
          <p:cNvGrpSpPr/>
          <p:nvPr/>
        </p:nvGrpSpPr>
        <p:grpSpPr>
          <a:xfrm>
            <a:off x="29026" y="1600200"/>
            <a:ext cx="9221427" cy="4639817"/>
            <a:chOff x="2532126" y="2092153"/>
            <a:chExt cx="7462519" cy="3766864"/>
          </a:xfrm>
        </p:grpSpPr>
        <p:pic>
          <p:nvPicPr>
            <p:cNvPr id="1727" name="Google Shape;1727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06455" y="2116823"/>
              <a:ext cx="175285" cy="19414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28" name="Google Shape;1728;p16"/>
            <p:cNvGrpSpPr/>
            <p:nvPr/>
          </p:nvGrpSpPr>
          <p:grpSpPr>
            <a:xfrm>
              <a:off x="4746199" y="2096249"/>
              <a:ext cx="477323" cy="205348"/>
              <a:chOff x="4746199" y="2096249"/>
              <a:chExt cx="477323" cy="205348"/>
            </a:xfrm>
          </p:grpSpPr>
          <p:pic>
            <p:nvPicPr>
              <p:cNvPr id="1729" name="Google Shape;1729;p1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746199" y="2113013"/>
                <a:ext cx="219767" cy="1885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30" name="Google Shape;1730;p1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991849" y="2119109"/>
                <a:ext cx="105431" cy="1476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31" name="Google Shape;1731;p1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121389" y="2096249"/>
                <a:ext cx="102133" cy="1745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732" name="Google Shape;1732;p16"/>
            <p:cNvSpPr/>
            <p:nvPr/>
          </p:nvSpPr>
          <p:spPr>
            <a:xfrm>
              <a:off x="4559046" y="2388870"/>
              <a:ext cx="853440" cy="26670"/>
            </a:xfrm>
            <a:custGeom>
              <a:rect b="b" l="l" r="r" t="t"/>
              <a:pathLst>
                <a:path extrusionOk="0" h="26669" w="853439">
                  <a:moveTo>
                    <a:pt x="0" y="13715"/>
                  </a:moveTo>
                  <a:lnTo>
                    <a:pt x="14859" y="14978"/>
                  </a:lnTo>
                  <a:lnTo>
                    <a:pt x="29718" y="16382"/>
                  </a:lnTo>
                  <a:lnTo>
                    <a:pt x="44577" y="17787"/>
                  </a:lnTo>
                  <a:lnTo>
                    <a:pt x="82736" y="20621"/>
                  </a:lnTo>
                  <a:lnTo>
                    <a:pt x="128766" y="22907"/>
                  </a:lnTo>
                  <a:lnTo>
                    <a:pt x="182499" y="24503"/>
                  </a:lnTo>
                  <a:lnTo>
                    <a:pt x="244220" y="25122"/>
                  </a:lnTo>
                  <a:lnTo>
                    <a:pt x="275082" y="25145"/>
                  </a:lnTo>
                  <a:lnTo>
                    <a:pt x="307086" y="25265"/>
                  </a:lnTo>
                  <a:lnTo>
                    <a:pt x="371094" y="25788"/>
                  </a:lnTo>
                  <a:lnTo>
                    <a:pt x="433518" y="26003"/>
                  </a:lnTo>
                  <a:lnTo>
                    <a:pt x="464153" y="26098"/>
                  </a:lnTo>
                  <a:lnTo>
                    <a:pt x="494930" y="25907"/>
                  </a:lnTo>
                  <a:lnTo>
                    <a:pt x="525780" y="25145"/>
                  </a:lnTo>
                  <a:lnTo>
                    <a:pt x="556069" y="23883"/>
                  </a:lnTo>
                  <a:lnTo>
                    <a:pt x="586358" y="22478"/>
                  </a:lnTo>
                  <a:lnTo>
                    <a:pt x="616648" y="21074"/>
                  </a:lnTo>
                  <a:lnTo>
                    <a:pt x="646938" y="19811"/>
                  </a:lnTo>
                  <a:lnTo>
                    <a:pt x="673346" y="18216"/>
                  </a:lnTo>
                  <a:lnTo>
                    <a:pt x="699897" y="16763"/>
                  </a:lnTo>
                  <a:lnTo>
                    <a:pt x="726447" y="15311"/>
                  </a:lnTo>
                  <a:lnTo>
                    <a:pt x="752856" y="13715"/>
                  </a:lnTo>
                  <a:lnTo>
                    <a:pt x="769870" y="13025"/>
                  </a:lnTo>
                  <a:lnTo>
                    <a:pt x="786669" y="12191"/>
                  </a:lnTo>
                  <a:lnTo>
                    <a:pt x="803326" y="11358"/>
                  </a:lnTo>
                  <a:lnTo>
                    <a:pt x="819912" y="10667"/>
                  </a:lnTo>
                  <a:lnTo>
                    <a:pt x="826639" y="10215"/>
                  </a:lnTo>
                  <a:lnTo>
                    <a:pt x="833151" y="9905"/>
                  </a:lnTo>
                  <a:lnTo>
                    <a:pt x="839521" y="9596"/>
                  </a:lnTo>
                  <a:lnTo>
                    <a:pt x="845819" y="9143"/>
                  </a:lnTo>
                  <a:lnTo>
                    <a:pt x="848868" y="9143"/>
                  </a:lnTo>
                  <a:lnTo>
                    <a:pt x="851154" y="9143"/>
                  </a:lnTo>
                  <a:lnTo>
                    <a:pt x="853440" y="9143"/>
                  </a:lnTo>
                  <a:lnTo>
                    <a:pt x="845819" y="6857"/>
                  </a:lnTo>
                  <a:lnTo>
                    <a:pt x="839724" y="3809"/>
                  </a:lnTo>
                  <a:lnTo>
                    <a:pt x="832866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33" name="Google Shape;1733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28653" y="2092153"/>
              <a:ext cx="133375" cy="1481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4" name="Google Shape;1734;p16"/>
            <p:cNvSpPr/>
            <p:nvPr/>
          </p:nvSpPr>
          <p:spPr>
            <a:xfrm>
              <a:off x="5839205" y="2149601"/>
              <a:ext cx="3175" cy="13970"/>
            </a:xfrm>
            <a:custGeom>
              <a:rect b="b" l="l" r="r" t="t"/>
              <a:pathLst>
                <a:path extrusionOk="0" h="13969" w="3175">
                  <a:moveTo>
                    <a:pt x="0" y="0"/>
                  </a:moveTo>
                  <a:lnTo>
                    <a:pt x="2286" y="8382"/>
                  </a:lnTo>
                  <a:lnTo>
                    <a:pt x="3048" y="8382"/>
                  </a:lnTo>
                  <a:lnTo>
                    <a:pt x="3048" y="1371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35" name="Google Shape;1735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060173" y="2263889"/>
              <a:ext cx="229387" cy="10746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36" name="Google Shape;1736;p16"/>
            <p:cNvGrpSpPr/>
            <p:nvPr/>
          </p:nvGrpSpPr>
          <p:grpSpPr>
            <a:xfrm>
              <a:off x="6687311" y="2215134"/>
              <a:ext cx="1002284" cy="217678"/>
              <a:chOff x="6687311" y="2215134"/>
              <a:chExt cx="1002284" cy="217678"/>
            </a:xfrm>
          </p:grpSpPr>
          <p:sp>
            <p:nvSpPr>
              <p:cNvPr id="1737" name="Google Shape;1737;p16"/>
              <p:cNvSpPr/>
              <p:nvPr/>
            </p:nvSpPr>
            <p:spPr>
              <a:xfrm>
                <a:off x="6694931" y="2271522"/>
                <a:ext cx="20955" cy="161290"/>
              </a:xfrm>
              <a:custGeom>
                <a:rect b="b" l="l" r="r" t="t"/>
                <a:pathLst>
                  <a:path extrusionOk="0" h="161289" w="20954">
                    <a:moveTo>
                      <a:pt x="0" y="0"/>
                    </a:moveTo>
                    <a:lnTo>
                      <a:pt x="10858" y="48768"/>
                    </a:lnTo>
                    <a:lnTo>
                      <a:pt x="18288" y="97536"/>
                    </a:lnTo>
                    <a:lnTo>
                      <a:pt x="19907" y="126873"/>
                    </a:lnTo>
                    <a:lnTo>
                      <a:pt x="19895" y="141470"/>
                    </a:lnTo>
                    <a:lnTo>
                      <a:pt x="19812" y="156210"/>
                    </a:lnTo>
                    <a:lnTo>
                      <a:pt x="19812" y="159258"/>
                    </a:lnTo>
                    <a:lnTo>
                      <a:pt x="18288" y="160782"/>
                    </a:lnTo>
                    <a:lnTo>
                      <a:pt x="20574" y="16078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8" name="Google Shape;1738;p16"/>
              <p:cNvSpPr/>
              <p:nvPr/>
            </p:nvSpPr>
            <p:spPr>
              <a:xfrm>
                <a:off x="6687311" y="2229552"/>
                <a:ext cx="127000" cy="5080"/>
              </a:xfrm>
              <a:custGeom>
                <a:rect b="b" l="l" r="r" t="t"/>
                <a:pathLst>
                  <a:path extrusionOk="0" h="5080" w="127000">
                    <a:moveTo>
                      <a:pt x="0" y="4631"/>
                    </a:moveTo>
                    <a:lnTo>
                      <a:pt x="15549" y="4714"/>
                    </a:lnTo>
                    <a:lnTo>
                      <a:pt x="31242" y="4726"/>
                    </a:lnTo>
                    <a:lnTo>
                      <a:pt x="46934" y="4310"/>
                    </a:lnTo>
                    <a:lnTo>
                      <a:pt x="62484" y="3107"/>
                    </a:lnTo>
                    <a:lnTo>
                      <a:pt x="76664" y="1881"/>
                    </a:lnTo>
                    <a:lnTo>
                      <a:pt x="90773" y="726"/>
                    </a:lnTo>
                    <a:lnTo>
                      <a:pt x="105025" y="0"/>
                    </a:lnTo>
                    <a:lnTo>
                      <a:pt x="119634" y="59"/>
                    </a:lnTo>
                    <a:lnTo>
                      <a:pt x="124205" y="821"/>
                    </a:lnTo>
                    <a:lnTo>
                      <a:pt x="125730" y="59"/>
                    </a:lnTo>
                    <a:lnTo>
                      <a:pt x="126492" y="4631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9" name="Google Shape;1739;p16"/>
              <p:cNvSpPr/>
              <p:nvPr/>
            </p:nvSpPr>
            <p:spPr>
              <a:xfrm>
                <a:off x="6717791" y="2325623"/>
                <a:ext cx="97155" cy="6350"/>
              </a:xfrm>
              <a:custGeom>
                <a:rect b="b" l="l" r="r" t="t"/>
                <a:pathLst>
                  <a:path extrusionOk="0" h="6350" w="97154">
                    <a:moveTo>
                      <a:pt x="0" y="4572"/>
                    </a:moveTo>
                    <a:lnTo>
                      <a:pt x="17585" y="6048"/>
                    </a:lnTo>
                    <a:lnTo>
                      <a:pt x="34385" y="6096"/>
                    </a:lnTo>
                    <a:lnTo>
                      <a:pt x="51327" y="5000"/>
                    </a:lnTo>
                    <a:lnTo>
                      <a:pt x="69342" y="3048"/>
                    </a:lnTo>
                    <a:lnTo>
                      <a:pt x="78450" y="1607"/>
                    </a:lnTo>
                    <a:lnTo>
                      <a:pt x="85058" y="666"/>
                    </a:lnTo>
                    <a:lnTo>
                      <a:pt x="90666" y="154"/>
                    </a:lnTo>
                    <a:lnTo>
                      <a:pt x="96774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740" name="Google Shape;1740;p16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6855724" y="2267699"/>
                <a:ext cx="99061" cy="1577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41" name="Google Shape;1741;p16"/>
              <p:cNvSpPr/>
              <p:nvPr/>
            </p:nvSpPr>
            <p:spPr>
              <a:xfrm>
                <a:off x="6984229" y="2286583"/>
                <a:ext cx="142875" cy="118110"/>
              </a:xfrm>
              <a:custGeom>
                <a:rect b="b" l="l" r="r" t="t"/>
                <a:pathLst>
                  <a:path extrusionOk="0" h="118110" w="142875">
                    <a:moveTo>
                      <a:pt x="88653" y="60376"/>
                    </a:moveTo>
                    <a:lnTo>
                      <a:pt x="82141" y="50244"/>
                    </a:lnTo>
                    <a:lnTo>
                      <a:pt x="77700" y="41612"/>
                    </a:lnTo>
                    <a:lnTo>
                      <a:pt x="73973" y="32837"/>
                    </a:lnTo>
                    <a:lnTo>
                      <a:pt x="69603" y="22276"/>
                    </a:lnTo>
                    <a:lnTo>
                      <a:pt x="66734" y="15609"/>
                    </a:lnTo>
                    <a:lnTo>
                      <a:pt x="62650" y="8941"/>
                    </a:lnTo>
                    <a:lnTo>
                      <a:pt x="57280" y="3417"/>
                    </a:lnTo>
                    <a:lnTo>
                      <a:pt x="50553" y="178"/>
                    </a:lnTo>
                    <a:lnTo>
                      <a:pt x="41398" y="0"/>
                    </a:lnTo>
                    <a:lnTo>
                      <a:pt x="33313" y="3321"/>
                    </a:lnTo>
                    <a:lnTo>
                      <a:pt x="6738" y="42945"/>
                    </a:lnTo>
                    <a:lnTo>
                      <a:pt x="0" y="84903"/>
                    </a:lnTo>
                    <a:lnTo>
                      <a:pt x="2166" y="96952"/>
                    </a:lnTo>
                    <a:lnTo>
                      <a:pt x="7762" y="107287"/>
                    </a:lnTo>
                    <a:lnTo>
                      <a:pt x="17787" y="114478"/>
                    </a:lnTo>
                    <a:lnTo>
                      <a:pt x="30658" y="117538"/>
                    </a:lnTo>
                    <a:lnTo>
                      <a:pt x="43600" y="116097"/>
                    </a:lnTo>
                    <a:lnTo>
                      <a:pt x="79295" y="91844"/>
                    </a:lnTo>
                    <a:lnTo>
                      <a:pt x="93225" y="44374"/>
                    </a:lnTo>
                    <a:lnTo>
                      <a:pt x="92964" y="35587"/>
                    </a:lnTo>
                    <a:lnTo>
                      <a:pt x="91701" y="26086"/>
                    </a:lnTo>
                    <a:lnTo>
                      <a:pt x="88725" y="17156"/>
                    </a:lnTo>
                    <a:lnTo>
                      <a:pt x="83319" y="10084"/>
                    </a:lnTo>
                    <a:lnTo>
                      <a:pt x="81795" y="10084"/>
                    </a:lnTo>
                    <a:lnTo>
                      <a:pt x="81033" y="10084"/>
                    </a:lnTo>
                    <a:lnTo>
                      <a:pt x="80271" y="10084"/>
                    </a:lnTo>
                    <a:lnTo>
                      <a:pt x="75997" y="16561"/>
                    </a:lnTo>
                    <a:lnTo>
                      <a:pt x="74080" y="24181"/>
                    </a:lnTo>
                    <a:lnTo>
                      <a:pt x="73735" y="32373"/>
                    </a:lnTo>
                    <a:lnTo>
                      <a:pt x="74175" y="40564"/>
                    </a:lnTo>
                    <a:lnTo>
                      <a:pt x="74580" y="55233"/>
                    </a:lnTo>
                    <a:lnTo>
                      <a:pt x="86367" y="94666"/>
                    </a:lnTo>
                    <a:lnTo>
                      <a:pt x="123705" y="117526"/>
                    </a:lnTo>
                    <a:lnTo>
                      <a:pt x="134373" y="117526"/>
                    </a:lnTo>
                    <a:lnTo>
                      <a:pt x="138183" y="116764"/>
                    </a:lnTo>
                    <a:lnTo>
                      <a:pt x="142755" y="110668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2" name="Google Shape;1742;p16"/>
              <p:cNvSpPr/>
              <p:nvPr/>
            </p:nvSpPr>
            <p:spPr>
              <a:xfrm>
                <a:off x="7148321" y="2215134"/>
                <a:ext cx="32384" cy="200025"/>
              </a:xfrm>
              <a:custGeom>
                <a:rect b="b" l="l" r="r" t="t"/>
                <a:pathLst>
                  <a:path extrusionOk="0" h="200025" w="32384">
                    <a:moveTo>
                      <a:pt x="12192" y="0"/>
                    </a:moveTo>
                    <a:lnTo>
                      <a:pt x="5893" y="14608"/>
                    </a:lnTo>
                    <a:lnTo>
                      <a:pt x="2381" y="27717"/>
                    </a:lnTo>
                    <a:lnTo>
                      <a:pt x="726" y="41255"/>
                    </a:lnTo>
                    <a:lnTo>
                      <a:pt x="0" y="57150"/>
                    </a:lnTo>
                    <a:lnTo>
                      <a:pt x="797" y="75747"/>
                    </a:lnTo>
                    <a:lnTo>
                      <a:pt x="9906" y="129539"/>
                    </a:lnTo>
                    <a:lnTo>
                      <a:pt x="20193" y="173795"/>
                    </a:lnTo>
                    <a:lnTo>
                      <a:pt x="27432" y="198120"/>
                    </a:lnTo>
                    <a:lnTo>
                      <a:pt x="27432" y="195072"/>
                    </a:lnTo>
                    <a:lnTo>
                      <a:pt x="32004" y="19964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3" name="Google Shape;1743;p16"/>
              <p:cNvSpPr/>
              <p:nvPr/>
            </p:nvSpPr>
            <p:spPr>
              <a:xfrm>
                <a:off x="7154417" y="2296668"/>
                <a:ext cx="207645" cy="99060"/>
              </a:xfrm>
              <a:custGeom>
                <a:rect b="b" l="l" r="r" t="t"/>
                <a:pathLst>
                  <a:path extrusionOk="0" h="99060" w="207645">
                    <a:moveTo>
                      <a:pt x="0" y="38100"/>
                    </a:moveTo>
                    <a:lnTo>
                      <a:pt x="12132" y="33527"/>
                    </a:lnTo>
                    <a:lnTo>
                      <a:pt x="24479" y="28955"/>
                    </a:lnTo>
                    <a:lnTo>
                      <a:pt x="36968" y="24383"/>
                    </a:lnTo>
                    <a:lnTo>
                      <a:pt x="49529" y="19811"/>
                    </a:lnTo>
                    <a:lnTo>
                      <a:pt x="57626" y="16347"/>
                    </a:lnTo>
                    <a:lnTo>
                      <a:pt x="65722" y="12668"/>
                    </a:lnTo>
                    <a:lnTo>
                      <a:pt x="73533" y="8560"/>
                    </a:lnTo>
                    <a:lnTo>
                      <a:pt x="80772" y="3809"/>
                    </a:lnTo>
                    <a:lnTo>
                      <a:pt x="83057" y="1523"/>
                    </a:lnTo>
                    <a:lnTo>
                      <a:pt x="84581" y="0"/>
                    </a:lnTo>
                    <a:lnTo>
                      <a:pt x="84200" y="6619"/>
                    </a:lnTo>
                    <a:lnTo>
                      <a:pt x="83248" y="12953"/>
                    </a:lnTo>
                    <a:lnTo>
                      <a:pt x="82010" y="19288"/>
                    </a:lnTo>
                    <a:lnTo>
                      <a:pt x="80772" y="25907"/>
                    </a:lnTo>
                    <a:lnTo>
                      <a:pt x="77223" y="41302"/>
                    </a:lnTo>
                    <a:lnTo>
                      <a:pt x="74104" y="59912"/>
                    </a:lnTo>
                    <a:lnTo>
                      <a:pt x="74128" y="78093"/>
                    </a:lnTo>
                    <a:lnTo>
                      <a:pt x="80010" y="92201"/>
                    </a:lnTo>
                    <a:lnTo>
                      <a:pt x="88296" y="97369"/>
                    </a:lnTo>
                    <a:lnTo>
                      <a:pt x="98298" y="98678"/>
                    </a:lnTo>
                    <a:lnTo>
                      <a:pt x="108299" y="97131"/>
                    </a:lnTo>
                    <a:lnTo>
                      <a:pt x="143267" y="65115"/>
                    </a:lnTo>
                    <a:lnTo>
                      <a:pt x="154590" y="24514"/>
                    </a:lnTo>
                    <a:lnTo>
                      <a:pt x="154686" y="14477"/>
                    </a:lnTo>
                    <a:lnTo>
                      <a:pt x="154686" y="5333"/>
                    </a:lnTo>
                    <a:lnTo>
                      <a:pt x="154686" y="11429"/>
                    </a:lnTo>
                    <a:lnTo>
                      <a:pt x="139160" y="56292"/>
                    </a:lnTo>
                    <a:lnTo>
                      <a:pt x="140100" y="66472"/>
                    </a:lnTo>
                    <a:lnTo>
                      <a:pt x="174498" y="92201"/>
                    </a:lnTo>
                    <a:lnTo>
                      <a:pt x="183368" y="92213"/>
                    </a:lnTo>
                    <a:lnTo>
                      <a:pt x="191166" y="91154"/>
                    </a:lnTo>
                    <a:lnTo>
                      <a:pt x="198822" y="89094"/>
                    </a:lnTo>
                    <a:lnTo>
                      <a:pt x="207264" y="86105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4" name="Google Shape;1744;p16"/>
              <p:cNvSpPr/>
              <p:nvPr/>
            </p:nvSpPr>
            <p:spPr>
              <a:xfrm>
                <a:off x="7384541" y="2298192"/>
                <a:ext cx="107950" cy="90805"/>
              </a:xfrm>
              <a:custGeom>
                <a:rect b="b" l="l" r="r" t="t"/>
                <a:pathLst>
                  <a:path extrusionOk="0" h="90805" w="107950">
                    <a:moveTo>
                      <a:pt x="0" y="3810"/>
                    </a:moveTo>
                    <a:lnTo>
                      <a:pt x="39624" y="16002"/>
                    </a:lnTo>
                    <a:lnTo>
                      <a:pt x="54102" y="54864"/>
                    </a:lnTo>
                    <a:lnTo>
                      <a:pt x="32766" y="90678"/>
                    </a:lnTo>
                    <a:lnTo>
                      <a:pt x="26670" y="88392"/>
                    </a:lnTo>
                    <a:lnTo>
                      <a:pt x="32766" y="45505"/>
                    </a:lnTo>
                    <a:lnTo>
                      <a:pt x="57816" y="10298"/>
                    </a:lnTo>
                    <a:lnTo>
                      <a:pt x="82296" y="0"/>
                    </a:lnTo>
                    <a:lnTo>
                      <a:pt x="89916" y="762"/>
                    </a:lnTo>
                    <a:lnTo>
                      <a:pt x="96012" y="1524"/>
                    </a:lnTo>
                    <a:lnTo>
                      <a:pt x="102107" y="3810"/>
                    </a:lnTo>
                    <a:lnTo>
                      <a:pt x="107442" y="457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5" name="Google Shape;1745;p16"/>
              <p:cNvSpPr/>
              <p:nvPr/>
            </p:nvSpPr>
            <p:spPr>
              <a:xfrm>
                <a:off x="7498175" y="2305050"/>
                <a:ext cx="50800" cy="88265"/>
              </a:xfrm>
              <a:custGeom>
                <a:rect b="b" l="l" r="r" t="t"/>
                <a:pathLst>
                  <a:path extrusionOk="0" h="88264" w="50800">
                    <a:moveTo>
                      <a:pt x="1428" y="0"/>
                    </a:moveTo>
                    <a:lnTo>
                      <a:pt x="3714" y="761"/>
                    </a:lnTo>
                    <a:lnTo>
                      <a:pt x="5238" y="761"/>
                    </a:lnTo>
                    <a:lnTo>
                      <a:pt x="6000" y="2285"/>
                    </a:lnTo>
                    <a:lnTo>
                      <a:pt x="7524" y="5333"/>
                    </a:lnTo>
                    <a:lnTo>
                      <a:pt x="6762" y="10667"/>
                    </a:lnTo>
                    <a:lnTo>
                      <a:pt x="6762" y="12954"/>
                    </a:lnTo>
                    <a:lnTo>
                      <a:pt x="6488" y="20585"/>
                    </a:lnTo>
                    <a:lnTo>
                      <a:pt x="5714" y="27717"/>
                    </a:lnTo>
                    <a:lnTo>
                      <a:pt x="4512" y="34706"/>
                    </a:lnTo>
                    <a:lnTo>
                      <a:pt x="2952" y="41910"/>
                    </a:lnTo>
                    <a:lnTo>
                      <a:pt x="1369" y="51673"/>
                    </a:lnTo>
                    <a:lnTo>
                      <a:pt x="0" y="64007"/>
                    </a:lnTo>
                    <a:lnTo>
                      <a:pt x="488" y="75771"/>
                    </a:lnTo>
                    <a:lnTo>
                      <a:pt x="4476" y="83820"/>
                    </a:lnTo>
                    <a:lnTo>
                      <a:pt x="10251" y="86737"/>
                    </a:lnTo>
                    <a:lnTo>
                      <a:pt x="17525" y="87725"/>
                    </a:lnTo>
                    <a:lnTo>
                      <a:pt x="24943" y="87141"/>
                    </a:lnTo>
                    <a:lnTo>
                      <a:pt x="31146" y="85344"/>
                    </a:lnTo>
                    <a:lnTo>
                      <a:pt x="36909" y="82284"/>
                    </a:lnTo>
                    <a:lnTo>
                      <a:pt x="41814" y="78009"/>
                    </a:lnTo>
                    <a:lnTo>
                      <a:pt x="46148" y="73021"/>
                    </a:lnTo>
                    <a:lnTo>
                      <a:pt x="50196" y="67817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6" name="Google Shape;1746;p16"/>
              <p:cNvSpPr/>
              <p:nvPr/>
            </p:nvSpPr>
            <p:spPr>
              <a:xfrm>
                <a:off x="7486649" y="2285714"/>
                <a:ext cx="64135" cy="41910"/>
              </a:xfrm>
              <a:custGeom>
                <a:rect b="b" l="l" r="r" t="t"/>
                <a:pathLst>
                  <a:path extrusionOk="0" h="41910" w="64134">
                    <a:moveTo>
                      <a:pt x="11429" y="39909"/>
                    </a:moveTo>
                    <a:lnTo>
                      <a:pt x="21216" y="41576"/>
                    </a:lnTo>
                    <a:lnTo>
                      <a:pt x="29717" y="41814"/>
                    </a:lnTo>
                    <a:lnTo>
                      <a:pt x="38219" y="40338"/>
                    </a:lnTo>
                    <a:lnTo>
                      <a:pt x="48005" y="36861"/>
                    </a:lnTo>
                    <a:lnTo>
                      <a:pt x="56387" y="32289"/>
                    </a:lnTo>
                    <a:lnTo>
                      <a:pt x="64007" y="28479"/>
                    </a:lnTo>
                    <a:lnTo>
                      <a:pt x="64007" y="18573"/>
                    </a:lnTo>
                    <a:lnTo>
                      <a:pt x="61495" y="12096"/>
                    </a:lnTo>
                    <a:lnTo>
                      <a:pt x="22478" y="0"/>
                    </a:lnTo>
                    <a:lnTo>
                      <a:pt x="12525" y="631"/>
                    </a:lnTo>
                    <a:lnTo>
                      <a:pt x="4571" y="3333"/>
                    </a:lnTo>
                    <a:lnTo>
                      <a:pt x="0" y="5619"/>
                    </a:lnTo>
                    <a:lnTo>
                      <a:pt x="1523" y="8667"/>
                    </a:lnTo>
                    <a:lnTo>
                      <a:pt x="2285" y="12477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7" name="Google Shape;1747;p16"/>
              <p:cNvSpPr/>
              <p:nvPr/>
            </p:nvSpPr>
            <p:spPr>
              <a:xfrm>
                <a:off x="7557515" y="2259068"/>
                <a:ext cx="132080" cy="125730"/>
              </a:xfrm>
              <a:custGeom>
                <a:rect b="b" l="l" r="r" t="t"/>
                <a:pathLst>
                  <a:path extrusionOk="0" h="125730" w="132079">
                    <a:moveTo>
                      <a:pt x="112014" y="21597"/>
                    </a:moveTo>
                    <a:lnTo>
                      <a:pt x="82617" y="0"/>
                    </a:lnTo>
                    <a:lnTo>
                      <a:pt x="75152" y="1595"/>
                    </a:lnTo>
                    <a:lnTo>
                      <a:pt x="50577" y="37290"/>
                    </a:lnTo>
                    <a:lnTo>
                      <a:pt x="51054" y="46743"/>
                    </a:lnTo>
                    <a:lnTo>
                      <a:pt x="88880" y="76747"/>
                    </a:lnTo>
                    <a:lnTo>
                      <a:pt x="99345" y="80271"/>
                    </a:lnTo>
                    <a:lnTo>
                      <a:pt x="109668" y="83796"/>
                    </a:lnTo>
                    <a:lnTo>
                      <a:pt x="119634" y="87891"/>
                    </a:lnTo>
                    <a:lnTo>
                      <a:pt x="123991" y="89963"/>
                    </a:lnTo>
                    <a:lnTo>
                      <a:pt x="128778" y="93606"/>
                    </a:lnTo>
                    <a:lnTo>
                      <a:pt x="131849" y="98393"/>
                    </a:lnTo>
                    <a:lnTo>
                      <a:pt x="131064" y="103893"/>
                    </a:lnTo>
                    <a:lnTo>
                      <a:pt x="90773" y="121146"/>
                    </a:lnTo>
                    <a:lnTo>
                      <a:pt x="49911" y="125325"/>
                    </a:lnTo>
                    <a:lnTo>
                      <a:pt x="35504" y="125194"/>
                    </a:lnTo>
                    <a:lnTo>
                      <a:pt x="22098" y="123705"/>
                    </a:lnTo>
                    <a:lnTo>
                      <a:pt x="12215" y="120312"/>
                    </a:lnTo>
                    <a:lnTo>
                      <a:pt x="5905" y="114847"/>
                    </a:lnTo>
                    <a:lnTo>
                      <a:pt x="2166" y="107525"/>
                    </a:lnTo>
                    <a:lnTo>
                      <a:pt x="0" y="98559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48" name="Google Shape;1748;p16"/>
            <p:cNvGrpSpPr/>
            <p:nvPr/>
          </p:nvGrpSpPr>
          <p:grpSpPr>
            <a:xfrm>
              <a:off x="8083378" y="2184641"/>
              <a:ext cx="563810" cy="237769"/>
              <a:chOff x="8083378" y="2184641"/>
              <a:chExt cx="563810" cy="237769"/>
            </a:xfrm>
          </p:grpSpPr>
          <p:pic>
            <p:nvPicPr>
              <p:cNvPr id="1749" name="Google Shape;1749;p16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8083378" y="2245315"/>
                <a:ext cx="195156" cy="17709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50" name="Google Shape;1750;p16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8309264" y="2198357"/>
                <a:ext cx="190096" cy="19966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51" name="Google Shape;1751;p16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8528958" y="2184641"/>
                <a:ext cx="118230" cy="20643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52" name="Google Shape;1752;p16"/>
            <p:cNvGrpSpPr/>
            <p:nvPr/>
          </p:nvGrpSpPr>
          <p:grpSpPr>
            <a:xfrm>
              <a:off x="8845283" y="2152637"/>
              <a:ext cx="265963" cy="192811"/>
              <a:chOff x="8845283" y="2152637"/>
              <a:chExt cx="265963" cy="192811"/>
            </a:xfrm>
          </p:grpSpPr>
          <p:pic>
            <p:nvPicPr>
              <p:cNvPr id="1753" name="Google Shape;1753;p16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8845283" y="2152637"/>
                <a:ext cx="117397" cy="19281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54" name="Google Shape;1754;p16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8997683" y="2179426"/>
                <a:ext cx="113563" cy="1482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55" name="Google Shape;1755;p16"/>
            <p:cNvGrpSpPr/>
            <p:nvPr/>
          </p:nvGrpSpPr>
          <p:grpSpPr>
            <a:xfrm>
              <a:off x="7172407" y="2732197"/>
              <a:ext cx="444798" cy="171035"/>
              <a:chOff x="7172407" y="2732197"/>
              <a:chExt cx="444798" cy="171035"/>
            </a:xfrm>
          </p:grpSpPr>
          <p:pic>
            <p:nvPicPr>
              <p:cNvPr id="1756" name="Google Shape;1756;p16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172407" y="2735317"/>
                <a:ext cx="227387" cy="1679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57" name="Google Shape;1757;p16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419580" y="2732197"/>
                <a:ext cx="94537" cy="1268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8" name="Google Shape;1758;p16"/>
              <p:cNvSpPr/>
              <p:nvPr/>
            </p:nvSpPr>
            <p:spPr>
              <a:xfrm>
                <a:off x="7557515" y="2801111"/>
                <a:ext cx="59690" cy="6350"/>
              </a:xfrm>
              <a:custGeom>
                <a:rect b="b" l="l" r="r" t="t"/>
                <a:pathLst>
                  <a:path extrusionOk="0" h="6350" w="59690">
                    <a:moveTo>
                      <a:pt x="0" y="6096"/>
                    </a:moveTo>
                    <a:lnTo>
                      <a:pt x="41148" y="3048"/>
                    </a:lnTo>
                    <a:lnTo>
                      <a:pt x="48006" y="3048"/>
                    </a:lnTo>
                    <a:lnTo>
                      <a:pt x="52577" y="2286"/>
                    </a:lnTo>
                    <a:lnTo>
                      <a:pt x="59436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59" name="Google Shape;1759;p16"/>
            <p:cNvGrpSpPr/>
            <p:nvPr/>
          </p:nvGrpSpPr>
          <p:grpSpPr>
            <a:xfrm>
              <a:off x="7732013" y="2632710"/>
              <a:ext cx="814105" cy="359695"/>
              <a:chOff x="7732013" y="2632710"/>
              <a:chExt cx="814105" cy="359695"/>
            </a:xfrm>
          </p:grpSpPr>
          <p:sp>
            <p:nvSpPr>
              <p:cNvPr id="1760" name="Google Shape;1760;p16"/>
              <p:cNvSpPr/>
              <p:nvPr/>
            </p:nvSpPr>
            <p:spPr>
              <a:xfrm>
                <a:off x="7732013" y="2649474"/>
                <a:ext cx="17780" cy="207645"/>
              </a:xfrm>
              <a:custGeom>
                <a:rect b="b" l="l" r="r" t="t"/>
                <a:pathLst>
                  <a:path extrusionOk="0" h="207644" w="17779">
                    <a:moveTo>
                      <a:pt x="0" y="0"/>
                    </a:moveTo>
                    <a:lnTo>
                      <a:pt x="381" y="17156"/>
                    </a:lnTo>
                    <a:lnTo>
                      <a:pt x="1333" y="34385"/>
                    </a:lnTo>
                    <a:lnTo>
                      <a:pt x="2571" y="51756"/>
                    </a:lnTo>
                    <a:lnTo>
                      <a:pt x="3810" y="69342"/>
                    </a:lnTo>
                    <a:lnTo>
                      <a:pt x="5274" y="95190"/>
                    </a:lnTo>
                    <a:lnTo>
                      <a:pt x="6381" y="121253"/>
                    </a:lnTo>
                    <a:lnTo>
                      <a:pt x="7346" y="147458"/>
                    </a:lnTo>
                    <a:lnTo>
                      <a:pt x="8382" y="173736"/>
                    </a:lnTo>
                    <a:lnTo>
                      <a:pt x="8810" y="181225"/>
                    </a:lnTo>
                    <a:lnTo>
                      <a:pt x="9525" y="191357"/>
                    </a:lnTo>
                    <a:lnTo>
                      <a:pt x="11382" y="201060"/>
                    </a:lnTo>
                    <a:lnTo>
                      <a:pt x="15240" y="207264"/>
                    </a:lnTo>
                    <a:lnTo>
                      <a:pt x="16002" y="207264"/>
                    </a:lnTo>
                    <a:lnTo>
                      <a:pt x="16764" y="207264"/>
                    </a:lnTo>
                    <a:lnTo>
                      <a:pt x="17526" y="20726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1" name="Google Shape;1761;p16"/>
              <p:cNvSpPr/>
              <p:nvPr/>
            </p:nvSpPr>
            <p:spPr>
              <a:xfrm>
                <a:off x="7802879" y="2758440"/>
                <a:ext cx="635" cy="79375"/>
              </a:xfrm>
              <a:custGeom>
                <a:rect b="b" l="l" r="r" t="t"/>
                <a:pathLst>
                  <a:path extrusionOk="0" h="79375" w="634">
                    <a:moveTo>
                      <a:pt x="0" y="0"/>
                    </a:moveTo>
                    <a:lnTo>
                      <a:pt x="321" y="11549"/>
                    </a:lnTo>
                    <a:lnTo>
                      <a:pt x="285" y="23240"/>
                    </a:lnTo>
                    <a:lnTo>
                      <a:pt x="107" y="34932"/>
                    </a:lnTo>
                    <a:lnTo>
                      <a:pt x="0" y="46482"/>
                    </a:lnTo>
                    <a:lnTo>
                      <a:pt x="0" y="54923"/>
                    </a:lnTo>
                    <a:lnTo>
                      <a:pt x="0" y="63150"/>
                    </a:lnTo>
                    <a:lnTo>
                      <a:pt x="0" y="71235"/>
                    </a:lnTo>
                    <a:lnTo>
                      <a:pt x="0" y="79248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2" name="Google Shape;1762;p16"/>
              <p:cNvSpPr/>
              <p:nvPr/>
            </p:nvSpPr>
            <p:spPr>
              <a:xfrm>
                <a:off x="7787639" y="2691384"/>
                <a:ext cx="15240" cy="15240"/>
              </a:xfrm>
              <a:custGeom>
                <a:rect b="b" l="l" r="r" t="t"/>
                <a:pathLst>
                  <a:path extrusionOk="0" h="15239" w="15240">
                    <a:moveTo>
                      <a:pt x="0" y="3048"/>
                    </a:moveTo>
                    <a:lnTo>
                      <a:pt x="0" y="11430"/>
                    </a:lnTo>
                    <a:lnTo>
                      <a:pt x="3810" y="15240"/>
                    </a:lnTo>
                    <a:lnTo>
                      <a:pt x="12192" y="15240"/>
                    </a:lnTo>
                    <a:lnTo>
                      <a:pt x="15240" y="11430"/>
                    </a:lnTo>
                    <a:lnTo>
                      <a:pt x="15240" y="7620"/>
                    </a:lnTo>
                    <a:lnTo>
                      <a:pt x="15240" y="3048"/>
                    </a:lnTo>
                    <a:lnTo>
                      <a:pt x="12192" y="0"/>
                    </a:lnTo>
                    <a:lnTo>
                      <a:pt x="3810" y="0"/>
                    </a:lnTo>
                    <a:lnTo>
                      <a:pt x="0" y="3048"/>
                    </a:lnTo>
                    <a:close/>
                  </a:path>
                </a:pathLst>
              </a:custGeom>
              <a:solidFill>
                <a:srgbClr val="80008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763" name="Google Shape;1763;p16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847682" y="2742330"/>
                <a:ext cx="112075" cy="12356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64" name="Google Shape;1764;p16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998701" y="2705087"/>
                <a:ext cx="330733" cy="15731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65" name="Google Shape;1765;p16"/>
              <p:cNvSpPr/>
              <p:nvPr/>
            </p:nvSpPr>
            <p:spPr>
              <a:xfrm>
                <a:off x="8370855" y="2632710"/>
                <a:ext cx="33655" cy="189230"/>
              </a:xfrm>
              <a:custGeom>
                <a:rect b="b" l="l" r="r" t="t"/>
                <a:pathLst>
                  <a:path extrusionOk="0" h="189230" w="33654">
                    <a:moveTo>
                      <a:pt x="4286" y="0"/>
                    </a:moveTo>
                    <a:lnTo>
                      <a:pt x="250" y="13430"/>
                    </a:lnTo>
                    <a:lnTo>
                      <a:pt x="0" y="24574"/>
                    </a:lnTo>
                    <a:lnTo>
                      <a:pt x="2464" y="36004"/>
                    </a:lnTo>
                    <a:lnTo>
                      <a:pt x="6572" y="50292"/>
                    </a:lnTo>
                    <a:lnTo>
                      <a:pt x="10846" y="66305"/>
                    </a:lnTo>
                    <a:lnTo>
                      <a:pt x="14477" y="82391"/>
                    </a:lnTo>
                    <a:lnTo>
                      <a:pt x="17395" y="98619"/>
                    </a:lnTo>
                    <a:lnTo>
                      <a:pt x="19526" y="115062"/>
                    </a:lnTo>
                    <a:lnTo>
                      <a:pt x="19871" y="131409"/>
                    </a:lnTo>
                    <a:lnTo>
                      <a:pt x="19430" y="148113"/>
                    </a:lnTo>
                    <a:lnTo>
                      <a:pt x="19419" y="164675"/>
                    </a:lnTo>
                    <a:lnTo>
                      <a:pt x="21050" y="180594"/>
                    </a:lnTo>
                    <a:lnTo>
                      <a:pt x="22574" y="188976"/>
                    </a:lnTo>
                    <a:lnTo>
                      <a:pt x="27146" y="186690"/>
                    </a:lnTo>
                    <a:lnTo>
                      <a:pt x="33242" y="18669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6" name="Google Shape;1766;p16"/>
              <p:cNvSpPr/>
              <p:nvPr/>
            </p:nvSpPr>
            <p:spPr>
              <a:xfrm>
                <a:off x="8419754" y="2714910"/>
                <a:ext cx="126364" cy="277495"/>
              </a:xfrm>
              <a:custGeom>
                <a:rect b="b" l="l" r="r" t="t"/>
                <a:pathLst>
                  <a:path extrusionOk="0" h="277494" w="126365">
                    <a:moveTo>
                      <a:pt x="20919" y="12287"/>
                    </a:moveTo>
                    <a:lnTo>
                      <a:pt x="17454" y="22217"/>
                    </a:lnTo>
                    <a:lnTo>
                      <a:pt x="14918" y="31718"/>
                    </a:lnTo>
                    <a:lnTo>
                      <a:pt x="14811" y="41219"/>
                    </a:lnTo>
                    <a:lnTo>
                      <a:pt x="18633" y="51149"/>
                    </a:lnTo>
                    <a:lnTo>
                      <a:pt x="25241" y="57447"/>
                    </a:lnTo>
                    <a:lnTo>
                      <a:pt x="33206" y="60959"/>
                    </a:lnTo>
                    <a:lnTo>
                      <a:pt x="41886" y="62614"/>
                    </a:lnTo>
                    <a:lnTo>
                      <a:pt x="50637" y="63341"/>
                    </a:lnTo>
                    <a:lnTo>
                      <a:pt x="60805" y="62793"/>
                    </a:lnTo>
                    <a:lnTo>
                      <a:pt x="90261" y="32289"/>
                    </a:lnTo>
                    <a:lnTo>
                      <a:pt x="91785" y="14573"/>
                    </a:lnTo>
                    <a:lnTo>
                      <a:pt x="91785" y="11048"/>
                    </a:lnTo>
                    <a:lnTo>
                      <a:pt x="91785" y="4667"/>
                    </a:lnTo>
                    <a:lnTo>
                      <a:pt x="91785" y="0"/>
                    </a:lnTo>
                    <a:lnTo>
                      <a:pt x="91785" y="1619"/>
                    </a:lnTo>
                    <a:lnTo>
                      <a:pt x="91654" y="15906"/>
                    </a:lnTo>
                    <a:lnTo>
                      <a:pt x="91309" y="30194"/>
                    </a:lnTo>
                    <a:lnTo>
                      <a:pt x="90820" y="44481"/>
                    </a:lnTo>
                    <a:lnTo>
                      <a:pt x="90261" y="58769"/>
                    </a:lnTo>
                    <a:lnTo>
                      <a:pt x="89939" y="83474"/>
                    </a:lnTo>
                    <a:lnTo>
                      <a:pt x="89975" y="108394"/>
                    </a:lnTo>
                    <a:lnTo>
                      <a:pt x="90154" y="133457"/>
                    </a:lnTo>
                    <a:lnTo>
                      <a:pt x="90261" y="158591"/>
                    </a:lnTo>
                    <a:lnTo>
                      <a:pt x="90916" y="181117"/>
                    </a:lnTo>
                    <a:lnTo>
                      <a:pt x="91499" y="203930"/>
                    </a:lnTo>
                    <a:lnTo>
                      <a:pt x="91654" y="226742"/>
                    </a:lnTo>
                    <a:lnTo>
                      <a:pt x="91023" y="249269"/>
                    </a:lnTo>
                    <a:lnTo>
                      <a:pt x="90356" y="258496"/>
                    </a:lnTo>
                    <a:lnTo>
                      <a:pt x="88546" y="267652"/>
                    </a:lnTo>
                    <a:lnTo>
                      <a:pt x="84165" y="274665"/>
                    </a:lnTo>
                    <a:lnTo>
                      <a:pt x="75783" y="277463"/>
                    </a:lnTo>
                    <a:lnTo>
                      <a:pt x="63900" y="273950"/>
                    </a:lnTo>
                    <a:lnTo>
                      <a:pt x="35397" y="244697"/>
                    </a:lnTo>
                    <a:lnTo>
                      <a:pt x="6786" y="195941"/>
                    </a:lnTo>
                    <a:lnTo>
                      <a:pt x="0" y="162401"/>
                    </a:lnTo>
                    <a:lnTo>
                      <a:pt x="631" y="147732"/>
                    </a:lnTo>
                    <a:lnTo>
                      <a:pt x="28384" y="106882"/>
                    </a:lnTo>
                    <a:lnTo>
                      <a:pt x="67508" y="87284"/>
                    </a:lnTo>
                    <a:lnTo>
                      <a:pt x="87213" y="79343"/>
                    </a:lnTo>
                    <a:lnTo>
                      <a:pt x="98107" y="74473"/>
                    </a:lnTo>
                    <a:lnTo>
                      <a:pt x="108073" y="69532"/>
                    </a:lnTo>
                    <a:lnTo>
                      <a:pt x="117324" y="63591"/>
                    </a:lnTo>
                    <a:lnTo>
                      <a:pt x="126075" y="55721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767" name="Google Shape;1767;p16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862809" y="2680417"/>
              <a:ext cx="231673" cy="14661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68" name="Google Shape;1768;p16"/>
            <p:cNvGrpSpPr/>
            <p:nvPr/>
          </p:nvGrpSpPr>
          <p:grpSpPr>
            <a:xfrm>
              <a:off x="9153906" y="2516111"/>
              <a:ext cx="480834" cy="277508"/>
              <a:chOff x="9153906" y="2516111"/>
              <a:chExt cx="480834" cy="277508"/>
            </a:xfrm>
          </p:grpSpPr>
          <p:sp>
            <p:nvSpPr>
              <p:cNvPr id="1769" name="Google Shape;1769;p16"/>
              <p:cNvSpPr/>
              <p:nvPr/>
            </p:nvSpPr>
            <p:spPr>
              <a:xfrm>
                <a:off x="9153906" y="2592324"/>
                <a:ext cx="17145" cy="201295"/>
              </a:xfrm>
              <a:custGeom>
                <a:rect b="b" l="l" r="r" t="t"/>
                <a:pathLst>
                  <a:path extrusionOk="0" h="201294" w="17145">
                    <a:moveTo>
                      <a:pt x="0" y="0"/>
                    </a:moveTo>
                    <a:lnTo>
                      <a:pt x="2226" y="17347"/>
                    </a:lnTo>
                    <a:lnTo>
                      <a:pt x="5238" y="34194"/>
                    </a:lnTo>
                    <a:lnTo>
                      <a:pt x="8679" y="50899"/>
                    </a:lnTo>
                    <a:lnTo>
                      <a:pt x="12192" y="67818"/>
                    </a:lnTo>
                    <a:lnTo>
                      <a:pt x="14835" y="86998"/>
                    </a:lnTo>
                    <a:lnTo>
                      <a:pt x="16192" y="105822"/>
                    </a:lnTo>
                    <a:lnTo>
                      <a:pt x="16692" y="124503"/>
                    </a:lnTo>
                    <a:lnTo>
                      <a:pt x="16764" y="143256"/>
                    </a:lnTo>
                    <a:lnTo>
                      <a:pt x="16311" y="156626"/>
                    </a:lnTo>
                    <a:lnTo>
                      <a:pt x="15430" y="170211"/>
                    </a:lnTo>
                    <a:lnTo>
                      <a:pt x="14835" y="183653"/>
                    </a:lnTo>
                    <a:lnTo>
                      <a:pt x="15240" y="196596"/>
                    </a:lnTo>
                    <a:lnTo>
                      <a:pt x="16002" y="198120"/>
                    </a:lnTo>
                    <a:lnTo>
                      <a:pt x="16764" y="199644"/>
                    </a:lnTo>
                    <a:lnTo>
                      <a:pt x="16764" y="201168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770" name="Google Shape;1770;p16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9214948" y="2644174"/>
                <a:ext cx="143186" cy="1228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71" name="Google Shape;1771;p16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9380707" y="2516111"/>
                <a:ext cx="254033" cy="2309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72" name="Google Shape;1772;p16"/>
            <p:cNvGrpSpPr/>
            <p:nvPr/>
          </p:nvGrpSpPr>
          <p:grpSpPr>
            <a:xfrm>
              <a:off x="5878817" y="4599419"/>
              <a:ext cx="116082" cy="167144"/>
              <a:chOff x="5878817" y="4599419"/>
              <a:chExt cx="116082" cy="167144"/>
            </a:xfrm>
          </p:grpSpPr>
          <p:pic>
            <p:nvPicPr>
              <p:cNvPr id="1773" name="Google Shape;1773;p16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5878817" y="4599419"/>
                <a:ext cx="84607" cy="15623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74" name="Google Shape;1774;p16"/>
              <p:cNvSpPr/>
              <p:nvPr/>
            </p:nvSpPr>
            <p:spPr>
              <a:xfrm>
                <a:off x="5991724" y="4684013"/>
                <a:ext cx="3175" cy="82550"/>
              </a:xfrm>
              <a:custGeom>
                <a:rect b="b" l="l" r="r" t="t"/>
                <a:pathLst>
                  <a:path extrusionOk="0" h="82550" w="3175">
                    <a:moveTo>
                      <a:pt x="642" y="0"/>
                    </a:moveTo>
                    <a:lnTo>
                      <a:pt x="428" y="15430"/>
                    </a:lnTo>
                    <a:lnTo>
                      <a:pt x="71" y="30860"/>
                    </a:lnTo>
                    <a:lnTo>
                      <a:pt x="0" y="46291"/>
                    </a:lnTo>
                    <a:lnTo>
                      <a:pt x="642" y="61721"/>
                    </a:lnTo>
                    <a:lnTo>
                      <a:pt x="1404" y="68579"/>
                    </a:lnTo>
                    <a:lnTo>
                      <a:pt x="2928" y="75437"/>
                    </a:lnTo>
                    <a:lnTo>
                      <a:pt x="2928" y="82295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75" name="Google Shape;1775;p16"/>
            <p:cNvGrpSpPr/>
            <p:nvPr/>
          </p:nvGrpSpPr>
          <p:grpSpPr>
            <a:xfrm>
              <a:off x="3611105" y="2867393"/>
              <a:ext cx="187477" cy="163855"/>
              <a:chOff x="3611105" y="2867393"/>
              <a:chExt cx="187477" cy="163855"/>
            </a:xfrm>
          </p:grpSpPr>
          <p:pic>
            <p:nvPicPr>
              <p:cNvPr id="1776" name="Google Shape;1776;p16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3611105" y="2867393"/>
                <a:ext cx="83845" cy="16385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77" name="Google Shape;1777;p16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3718547" y="2930639"/>
                <a:ext cx="80035" cy="952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778" name="Google Shape;1778;p16"/>
            <p:cNvSpPr/>
            <p:nvPr/>
          </p:nvSpPr>
          <p:spPr>
            <a:xfrm>
              <a:off x="4241291" y="3777996"/>
              <a:ext cx="33020" cy="51435"/>
            </a:xfrm>
            <a:custGeom>
              <a:rect b="b" l="l" r="r" t="t"/>
              <a:pathLst>
                <a:path extrusionOk="0" h="51435" w="33020">
                  <a:moveTo>
                    <a:pt x="14477" y="46482"/>
                  </a:moveTo>
                  <a:lnTo>
                    <a:pt x="16573" y="34218"/>
                  </a:lnTo>
                  <a:lnTo>
                    <a:pt x="16382" y="33528"/>
                  </a:lnTo>
                  <a:lnTo>
                    <a:pt x="16192" y="36837"/>
                  </a:lnTo>
                  <a:lnTo>
                    <a:pt x="18287" y="36576"/>
                  </a:lnTo>
                  <a:lnTo>
                    <a:pt x="18287" y="39624"/>
                  </a:lnTo>
                  <a:lnTo>
                    <a:pt x="19049" y="43434"/>
                  </a:lnTo>
                  <a:lnTo>
                    <a:pt x="16763" y="45720"/>
                  </a:lnTo>
                  <a:lnTo>
                    <a:pt x="16001" y="47244"/>
                  </a:lnTo>
                  <a:lnTo>
                    <a:pt x="12191" y="48006"/>
                  </a:lnTo>
                  <a:lnTo>
                    <a:pt x="9905" y="47244"/>
                  </a:lnTo>
                  <a:lnTo>
                    <a:pt x="6095" y="46482"/>
                  </a:lnTo>
                  <a:lnTo>
                    <a:pt x="6095" y="39624"/>
                  </a:lnTo>
                  <a:lnTo>
                    <a:pt x="6095" y="36576"/>
                  </a:lnTo>
                  <a:lnTo>
                    <a:pt x="6095" y="33528"/>
                  </a:lnTo>
                  <a:lnTo>
                    <a:pt x="5333" y="28956"/>
                  </a:lnTo>
                  <a:lnTo>
                    <a:pt x="8381" y="26670"/>
                  </a:lnTo>
                  <a:lnTo>
                    <a:pt x="9905" y="25146"/>
                  </a:lnTo>
                  <a:lnTo>
                    <a:pt x="13715" y="25908"/>
                  </a:lnTo>
                  <a:lnTo>
                    <a:pt x="15239" y="27432"/>
                  </a:lnTo>
                  <a:lnTo>
                    <a:pt x="16001" y="28956"/>
                  </a:lnTo>
                  <a:lnTo>
                    <a:pt x="16763" y="32766"/>
                  </a:lnTo>
                  <a:lnTo>
                    <a:pt x="16001" y="35052"/>
                  </a:lnTo>
                  <a:lnTo>
                    <a:pt x="15239" y="35814"/>
                  </a:lnTo>
                  <a:lnTo>
                    <a:pt x="15239" y="36576"/>
                  </a:lnTo>
                  <a:lnTo>
                    <a:pt x="14477" y="36576"/>
                  </a:lnTo>
                  <a:lnTo>
                    <a:pt x="10667" y="35052"/>
                  </a:lnTo>
                  <a:lnTo>
                    <a:pt x="10667" y="38862"/>
                  </a:lnTo>
                  <a:lnTo>
                    <a:pt x="9143" y="33528"/>
                  </a:lnTo>
                  <a:lnTo>
                    <a:pt x="9143" y="30480"/>
                  </a:lnTo>
                  <a:lnTo>
                    <a:pt x="8381" y="23622"/>
                  </a:lnTo>
                  <a:lnTo>
                    <a:pt x="10667" y="21336"/>
                  </a:lnTo>
                  <a:lnTo>
                    <a:pt x="12191" y="19812"/>
                  </a:lnTo>
                  <a:lnTo>
                    <a:pt x="21335" y="20574"/>
                  </a:lnTo>
                  <a:lnTo>
                    <a:pt x="22859" y="21336"/>
                  </a:lnTo>
                  <a:lnTo>
                    <a:pt x="27431" y="24384"/>
                  </a:lnTo>
                  <a:lnTo>
                    <a:pt x="27431" y="30480"/>
                  </a:lnTo>
                  <a:lnTo>
                    <a:pt x="27431" y="35052"/>
                  </a:lnTo>
                  <a:lnTo>
                    <a:pt x="27431" y="41148"/>
                  </a:lnTo>
                  <a:lnTo>
                    <a:pt x="23621" y="46482"/>
                  </a:lnTo>
                  <a:lnTo>
                    <a:pt x="18287" y="48768"/>
                  </a:lnTo>
                  <a:lnTo>
                    <a:pt x="12953" y="51054"/>
                  </a:lnTo>
                  <a:lnTo>
                    <a:pt x="7619" y="50292"/>
                  </a:lnTo>
                  <a:lnTo>
                    <a:pt x="4571" y="45720"/>
                  </a:lnTo>
                  <a:lnTo>
                    <a:pt x="761" y="39624"/>
                  </a:lnTo>
                  <a:lnTo>
                    <a:pt x="1523" y="32766"/>
                  </a:lnTo>
                  <a:lnTo>
                    <a:pt x="1523" y="25908"/>
                  </a:lnTo>
                  <a:lnTo>
                    <a:pt x="1523" y="19812"/>
                  </a:lnTo>
                  <a:lnTo>
                    <a:pt x="4571" y="17526"/>
                  </a:lnTo>
                  <a:lnTo>
                    <a:pt x="10667" y="15240"/>
                  </a:lnTo>
                  <a:lnTo>
                    <a:pt x="12953" y="15240"/>
                  </a:lnTo>
                  <a:lnTo>
                    <a:pt x="21335" y="13716"/>
                  </a:lnTo>
                  <a:lnTo>
                    <a:pt x="22859" y="15240"/>
                  </a:lnTo>
                  <a:lnTo>
                    <a:pt x="25145" y="17526"/>
                  </a:lnTo>
                  <a:lnTo>
                    <a:pt x="25145" y="26670"/>
                  </a:lnTo>
                  <a:lnTo>
                    <a:pt x="24383" y="28956"/>
                  </a:lnTo>
                  <a:lnTo>
                    <a:pt x="22859" y="34290"/>
                  </a:lnTo>
                  <a:lnTo>
                    <a:pt x="18287" y="35814"/>
                  </a:lnTo>
                  <a:lnTo>
                    <a:pt x="13715" y="36576"/>
                  </a:lnTo>
                  <a:lnTo>
                    <a:pt x="6857" y="36576"/>
                  </a:lnTo>
                  <a:lnTo>
                    <a:pt x="5333" y="28194"/>
                  </a:lnTo>
                  <a:lnTo>
                    <a:pt x="4571" y="22860"/>
                  </a:lnTo>
                  <a:lnTo>
                    <a:pt x="3809" y="18288"/>
                  </a:lnTo>
                  <a:lnTo>
                    <a:pt x="2285" y="7620"/>
                  </a:lnTo>
                  <a:lnTo>
                    <a:pt x="6095" y="3810"/>
                  </a:lnTo>
                  <a:lnTo>
                    <a:pt x="9143" y="0"/>
                  </a:lnTo>
                  <a:lnTo>
                    <a:pt x="16763" y="0"/>
                  </a:lnTo>
                  <a:lnTo>
                    <a:pt x="21335" y="0"/>
                  </a:lnTo>
                  <a:lnTo>
                    <a:pt x="28193" y="762"/>
                  </a:lnTo>
                  <a:lnTo>
                    <a:pt x="31241" y="4572"/>
                  </a:lnTo>
                  <a:lnTo>
                    <a:pt x="32003" y="11430"/>
                  </a:lnTo>
                  <a:lnTo>
                    <a:pt x="32765" y="17526"/>
                  </a:lnTo>
                  <a:lnTo>
                    <a:pt x="32003" y="23622"/>
                  </a:lnTo>
                  <a:lnTo>
                    <a:pt x="26669" y="27432"/>
                  </a:lnTo>
                  <a:lnTo>
                    <a:pt x="22859" y="29718"/>
                  </a:lnTo>
                  <a:lnTo>
                    <a:pt x="12953" y="32004"/>
                  </a:lnTo>
                  <a:lnTo>
                    <a:pt x="8381" y="30480"/>
                  </a:lnTo>
                  <a:lnTo>
                    <a:pt x="3809" y="28194"/>
                  </a:lnTo>
                  <a:lnTo>
                    <a:pt x="1523" y="22098"/>
                  </a:lnTo>
                  <a:lnTo>
                    <a:pt x="761" y="16764"/>
                  </a:lnTo>
                  <a:lnTo>
                    <a:pt x="0" y="10668"/>
                  </a:lnTo>
                  <a:lnTo>
                    <a:pt x="2285" y="9906"/>
                  </a:lnTo>
                  <a:lnTo>
                    <a:pt x="7619" y="8382"/>
                  </a:lnTo>
                  <a:lnTo>
                    <a:pt x="11429" y="7620"/>
                  </a:lnTo>
                  <a:lnTo>
                    <a:pt x="16001" y="7620"/>
                  </a:lnTo>
                  <a:lnTo>
                    <a:pt x="19811" y="762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16"/>
            <p:cNvSpPr/>
            <p:nvPr/>
          </p:nvSpPr>
          <p:spPr>
            <a:xfrm>
              <a:off x="4257294" y="3988308"/>
              <a:ext cx="32384" cy="55880"/>
            </a:xfrm>
            <a:custGeom>
              <a:rect b="b" l="l" r="r" t="t"/>
              <a:pathLst>
                <a:path extrusionOk="0" h="55879" w="32385">
                  <a:moveTo>
                    <a:pt x="14477" y="55625"/>
                  </a:moveTo>
                  <a:lnTo>
                    <a:pt x="11287" y="46732"/>
                  </a:lnTo>
                  <a:lnTo>
                    <a:pt x="8953" y="38766"/>
                  </a:lnTo>
                  <a:lnTo>
                    <a:pt x="8048" y="30658"/>
                  </a:lnTo>
                  <a:lnTo>
                    <a:pt x="9143" y="21335"/>
                  </a:lnTo>
                  <a:lnTo>
                    <a:pt x="10667" y="16001"/>
                  </a:lnTo>
                  <a:lnTo>
                    <a:pt x="12953" y="13715"/>
                  </a:lnTo>
                  <a:lnTo>
                    <a:pt x="17525" y="12191"/>
                  </a:lnTo>
                  <a:lnTo>
                    <a:pt x="23621" y="10667"/>
                  </a:lnTo>
                  <a:lnTo>
                    <a:pt x="24383" y="21335"/>
                  </a:lnTo>
                  <a:lnTo>
                    <a:pt x="24383" y="25145"/>
                  </a:lnTo>
                  <a:lnTo>
                    <a:pt x="25145" y="33527"/>
                  </a:lnTo>
                  <a:lnTo>
                    <a:pt x="24383" y="40385"/>
                  </a:lnTo>
                  <a:lnTo>
                    <a:pt x="19811" y="47243"/>
                  </a:lnTo>
                  <a:lnTo>
                    <a:pt x="17525" y="51053"/>
                  </a:lnTo>
                  <a:lnTo>
                    <a:pt x="11429" y="55625"/>
                  </a:lnTo>
                  <a:lnTo>
                    <a:pt x="6857" y="53339"/>
                  </a:lnTo>
                  <a:lnTo>
                    <a:pt x="0" y="49529"/>
                  </a:lnTo>
                  <a:lnTo>
                    <a:pt x="1523" y="37337"/>
                  </a:lnTo>
                  <a:lnTo>
                    <a:pt x="761" y="32003"/>
                  </a:lnTo>
                  <a:lnTo>
                    <a:pt x="761" y="23621"/>
                  </a:lnTo>
                  <a:lnTo>
                    <a:pt x="0" y="16763"/>
                  </a:lnTo>
                  <a:lnTo>
                    <a:pt x="9143" y="13715"/>
                  </a:lnTo>
                  <a:lnTo>
                    <a:pt x="16001" y="10667"/>
                  </a:lnTo>
                  <a:lnTo>
                    <a:pt x="22859" y="12953"/>
                  </a:lnTo>
                  <a:lnTo>
                    <a:pt x="26669" y="18287"/>
                  </a:lnTo>
                  <a:lnTo>
                    <a:pt x="30479" y="24383"/>
                  </a:lnTo>
                  <a:lnTo>
                    <a:pt x="32003" y="33527"/>
                  </a:lnTo>
                  <a:lnTo>
                    <a:pt x="32003" y="41147"/>
                  </a:lnTo>
                  <a:lnTo>
                    <a:pt x="30241" y="46267"/>
                  </a:lnTo>
                  <a:lnTo>
                    <a:pt x="26479" y="51244"/>
                  </a:lnTo>
                  <a:lnTo>
                    <a:pt x="21288" y="54221"/>
                  </a:lnTo>
                  <a:lnTo>
                    <a:pt x="15239" y="53339"/>
                  </a:lnTo>
                  <a:lnTo>
                    <a:pt x="5333" y="18287"/>
                  </a:lnTo>
                  <a:lnTo>
                    <a:pt x="3809" y="8381"/>
                  </a:lnTo>
                  <a:lnTo>
                    <a:pt x="9905" y="3047"/>
                  </a:lnTo>
                  <a:lnTo>
                    <a:pt x="14477" y="0"/>
                  </a:lnTo>
                  <a:lnTo>
                    <a:pt x="21335" y="761"/>
                  </a:lnTo>
                  <a:lnTo>
                    <a:pt x="24383" y="4571"/>
                  </a:lnTo>
                  <a:lnTo>
                    <a:pt x="27586" y="10406"/>
                  </a:lnTo>
                  <a:lnTo>
                    <a:pt x="28860" y="16954"/>
                  </a:lnTo>
                  <a:lnTo>
                    <a:pt x="27705" y="23217"/>
                  </a:lnTo>
                  <a:lnTo>
                    <a:pt x="23621" y="28193"/>
                  </a:lnTo>
                  <a:lnTo>
                    <a:pt x="18287" y="32003"/>
                  </a:lnTo>
                  <a:lnTo>
                    <a:pt x="12953" y="30479"/>
                  </a:lnTo>
                  <a:lnTo>
                    <a:pt x="7619" y="28193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16"/>
            <p:cNvSpPr/>
            <p:nvPr/>
          </p:nvSpPr>
          <p:spPr>
            <a:xfrm>
              <a:off x="4330446" y="4155185"/>
              <a:ext cx="36830" cy="44450"/>
            </a:xfrm>
            <a:custGeom>
              <a:rect b="b" l="l" r="r" t="t"/>
              <a:pathLst>
                <a:path extrusionOk="0" h="44450" w="36829">
                  <a:moveTo>
                    <a:pt x="3810" y="26670"/>
                  </a:moveTo>
                  <a:lnTo>
                    <a:pt x="1524" y="18288"/>
                  </a:lnTo>
                  <a:lnTo>
                    <a:pt x="0" y="17526"/>
                  </a:lnTo>
                  <a:lnTo>
                    <a:pt x="1524" y="12192"/>
                  </a:lnTo>
                  <a:lnTo>
                    <a:pt x="6858" y="10668"/>
                  </a:lnTo>
                  <a:lnTo>
                    <a:pt x="14478" y="8382"/>
                  </a:lnTo>
                  <a:lnTo>
                    <a:pt x="20574" y="11430"/>
                  </a:lnTo>
                  <a:lnTo>
                    <a:pt x="12954" y="44196"/>
                  </a:lnTo>
                  <a:lnTo>
                    <a:pt x="8382" y="41148"/>
                  </a:lnTo>
                  <a:lnTo>
                    <a:pt x="6096" y="33528"/>
                  </a:lnTo>
                  <a:lnTo>
                    <a:pt x="4298" y="26789"/>
                  </a:lnTo>
                  <a:lnTo>
                    <a:pt x="3714" y="19621"/>
                  </a:lnTo>
                  <a:lnTo>
                    <a:pt x="4702" y="12739"/>
                  </a:lnTo>
                  <a:lnTo>
                    <a:pt x="7620" y="6858"/>
                  </a:lnTo>
                  <a:lnTo>
                    <a:pt x="12192" y="1524"/>
                  </a:lnTo>
                  <a:lnTo>
                    <a:pt x="22098" y="0"/>
                  </a:lnTo>
                  <a:lnTo>
                    <a:pt x="28194" y="1524"/>
                  </a:lnTo>
                  <a:lnTo>
                    <a:pt x="35814" y="4572"/>
                  </a:lnTo>
                  <a:lnTo>
                    <a:pt x="35814" y="12954"/>
                  </a:lnTo>
                  <a:lnTo>
                    <a:pt x="36576" y="19812"/>
                  </a:lnTo>
                  <a:lnTo>
                    <a:pt x="36576" y="27432"/>
                  </a:lnTo>
                  <a:lnTo>
                    <a:pt x="34290" y="32766"/>
                  </a:lnTo>
                  <a:lnTo>
                    <a:pt x="25908" y="33528"/>
                  </a:lnTo>
                  <a:lnTo>
                    <a:pt x="19812" y="33528"/>
                  </a:lnTo>
                  <a:lnTo>
                    <a:pt x="18288" y="27432"/>
                  </a:lnTo>
                  <a:lnTo>
                    <a:pt x="16764" y="22860"/>
                  </a:lnTo>
                  <a:lnTo>
                    <a:pt x="16002" y="17526"/>
                  </a:lnTo>
                  <a:lnTo>
                    <a:pt x="15240" y="15240"/>
                  </a:lnTo>
                  <a:lnTo>
                    <a:pt x="13716" y="1219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16"/>
            <p:cNvSpPr/>
            <p:nvPr/>
          </p:nvSpPr>
          <p:spPr>
            <a:xfrm>
              <a:off x="4503420" y="3430523"/>
              <a:ext cx="35560" cy="57150"/>
            </a:xfrm>
            <a:custGeom>
              <a:rect b="b" l="l" r="r" t="t"/>
              <a:pathLst>
                <a:path extrusionOk="0" h="57150" w="35560">
                  <a:moveTo>
                    <a:pt x="9905" y="29717"/>
                  </a:moveTo>
                  <a:lnTo>
                    <a:pt x="6857" y="26669"/>
                  </a:lnTo>
                  <a:lnTo>
                    <a:pt x="2285" y="23621"/>
                  </a:lnTo>
                  <a:lnTo>
                    <a:pt x="4571" y="18287"/>
                  </a:lnTo>
                  <a:lnTo>
                    <a:pt x="6095" y="13715"/>
                  </a:lnTo>
                  <a:lnTo>
                    <a:pt x="16001" y="14477"/>
                  </a:lnTo>
                  <a:lnTo>
                    <a:pt x="19811" y="14477"/>
                  </a:lnTo>
                  <a:lnTo>
                    <a:pt x="28193" y="14477"/>
                  </a:lnTo>
                  <a:lnTo>
                    <a:pt x="32003" y="21335"/>
                  </a:lnTo>
                  <a:lnTo>
                    <a:pt x="32765" y="28955"/>
                  </a:lnTo>
                  <a:lnTo>
                    <a:pt x="33527" y="37337"/>
                  </a:lnTo>
                  <a:lnTo>
                    <a:pt x="33527" y="44957"/>
                  </a:lnTo>
                  <a:lnTo>
                    <a:pt x="26669" y="50291"/>
                  </a:lnTo>
                  <a:lnTo>
                    <a:pt x="22859" y="54101"/>
                  </a:lnTo>
                  <a:lnTo>
                    <a:pt x="0" y="26669"/>
                  </a:lnTo>
                  <a:lnTo>
                    <a:pt x="273" y="19764"/>
                  </a:lnTo>
                  <a:lnTo>
                    <a:pt x="1619" y="13144"/>
                  </a:lnTo>
                  <a:lnTo>
                    <a:pt x="4822" y="7381"/>
                  </a:lnTo>
                  <a:lnTo>
                    <a:pt x="10667" y="3047"/>
                  </a:lnTo>
                  <a:lnTo>
                    <a:pt x="16763" y="0"/>
                  </a:lnTo>
                  <a:lnTo>
                    <a:pt x="24383" y="761"/>
                  </a:lnTo>
                  <a:lnTo>
                    <a:pt x="28955" y="6857"/>
                  </a:lnTo>
                  <a:lnTo>
                    <a:pt x="34289" y="12953"/>
                  </a:lnTo>
                  <a:lnTo>
                    <a:pt x="35051" y="22859"/>
                  </a:lnTo>
                  <a:lnTo>
                    <a:pt x="34289" y="30479"/>
                  </a:lnTo>
                  <a:lnTo>
                    <a:pt x="33527" y="38099"/>
                  </a:lnTo>
                  <a:lnTo>
                    <a:pt x="28955" y="45719"/>
                  </a:lnTo>
                  <a:lnTo>
                    <a:pt x="21335" y="48767"/>
                  </a:lnTo>
                  <a:lnTo>
                    <a:pt x="15239" y="51815"/>
                  </a:lnTo>
                  <a:lnTo>
                    <a:pt x="8381" y="49529"/>
                  </a:lnTo>
                  <a:lnTo>
                    <a:pt x="6095" y="42671"/>
                  </a:lnTo>
                  <a:lnTo>
                    <a:pt x="4583" y="36790"/>
                  </a:lnTo>
                  <a:lnTo>
                    <a:pt x="3714" y="29336"/>
                  </a:lnTo>
                  <a:lnTo>
                    <a:pt x="3845" y="21883"/>
                  </a:lnTo>
                  <a:lnTo>
                    <a:pt x="5333" y="16001"/>
                  </a:lnTo>
                  <a:lnTo>
                    <a:pt x="9215" y="12025"/>
                  </a:lnTo>
                  <a:lnTo>
                    <a:pt x="15239" y="8762"/>
                  </a:lnTo>
                  <a:lnTo>
                    <a:pt x="21836" y="7215"/>
                  </a:lnTo>
                  <a:lnTo>
                    <a:pt x="27431" y="8381"/>
                  </a:lnTo>
                  <a:lnTo>
                    <a:pt x="32003" y="12191"/>
                  </a:lnTo>
                  <a:lnTo>
                    <a:pt x="31241" y="22097"/>
                  </a:lnTo>
                  <a:lnTo>
                    <a:pt x="30479" y="26669"/>
                  </a:lnTo>
                  <a:lnTo>
                    <a:pt x="30479" y="33527"/>
                  </a:lnTo>
                  <a:lnTo>
                    <a:pt x="26669" y="37337"/>
                  </a:lnTo>
                  <a:lnTo>
                    <a:pt x="20573" y="38861"/>
                  </a:lnTo>
                  <a:lnTo>
                    <a:pt x="14477" y="39623"/>
                  </a:lnTo>
                  <a:lnTo>
                    <a:pt x="13715" y="35051"/>
                  </a:lnTo>
                  <a:lnTo>
                    <a:pt x="13715" y="29717"/>
                  </a:lnTo>
                  <a:lnTo>
                    <a:pt x="12953" y="23621"/>
                  </a:lnTo>
                  <a:lnTo>
                    <a:pt x="12191" y="17525"/>
                  </a:lnTo>
                  <a:lnTo>
                    <a:pt x="16763" y="12953"/>
                  </a:lnTo>
                  <a:lnTo>
                    <a:pt x="19811" y="9905"/>
                  </a:lnTo>
                  <a:lnTo>
                    <a:pt x="21335" y="9143"/>
                  </a:lnTo>
                  <a:lnTo>
                    <a:pt x="22859" y="6095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16"/>
            <p:cNvSpPr/>
            <p:nvPr/>
          </p:nvSpPr>
          <p:spPr>
            <a:xfrm>
              <a:off x="4337303" y="3545585"/>
              <a:ext cx="36830" cy="52705"/>
            </a:xfrm>
            <a:custGeom>
              <a:rect b="b" l="l" r="r" t="t"/>
              <a:pathLst>
                <a:path extrusionOk="0" h="52704" w="36829">
                  <a:moveTo>
                    <a:pt x="5334" y="48767"/>
                  </a:moveTo>
                  <a:lnTo>
                    <a:pt x="3083" y="40671"/>
                  </a:lnTo>
                  <a:lnTo>
                    <a:pt x="1619" y="33146"/>
                  </a:lnTo>
                  <a:lnTo>
                    <a:pt x="2012" y="25622"/>
                  </a:lnTo>
                  <a:lnTo>
                    <a:pt x="5334" y="17525"/>
                  </a:lnTo>
                  <a:lnTo>
                    <a:pt x="8382" y="13715"/>
                  </a:lnTo>
                  <a:lnTo>
                    <a:pt x="15240" y="7619"/>
                  </a:lnTo>
                  <a:lnTo>
                    <a:pt x="20574" y="10667"/>
                  </a:lnTo>
                  <a:lnTo>
                    <a:pt x="26670" y="13715"/>
                  </a:lnTo>
                  <a:lnTo>
                    <a:pt x="26670" y="18287"/>
                  </a:lnTo>
                  <a:lnTo>
                    <a:pt x="26670" y="24383"/>
                  </a:lnTo>
                  <a:lnTo>
                    <a:pt x="26670" y="32765"/>
                  </a:lnTo>
                  <a:lnTo>
                    <a:pt x="23622" y="38861"/>
                  </a:lnTo>
                  <a:lnTo>
                    <a:pt x="17526" y="44957"/>
                  </a:lnTo>
                  <a:lnTo>
                    <a:pt x="14478" y="48005"/>
                  </a:lnTo>
                  <a:lnTo>
                    <a:pt x="7620" y="51053"/>
                  </a:lnTo>
                  <a:lnTo>
                    <a:pt x="3810" y="45719"/>
                  </a:lnTo>
                  <a:lnTo>
                    <a:pt x="1619" y="39731"/>
                  </a:lnTo>
                  <a:lnTo>
                    <a:pt x="571" y="32670"/>
                  </a:lnTo>
                  <a:lnTo>
                    <a:pt x="381" y="25467"/>
                  </a:lnTo>
                  <a:lnTo>
                    <a:pt x="762" y="19049"/>
                  </a:lnTo>
                  <a:lnTo>
                    <a:pt x="29718" y="0"/>
                  </a:lnTo>
                  <a:lnTo>
                    <a:pt x="31242" y="7619"/>
                  </a:lnTo>
                  <a:lnTo>
                    <a:pt x="32004" y="14477"/>
                  </a:lnTo>
                  <a:lnTo>
                    <a:pt x="32111" y="21633"/>
                  </a:lnTo>
                  <a:lnTo>
                    <a:pt x="31146" y="28289"/>
                  </a:lnTo>
                  <a:lnTo>
                    <a:pt x="28896" y="34516"/>
                  </a:lnTo>
                  <a:lnTo>
                    <a:pt x="25146" y="40385"/>
                  </a:lnTo>
                  <a:lnTo>
                    <a:pt x="22098" y="44957"/>
                  </a:lnTo>
                  <a:lnTo>
                    <a:pt x="14478" y="52577"/>
                  </a:lnTo>
                  <a:lnTo>
                    <a:pt x="8382" y="50291"/>
                  </a:lnTo>
                  <a:lnTo>
                    <a:pt x="0" y="47243"/>
                  </a:lnTo>
                  <a:lnTo>
                    <a:pt x="1524" y="34289"/>
                  </a:lnTo>
                  <a:lnTo>
                    <a:pt x="1524" y="28193"/>
                  </a:lnTo>
                  <a:lnTo>
                    <a:pt x="2155" y="20871"/>
                  </a:lnTo>
                  <a:lnTo>
                    <a:pt x="29718" y="0"/>
                  </a:lnTo>
                  <a:lnTo>
                    <a:pt x="33528" y="4571"/>
                  </a:lnTo>
                  <a:lnTo>
                    <a:pt x="36576" y="7619"/>
                  </a:lnTo>
                  <a:lnTo>
                    <a:pt x="36576" y="18287"/>
                  </a:lnTo>
                  <a:lnTo>
                    <a:pt x="34290" y="22097"/>
                  </a:lnTo>
                  <a:lnTo>
                    <a:pt x="32766" y="25145"/>
                  </a:lnTo>
                  <a:lnTo>
                    <a:pt x="25146" y="29717"/>
                  </a:lnTo>
                  <a:lnTo>
                    <a:pt x="21336" y="28193"/>
                  </a:lnTo>
                  <a:lnTo>
                    <a:pt x="17526" y="25907"/>
                  </a:lnTo>
                  <a:lnTo>
                    <a:pt x="18288" y="16763"/>
                  </a:lnTo>
                  <a:lnTo>
                    <a:pt x="18288" y="13715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16"/>
            <p:cNvSpPr/>
            <p:nvPr/>
          </p:nvSpPr>
          <p:spPr>
            <a:xfrm>
              <a:off x="5451347" y="3716273"/>
              <a:ext cx="34290" cy="40005"/>
            </a:xfrm>
            <a:custGeom>
              <a:rect b="b" l="l" r="r" t="t"/>
              <a:pathLst>
                <a:path extrusionOk="0" h="40004" w="34289">
                  <a:moveTo>
                    <a:pt x="0" y="16763"/>
                  </a:moveTo>
                  <a:lnTo>
                    <a:pt x="10667" y="9905"/>
                  </a:lnTo>
                  <a:lnTo>
                    <a:pt x="12191" y="5333"/>
                  </a:lnTo>
                  <a:lnTo>
                    <a:pt x="17526" y="9905"/>
                  </a:lnTo>
                  <a:lnTo>
                    <a:pt x="20574" y="15239"/>
                  </a:lnTo>
                  <a:lnTo>
                    <a:pt x="22098" y="19811"/>
                  </a:lnTo>
                  <a:lnTo>
                    <a:pt x="22098" y="26669"/>
                  </a:lnTo>
                  <a:lnTo>
                    <a:pt x="22098" y="31241"/>
                  </a:lnTo>
                  <a:lnTo>
                    <a:pt x="19812" y="35813"/>
                  </a:lnTo>
                  <a:lnTo>
                    <a:pt x="14478" y="37337"/>
                  </a:lnTo>
                  <a:lnTo>
                    <a:pt x="7620" y="38861"/>
                  </a:lnTo>
                  <a:lnTo>
                    <a:pt x="5334" y="35813"/>
                  </a:lnTo>
                  <a:lnTo>
                    <a:pt x="3048" y="29717"/>
                  </a:lnTo>
                  <a:lnTo>
                    <a:pt x="1524" y="23621"/>
                  </a:lnTo>
                  <a:lnTo>
                    <a:pt x="761" y="12953"/>
                  </a:lnTo>
                  <a:lnTo>
                    <a:pt x="4571" y="6857"/>
                  </a:lnTo>
                  <a:lnTo>
                    <a:pt x="8381" y="0"/>
                  </a:lnTo>
                  <a:lnTo>
                    <a:pt x="14477" y="0"/>
                  </a:lnTo>
                  <a:lnTo>
                    <a:pt x="21336" y="0"/>
                  </a:lnTo>
                  <a:lnTo>
                    <a:pt x="27431" y="0"/>
                  </a:lnTo>
                  <a:lnTo>
                    <a:pt x="32004" y="3809"/>
                  </a:lnTo>
                  <a:lnTo>
                    <a:pt x="32766" y="9905"/>
                  </a:lnTo>
                  <a:lnTo>
                    <a:pt x="34290" y="19049"/>
                  </a:lnTo>
                  <a:lnTo>
                    <a:pt x="31242" y="24383"/>
                  </a:lnTo>
                  <a:lnTo>
                    <a:pt x="25146" y="31241"/>
                  </a:lnTo>
                  <a:lnTo>
                    <a:pt x="20574" y="35813"/>
                  </a:lnTo>
                  <a:lnTo>
                    <a:pt x="15240" y="39623"/>
                  </a:lnTo>
                  <a:lnTo>
                    <a:pt x="9144" y="38861"/>
                  </a:lnTo>
                  <a:lnTo>
                    <a:pt x="8382" y="38861"/>
                  </a:lnTo>
                  <a:lnTo>
                    <a:pt x="7620" y="38861"/>
                  </a:lnTo>
                  <a:lnTo>
                    <a:pt x="6096" y="34289"/>
                  </a:lnTo>
                  <a:lnTo>
                    <a:pt x="4572" y="28955"/>
                  </a:lnTo>
                  <a:lnTo>
                    <a:pt x="8382" y="25145"/>
                  </a:lnTo>
                  <a:lnTo>
                    <a:pt x="11430" y="21335"/>
                  </a:lnTo>
                  <a:lnTo>
                    <a:pt x="18288" y="21335"/>
                  </a:lnTo>
                  <a:lnTo>
                    <a:pt x="22098" y="22859"/>
                  </a:lnTo>
                  <a:lnTo>
                    <a:pt x="22860" y="23621"/>
                  </a:lnTo>
                  <a:lnTo>
                    <a:pt x="23622" y="23621"/>
                  </a:lnTo>
                  <a:lnTo>
                    <a:pt x="24384" y="24383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16"/>
            <p:cNvSpPr/>
            <p:nvPr/>
          </p:nvSpPr>
          <p:spPr>
            <a:xfrm>
              <a:off x="5493258" y="3909821"/>
              <a:ext cx="25400" cy="36830"/>
            </a:xfrm>
            <a:custGeom>
              <a:rect b="b" l="l" r="r" t="t"/>
              <a:pathLst>
                <a:path extrusionOk="0" h="36829" w="25400">
                  <a:moveTo>
                    <a:pt x="6096" y="6096"/>
                  </a:moveTo>
                  <a:lnTo>
                    <a:pt x="9906" y="3810"/>
                  </a:lnTo>
                  <a:lnTo>
                    <a:pt x="12954" y="2286"/>
                  </a:lnTo>
                  <a:lnTo>
                    <a:pt x="16764" y="0"/>
                  </a:lnTo>
                  <a:lnTo>
                    <a:pt x="19812" y="6096"/>
                  </a:lnTo>
                  <a:lnTo>
                    <a:pt x="21336" y="12192"/>
                  </a:lnTo>
                  <a:lnTo>
                    <a:pt x="20574" y="19050"/>
                  </a:lnTo>
                  <a:lnTo>
                    <a:pt x="20574" y="25146"/>
                  </a:lnTo>
                  <a:lnTo>
                    <a:pt x="16002" y="30480"/>
                  </a:lnTo>
                  <a:lnTo>
                    <a:pt x="9906" y="31242"/>
                  </a:lnTo>
                  <a:lnTo>
                    <a:pt x="3048" y="32766"/>
                  </a:lnTo>
                  <a:lnTo>
                    <a:pt x="1524" y="29718"/>
                  </a:lnTo>
                  <a:lnTo>
                    <a:pt x="762" y="22860"/>
                  </a:lnTo>
                  <a:lnTo>
                    <a:pt x="0" y="16002"/>
                  </a:lnTo>
                  <a:lnTo>
                    <a:pt x="762" y="11430"/>
                  </a:lnTo>
                  <a:lnTo>
                    <a:pt x="6096" y="6858"/>
                  </a:lnTo>
                  <a:lnTo>
                    <a:pt x="9144" y="4572"/>
                  </a:lnTo>
                  <a:lnTo>
                    <a:pt x="16764" y="1524"/>
                  </a:lnTo>
                  <a:lnTo>
                    <a:pt x="20574" y="3810"/>
                  </a:lnTo>
                  <a:lnTo>
                    <a:pt x="25146" y="6096"/>
                  </a:lnTo>
                  <a:lnTo>
                    <a:pt x="24384" y="16002"/>
                  </a:lnTo>
                  <a:lnTo>
                    <a:pt x="23622" y="20574"/>
                  </a:lnTo>
                  <a:lnTo>
                    <a:pt x="22860" y="28194"/>
                  </a:lnTo>
                  <a:lnTo>
                    <a:pt x="17526" y="35814"/>
                  </a:lnTo>
                  <a:lnTo>
                    <a:pt x="9906" y="36576"/>
                  </a:lnTo>
                  <a:lnTo>
                    <a:pt x="4572" y="36576"/>
                  </a:lnTo>
                  <a:lnTo>
                    <a:pt x="3048" y="34290"/>
                  </a:lnTo>
                  <a:lnTo>
                    <a:pt x="2286" y="28956"/>
                  </a:lnTo>
                  <a:lnTo>
                    <a:pt x="1524" y="25146"/>
                  </a:lnTo>
                  <a:lnTo>
                    <a:pt x="1524" y="23622"/>
                  </a:lnTo>
                  <a:lnTo>
                    <a:pt x="5334" y="22860"/>
                  </a:lnTo>
                  <a:lnTo>
                    <a:pt x="7620" y="22860"/>
                  </a:lnTo>
                  <a:lnTo>
                    <a:pt x="8382" y="22860"/>
                  </a:lnTo>
                  <a:lnTo>
                    <a:pt x="9906" y="2286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16"/>
            <p:cNvSpPr/>
            <p:nvPr/>
          </p:nvSpPr>
          <p:spPr>
            <a:xfrm>
              <a:off x="5506973" y="4078223"/>
              <a:ext cx="22225" cy="21590"/>
            </a:xfrm>
            <a:custGeom>
              <a:rect b="b" l="l" r="r" t="t"/>
              <a:pathLst>
                <a:path extrusionOk="0" h="21589" w="22225">
                  <a:moveTo>
                    <a:pt x="9905" y="12953"/>
                  </a:moveTo>
                  <a:lnTo>
                    <a:pt x="15239" y="761"/>
                  </a:lnTo>
                  <a:lnTo>
                    <a:pt x="11429" y="1523"/>
                  </a:lnTo>
                  <a:lnTo>
                    <a:pt x="20573" y="761"/>
                  </a:lnTo>
                  <a:lnTo>
                    <a:pt x="21335" y="5333"/>
                  </a:lnTo>
                  <a:lnTo>
                    <a:pt x="22097" y="8381"/>
                  </a:lnTo>
                  <a:lnTo>
                    <a:pt x="19049" y="12191"/>
                  </a:lnTo>
                  <a:lnTo>
                    <a:pt x="16763" y="16001"/>
                  </a:lnTo>
                  <a:lnTo>
                    <a:pt x="9905" y="21335"/>
                  </a:lnTo>
                  <a:lnTo>
                    <a:pt x="5333" y="19811"/>
                  </a:lnTo>
                  <a:lnTo>
                    <a:pt x="761" y="17525"/>
                  </a:lnTo>
                  <a:lnTo>
                    <a:pt x="1523" y="14477"/>
                  </a:lnTo>
                  <a:lnTo>
                    <a:pt x="761" y="9143"/>
                  </a:lnTo>
                  <a:lnTo>
                    <a:pt x="761" y="6095"/>
                  </a:lnTo>
                  <a:lnTo>
                    <a:pt x="0" y="761"/>
                  </a:lnTo>
                  <a:lnTo>
                    <a:pt x="4571" y="0"/>
                  </a:lnTo>
                  <a:lnTo>
                    <a:pt x="7619" y="0"/>
                  </a:lnTo>
                  <a:lnTo>
                    <a:pt x="7619" y="3047"/>
                  </a:lnTo>
                  <a:lnTo>
                    <a:pt x="8381" y="4571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16"/>
            <p:cNvSpPr/>
            <p:nvPr/>
          </p:nvSpPr>
          <p:spPr>
            <a:xfrm>
              <a:off x="5471921" y="4217670"/>
              <a:ext cx="26670" cy="40640"/>
            </a:xfrm>
            <a:custGeom>
              <a:rect b="b" l="l" r="r" t="t"/>
              <a:pathLst>
                <a:path extrusionOk="0" h="40639" w="26670">
                  <a:moveTo>
                    <a:pt x="8382" y="14477"/>
                  </a:moveTo>
                  <a:lnTo>
                    <a:pt x="8382" y="10667"/>
                  </a:lnTo>
                  <a:lnTo>
                    <a:pt x="8382" y="6095"/>
                  </a:lnTo>
                  <a:lnTo>
                    <a:pt x="8382" y="2285"/>
                  </a:lnTo>
                  <a:lnTo>
                    <a:pt x="12954" y="2285"/>
                  </a:lnTo>
                  <a:lnTo>
                    <a:pt x="19050" y="0"/>
                  </a:lnTo>
                  <a:lnTo>
                    <a:pt x="22098" y="4571"/>
                  </a:lnTo>
                  <a:lnTo>
                    <a:pt x="25146" y="8381"/>
                  </a:lnTo>
                  <a:lnTo>
                    <a:pt x="26670" y="19049"/>
                  </a:lnTo>
                  <a:lnTo>
                    <a:pt x="25146" y="23621"/>
                  </a:lnTo>
                  <a:lnTo>
                    <a:pt x="22860" y="30479"/>
                  </a:lnTo>
                  <a:lnTo>
                    <a:pt x="16764" y="37337"/>
                  </a:lnTo>
                  <a:lnTo>
                    <a:pt x="9906" y="38861"/>
                  </a:lnTo>
                  <a:lnTo>
                    <a:pt x="3048" y="40385"/>
                  </a:lnTo>
                  <a:lnTo>
                    <a:pt x="1524" y="36575"/>
                  </a:lnTo>
                  <a:lnTo>
                    <a:pt x="762" y="31241"/>
                  </a:lnTo>
                  <a:lnTo>
                    <a:pt x="0" y="22097"/>
                  </a:lnTo>
                  <a:lnTo>
                    <a:pt x="1524" y="16001"/>
                  </a:lnTo>
                  <a:lnTo>
                    <a:pt x="8382" y="9905"/>
                  </a:lnTo>
                  <a:lnTo>
                    <a:pt x="12192" y="6857"/>
                  </a:lnTo>
                  <a:lnTo>
                    <a:pt x="15240" y="7619"/>
                  </a:lnTo>
                  <a:lnTo>
                    <a:pt x="19812" y="7619"/>
                  </a:lnTo>
                  <a:lnTo>
                    <a:pt x="21336" y="12191"/>
                  </a:lnTo>
                  <a:lnTo>
                    <a:pt x="22098" y="18287"/>
                  </a:lnTo>
                  <a:lnTo>
                    <a:pt x="20574" y="22859"/>
                  </a:lnTo>
                  <a:lnTo>
                    <a:pt x="19050" y="26669"/>
                  </a:lnTo>
                  <a:lnTo>
                    <a:pt x="16002" y="30479"/>
                  </a:lnTo>
                  <a:lnTo>
                    <a:pt x="11430" y="31241"/>
                  </a:lnTo>
                  <a:lnTo>
                    <a:pt x="6858" y="32003"/>
                  </a:lnTo>
                  <a:lnTo>
                    <a:pt x="5334" y="28193"/>
                  </a:lnTo>
                  <a:lnTo>
                    <a:pt x="3810" y="25145"/>
                  </a:lnTo>
                  <a:lnTo>
                    <a:pt x="2286" y="21335"/>
                  </a:lnTo>
                  <a:lnTo>
                    <a:pt x="2286" y="19811"/>
                  </a:lnTo>
                  <a:lnTo>
                    <a:pt x="762" y="1828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16"/>
            <p:cNvSpPr/>
            <p:nvPr/>
          </p:nvSpPr>
          <p:spPr>
            <a:xfrm>
              <a:off x="5144261" y="4497323"/>
              <a:ext cx="26670" cy="33655"/>
            </a:xfrm>
            <a:custGeom>
              <a:rect b="b" l="l" r="r" t="t"/>
              <a:pathLst>
                <a:path extrusionOk="0" h="33654" w="26670">
                  <a:moveTo>
                    <a:pt x="12191" y="22860"/>
                  </a:moveTo>
                  <a:lnTo>
                    <a:pt x="10667" y="19050"/>
                  </a:lnTo>
                  <a:lnTo>
                    <a:pt x="9905" y="16764"/>
                  </a:lnTo>
                  <a:lnTo>
                    <a:pt x="9143" y="12192"/>
                  </a:lnTo>
                  <a:lnTo>
                    <a:pt x="9143" y="8382"/>
                  </a:lnTo>
                  <a:lnTo>
                    <a:pt x="9143" y="3810"/>
                  </a:lnTo>
                  <a:lnTo>
                    <a:pt x="13715" y="3048"/>
                  </a:lnTo>
                  <a:lnTo>
                    <a:pt x="18287" y="1524"/>
                  </a:lnTo>
                  <a:lnTo>
                    <a:pt x="22859" y="3048"/>
                  </a:lnTo>
                  <a:lnTo>
                    <a:pt x="25145" y="7620"/>
                  </a:lnTo>
                  <a:lnTo>
                    <a:pt x="26669" y="11430"/>
                  </a:lnTo>
                  <a:lnTo>
                    <a:pt x="26669" y="20574"/>
                  </a:lnTo>
                  <a:lnTo>
                    <a:pt x="25145" y="25146"/>
                  </a:lnTo>
                  <a:lnTo>
                    <a:pt x="21335" y="32004"/>
                  </a:lnTo>
                  <a:lnTo>
                    <a:pt x="16001" y="32766"/>
                  </a:lnTo>
                  <a:lnTo>
                    <a:pt x="9143" y="33528"/>
                  </a:lnTo>
                  <a:lnTo>
                    <a:pt x="2285" y="33528"/>
                  </a:lnTo>
                  <a:lnTo>
                    <a:pt x="761" y="25908"/>
                  </a:lnTo>
                  <a:lnTo>
                    <a:pt x="0" y="19812"/>
                  </a:lnTo>
                  <a:lnTo>
                    <a:pt x="0" y="12954"/>
                  </a:lnTo>
                  <a:lnTo>
                    <a:pt x="0" y="7620"/>
                  </a:lnTo>
                  <a:lnTo>
                    <a:pt x="6857" y="3810"/>
                  </a:lnTo>
                  <a:lnTo>
                    <a:pt x="9143" y="2286"/>
                  </a:lnTo>
                  <a:lnTo>
                    <a:pt x="17525" y="0"/>
                  </a:lnTo>
                  <a:lnTo>
                    <a:pt x="20573" y="1524"/>
                  </a:lnTo>
                  <a:lnTo>
                    <a:pt x="24383" y="3810"/>
                  </a:lnTo>
                  <a:lnTo>
                    <a:pt x="22097" y="14478"/>
                  </a:lnTo>
                  <a:lnTo>
                    <a:pt x="3047" y="29718"/>
                  </a:lnTo>
                  <a:lnTo>
                    <a:pt x="3809" y="16002"/>
                  </a:lnTo>
                  <a:lnTo>
                    <a:pt x="3809" y="1371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16"/>
            <p:cNvSpPr/>
            <p:nvPr/>
          </p:nvSpPr>
          <p:spPr>
            <a:xfrm>
              <a:off x="5339334" y="4387596"/>
              <a:ext cx="41275" cy="56515"/>
            </a:xfrm>
            <a:custGeom>
              <a:rect b="b" l="l" r="r" t="t"/>
              <a:pathLst>
                <a:path extrusionOk="0" h="56514" w="41275">
                  <a:moveTo>
                    <a:pt x="32003" y="21336"/>
                  </a:moveTo>
                  <a:lnTo>
                    <a:pt x="30479" y="16002"/>
                  </a:lnTo>
                  <a:lnTo>
                    <a:pt x="24383" y="6858"/>
                  </a:lnTo>
                  <a:lnTo>
                    <a:pt x="30479" y="2286"/>
                  </a:lnTo>
                  <a:lnTo>
                    <a:pt x="32765" y="0"/>
                  </a:lnTo>
                  <a:lnTo>
                    <a:pt x="38099" y="0"/>
                  </a:lnTo>
                  <a:lnTo>
                    <a:pt x="39623" y="3048"/>
                  </a:lnTo>
                  <a:lnTo>
                    <a:pt x="41195" y="8453"/>
                  </a:lnTo>
                  <a:lnTo>
                    <a:pt x="40766" y="14859"/>
                  </a:lnTo>
                  <a:lnTo>
                    <a:pt x="17525" y="48768"/>
                  </a:lnTo>
                  <a:lnTo>
                    <a:pt x="13715" y="48768"/>
                  </a:lnTo>
                  <a:lnTo>
                    <a:pt x="12191" y="48768"/>
                  </a:lnTo>
                  <a:lnTo>
                    <a:pt x="9905" y="48768"/>
                  </a:lnTo>
                  <a:lnTo>
                    <a:pt x="8405" y="42481"/>
                  </a:lnTo>
                  <a:lnTo>
                    <a:pt x="7619" y="36195"/>
                  </a:lnTo>
                  <a:lnTo>
                    <a:pt x="7977" y="29908"/>
                  </a:lnTo>
                  <a:lnTo>
                    <a:pt x="32003" y="8382"/>
                  </a:lnTo>
                  <a:lnTo>
                    <a:pt x="38861" y="9144"/>
                  </a:lnTo>
                  <a:lnTo>
                    <a:pt x="21335" y="50292"/>
                  </a:lnTo>
                  <a:lnTo>
                    <a:pt x="17525" y="54102"/>
                  </a:lnTo>
                  <a:lnTo>
                    <a:pt x="9143" y="56388"/>
                  </a:lnTo>
                  <a:lnTo>
                    <a:pt x="4571" y="51816"/>
                  </a:lnTo>
                  <a:lnTo>
                    <a:pt x="0" y="47244"/>
                  </a:lnTo>
                  <a:lnTo>
                    <a:pt x="0" y="40386"/>
                  </a:lnTo>
                  <a:lnTo>
                    <a:pt x="0" y="35052"/>
                  </a:lnTo>
                  <a:lnTo>
                    <a:pt x="761" y="30480"/>
                  </a:lnTo>
                  <a:lnTo>
                    <a:pt x="761" y="28956"/>
                  </a:lnTo>
                  <a:lnTo>
                    <a:pt x="3047" y="2590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16"/>
            <p:cNvSpPr/>
            <p:nvPr/>
          </p:nvSpPr>
          <p:spPr>
            <a:xfrm>
              <a:off x="4764785" y="3323082"/>
              <a:ext cx="44450" cy="41275"/>
            </a:xfrm>
            <a:custGeom>
              <a:rect b="b" l="l" r="r" t="t"/>
              <a:pathLst>
                <a:path extrusionOk="0" h="41275" w="44450">
                  <a:moveTo>
                    <a:pt x="21336" y="9905"/>
                  </a:moveTo>
                  <a:lnTo>
                    <a:pt x="25146" y="10667"/>
                  </a:lnTo>
                  <a:lnTo>
                    <a:pt x="28956" y="11429"/>
                  </a:lnTo>
                  <a:lnTo>
                    <a:pt x="32004" y="12191"/>
                  </a:lnTo>
                  <a:lnTo>
                    <a:pt x="31242" y="20573"/>
                  </a:lnTo>
                  <a:lnTo>
                    <a:pt x="30480" y="27431"/>
                  </a:lnTo>
                  <a:lnTo>
                    <a:pt x="22098" y="32003"/>
                  </a:lnTo>
                  <a:lnTo>
                    <a:pt x="19812" y="33527"/>
                  </a:lnTo>
                  <a:lnTo>
                    <a:pt x="10668" y="35813"/>
                  </a:lnTo>
                  <a:lnTo>
                    <a:pt x="8382" y="32003"/>
                  </a:lnTo>
                  <a:lnTo>
                    <a:pt x="5334" y="28193"/>
                  </a:lnTo>
                  <a:lnTo>
                    <a:pt x="4572" y="16001"/>
                  </a:lnTo>
                  <a:lnTo>
                    <a:pt x="6858" y="11429"/>
                  </a:lnTo>
                  <a:lnTo>
                    <a:pt x="9906" y="5333"/>
                  </a:lnTo>
                  <a:lnTo>
                    <a:pt x="20574" y="1523"/>
                  </a:lnTo>
                  <a:lnTo>
                    <a:pt x="27432" y="761"/>
                  </a:lnTo>
                  <a:lnTo>
                    <a:pt x="33528" y="761"/>
                  </a:lnTo>
                  <a:lnTo>
                    <a:pt x="40386" y="0"/>
                  </a:lnTo>
                  <a:lnTo>
                    <a:pt x="42672" y="7619"/>
                  </a:lnTo>
                  <a:lnTo>
                    <a:pt x="44196" y="16001"/>
                  </a:lnTo>
                  <a:lnTo>
                    <a:pt x="41148" y="22859"/>
                  </a:lnTo>
                  <a:lnTo>
                    <a:pt x="3048" y="41147"/>
                  </a:lnTo>
                  <a:lnTo>
                    <a:pt x="762" y="38099"/>
                  </a:lnTo>
                  <a:lnTo>
                    <a:pt x="762" y="30479"/>
                  </a:lnTo>
                  <a:lnTo>
                    <a:pt x="0" y="20573"/>
                  </a:lnTo>
                  <a:lnTo>
                    <a:pt x="7620" y="18287"/>
                  </a:lnTo>
                  <a:lnTo>
                    <a:pt x="15240" y="14477"/>
                  </a:lnTo>
                  <a:lnTo>
                    <a:pt x="23622" y="9905"/>
                  </a:lnTo>
                  <a:lnTo>
                    <a:pt x="26670" y="7619"/>
                  </a:lnTo>
                  <a:lnTo>
                    <a:pt x="32004" y="4571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90" name="Google Shape;1790;p16"/>
            <p:cNvGrpSpPr/>
            <p:nvPr/>
          </p:nvGrpSpPr>
          <p:grpSpPr>
            <a:xfrm>
              <a:off x="2532126" y="2982467"/>
              <a:ext cx="3426460" cy="2171065"/>
              <a:chOff x="2532126" y="2982467"/>
              <a:chExt cx="3426460" cy="2171065"/>
            </a:xfrm>
          </p:grpSpPr>
          <p:sp>
            <p:nvSpPr>
              <p:cNvPr id="1791" name="Google Shape;1791;p16"/>
              <p:cNvSpPr/>
              <p:nvPr/>
            </p:nvSpPr>
            <p:spPr>
              <a:xfrm>
                <a:off x="3989832" y="2982467"/>
                <a:ext cx="70485" cy="2171065"/>
              </a:xfrm>
              <a:custGeom>
                <a:rect b="b" l="l" r="r" t="t"/>
                <a:pathLst>
                  <a:path extrusionOk="0" h="2171065" w="70485">
                    <a:moveTo>
                      <a:pt x="0" y="0"/>
                    </a:moveTo>
                    <a:lnTo>
                      <a:pt x="0" y="6096"/>
                    </a:lnTo>
                    <a:lnTo>
                      <a:pt x="1524" y="11430"/>
                    </a:lnTo>
                    <a:lnTo>
                      <a:pt x="2286" y="16764"/>
                    </a:lnTo>
                    <a:lnTo>
                      <a:pt x="3190" y="25217"/>
                    </a:lnTo>
                    <a:lnTo>
                      <a:pt x="3810" y="33528"/>
                    </a:lnTo>
                    <a:lnTo>
                      <a:pt x="4429" y="41838"/>
                    </a:lnTo>
                    <a:lnTo>
                      <a:pt x="5334" y="50292"/>
                    </a:lnTo>
                    <a:lnTo>
                      <a:pt x="6834" y="62174"/>
                    </a:lnTo>
                    <a:lnTo>
                      <a:pt x="8763" y="73914"/>
                    </a:lnTo>
                    <a:lnTo>
                      <a:pt x="10691" y="85653"/>
                    </a:lnTo>
                    <a:lnTo>
                      <a:pt x="12192" y="97536"/>
                    </a:lnTo>
                    <a:lnTo>
                      <a:pt x="18085" y="142863"/>
                    </a:lnTo>
                    <a:lnTo>
                      <a:pt x="22669" y="195452"/>
                    </a:lnTo>
                    <a:lnTo>
                      <a:pt x="24384" y="233172"/>
                    </a:lnTo>
                    <a:lnTo>
                      <a:pt x="25634" y="255008"/>
                    </a:lnTo>
                    <a:lnTo>
                      <a:pt x="28134" y="298965"/>
                    </a:lnTo>
                    <a:lnTo>
                      <a:pt x="29837" y="345376"/>
                    </a:lnTo>
                    <a:lnTo>
                      <a:pt x="30456" y="394525"/>
                    </a:lnTo>
                    <a:lnTo>
                      <a:pt x="30480" y="419100"/>
                    </a:lnTo>
                    <a:lnTo>
                      <a:pt x="30634" y="444246"/>
                    </a:lnTo>
                    <a:lnTo>
                      <a:pt x="30003" y="469392"/>
                    </a:lnTo>
                    <a:lnTo>
                      <a:pt x="28658" y="494538"/>
                    </a:lnTo>
                    <a:lnTo>
                      <a:pt x="26670" y="519684"/>
                    </a:lnTo>
                    <a:lnTo>
                      <a:pt x="24955" y="545401"/>
                    </a:lnTo>
                    <a:lnTo>
                      <a:pt x="21526" y="596836"/>
                    </a:lnTo>
                    <a:lnTo>
                      <a:pt x="17549" y="660284"/>
                    </a:lnTo>
                    <a:lnTo>
                      <a:pt x="13596" y="736032"/>
                    </a:lnTo>
                    <a:lnTo>
                      <a:pt x="12192" y="774192"/>
                    </a:lnTo>
                    <a:lnTo>
                      <a:pt x="10501" y="812613"/>
                    </a:lnTo>
                    <a:lnTo>
                      <a:pt x="8953" y="851249"/>
                    </a:lnTo>
                    <a:lnTo>
                      <a:pt x="7691" y="890027"/>
                    </a:lnTo>
                    <a:lnTo>
                      <a:pt x="6858" y="928878"/>
                    </a:lnTo>
                    <a:lnTo>
                      <a:pt x="6191" y="978027"/>
                    </a:lnTo>
                    <a:lnTo>
                      <a:pt x="6096" y="1027176"/>
                    </a:lnTo>
                    <a:lnTo>
                      <a:pt x="6191" y="1068443"/>
                    </a:lnTo>
                    <a:lnTo>
                      <a:pt x="6286" y="1109853"/>
                    </a:lnTo>
                    <a:lnTo>
                      <a:pt x="6096" y="1151262"/>
                    </a:lnTo>
                    <a:lnTo>
                      <a:pt x="5334" y="1192530"/>
                    </a:lnTo>
                    <a:lnTo>
                      <a:pt x="4655" y="1216985"/>
                    </a:lnTo>
                    <a:lnTo>
                      <a:pt x="3905" y="1241298"/>
                    </a:lnTo>
                    <a:lnTo>
                      <a:pt x="3298" y="1265610"/>
                    </a:lnTo>
                    <a:lnTo>
                      <a:pt x="3048" y="1290066"/>
                    </a:lnTo>
                    <a:lnTo>
                      <a:pt x="2524" y="1319200"/>
                    </a:lnTo>
                    <a:lnTo>
                      <a:pt x="2286" y="1348263"/>
                    </a:lnTo>
                    <a:lnTo>
                      <a:pt x="3810" y="1405890"/>
                    </a:lnTo>
                    <a:lnTo>
                      <a:pt x="7429" y="1451133"/>
                    </a:lnTo>
                    <a:lnTo>
                      <a:pt x="12192" y="1495806"/>
                    </a:lnTo>
                    <a:lnTo>
                      <a:pt x="14478" y="1517070"/>
                    </a:lnTo>
                    <a:lnTo>
                      <a:pt x="16764" y="1538478"/>
                    </a:lnTo>
                    <a:lnTo>
                      <a:pt x="19050" y="1559885"/>
                    </a:lnTo>
                    <a:lnTo>
                      <a:pt x="21336" y="1581150"/>
                    </a:lnTo>
                    <a:lnTo>
                      <a:pt x="23729" y="1601152"/>
                    </a:lnTo>
                    <a:lnTo>
                      <a:pt x="26193" y="1621155"/>
                    </a:lnTo>
                    <a:lnTo>
                      <a:pt x="28515" y="1641157"/>
                    </a:lnTo>
                    <a:lnTo>
                      <a:pt x="30480" y="1661160"/>
                    </a:lnTo>
                    <a:lnTo>
                      <a:pt x="33885" y="1691008"/>
                    </a:lnTo>
                    <a:lnTo>
                      <a:pt x="37147" y="1721072"/>
                    </a:lnTo>
                    <a:lnTo>
                      <a:pt x="42672" y="1781556"/>
                    </a:lnTo>
                    <a:lnTo>
                      <a:pt x="46851" y="1838134"/>
                    </a:lnTo>
                    <a:lnTo>
                      <a:pt x="48006" y="1856994"/>
                    </a:lnTo>
                    <a:lnTo>
                      <a:pt x="49279" y="1875162"/>
                    </a:lnTo>
                    <a:lnTo>
                      <a:pt x="50768" y="1893189"/>
                    </a:lnTo>
                    <a:lnTo>
                      <a:pt x="52399" y="1911215"/>
                    </a:lnTo>
                    <a:lnTo>
                      <a:pt x="54102" y="1929383"/>
                    </a:lnTo>
                    <a:lnTo>
                      <a:pt x="55364" y="1946659"/>
                    </a:lnTo>
                    <a:lnTo>
                      <a:pt x="56769" y="1964150"/>
                    </a:lnTo>
                    <a:lnTo>
                      <a:pt x="58173" y="1981783"/>
                    </a:lnTo>
                    <a:lnTo>
                      <a:pt x="59436" y="1999488"/>
                    </a:lnTo>
                    <a:lnTo>
                      <a:pt x="60590" y="2015489"/>
                    </a:lnTo>
                    <a:lnTo>
                      <a:pt x="61817" y="2031491"/>
                    </a:lnTo>
                    <a:lnTo>
                      <a:pt x="63186" y="2047493"/>
                    </a:lnTo>
                    <a:lnTo>
                      <a:pt x="64770" y="2063495"/>
                    </a:lnTo>
                    <a:lnTo>
                      <a:pt x="66341" y="2076628"/>
                    </a:lnTo>
                    <a:lnTo>
                      <a:pt x="67627" y="2089689"/>
                    </a:lnTo>
                    <a:lnTo>
                      <a:pt x="68627" y="2102608"/>
                    </a:lnTo>
                    <a:lnTo>
                      <a:pt x="69342" y="2115312"/>
                    </a:lnTo>
                    <a:lnTo>
                      <a:pt x="69984" y="2129361"/>
                    </a:lnTo>
                    <a:lnTo>
                      <a:pt x="70485" y="2143696"/>
                    </a:lnTo>
                    <a:lnTo>
                      <a:pt x="70413" y="2157745"/>
                    </a:lnTo>
                    <a:lnTo>
                      <a:pt x="69342" y="2170938"/>
                    </a:lnTo>
                    <a:lnTo>
                      <a:pt x="67818" y="2164080"/>
                    </a:lnTo>
                    <a:lnTo>
                      <a:pt x="65532" y="2157984"/>
                    </a:lnTo>
                    <a:lnTo>
                      <a:pt x="64008" y="2151126"/>
                    </a:lnTo>
                    <a:lnTo>
                      <a:pt x="63246" y="2148078"/>
                    </a:lnTo>
                    <a:lnTo>
                      <a:pt x="62484" y="2144268"/>
                    </a:lnTo>
                    <a:lnTo>
                      <a:pt x="61722" y="214122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2" name="Google Shape;1792;p16"/>
              <p:cNvSpPr/>
              <p:nvPr/>
            </p:nvSpPr>
            <p:spPr>
              <a:xfrm>
                <a:off x="2532126" y="4475797"/>
                <a:ext cx="3426460" cy="210185"/>
              </a:xfrm>
              <a:custGeom>
                <a:rect b="b" l="l" r="r" t="t"/>
                <a:pathLst>
                  <a:path extrusionOk="0" h="210185" w="3426460">
                    <a:moveTo>
                      <a:pt x="0" y="203644"/>
                    </a:moveTo>
                    <a:lnTo>
                      <a:pt x="19431" y="203799"/>
                    </a:lnTo>
                    <a:lnTo>
                      <a:pt x="38862" y="204311"/>
                    </a:lnTo>
                    <a:lnTo>
                      <a:pt x="58293" y="205251"/>
                    </a:lnTo>
                    <a:lnTo>
                      <a:pt x="77724" y="206692"/>
                    </a:lnTo>
                    <a:lnTo>
                      <a:pt x="94297" y="207585"/>
                    </a:lnTo>
                    <a:lnTo>
                      <a:pt x="110870" y="208121"/>
                    </a:lnTo>
                    <a:lnTo>
                      <a:pt x="127444" y="208514"/>
                    </a:lnTo>
                    <a:lnTo>
                      <a:pt x="144018" y="208978"/>
                    </a:lnTo>
                    <a:lnTo>
                      <a:pt x="166878" y="209419"/>
                    </a:lnTo>
                    <a:lnTo>
                      <a:pt x="189738" y="209645"/>
                    </a:lnTo>
                    <a:lnTo>
                      <a:pt x="212598" y="209728"/>
                    </a:lnTo>
                    <a:lnTo>
                      <a:pt x="235458" y="209740"/>
                    </a:lnTo>
                    <a:lnTo>
                      <a:pt x="263913" y="209359"/>
                    </a:lnTo>
                    <a:lnTo>
                      <a:pt x="292227" y="208407"/>
                    </a:lnTo>
                    <a:lnTo>
                      <a:pt x="320540" y="207168"/>
                    </a:lnTo>
                    <a:lnTo>
                      <a:pt x="348996" y="205930"/>
                    </a:lnTo>
                    <a:lnTo>
                      <a:pt x="419100" y="202692"/>
                    </a:lnTo>
                    <a:lnTo>
                      <a:pt x="489204" y="198310"/>
                    </a:lnTo>
                    <a:lnTo>
                      <a:pt x="529899" y="195322"/>
                    </a:lnTo>
                    <a:lnTo>
                      <a:pt x="570738" y="192119"/>
                    </a:lnTo>
                    <a:lnTo>
                      <a:pt x="611576" y="188773"/>
                    </a:lnTo>
                    <a:lnTo>
                      <a:pt x="652272" y="185356"/>
                    </a:lnTo>
                    <a:lnTo>
                      <a:pt x="695825" y="181498"/>
                    </a:lnTo>
                    <a:lnTo>
                      <a:pt x="739521" y="177927"/>
                    </a:lnTo>
                    <a:lnTo>
                      <a:pt x="783216" y="174640"/>
                    </a:lnTo>
                    <a:lnTo>
                      <a:pt x="826769" y="171640"/>
                    </a:lnTo>
                    <a:lnTo>
                      <a:pt x="871918" y="168913"/>
                    </a:lnTo>
                    <a:lnTo>
                      <a:pt x="917067" y="166401"/>
                    </a:lnTo>
                    <a:lnTo>
                      <a:pt x="962215" y="164032"/>
                    </a:lnTo>
                    <a:lnTo>
                      <a:pt x="1007363" y="161734"/>
                    </a:lnTo>
                    <a:lnTo>
                      <a:pt x="1053203" y="159436"/>
                    </a:lnTo>
                    <a:lnTo>
                      <a:pt x="1099185" y="157067"/>
                    </a:lnTo>
                    <a:lnTo>
                      <a:pt x="1145166" y="154555"/>
                    </a:lnTo>
                    <a:lnTo>
                      <a:pt x="1191006" y="151828"/>
                    </a:lnTo>
                    <a:lnTo>
                      <a:pt x="1238428" y="148851"/>
                    </a:lnTo>
                    <a:lnTo>
                      <a:pt x="1285779" y="145732"/>
                    </a:lnTo>
                    <a:lnTo>
                      <a:pt x="1332988" y="142613"/>
                    </a:lnTo>
                    <a:lnTo>
                      <a:pt x="1379982" y="139636"/>
                    </a:lnTo>
                    <a:lnTo>
                      <a:pt x="1426154" y="136814"/>
                    </a:lnTo>
                    <a:lnTo>
                      <a:pt x="1472184" y="134207"/>
                    </a:lnTo>
                    <a:lnTo>
                      <a:pt x="1518213" y="132028"/>
                    </a:lnTo>
                    <a:lnTo>
                      <a:pt x="1564386" y="130492"/>
                    </a:lnTo>
                    <a:lnTo>
                      <a:pt x="1608510" y="128885"/>
                    </a:lnTo>
                    <a:lnTo>
                      <a:pt x="1652777" y="127349"/>
                    </a:lnTo>
                    <a:lnTo>
                      <a:pt x="1697045" y="125670"/>
                    </a:lnTo>
                    <a:lnTo>
                      <a:pt x="1741170" y="123634"/>
                    </a:lnTo>
                    <a:lnTo>
                      <a:pt x="1784484" y="121908"/>
                    </a:lnTo>
                    <a:lnTo>
                      <a:pt x="1827657" y="120110"/>
                    </a:lnTo>
                    <a:lnTo>
                      <a:pt x="1870829" y="118169"/>
                    </a:lnTo>
                    <a:lnTo>
                      <a:pt x="1914144" y="116014"/>
                    </a:lnTo>
                    <a:lnTo>
                      <a:pt x="1956435" y="113490"/>
                    </a:lnTo>
                    <a:lnTo>
                      <a:pt x="1998726" y="110680"/>
                    </a:lnTo>
                    <a:lnTo>
                      <a:pt x="2041016" y="107870"/>
                    </a:lnTo>
                    <a:lnTo>
                      <a:pt x="2083308" y="105346"/>
                    </a:lnTo>
                    <a:lnTo>
                      <a:pt x="2123432" y="102500"/>
                    </a:lnTo>
                    <a:lnTo>
                      <a:pt x="2163699" y="99726"/>
                    </a:lnTo>
                    <a:lnTo>
                      <a:pt x="2203965" y="97095"/>
                    </a:lnTo>
                    <a:lnTo>
                      <a:pt x="2244090" y="94678"/>
                    </a:lnTo>
                    <a:lnTo>
                      <a:pt x="2282368" y="92499"/>
                    </a:lnTo>
                    <a:lnTo>
                      <a:pt x="2320575" y="90392"/>
                    </a:lnTo>
                    <a:lnTo>
                      <a:pt x="2358640" y="88141"/>
                    </a:lnTo>
                    <a:lnTo>
                      <a:pt x="2396490" y="85534"/>
                    </a:lnTo>
                    <a:lnTo>
                      <a:pt x="2433506" y="83355"/>
                    </a:lnTo>
                    <a:lnTo>
                      <a:pt x="2470308" y="81248"/>
                    </a:lnTo>
                    <a:lnTo>
                      <a:pt x="2506968" y="78997"/>
                    </a:lnTo>
                    <a:lnTo>
                      <a:pt x="2543556" y="76390"/>
                    </a:lnTo>
                    <a:lnTo>
                      <a:pt x="2592121" y="73009"/>
                    </a:lnTo>
                    <a:lnTo>
                      <a:pt x="2640615" y="68770"/>
                    </a:lnTo>
                    <a:lnTo>
                      <a:pt x="2688967" y="63960"/>
                    </a:lnTo>
                    <a:lnTo>
                      <a:pt x="2737104" y="58864"/>
                    </a:lnTo>
                    <a:lnTo>
                      <a:pt x="2775846" y="54744"/>
                    </a:lnTo>
                    <a:lnTo>
                      <a:pt x="2814447" y="50482"/>
                    </a:lnTo>
                    <a:lnTo>
                      <a:pt x="2853047" y="46220"/>
                    </a:lnTo>
                    <a:lnTo>
                      <a:pt x="2891790" y="42100"/>
                    </a:lnTo>
                    <a:lnTo>
                      <a:pt x="2967609" y="34194"/>
                    </a:lnTo>
                    <a:lnTo>
                      <a:pt x="3005589" y="30420"/>
                    </a:lnTo>
                    <a:lnTo>
                      <a:pt x="3080575" y="23550"/>
                    </a:lnTo>
                    <a:lnTo>
                      <a:pt x="3117723" y="20383"/>
                    </a:lnTo>
                    <a:lnTo>
                      <a:pt x="3154870" y="17216"/>
                    </a:lnTo>
                    <a:lnTo>
                      <a:pt x="3192018" y="13906"/>
                    </a:lnTo>
                    <a:lnTo>
                      <a:pt x="3223581" y="11060"/>
                    </a:lnTo>
                    <a:lnTo>
                      <a:pt x="3255359" y="8286"/>
                    </a:lnTo>
                    <a:lnTo>
                      <a:pt x="3319272" y="3238"/>
                    </a:lnTo>
                    <a:lnTo>
                      <a:pt x="3357753" y="1143"/>
                    </a:lnTo>
                    <a:lnTo>
                      <a:pt x="3396234" y="190"/>
                    </a:lnTo>
                    <a:lnTo>
                      <a:pt x="3402639" y="95"/>
                    </a:lnTo>
                    <a:lnTo>
                      <a:pt x="3409188" y="0"/>
                    </a:lnTo>
                    <a:lnTo>
                      <a:pt x="3415736" y="190"/>
                    </a:lnTo>
                    <a:lnTo>
                      <a:pt x="3422141" y="952"/>
                    </a:lnTo>
                    <a:lnTo>
                      <a:pt x="3424428" y="1714"/>
                    </a:lnTo>
                    <a:lnTo>
                      <a:pt x="3425190" y="2476"/>
                    </a:lnTo>
                    <a:lnTo>
                      <a:pt x="3421379" y="4000"/>
                    </a:lnTo>
                    <a:lnTo>
                      <a:pt x="3425952" y="4762"/>
                    </a:lnTo>
                    <a:lnTo>
                      <a:pt x="3416046" y="4762"/>
                    </a:lnTo>
                    <a:lnTo>
                      <a:pt x="3406687" y="4750"/>
                    </a:lnTo>
                    <a:lnTo>
                      <a:pt x="3399472" y="4667"/>
                    </a:lnTo>
                    <a:lnTo>
                      <a:pt x="3393114" y="4441"/>
                    </a:lnTo>
                    <a:lnTo>
                      <a:pt x="3386328" y="400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3" name="Google Shape;1793;p16"/>
              <p:cNvSpPr/>
              <p:nvPr/>
            </p:nvSpPr>
            <p:spPr>
              <a:xfrm>
                <a:off x="4846034" y="3894581"/>
                <a:ext cx="47625" cy="50800"/>
              </a:xfrm>
              <a:custGeom>
                <a:rect b="b" l="l" r="r" t="t"/>
                <a:pathLst>
                  <a:path extrusionOk="0" h="50800" w="47625">
                    <a:moveTo>
                      <a:pt x="22383" y="28955"/>
                    </a:moveTo>
                    <a:lnTo>
                      <a:pt x="17906" y="33099"/>
                    </a:lnTo>
                    <a:lnTo>
                      <a:pt x="14001" y="37528"/>
                    </a:lnTo>
                    <a:lnTo>
                      <a:pt x="12953" y="42243"/>
                    </a:lnTo>
                    <a:lnTo>
                      <a:pt x="17049" y="47243"/>
                    </a:lnTo>
                    <a:lnTo>
                      <a:pt x="20097" y="49529"/>
                    </a:lnTo>
                    <a:lnTo>
                      <a:pt x="26193" y="50291"/>
                    </a:lnTo>
                    <a:lnTo>
                      <a:pt x="30003" y="49529"/>
                    </a:lnTo>
                    <a:lnTo>
                      <a:pt x="35337" y="48005"/>
                    </a:lnTo>
                    <a:lnTo>
                      <a:pt x="37623" y="40385"/>
                    </a:lnTo>
                    <a:lnTo>
                      <a:pt x="39147" y="35813"/>
                    </a:lnTo>
                    <a:lnTo>
                      <a:pt x="40671" y="29717"/>
                    </a:lnTo>
                    <a:lnTo>
                      <a:pt x="40671" y="20573"/>
                    </a:lnTo>
                    <a:lnTo>
                      <a:pt x="37623" y="15239"/>
                    </a:lnTo>
                    <a:lnTo>
                      <a:pt x="33813" y="8381"/>
                    </a:lnTo>
                    <a:lnTo>
                      <a:pt x="26955" y="3809"/>
                    </a:lnTo>
                    <a:lnTo>
                      <a:pt x="19335" y="3047"/>
                    </a:lnTo>
                    <a:lnTo>
                      <a:pt x="10191" y="1523"/>
                    </a:lnTo>
                    <a:lnTo>
                      <a:pt x="6381" y="7619"/>
                    </a:lnTo>
                    <a:lnTo>
                      <a:pt x="2571" y="15239"/>
                    </a:lnTo>
                    <a:lnTo>
                      <a:pt x="964" y="20871"/>
                    </a:lnTo>
                    <a:lnTo>
                      <a:pt x="0" y="27717"/>
                    </a:lnTo>
                    <a:lnTo>
                      <a:pt x="321" y="34420"/>
                    </a:lnTo>
                    <a:lnTo>
                      <a:pt x="2571" y="39623"/>
                    </a:lnTo>
                    <a:lnTo>
                      <a:pt x="7131" y="43231"/>
                    </a:lnTo>
                    <a:lnTo>
                      <a:pt x="13906" y="45053"/>
                    </a:lnTo>
                    <a:lnTo>
                      <a:pt x="21109" y="45303"/>
                    </a:lnTo>
                    <a:lnTo>
                      <a:pt x="26955" y="44195"/>
                    </a:lnTo>
                    <a:lnTo>
                      <a:pt x="32289" y="41147"/>
                    </a:lnTo>
                    <a:lnTo>
                      <a:pt x="35337" y="33527"/>
                    </a:lnTo>
                    <a:lnTo>
                      <a:pt x="36099" y="27431"/>
                    </a:lnTo>
                    <a:lnTo>
                      <a:pt x="36861" y="19811"/>
                    </a:lnTo>
                    <a:lnTo>
                      <a:pt x="35337" y="14477"/>
                    </a:lnTo>
                    <a:lnTo>
                      <a:pt x="30003" y="9143"/>
                    </a:lnTo>
                    <a:lnTo>
                      <a:pt x="25431" y="5333"/>
                    </a:lnTo>
                    <a:lnTo>
                      <a:pt x="17049" y="761"/>
                    </a:lnTo>
                    <a:lnTo>
                      <a:pt x="11715" y="3047"/>
                    </a:lnTo>
                    <a:lnTo>
                      <a:pt x="3333" y="6857"/>
                    </a:lnTo>
                    <a:lnTo>
                      <a:pt x="3333" y="19049"/>
                    </a:lnTo>
                    <a:lnTo>
                      <a:pt x="3333" y="25907"/>
                    </a:lnTo>
                    <a:lnTo>
                      <a:pt x="3333" y="36575"/>
                    </a:lnTo>
                    <a:lnTo>
                      <a:pt x="7143" y="41147"/>
                    </a:lnTo>
                    <a:lnTo>
                      <a:pt x="17811" y="42671"/>
                    </a:lnTo>
                    <a:lnTo>
                      <a:pt x="26955" y="43433"/>
                    </a:lnTo>
                    <a:lnTo>
                      <a:pt x="33813" y="41147"/>
                    </a:lnTo>
                    <a:lnTo>
                      <a:pt x="40671" y="33527"/>
                    </a:lnTo>
                    <a:lnTo>
                      <a:pt x="44481" y="28955"/>
                    </a:lnTo>
                    <a:lnTo>
                      <a:pt x="47529" y="20573"/>
                    </a:lnTo>
                    <a:lnTo>
                      <a:pt x="45243" y="13715"/>
                    </a:lnTo>
                    <a:lnTo>
                      <a:pt x="42957" y="6095"/>
                    </a:lnTo>
                    <a:lnTo>
                      <a:pt x="33051" y="0"/>
                    </a:lnTo>
                    <a:lnTo>
                      <a:pt x="25431" y="1523"/>
                    </a:lnTo>
                    <a:lnTo>
                      <a:pt x="17811" y="3047"/>
                    </a:lnTo>
                    <a:lnTo>
                      <a:pt x="17049" y="12191"/>
                    </a:lnTo>
                    <a:lnTo>
                      <a:pt x="16287" y="18287"/>
                    </a:lnTo>
                    <a:lnTo>
                      <a:pt x="16287" y="25145"/>
                    </a:lnTo>
                    <a:lnTo>
                      <a:pt x="17811" y="28955"/>
                    </a:lnTo>
                    <a:lnTo>
                      <a:pt x="25431" y="29717"/>
                    </a:lnTo>
                    <a:lnTo>
                      <a:pt x="31527" y="30479"/>
                    </a:lnTo>
                    <a:lnTo>
                      <a:pt x="37623" y="28955"/>
                    </a:lnTo>
                    <a:lnTo>
                      <a:pt x="40671" y="23621"/>
                    </a:lnTo>
                    <a:lnTo>
                      <a:pt x="42957" y="20573"/>
                    </a:lnTo>
                    <a:lnTo>
                      <a:pt x="42957" y="12953"/>
                    </a:lnTo>
                    <a:lnTo>
                      <a:pt x="40671" y="10667"/>
                    </a:lnTo>
                    <a:lnTo>
                      <a:pt x="36861" y="5333"/>
                    </a:lnTo>
                    <a:lnTo>
                      <a:pt x="29241" y="6095"/>
                    </a:lnTo>
                    <a:lnTo>
                      <a:pt x="23907" y="6095"/>
                    </a:lnTo>
                    <a:lnTo>
                      <a:pt x="17049" y="6095"/>
                    </a:lnTo>
                    <a:lnTo>
                      <a:pt x="11715" y="8381"/>
                    </a:lnTo>
                    <a:lnTo>
                      <a:pt x="10191" y="15239"/>
                    </a:lnTo>
                    <a:lnTo>
                      <a:pt x="8667" y="20573"/>
                    </a:lnTo>
                    <a:lnTo>
                      <a:pt x="12477" y="18287"/>
                    </a:lnTo>
                    <a:lnTo>
                      <a:pt x="16287" y="19049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4" name="Google Shape;1794;p16"/>
              <p:cNvSpPr/>
              <p:nvPr/>
            </p:nvSpPr>
            <p:spPr>
              <a:xfrm>
                <a:off x="4956048" y="3774566"/>
                <a:ext cx="106680" cy="267335"/>
              </a:xfrm>
              <a:custGeom>
                <a:rect b="b" l="l" r="r" t="t"/>
                <a:pathLst>
                  <a:path extrusionOk="0" h="267335" w="106679">
                    <a:moveTo>
                      <a:pt x="60960" y="1142"/>
                    </a:moveTo>
                    <a:lnTo>
                      <a:pt x="50756" y="500"/>
                    </a:lnTo>
                    <a:lnTo>
                      <a:pt x="39909" y="0"/>
                    </a:lnTo>
                    <a:lnTo>
                      <a:pt x="28920" y="71"/>
                    </a:lnTo>
                    <a:lnTo>
                      <a:pt x="0" y="14858"/>
                    </a:lnTo>
                    <a:lnTo>
                      <a:pt x="762" y="27050"/>
                    </a:lnTo>
                    <a:lnTo>
                      <a:pt x="1524" y="31622"/>
                    </a:lnTo>
                    <a:lnTo>
                      <a:pt x="4869" y="44886"/>
                    </a:lnTo>
                    <a:lnTo>
                      <a:pt x="8858" y="58292"/>
                    </a:lnTo>
                    <a:lnTo>
                      <a:pt x="12989" y="71699"/>
                    </a:lnTo>
                    <a:lnTo>
                      <a:pt x="16764" y="84962"/>
                    </a:lnTo>
                    <a:lnTo>
                      <a:pt x="29944" y="139184"/>
                    </a:lnTo>
                    <a:lnTo>
                      <a:pt x="38290" y="191642"/>
                    </a:lnTo>
                    <a:lnTo>
                      <a:pt x="42802" y="235076"/>
                    </a:lnTo>
                    <a:lnTo>
                      <a:pt x="43731" y="253364"/>
                    </a:lnTo>
                    <a:lnTo>
                      <a:pt x="44196" y="262508"/>
                    </a:lnTo>
                    <a:lnTo>
                      <a:pt x="44958" y="264032"/>
                    </a:lnTo>
                    <a:lnTo>
                      <a:pt x="44196" y="265556"/>
                    </a:lnTo>
                    <a:lnTo>
                      <a:pt x="44196" y="267080"/>
                    </a:lnTo>
                    <a:lnTo>
                      <a:pt x="47244" y="265556"/>
                    </a:lnTo>
                    <a:lnTo>
                      <a:pt x="48768" y="264794"/>
                    </a:lnTo>
                    <a:lnTo>
                      <a:pt x="51816" y="262508"/>
                    </a:lnTo>
                    <a:lnTo>
                      <a:pt x="57150" y="258698"/>
                    </a:lnTo>
                    <a:lnTo>
                      <a:pt x="64008" y="257174"/>
                    </a:lnTo>
                    <a:lnTo>
                      <a:pt x="70866" y="255650"/>
                    </a:lnTo>
                    <a:lnTo>
                      <a:pt x="102108" y="244220"/>
                    </a:lnTo>
                    <a:lnTo>
                      <a:pt x="104394" y="242696"/>
                    </a:lnTo>
                    <a:lnTo>
                      <a:pt x="106680" y="241172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795" name="Google Shape;1795;p16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5022805" y="3782555"/>
                <a:ext cx="98609" cy="823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96" name="Google Shape;1796;p16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5058143" y="3905237"/>
                <a:ext cx="72415" cy="8536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97" name="Google Shape;1797;p16"/>
              <p:cNvSpPr/>
              <p:nvPr/>
            </p:nvSpPr>
            <p:spPr>
              <a:xfrm>
                <a:off x="5099304" y="3718559"/>
                <a:ext cx="88900" cy="284480"/>
              </a:xfrm>
              <a:custGeom>
                <a:rect b="b" l="l" r="r" t="t"/>
                <a:pathLst>
                  <a:path extrusionOk="0" h="284479" w="88900">
                    <a:moveTo>
                      <a:pt x="0" y="18287"/>
                    </a:moveTo>
                    <a:lnTo>
                      <a:pt x="40909" y="2690"/>
                    </a:lnTo>
                    <a:lnTo>
                      <a:pt x="60198" y="761"/>
                    </a:lnTo>
                    <a:lnTo>
                      <a:pt x="65532" y="761"/>
                    </a:lnTo>
                    <a:lnTo>
                      <a:pt x="68580" y="0"/>
                    </a:lnTo>
                    <a:lnTo>
                      <a:pt x="70866" y="6095"/>
                    </a:lnTo>
                    <a:lnTo>
                      <a:pt x="73413" y="18014"/>
                    </a:lnTo>
                    <a:lnTo>
                      <a:pt x="74676" y="30575"/>
                    </a:lnTo>
                    <a:lnTo>
                      <a:pt x="75366" y="43279"/>
                    </a:lnTo>
                    <a:lnTo>
                      <a:pt x="76200" y="55625"/>
                    </a:lnTo>
                    <a:lnTo>
                      <a:pt x="79629" y="112525"/>
                    </a:lnTo>
                    <a:lnTo>
                      <a:pt x="82581" y="166115"/>
                    </a:lnTo>
                    <a:lnTo>
                      <a:pt x="83820" y="200405"/>
                    </a:lnTo>
                    <a:lnTo>
                      <a:pt x="84284" y="209549"/>
                    </a:lnTo>
                    <a:lnTo>
                      <a:pt x="84677" y="218694"/>
                    </a:lnTo>
                    <a:lnTo>
                      <a:pt x="85213" y="227837"/>
                    </a:lnTo>
                    <a:lnTo>
                      <a:pt x="86106" y="236981"/>
                    </a:lnTo>
                    <a:lnTo>
                      <a:pt x="86106" y="241553"/>
                    </a:lnTo>
                    <a:lnTo>
                      <a:pt x="86868" y="246126"/>
                    </a:lnTo>
                    <a:lnTo>
                      <a:pt x="87630" y="250697"/>
                    </a:lnTo>
                    <a:lnTo>
                      <a:pt x="87630" y="252222"/>
                    </a:lnTo>
                    <a:lnTo>
                      <a:pt x="88392" y="253745"/>
                    </a:lnTo>
                    <a:lnTo>
                      <a:pt x="88392" y="255269"/>
                    </a:lnTo>
                    <a:lnTo>
                      <a:pt x="88392" y="256031"/>
                    </a:lnTo>
                    <a:lnTo>
                      <a:pt x="85344" y="257555"/>
                    </a:lnTo>
                    <a:lnTo>
                      <a:pt x="81534" y="258317"/>
                    </a:lnTo>
                    <a:lnTo>
                      <a:pt x="78486" y="259079"/>
                    </a:lnTo>
                    <a:lnTo>
                      <a:pt x="39814" y="278320"/>
                    </a:lnTo>
                    <a:lnTo>
                      <a:pt x="33385" y="281773"/>
                    </a:lnTo>
                    <a:lnTo>
                      <a:pt x="26670" y="284226"/>
                    </a:lnTo>
                    <a:lnTo>
                      <a:pt x="23622" y="284226"/>
                    </a:lnTo>
                    <a:lnTo>
                      <a:pt x="22860" y="283463"/>
                    </a:lnTo>
                    <a:lnTo>
                      <a:pt x="22860" y="280416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8" name="Google Shape;1798;p16"/>
              <p:cNvSpPr/>
              <p:nvPr/>
            </p:nvSpPr>
            <p:spPr>
              <a:xfrm>
                <a:off x="4866132" y="4511802"/>
                <a:ext cx="30480" cy="29209"/>
              </a:xfrm>
              <a:custGeom>
                <a:rect b="b" l="l" r="r" t="t"/>
                <a:pathLst>
                  <a:path extrusionOk="0" h="29210" w="30479">
                    <a:moveTo>
                      <a:pt x="20574" y="25908"/>
                    </a:moveTo>
                    <a:lnTo>
                      <a:pt x="19050" y="21336"/>
                    </a:lnTo>
                    <a:lnTo>
                      <a:pt x="13716" y="10668"/>
                    </a:lnTo>
                    <a:lnTo>
                      <a:pt x="16002" y="4572"/>
                    </a:lnTo>
                    <a:lnTo>
                      <a:pt x="16764" y="1524"/>
                    </a:lnTo>
                    <a:lnTo>
                      <a:pt x="22860" y="0"/>
                    </a:lnTo>
                    <a:lnTo>
                      <a:pt x="25146" y="762"/>
                    </a:lnTo>
                    <a:lnTo>
                      <a:pt x="29718" y="1524"/>
                    </a:lnTo>
                    <a:lnTo>
                      <a:pt x="30480" y="3810"/>
                    </a:lnTo>
                    <a:lnTo>
                      <a:pt x="30480" y="8382"/>
                    </a:lnTo>
                    <a:lnTo>
                      <a:pt x="30480" y="16002"/>
                    </a:lnTo>
                    <a:lnTo>
                      <a:pt x="26670" y="20574"/>
                    </a:lnTo>
                    <a:lnTo>
                      <a:pt x="20574" y="23622"/>
                    </a:lnTo>
                    <a:lnTo>
                      <a:pt x="15240" y="25908"/>
                    </a:lnTo>
                    <a:lnTo>
                      <a:pt x="3810" y="28956"/>
                    </a:lnTo>
                    <a:lnTo>
                      <a:pt x="1524" y="21336"/>
                    </a:lnTo>
                    <a:lnTo>
                      <a:pt x="0" y="16002"/>
                    </a:lnTo>
                    <a:lnTo>
                      <a:pt x="1524" y="9144"/>
                    </a:lnTo>
                    <a:lnTo>
                      <a:pt x="5334" y="6096"/>
                    </a:lnTo>
                    <a:lnTo>
                      <a:pt x="8382" y="3810"/>
                    </a:lnTo>
                    <a:lnTo>
                      <a:pt x="14478" y="2286"/>
                    </a:lnTo>
                    <a:lnTo>
                      <a:pt x="16764" y="5334"/>
                    </a:lnTo>
                    <a:lnTo>
                      <a:pt x="16764" y="9144"/>
                    </a:lnTo>
                    <a:lnTo>
                      <a:pt x="16764" y="9906"/>
                    </a:lnTo>
                    <a:lnTo>
                      <a:pt x="16764" y="1143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799" name="Google Shape;1799;p16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5080241" y="3294875"/>
                <a:ext cx="67081" cy="7241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00" name="Google Shape;1800;p16"/>
              <p:cNvSpPr/>
              <p:nvPr/>
            </p:nvSpPr>
            <p:spPr>
              <a:xfrm>
                <a:off x="5343144" y="3447883"/>
                <a:ext cx="36195" cy="44450"/>
              </a:xfrm>
              <a:custGeom>
                <a:rect b="b" l="l" r="r" t="t"/>
                <a:pathLst>
                  <a:path extrusionOk="0" h="44450" w="36195">
                    <a:moveTo>
                      <a:pt x="762" y="16930"/>
                    </a:moveTo>
                    <a:lnTo>
                      <a:pt x="4202" y="10239"/>
                    </a:lnTo>
                    <a:lnTo>
                      <a:pt x="8286" y="3976"/>
                    </a:lnTo>
                    <a:lnTo>
                      <a:pt x="13942" y="0"/>
                    </a:lnTo>
                    <a:lnTo>
                      <a:pt x="22098" y="166"/>
                    </a:lnTo>
                    <a:lnTo>
                      <a:pt x="26670" y="2452"/>
                    </a:lnTo>
                    <a:lnTo>
                      <a:pt x="25908" y="13120"/>
                    </a:lnTo>
                    <a:lnTo>
                      <a:pt x="25146" y="16930"/>
                    </a:lnTo>
                    <a:lnTo>
                      <a:pt x="24384" y="23026"/>
                    </a:lnTo>
                    <a:lnTo>
                      <a:pt x="19812" y="32170"/>
                    </a:lnTo>
                    <a:lnTo>
                      <a:pt x="13716" y="35218"/>
                    </a:lnTo>
                    <a:lnTo>
                      <a:pt x="10668" y="36742"/>
                    </a:lnTo>
                    <a:lnTo>
                      <a:pt x="3810" y="37504"/>
                    </a:lnTo>
                    <a:lnTo>
                      <a:pt x="2286" y="33694"/>
                    </a:lnTo>
                    <a:lnTo>
                      <a:pt x="762" y="29884"/>
                    </a:lnTo>
                    <a:lnTo>
                      <a:pt x="0" y="22264"/>
                    </a:lnTo>
                    <a:lnTo>
                      <a:pt x="3048" y="18454"/>
                    </a:lnTo>
                    <a:lnTo>
                      <a:pt x="6096" y="13882"/>
                    </a:lnTo>
                    <a:lnTo>
                      <a:pt x="13716" y="13882"/>
                    </a:lnTo>
                    <a:lnTo>
                      <a:pt x="19050" y="13882"/>
                    </a:lnTo>
                    <a:lnTo>
                      <a:pt x="25146" y="14644"/>
                    </a:lnTo>
                    <a:lnTo>
                      <a:pt x="28956" y="19216"/>
                    </a:lnTo>
                    <a:lnTo>
                      <a:pt x="29718" y="26074"/>
                    </a:lnTo>
                    <a:lnTo>
                      <a:pt x="30480" y="31408"/>
                    </a:lnTo>
                    <a:lnTo>
                      <a:pt x="30480" y="37504"/>
                    </a:lnTo>
                    <a:lnTo>
                      <a:pt x="26670" y="41314"/>
                    </a:lnTo>
                    <a:lnTo>
                      <a:pt x="25146" y="43600"/>
                    </a:lnTo>
                    <a:lnTo>
                      <a:pt x="19812" y="44362"/>
                    </a:lnTo>
                    <a:lnTo>
                      <a:pt x="17526" y="42838"/>
                    </a:lnTo>
                    <a:lnTo>
                      <a:pt x="13716" y="40552"/>
                    </a:lnTo>
                    <a:lnTo>
                      <a:pt x="14478" y="32170"/>
                    </a:lnTo>
                    <a:lnTo>
                      <a:pt x="17526" y="30646"/>
                    </a:lnTo>
                    <a:lnTo>
                      <a:pt x="21336" y="28360"/>
                    </a:lnTo>
                    <a:lnTo>
                      <a:pt x="28956" y="30646"/>
                    </a:lnTo>
                    <a:lnTo>
                      <a:pt x="32766" y="32170"/>
                    </a:lnTo>
                    <a:lnTo>
                      <a:pt x="34290" y="32932"/>
                    </a:lnTo>
                    <a:lnTo>
                      <a:pt x="35052" y="32932"/>
                    </a:lnTo>
                    <a:lnTo>
                      <a:pt x="35814" y="3369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1" name="Google Shape;1801;p16"/>
              <p:cNvSpPr/>
              <p:nvPr/>
            </p:nvSpPr>
            <p:spPr>
              <a:xfrm>
                <a:off x="4583430" y="4469891"/>
                <a:ext cx="32384" cy="45085"/>
              </a:xfrm>
              <a:custGeom>
                <a:rect b="b" l="l" r="r" t="t"/>
                <a:pathLst>
                  <a:path extrusionOk="0" h="45085" w="32385">
                    <a:moveTo>
                      <a:pt x="14477" y="23622"/>
                    </a:moveTo>
                    <a:lnTo>
                      <a:pt x="16763" y="14478"/>
                    </a:lnTo>
                    <a:lnTo>
                      <a:pt x="16001" y="8382"/>
                    </a:lnTo>
                    <a:lnTo>
                      <a:pt x="26669" y="11430"/>
                    </a:lnTo>
                    <a:lnTo>
                      <a:pt x="32003" y="12954"/>
                    </a:lnTo>
                    <a:lnTo>
                      <a:pt x="32003" y="22860"/>
                    </a:lnTo>
                    <a:lnTo>
                      <a:pt x="1523" y="44958"/>
                    </a:lnTo>
                    <a:lnTo>
                      <a:pt x="0" y="37338"/>
                    </a:lnTo>
                    <a:lnTo>
                      <a:pt x="0" y="30480"/>
                    </a:lnTo>
                    <a:lnTo>
                      <a:pt x="297" y="23026"/>
                    </a:lnTo>
                    <a:lnTo>
                      <a:pt x="25145" y="0"/>
                    </a:lnTo>
                    <a:lnTo>
                      <a:pt x="27431" y="3810"/>
                    </a:lnTo>
                    <a:lnTo>
                      <a:pt x="31241" y="9144"/>
                    </a:lnTo>
                    <a:lnTo>
                      <a:pt x="28955" y="19050"/>
                    </a:lnTo>
                    <a:lnTo>
                      <a:pt x="27431" y="23622"/>
                    </a:lnTo>
                    <a:lnTo>
                      <a:pt x="25145" y="28194"/>
                    </a:lnTo>
                    <a:lnTo>
                      <a:pt x="22097" y="31242"/>
                    </a:lnTo>
                    <a:lnTo>
                      <a:pt x="16763" y="30480"/>
                    </a:lnTo>
                    <a:lnTo>
                      <a:pt x="12191" y="30480"/>
                    </a:lnTo>
                    <a:lnTo>
                      <a:pt x="10667" y="23622"/>
                    </a:lnTo>
                    <a:lnTo>
                      <a:pt x="8381" y="1981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2" name="Google Shape;1802;p16"/>
              <p:cNvSpPr/>
              <p:nvPr/>
            </p:nvSpPr>
            <p:spPr>
              <a:xfrm>
                <a:off x="4440745" y="4339589"/>
                <a:ext cx="25400" cy="27940"/>
              </a:xfrm>
              <a:custGeom>
                <a:rect b="b" l="l" r="r" t="t"/>
                <a:pathLst>
                  <a:path extrusionOk="0" h="27939" w="25400">
                    <a:moveTo>
                      <a:pt x="15430" y="16763"/>
                    </a:moveTo>
                    <a:lnTo>
                      <a:pt x="785" y="4131"/>
                    </a:lnTo>
                    <a:lnTo>
                      <a:pt x="0" y="3714"/>
                    </a:lnTo>
                    <a:lnTo>
                      <a:pt x="4071" y="6584"/>
                    </a:lnTo>
                    <a:lnTo>
                      <a:pt x="4000" y="3809"/>
                    </a:lnTo>
                    <a:lnTo>
                      <a:pt x="7810" y="0"/>
                    </a:lnTo>
                    <a:lnTo>
                      <a:pt x="11620" y="0"/>
                    </a:lnTo>
                    <a:lnTo>
                      <a:pt x="16954" y="0"/>
                    </a:lnTo>
                    <a:lnTo>
                      <a:pt x="23812" y="0"/>
                    </a:lnTo>
                    <a:lnTo>
                      <a:pt x="24574" y="5333"/>
                    </a:lnTo>
                    <a:lnTo>
                      <a:pt x="24574" y="11429"/>
                    </a:lnTo>
                    <a:lnTo>
                      <a:pt x="25336" y="17525"/>
                    </a:lnTo>
                    <a:lnTo>
                      <a:pt x="22288" y="24383"/>
                    </a:lnTo>
                    <a:lnTo>
                      <a:pt x="15430" y="25907"/>
                    </a:lnTo>
                    <a:lnTo>
                      <a:pt x="10096" y="27431"/>
                    </a:lnTo>
                    <a:lnTo>
                      <a:pt x="5524" y="25907"/>
                    </a:lnTo>
                    <a:lnTo>
                      <a:pt x="4000" y="21335"/>
                    </a:lnTo>
                    <a:lnTo>
                      <a:pt x="2476" y="15239"/>
                    </a:lnTo>
                    <a:lnTo>
                      <a:pt x="2476" y="8381"/>
                    </a:lnTo>
                    <a:lnTo>
                      <a:pt x="7048" y="4571"/>
                    </a:lnTo>
                    <a:lnTo>
                      <a:pt x="10858" y="1523"/>
                    </a:lnTo>
                    <a:lnTo>
                      <a:pt x="16192" y="1523"/>
                    </a:lnTo>
                    <a:lnTo>
                      <a:pt x="19240" y="5333"/>
                    </a:lnTo>
                    <a:lnTo>
                      <a:pt x="20764" y="7619"/>
                    </a:lnTo>
                    <a:lnTo>
                      <a:pt x="23812" y="18287"/>
                    </a:lnTo>
                    <a:lnTo>
                      <a:pt x="21526" y="21335"/>
                    </a:lnTo>
                    <a:lnTo>
                      <a:pt x="16954" y="25145"/>
                    </a:lnTo>
                    <a:lnTo>
                      <a:pt x="12382" y="22097"/>
                    </a:lnTo>
                    <a:lnTo>
                      <a:pt x="7810" y="20573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03" name="Google Shape;1803;p16"/>
            <p:cNvGrpSpPr/>
            <p:nvPr/>
          </p:nvGrpSpPr>
          <p:grpSpPr>
            <a:xfrm>
              <a:off x="6831305" y="3682733"/>
              <a:ext cx="947203" cy="275559"/>
              <a:chOff x="6831305" y="3682733"/>
              <a:chExt cx="947203" cy="275559"/>
            </a:xfrm>
          </p:grpSpPr>
          <p:pic>
            <p:nvPicPr>
              <p:cNvPr id="1804" name="Google Shape;1804;p16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6831305" y="3709403"/>
                <a:ext cx="489241" cy="24888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05" name="Google Shape;1805;p16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7346131" y="3682733"/>
                <a:ext cx="432377" cy="2507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06" name="Google Shape;1806;p16"/>
            <p:cNvGrpSpPr/>
            <p:nvPr/>
          </p:nvGrpSpPr>
          <p:grpSpPr>
            <a:xfrm>
              <a:off x="8149649" y="3646442"/>
              <a:ext cx="410671" cy="213861"/>
              <a:chOff x="8149649" y="3646442"/>
              <a:chExt cx="410671" cy="213861"/>
            </a:xfrm>
          </p:grpSpPr>
          <p:pic>
            <p:nvPicPr>
              <p:cNvPr id="1807" name="Google Shape;1807;p16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8149649" y="3646442"/>
                <a:ext cx="243793" cy="21386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08" name="Google Shape;1808;p16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8429231" y="3652253"/>
                <a:ext cx="131089" cy="17604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09" name="Google Shape;1809;p16"/>
            <p:cNvGrpSpPr/>
            <p:nvPr/>
          </p:nvGrpSpPr>
          <p:grpSpPr>
            <a:xfrm>
              <a:off x="9000731" y="3552431"/>
              <a:ext cx="654583" cy="284060"/>
              <a:chOff x="9000731" y="3552431"/>
              <a:chExt cx="654583" cy="284060"/>
            </a:xfrm>
          </p:grpSpPr>
          <p:pic>
            <p:nvPicPr>
              <p:cNvPr id="1810" name="Google Shape;1810;p16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9000731" y="3661397"/>
                <a:ext cx="251485" cy="17509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11" name="Google Shape;1811;p16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9275051" y="3670541"/>
                <a:ext cx="165379" cy="11217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12" name="Google Shape;1812;p16"/>
              <p:cNvSpPr/>
              <p:nvPr/>
            </p:nvSpPr>
            <p:spPr>
              <a:xfrm>
                <a:off x="9472421" y="3604259"/>
                <a:ext cx="21590" cy="167005"/>
              </a:xfrm>
              <a:custGeom>
                <a:rect b="b" l="l" r="r" t="t"/>
                <a:pathLst>
                  <a:path extrusionOk="0" h="167004" w="21590">
                    <a:moveTo>
                      <a:pt x="0" y="0"/>
                    </a:moveTo>
                    <a:lnTo>
                      <a:pt x="523" y="14835"/>
                    </a:lnTo>
                    <a:lnTo>
                      <a:pt x="1905" y="28955"/>
                    </a:lnTo>
                    <a:lnTo>
                      <a:pt x="3857" y="43076"/>
                    </a:lnTo>
                    <a:lnTo>
                      <a:pt x="6096" y="57912"/>
                    </a:lnTo>
                    <a:lnTo>
                      <a:pt x="8251" y="75176"/>
                    </a:lnTo>
                    <a:lnTo>
                      <a:pt x="10191" y="92583"/>
                    </a:lnTo>
                    <a:lnTo>
                      <a:pt x="11989" y="109989"/>
                    </a:lnTo>
                    <a:lnTo>
                      <a:pt x="13716" y="127254"/>
                    </a:lnTo>
                    <a:lnTo>
                      <a:pt x="14585" y="137731"/>
                    </a:lnTo>
                    <a:lnTo>
                      <a:pt x="15525" y="147637"/>
                    </a:lnTo>
                    <a:lnTo>
                      <a:pt x="17466" y="157257"/>
                    </a:lnTo>
                    <a:lnTo>
                      <a:pt x="21336" y="166878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813" name="Google Shape;1813;p16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9525880" y="3552431"/>
                <a:ext cx="129434" cy="19966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14" name="Google Shape;1814;p16"/>
            <p:cNvGrpSpPr/>
            <p:nvPr/>
          </p:nvGrpSpPr>
          <p:grpSpPr>
            <a:xfrm>
              <a:off x="7232891" y="4316717"/>
              <a:ext cx="418363" cy="275349"/>
              <a:chOff x="7232891" y="4316717"/>
              <a:chExt cx="418363" cy="275349"/>
            </a:xfrm>
          </p:grpSpPr>
          <p:sp>
            <p:nvSpPr>
              <p:cNvPr id="1815" name="Google Shape;1815;p16"/>
              <p:cNvSpPr/>
              <p:nvPr/>
            </p:nvSpPr>
            <p:spPr>
              <a:xfrm>
                <a:off x="7242047" y="4334256"/>
                <a:ext cx="33655" cy="257810"/>
              </a:xfrm>
              <a:custGeom>
                <a:rect b="b" l="l" r="r" t="t"/>
                <a:pathLst>
                  <a:path extrusionOk="0" h="257810" w="33654">
                    <a:moveTo>
                      <a:pt x="0" y="0"/>
                    </a:moveTo>
                    <a:lnTo>
                      <a:pt x="8667" y="41910"/>
                    </a:lnTo>
                    <a:lnTo>
                      <a:pt x="14478" y="83820"/>
                    </a:lnTo>
                    <a:lnTo>
                      <a:pt x="20097" y="137541"/>
                    </a:lnTo>
                    <a:lnTo>
                      <a:pt x="25146" y="191262"/>
                    </a:lnTo>
                    <a:lnTo>
                      <a:pt x="26324" y="206680"/>
                    </a:lnTo>
                    <a:lnTo>
                      <a:pt x="27717" y="222027"/>
                    </a:lnTo>
                    <a:lnTo>
                      <a:pt x="29539" y="237232"/>
                    </a:lnTo>
                    <a:lnTo>
                      <a:pt x="32004" y="252222"/>
                    </a:lnTo>
                    <a:lnTo>
                      <a:pt x="32766" y="256032"/>
                    </a:lnTo>
                    <a:lnTo>
                      <a:pt x="31242" y="257556"/>
                    </a:lnTo>
                    <a:lnTo>
                      <a:pt x="33528" y="257556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816" name="Google Shape;1816;p16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7232891" y="4388821"/>
                <a:ext cx="119433" cy="1108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17" name="Google Shape;1817;p16"/>
              <p:cNvSpPr/>
              <p:nvPr/>
            </p:nvSpPr>
            <p:spPr>
              <a:xfrm>
                <a:off x="7387589" y="4377690"/>
                <a:ext cx="10160" cy="116839"/>
              </a:xfrm>
              <a:custGeom>
                <a:rect b="b" l="l" r="r" t="t"/>
                <a:pathLst>
                  <a:path extrusionOk="0" h="116839" w="10159">
                    <a:moveTo>
                      <a:pt x="0" y="0"/>
                    </a:moveTo>
                    <a:lnTo>
                      <a:pt x="9144" y="46482"/>
                    </a:lnTo>
                    <a:lnTo>
                      <a:pt x="9715" y="73533"/>
                    </a:lnTo>
                    <a:lnTo>
                      <a:pt x="9572" y="86987"/>
                    </a:lnTo>
                    <a:lnTo>
                      <a:pt x="9144" y="100584"/>
                    </a:lnTo>
                    <a:lnTo>
                      <a:pt x="9144" y="108966"/>
                    </a:lnTo>
                    <a:lnTo>
                      <a:pt x="9144" y="111252"/>
                    </a:lnTo>
                    <a:lnTo>
                      <a:pt x="8382" y="116586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8" name="Google Shape;1818;p16"/>
              <p:cNvSpPr/>
              <p:nvPr/>
            </p:nvSpPr>
            <p:spPr>
              <a:xfrm>
                <a:off x="7384541" y="4316730"/>
                <a:ext cx="1905" cy="13970"/>
              </a:xfrm>
              <a:custGeom>
                <a:rect b="b" l="l" r="r" t="t"/>
                <a:pathLst>
                  <a:path extrusionOk="0" h="13970" w="1904">
                    <a:moveTo>
                      <a:pt x="0" y="0"/>
                    </a:moveTo>
                    <a:lnTo>
                      <a:pt x="0" y="4572"/>
                    </a:lnTo>
                    <a:lnTo>
                      <a:pt x="762" y="9144"/>
                    </a:lnTo>
                    <a:lnTo>
                      <a:pt x="1524" y="13716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819" name="Google Shape;1819;p16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7429213" y="4316717"/>
                <a:ext cx="222041" cy="1897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820" name="Google Shape;1820;p16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8063851" y="4266806"/>
              <a:ext cx="219100" cy="2099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1" name="Google Shape;1821;p16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8707646" y="4229849"/>
              <a:ext cx="130041" cy="2080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2" name="Google Shape;1822;p16"/>
            <p:cNvSpPr/>
            <p:nvPr/>
          </p:nvSpPr>
          <p:spPr>
            <a:xfrm>
              <a:off x="8918924" y="4306823"/>
              <a:ext cx="6985" cy="89535"/>
            </a:xfrm>
            <a:custGeom>
              <a:rect b="b" l="l" r="r" t="t"/>
              <a:pathLst>
                <a:path extrusionOk="0" h="89535" w="6984">
                  <a:moveTo>
                    <a:pt x="3333" y="0"/>
                  </a:moveTo>
                  <a:lnTo>
                    <a:pt x="1809" y="44958"/>
                  </a:lnTo>
                  <a:lnTo>
                    <a:pt x="0" y="66960"/>
                  </a:lnTo>
                  <a:lnTo>
                    <a:pt x="202" y="79140"/>
                  </a:lnTo>
                  <a:lnTo>
                    <a:pt x="3333" y="88392"/>
                  </a:lnTo>
                  <a:lnTo>
                    <a:pt x="4095" y="88392"/>
                  </a:lnTo>
                  <a:lnTo>
                    <a:pt x="4857" y="89154"/>
                  </a:lnTo>
                  <a:lnTo>
                    <a:pt x="6381" y="8915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23" name="Google Shape;1823;p16"/>
            <p:cNvGrpSpPr/>
            <p:nvPr/>
          </p:nvGrpSpPr>
          <p:grpSpPr>
            <a:xfrm>
              <a:off x="8923782" y="4219193"/>
              <a:ext cx="312432" cy="308229"/>
              <a:chOff x="8923782" y="4219193"/>
              <a:chExt cx="312432" cy="308229"/>
            </a:xfrm>
          </p:grpSpPr>
          <p:sp>
            <p:nvSpPr>
              <p:cNvPr id="1824" name="Google Shape;1824;p16"/>
              <p:cNvSpPr/>
              <p:nvPr/>
            </p:nvSpPr>
            <p:spPr>
              <a:xfrm>
                <a:off x="8923782" y="4219193"/>
                <a:ext cx="12700" cy="17780"/>
              </a:xfrm>
              <a:custGeom>
                <a:rect b="b" l="l" r="r" t="t"/>
                <a:pathLst>
                  <a:path extrusionOk="0" h="17779" w="12700">
                    <a:moveTo>
                      <a:pt x="8381" y="15239"/>
                    </a:moveTo>
                    <a:lnTo>
                      <a:pt x="3047" y="5333"/>
                    </a:lnTo>
                    <a:lnTo>
                      <a:pt x="0" y="0"/>
                    </a:lnTo>
                    <a:lnTo>
                      <a:pt x="3809" y="6095"/>
                    </a:lnTo>
                    <a:lnTo>
                      <a:pt x="7619" y="11429"/>
                    </a:lnTo>
                    <a:lnTo>
                      <a:pt x="12191" y="17525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5" name="Google Shape;1825;p16"/>
              <p:cNvSpPr/>
              <p:nvPr/>
            </p:nvSpPr>
            <p:spPr>
              <a:xfrm>
                <a:off x="8976360" y="4264532"/>
                <a:ext cx="167005" cy="262890"/>
              </a:xfrm>
              <a:custGeom>
                <a:rect b="b" l="l" r="r" t="t"/>
                <a:pathLst>
                  <a:path extrusionOk="0" h="262889" w="167004">
                    <a:moveTo>
                      <a:pt x="56388" y="80390"/>
                    </a:moveTo>
                    <a:lnTo>
                      <a:pt x="50292" y="34670"/>
                    </a:lnTo>
                    <a:lnTo>
                      <a:pt x="27170" y="47"/>
                    </a:lnTo>
                    <a:lnTo>
                      <a:pt x="21145" y="0"/>
                    </a:lnTo>
                    <a:lnTo>
                      <a:pt x="15406" y="2238"/>
                    </a:lnTo>
                    <a:lnTo>
                      <a:pt x="10668" y="6476"/>
                    </a:lnTo>
                    <a:lnTo>
                      <a:pt x="6369" y="14656"/>
                    </a:lnTo>
                    <a:lnTo>
                      <a:pt x="3714" y="23907"/>
                    </a:lnTo>
                    <a:lnTo>
                      <a:pt x="2631" y="33587"/>
                    </a:lnTo>
                    <a:lnTo>
                      <a:pt x="3048" y="43052"/>
                    </a:lnTo>
                    <a:lnTo>
                      <a:pt x="32182" y="76569"/>
                    </a:lnTo>
                    <a:lnTo>
                      <a:pt x="39338" y="81819"/>
                    </a:lnTo>
                    <a:lnTo>
                      <a:pt x="54483" y="128396"/>
                    </a:lnTo>
                    <a:lnTo>
                      <a:pt x="48065" y="182213"/>
                    </a:lnTo>
                    <a:lnTo>
                      <a:pt x="37992" y="225551"/>
                    </a:lnTo>
                    <a:lnTo>
                      <a:pt x="19776" y="262366"/>
                    </a:lnTo>
                    <a:lnTo>
                      <a:pt x="12954" y="260222"/>
                    </a:lnTo>
                    <a:lnTo>
                      <a:pt x="5572" y="248733"/>
                    </a:lnTo>
                    <a:lnTo>
                      <a:pt x="1905" y="233457"/>
                    </a:lnTo>
                    <a:lnTo>
                      <a:pt x="523" y="217467"/>
                    </a:lnTo>
                    <a:lnTo>
                      <a:pt x="0" y="203834"/>
                    </a:lnTo>
                    <a:lnTo>
                      <a:pt x="500" y="179784"/>
                    </a:lnTo>
                    <a:lnTo>
                      <a:pt x="9215" y="133969"/>
                    </a:lnTo>
                    <a:lnTo>
                      <a:pt x="27408" y="95083"/>
                    </a:lnTo>
                    <a:lnTo>
                      <a:pt x="67056" y="53720"/>
                    </a:lnTo>
                    <a:lnTo>
                      <a:pt x="102108" y="34670"/>
                    </a:lnTo>
                    <a:lnTo>
                      <a:pt x="106680" y="33146"/>
                    </a:lnTo>
                    <a:lnTo>
                      <a:pt x="106680" y="34670"/>
                    </a:lnTo>
                    <a:lnTo>
                      <a:pt x="110490" y="34670"/>
                    </a:lnTo>
                    <a:lnTo>
                      <a:pt x="109978" y="52280"/>
                    </a:lnTo>
                    <a:lnTo>
                      <a:pt x="109251" y="70389"/>
                    </a:lnTo>
                    <a:lnTo>
                      <a:pt x="109525" y="88356"/>
                    </a:lnTo>
                    <a:lnTo>
                      <a:pt x="126908" y="125253"/>
                    </a:lnTo>
                    <a:lnTo>
                      <a:pt x="136398" y="126872"/>
                    </a:lnTo>
                    <a:lnTo>
                      <a:pt x="145339" y="126813"/>
                    </a:lnTo>
                    <a:lnTo>
                      <a:pt x="152495" y="124682"/>
                    </a:lnTo>
                    <a:lnTo>
                      <a:pt x="159222" y="120979"/>
                    </a:lnTo>
                    <a:lnTo>
                      <a:pt x="166878" y="11620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826" name="Google Shape;1826;p16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9067692" y="4268175"/>
                <a:ext cx="168522" cy="11790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27" name="Google Shape;1827;p16"/>
            <p:cNvGrpSpPr/>
            <p:nvPr/>
          </p:nvGrpSpPr>
          <p:grpSpPr>
            <a:xfrm>
              <a:off x="9317069" y="4162043"/>
              <a:ext cx="677576" cy="203708"/>
              <a:chOff x="9317069" y="4162043"/>
              <a:chExt cx="677576" cy="203708"/>
            </a:xfrm>
          </p:grpSpPr>
          <p:sp>
            <p:nvSpPr>
              <p:cNvPr id="1828" name="Google Shape;1828;p16"/>
              <p:cNvSpPr/>
              <p:nvPr/>
            </p:nvSpPr>
            <p:spPr>
              <a:xfrm>
                <a:off x="9317069" y="4165091"/>
                <a:ext cx="147320" cy="200660"/>
              </a:xfrm>
              <a:custGeom>
                <a:rect b="b" l="l" r="r" t="t"/>
                <a:pathLst>
                  <a:path extrusionOk="0" h="200660" w="147320">
                    <a:moveTo>
                      <a:pt x="38004" y="0"/>
                    </a:moveTo>
                    <a:lnTo>
                      <a:pt x="52768" y="36099"/>
                    </a:lnTo>
                    <a:lnTo>
                      <a:pt x="57816" y="76200"/>
                    </a:lnTo>
                    <a:lnTo>
                      <a:pt x="60769" y="119634"/>
                    </a:lnTo>
                    <a:lnTo>
                      <a:pt x="61781" y="141351"/>
                    </a:lnTo>
                    <a:lnTo>
                      <a:pt x="63150" y="163068"/>
                    </a:lnTo>
                    <a:lnTo>
                      <a:pt x="63734" y="171509"/>
                    </a:lnTo>
                    <a:lnTo>
                      <a:pt x="64388" y="179736"/>
                    </a:lnTo>
                    <a:lnTo>
                      <a:pt x="65186" y="187821"/>
                    </a:lnTo>
                    <a:lnTo>
                      <a:pt x="66198" y="195834"/>
                    </a:lnTo>
                    <a:lnTo>
                      <a:pt x="65234" y="195941"/>
                    </a:lnTo>
                    <a:lnTo>
                      <a:pt x="63055" y="189261"/>
                    </a:lnTo>
                    <a:lnTo>
                      <a:pt x="60733" y="180724"/>
                    </a:lnTo>
                    <a:lnTo>
                      <a:pt x="59340" y="175260"/>
                    </a:lnTo>
                    <a:lnTo>
                      <a:pt x="53423" y="162044"/>
                    </a:lnTo>
                    <a:lnTo>
                      <a:pt x="30384" y="124968"/>
                    </a:lnTo>
                    <a:lnTo>
                      <a:pt x="0" y="145732"/>
                    </a:lnTo>
                    <a:lnTo>
                      <a:pt x="202" y="160043"/>
                    </a:lnTo>
                    <a:lnTo>
                      <a:pt x="29301" y="198036"/>
                    </a:lnTo>
                    <a:lnTo>
                      <a:pt x="42576" y="200406"/>
                    </a:lnTo>
                    <a:lnTo>
                      <a:pt x="58138" y="199632"/>
                    </a:lnTo>
                    <a:lnTo>
                      <a:pt x="98964" y="178308"/>
                    </a:lnTo>
                    <a:lnTo>
                      <a:pt x="119217" y="141767"/>
                    </a:lnTo>
                    <a:lnTo>
                      <a:pt x="122467" y="118752"/>
                    </a:lnTo>
                    <a:lnTo>
                      <a:pt x="122396" y="109346"/>
                    </a:lnTo>
                    <a:lnTo>
                      <a:pt x="122039" y="99941"/>
                    </a:lnTo>
                    <a:lnTo>
                      <a:pt x="121824" y="90677"/>
                    </a:lnTo>
                    <a:lnTo>
                      <a:pt x="121824" y="97535"/>
                    </a:lnTo>
                    <a:lnTo>
                      <a:pt x="121824" y="101346"/>
                    </a:lnTo>
                    <a:lnTo>
                      <a:pt x="121824" y="108203"/>
                    </a:lnTo>
                    <a:lnTo>
                      <a:pt x="121646" y="120443"/>
                    </a:lnTo>
                    <a:lnTo>
                      <a:pt x="126313" y="165020"/>
                    </a:lnTo>
                    <a:lnTo>
                      <a:pt x="141636" y="178307"/>
                    </a:lnTo>
                    <a:lnTo>
                      <a:pt x="143160" y="178307"/>
                    </a:lnTo>
                    <a:lnTo>
                      <a:pt x="145446" y="178307"/>
                    </a:lnTo>
                    <a:lnTo>
                      <a:pt x="146970" y="178307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9" name="Google Shape;1829;p16"/>
              <p:cNvSpPr/>
              <p:nvPr/>
            </p:nvSpPr>
            <p:spPr>
              <a:xfrm>
                <a:off x="9432797" y="4200143"/>
                <a:ext cx="15240" cy="32384"/>
              </a:xfrm>
              <a:custGeom>
                <a:rect b="b" l="l" r="r" t="t"/>
                <a:pathLst>
                  <a:path extrusionOk="0" h="32385" w="15240">
                    <a:moveTo>
                      <a:pt x="15240" y="32003"/>
                    </a:moveTo>
                    <a:lnTo>
                      <a:pt x="10715" y="24431"/>
                    </a:lnTo>
                    <a:lnTo>
                      <a:pt x="6477" y="16573"/>
                    </a:lnTo>
                    <a:lnTo>
                      <a:pt x="2809" y="8429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0" name="Google Shape;1830;p16"/>
              <p:cNvSpPr/>
              <p:nvPr/>
            </p:nvSpPr>
            <p:spPr>
              <a:xfrm>
                <a:off x="9494519" y="4213859"/>
                <a:ext cx="124460" cy="121920"/>
              </a:xfrm>
              <a:custGeom>
                <a:rect b="b" l="l" r="r" t="t"/>
                <a:pathLst>
                  <a:path extrusionOk="0" h="121920" w="124459">
                    <a:moveTo>
                      <a:pt x="0" y="23622"/>
                    </a:moveTo>
                    <a:lnTo>
                      <a:pt x="27432" y="57912"/>
                    </a:lnTo>
                    <a:lnTo>
                      <a:pt x="31075" y="87594"/>
                    </a:lnTo>
                    <a:lnTo>
                      <a:pt x="30480" y="97536"/>
                    </a:lnTo>
                    <a:lnTo>
                      <a:pt x="30480" y="103632"/>
                    </a:lnTo>
                    <a:lnTo>
                      <a:pt x="28956" y="107442"/>
                    </a:lnTo>
                    <a:lnTo>
                      <a:pt x="25908" y="112776"/>
                    </a:lnTo>
                    <a:lnTo>
                      <a:pt x="22860" y="106680"/>
                    </a:lnTo>
                    <a:lnTo>
                      <a:pt x="22098" y="99060"/>
                    </a:lnTo>
                    <a:lnTo>
                      <a:pt x="22860" y="91440"/>
                    </a:lnTo>
                    <a:lnTo>
                      <a:pt x="35075" y="47720"/>
                    </a:lnTo>
                    <a:lnTo>
                      <a:pt x="58400" y="9108"/>
                    </a:lnTo>
                    <a:lnTo>
                      <a:pt x="79248" y="0"/>
                    </a:lnTo>
                    <a:lnTo>
                      <a:pt x="83058" y="2286"/>
                    </a:lnTo>
                    <a:lnTo>
                      <a:pt x="86868" y="6096"/>
                    </a:lnTo>
                    <a:lnTo>
                      <a:pt x="85344" y="16002"/>
                    </a:lnTo>
                    <a:lnTo>
                      <a:pt x="85344" y="20574"/>
                    </a:lnTo>
                    <a:lnTo>
                      <a:pt x="84724" y="30158"/>
                    </a:lnTo>
                    <a:lnTo>
                      <a:pt x="83248" y="39528"/>
                    </a:lnTo>
                    <a:lnTo>
                      <a:pt x="81486" y="48756"/>
                    </a:lnTo>
                    <a:lnTo>
                      <a:pt x="80010" y="57912"/>
                    </a:lnTo>
                    <a:lnTo>
                      <a:pt x="79140" y="68306"/>
                    </a:lnTo>
                    <a:lnTo>
                      <a:pt x="78771" y="78771"/>
                    </a:lnTo>
                    <a:lnTo>
                      <a:pt x="78831" y="89094"/>
                    </a:lnTo>
                    <a:lnTo>
                      <a:pt x="96012" y="121920"/>
                    </a:lnTo>
                    <a:lnTo>
                      <a:pt x="104489" y="121860"/>
                    </a:lnTo>
                    <a:lnTo>
                      <a:pt x="111252" y="119729"/>
                    </a:lnTo>
                    <a:lnTo>
                      <a:pt x="117443" y="116026"/>
                    </a:lnTo>
                    <a:lnTo>
                      <a:pt x="124206" y="11125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1" name="Google Shape;1831;p16"/>
              <p:cNvSpPr/>
              <p:nvPr/>
            </p:nvSpPr>
            <p:spPr>
              <a:xfrm>
                <a:off x="9570672" y="4223003"/>
                <a:ext cx="61594" cy="45720"/>
              </a:xfrm>
              <a:custGeom>
                <a:rect b="b" l="l" r="r" t="t"/>
                <a:pathLst>
                  <a:path extrusionOk="0" h="45720" w="61595">
                    <a:moveTo>
                      <a:pt x="1571" y="25908"/>
                    </a:moveTo>
                    <a:lnTo>
                      <a:pt x="27253" y="45398"/>
                    </a:lnTo>
                    <a:lnTo>
                      <a:pt x="36718" y="45053"/>
                    </a:lnTo>
                    <a:lnTo>
                      <a:pt x="45755" y="43136"/>
                    </a:lnTo>
                    <a:lnTo>
                      <a:pt x="54149" y="38862"/>
                    </a:lnTo>
                    <a:lnTo>
                      <a:pt x="61007" y="34290"/>
                    </a:lnTo>
                    <a:lnTo>
                      <a:pt x="60245" y="23622"/>
                    </a:lnTo>
                    <a:lnTo>
                      <a:pt x="29003" y="1524"/>
                    </a:lnTo>
                    <a:lnTo>
                      <a:pt x="17573" y="0"/>
                    </a:lnTo>
                    <a:lnTo>
                      <a:pt x="18335" y="6858"/>
                    </a:lnTo>
                    <a:lnTo>
                      <a:pt x="18335" y="1524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2" name="Google Shape;1832;p16"/>
              <p:cNvSpPr/>
              <p:nvPr/>
            </p:nvSpPr>
            <p:spPr>
              <a:xfrm>
                <a:off x="9658135" y="4222241"/>
                <a:ext cx="76200" cy="100965"/>
              </a:xfrm>
              <a:custGeom>
                <a:rect b="b" l="l" r="r" t="t"/>
                <a:pathLst>
                  <a:path extrusionOk="0" h="100964" w="76200">
                    <a:moveTo>
                      <a:pt x="36028" y="19812"/>
                    </a:moveTo>
                    <a:lnTo>
                      <a:pt x="36028" y="12192"/>
                    </a:lnTo>
                    <a:lnTo>
                      <a:pt x="40600" y="0"/>
                    </a:lnTo>
                    <a:lnTo>
                      <a:pt x="30694" y="0"/>
                    </a:lnTo>
                    <a:lnTo>
                      <a:pt x="3667" y="40921"/>
                    </a:lnTo>
                    <a:lnTo>
                      <a:pt x="0" y="69139"/>
                    </a:lnTo>
                    <a:lnTo>
                      <a:pt x="1738" y="81534"/>
                    </a:lnTo>
                    <a:lnTo>
                      <a:pt x="8108" y="91261"/>
                    </a:lnTo>
                    <a:lnTo>
                      <a:pt x="17264" y="97059"/>
                    </a:lnTo>
                    <a:lnTo>
                      <a:pt x="27991" y="99857"/>
                    </a:lnTo>
                    <a:lnTo>
                      <a:pt x="39076" y="100584"/>
                    </a:lnTo>
                    <a:lnTo>
                      <a:pt x="50041" y="99607"/>
                    </a:lnTo>
                    <a:lnTo>
                      <a:pt x="58793" y="96774"/>
                    </a:lnTo>
                    <a:lnTo>
                      <a:pt x="66829" y="92225"/>
                    </a:lnTo>
                    <a:lnTo>
                      <a:pt x="75652" y="86106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3" name="Google Shape;1833;p16"/>
              <p:cNvSpPr/>
              <p:nvPr/>
            </p:nvSpPr>
            <p:spPr>
              <a:xfrm>
                <a:off x="9724167" y="4162043"/>
                <a:ext cx="27305" cy="163195"/>
              </a:xfrm>
              <a:custGeom>
                <a:rect b="b" l="l" r="r" t="t"/>
                <a:pathLst>
                  <a:path extrusionOk="0" h="163195" w="27304">
                    <a:moveTo>
                      <a:pt x="27146" y="75437"/>
                    </a:moveTo>
                    <a:lnTo>
                      <a:pt x="16323" y="27324"/>
                    </a:lnTo>
                    <a:lnTo>
                      <a:pt x="8858" y="4571"/>
                    </a:lnTo>
                    <a:lnTo>
                      <a:pt x="8858" y="3047"/>
                    </a:lnTo>
                    <a:lnTo>
                      <a:pt x="2000" y="34289"/>
                    </a:lnTo>
                    <a:lnTo>
                      <a:pt x="821" y="54078"/>
                    </a:lnTo>
                    <a:lnTo>
                      <a:pt x="0" y="74294"/>
                    </a:lnTo>
                    <a:lnTo>
                      <a:pt x="178" y="94511"/>
                    </a:lnTo>
                    <a:lnTo>
                      <a:pt x="2000" y="114299"/>
                    </a:lnTo>
                    <a:lnTo>
                      <a:pt x="4548" y="127492"/>
                    </a:lnTo>
                    <a:lnTo>
                      <a:pt x="8667" y="139826"/>
                    </a:lnTo>
                    <a:lnTo>
                      <a:pt x="14216" y="151590"/>
                    </a:lnTo>
                    <a:lnTo>
                      <a:pt x="21050" y="163067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4" name="Google Shape;1834;p16"/>
              <p:cNvSpPr/>
              <p:nvPr/>
            </p:nvSpPr>
            <p:spPr>
              <a:xfrm>
                <a:off x="9723881" y="4243577"/>
                <a:ext cx="78740" cy="64769"/>
              </a:xfrm>
              <a:custGeom>
                <a:rect b="b" l="l" r="r" t="t"/>
                <a:pathLst>
                  <a:path extrusionOk="0" h="64770" w="78740">
                    <a:moveTo>
                      <a:pt x="0" y="10667"/>
                    </a:moveTo>
                    <a:lnTo>
                      <a:pt x="10406" y="9191"/>
                    </a:lnTo>
                    <a:lnTo>
                      <a:pt x="20955" y="8000"/>
                    </a:lnTo>
                    <a:lnTo>
                      <a:pt x="31503" y="6810"/>
                    </a:lnTo>
                    <a:lnTo>
                      <a:pt x="41910" y="5333"/>
                    </a:lnTo>
                    <a:lnTo>
                      <a:pt x="48648" y="4393"/>
                    </a:lnTo>
                    <a:lnTo>
                      <a:pt x="55244" y="2952"/>
                    </a:lnTo>
                    <a:lnTo>
                      <a:pt x="61841" y="1369"/>
                    </a:lnTo>
                    <a:lnTo>
                      <a:pt x="68580" y="0"/>
                    </a:lnTo>
                    <a:lnTo>
                      <a:pt x="69342" y="0"/>
                    </a:lnTo>
                    <a:lnTo>
                      <a:pt x="68961" y="7643"/>
                    </a:lnTo>
                    <a:lnTo>
                      <a:pt x="68008" y="14858"/>
                    </a:lnTo>
                    <a:lnTo>
                      <a:pt x="66770" y="22074"/>
                    </a:lnTo>
                    <a:lnTo>
                      <a:pt x="65532" y="29717"/>
                    </a:lnTo>
                    <a:lnTo>
                      <a:pt x="64341" y="36385"/>
                    </a:lnTo>
                    <a:lnTo>
                      <a:pt x="63436" y="44195"/>
                    </a:lnTo>
                    <a:lnTo>
                      <a:pt x="63388" y="52006"/>
                    </a:lnTo>
                    <a:lnTo>
                      <a:pt x="64770" y="58673"/>
                    </a:lnTo>
                    <a:lnTo>
                      <a:pt x="67818" y="64769"/>
                    </a:lnTo>
                    <a:lnTo>
                      <a:pt x="73152" y="64769"/>
                    </a:lnTo>
                    <a:lnTo>
                      <a:pt x="78486" y="64769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5" name="Google Shape;1835;p16"/>
              <p:cNvSpPr/>
              <p:nvPr/>
            </p:nvSpPr>
            <p:spPr>
              <a:xfrm>
                <a:off x="9787889" y="4184903"/>
                <a:ext cx="29845" cy="22860"/>
              </a:xfrm>
              <a:custGeom>
                <a:rect b="b" l="l" r="r" t="t"/>
                <a:pathLst>
                  <a:path extrusionOk="0" h="22860" w="29845">
                    <a:moveTo>
                      <a:pt x="29718" y="22860"/>
                    </a:moveTo>
                    <a:lnTo>
                      <a:pt x="24503" y="15109"/>
                    </a:lnTo>
                    <a:lnTo>
                      <a:pt x="19431" y="8286"/>
                    </a:lnTo>
                    <a:lnTo>
                      <a:pt x="13215" y="3036"/>
                    </a:lnTo>
                    <a:lnTo>
                      <a:pt x="4572" y="0"/>
                    </a:lnTo>
                    <a:lnTo>
                      <a:pt x="762" y="0"/>
                    </a:lnTo>
                    <a:lnTo>
                      <a:pt x="0" y="762"/>
                    </a:lnTo>
                    <a:lnTo>
                      <a:pt x="762" y="457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6" name="Google Shape;1836;p16"/>
              <p:cNvSpPr/>
              <p:nvPr/>
            </p:nvSpPr>
            <p:spPr>
              <a:xfrm>
                <a:off x="9832752" y="4238243"/>
                <a:ext cx="29845" cy="83185"/>
              </a:xfrm>
              <a:custGeom>
                <a:rect b="b" l="l" r="r" t="t"/>
                <a:pathLst>
                  <a:path extrusionOk="0" h="83185" w="29845">
                    <a:moveTo>
                      <a:pt x="1619" y="44196"/>
                    </a:moveTo>
                    <a:lnTo>
                      <a:pt x="773" y="50446"/>
                    </a:lnTo>
                    <a:lnTo>
                      <a:pt x="0" y="58769"/>
                    </a:lnTo>
                    <a:lnTo>
                      <a:pt x="226" y="67234"/>
                    </a:lnTo>
                    <a:lnTo>
                      <a:pt x="2381" y="73914"/>
                    </a:lnTo>
                    <a:lnTo>
                      <a:pt x="6191" y="78486"/>
                    </a:lnTo>
                    <a:lnTo>
                      <a:pt x="17621" y="83058"/>
                    </a:lnTo>
                    <a:lnTo>
                      <a:pt x="23717" y="79248"/>
                    </a:lnTo>
                    <a:lnTo>
                      <a:pt x="27872" y="74342"/>
                    </a:lnTo>
                    <a:lnTo>
                      <a:pt x="29527" y="67437"/>
                    </a:lnTo>
                    <a:lnTo>
                      <a:pt x="29610" y="59959"/>
                    </a:lnTo>
                    <a:lnTo>
                      <a:pt x="29051" y="53340"/>
                    </a:lnTo>
                    <a:lnTo>
                      <a:pt x="14573" y="15240"/>
                    </a:lnTo>
                    <a:lnTo>
                      <a:pt x="5429" y="4572"/>
                    </a:lnTo>
                    <a:lnTo>
                      <a:pt x="857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7" name="Google Shape;1837;p16"/>
              <p:cNvSpPr/>
              <p:nvPr/>
            </p:nvSpPr>
            <p:spPr>
              <a:xfrm>
                <a:off x="9877043" y="4232909"/>
                <a:ext cx="52069" cy="76200"/>
              </a:xfrm>
              <a:custGeom>
                <a:rect b="b" l="l" r="r" t="t"/>
                <a:pathLst>
                  <a:path extrusionOk="0" h="76200" w="52070">
                    <a:moveTo>
                      <a:pt x="9905" y="23622"/>
                    </a:moveTo>
                    <a:lnTo>
                      <a:pt x="9310" y="32289"/>
                    </a:lnTo>
                    <a:lnTo>
                      <a:pt x="8572" y="40386"/>
                    </a:lnTo>
                    <a:lnTo>
                      <a:pt x="7548" y="48482"/>
                    </a:lnTo>
                    <a:lnTo>
                      <a:pt x="6095" y="57150"/>
                    </a:lnTo>
                    <a:lnTo>
                      <a:pt x="5333" y="62484"/>
                    </a:lnTo>
                    <a:lnTo>
                      <a:pt x="5333" y="68580"/>
                    </a:lnTo>
                    <a:lnTo>
                      <a:pt x="3047" y="73914"/>
                    </a:lnTo>
                    <a:lnTo>
                      <a:pt x="2285" y="75438"/>
                    </a:lnTo>
                    <a:lnTo>
                      <a:pt x="3047" y="76200"/>
                    </a:lnTo>
                    <a:lnTo>
                      <a:pt x="2285" y="75438"/>
                    </a:lnTo>
                    <a:lnTo>
                      <a:pt x="761" y="71628"/>
                    </a:lnTo>
                    <a:lnTo>
                      <a:pt x="0" y="64008"/>
                    </a:lnTo>
                    <a:lnTo>
                      <a:pt x="0" y="58674"/>
                    </a:lnTo>
                    <a:lnTo>
                      <a:pt x="9905" y="18288"/>
                    </a:lnTo>
                    <a:lnTo>
                      <a:pt x="44957" y="0"/>
                    </a:lnTo>
                    <a:lnTo>
                      <a:pt x="47243" y="11430"/>
                    </a:lnTo>
                    <a:lnTo>
                      <a:pt x="49529" y="19050"/>
                    </a:lnTo>
                    <a:lnTo>
                      <a:pt x="50732" y="26027"/>
                    </a:lnTo>
                    <a:lnTo>
                      <a:pt x="51149" y="33147"/>
                    </a:lnTo>
                    <a:lnTo>
                      <a:pt x="51137" y="40266"/>
                    </a:lnTo>
                    <a:lnTo>
                      <a:pt x="51053" y="47244"/>
                    </a:lnTo>
                    <a:lnTo>
                      <a:pt x="51815" y="51054"/>
                    </a:lnTo>
                    <a:lnTo>
                      <a:pt x="51053" y="54864"/>
                    </a:lnTo>
                    <a:lnTo>
                      <a:pt x="51053" y="5867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8" name="Google Shape;1838;p16"/>
              <p:cNvSpPr/>
              <p:nvPr/>
            </p:nvSpPr>
            <p:spPr>
              <a:xfrm>
                <a:off x="9893045" y="4191761"/>
                <a:ext cx="101600" cy="114300"/>
              </a:xfrm>
              <a:custGeom>
                <a:rect b="b" l="l" r="r" t="t"/>
                <a:pathLst>
                  <a:path extrusionOk="0" h="114300" w="101600">
                    <a:moveTo>
                      <a:pt x="74675" y="0"/>
                    </a:moveTo>
                    <a:lnTo>
                      <a:pt x="68651" y="9953"/>
                    </a:lnTo>
                    <a:lnTo>
                      <a:pt x="64769" y="19050"/>
                    </a:lnTo>
                    <a:lnTo>
                      <a:pt x="63746" y="28717"/>
                    </a:lnTo>
                    <a:lnTo>
                      <a:pt x="66293" y="40386"/>
                    </a:lnTo>
                    <a:lnTo>
                      <a:pt x="71437" y="50601"/>
                    </a:lnTo>
                    <a:lnTo>
                      <a:pt x="78295" y="59817"/>
                    </a:lnTo>
                    <a:lnTo>
                      <a:pt x="86010" y="68460"/>
                    </a:lnTo>
                    <a:lnTo>
                      <a:pt x="93725" y="76962"/>
                    </a:lnTo>
                    <a:lnTo>
                      <a:pt x="98297" y="83058"/>
                    </a:lnTo>
                    <a:lnTo>
                      <a:pt x="100583" y="87630"/>
                    </a:lnTo>
                    <a:lnTo>
                      <a:pt x="101345" y="95250"/>
                    </a:lnTo>
                    <a:lnTo>
                      <a:pt x="101345" y="103632"/>
                    </a:lnTo>
                    <a:lnTo>
                      <a:pt x="87629" y="104394"/>
                    </a:lnTo>
                    <a:lnTo>
                      <a:pt x="81533" y="105918"/>
                    </a:lnTo>
                    <a:lnTo>
                      <a:pt x="38671" y="112990"/>
                    </a:lnTo>
                    <a:lnTo>
                      <a:pt x="11429" y="113538"/>
                    </a:lnTo>
                    <a:lnTo>
                      <a:pt x="7619" y="114300"/>
                    </a:lnTo>
                    <a:lnTo>
                      <a:pt x="0" y="11201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839" name="Google Shape;1839;p16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5670029" y="5343035"/>
              <a:ext cx="131089" cy="946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0" name="Google Shape;1840;p16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5080241" y="5537441"/>
              <a:ext cx="172237" cy="29091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41" name="Google Shape;1841;p16"/>
            <p:cNvGrpSpPr/>
            <p:nvPr/>
          </p:nvGrpSpPr>
          <p:grpSpPr>
            <a:xfrm>
              <a:off x="5352287" y="5471922"/>
              <a:ext cx="379095" cy="265430"/>
              <a:chOff x="5352287" y="5471922"/>
              <a:chExt cx="379095" cy="265430"/>
            </a:xfrm>
          </p:grpSpPr>
          <p:sp>
            <p:nvSpPr>
              <p:cNvPr id="1842" name="Google Shape;1842;p16"/>
              <p:cNvSpPr/>
              <p:nvPr/>
            </p:nvSpPr>
            <p:spPr>
              <a:xfrm>
                <a:off x="5352287" y="5641086"/>
                <a:ext cx="91440" cy="12700"/>
              </a:xfrm>
              <a:custGeom>
                <a:rect b="b" l="l" r="r" t="t"/>
                <a:pathLst>
                  <a:path extrusionOk="0" h="12700" w="91439">
                    <a:moveTo>
                      <a:pt x="0" y="12191"/>
                    </a:moveTo>
                    <a:lnTo>
                      <a:pt x="39624" y="9143"/>
                    </a:lnTo>
                    <a:lnTo>
                      <a:pt x="49220" y="6881"/>
                    </a:lnTo>
                    <a:lnTo>
                      <a:pt x="58673" y="4762"/>
                    </a:lnTo>
                    <a:lnTo>
                      <a:pt x="68127" y="2928"/>
                    </a:lnTo>
                    <a:lnTo>
                      <a:pt x="77724" y="1523"/>
                    </a:lnTo>
                    <a:lnTo>
                      <a:pt x="84582" y="761"/>
                    </a:lnTo>
                    <a:lnTo>
                      <a:pt x="87630" y="0"/>
                    </a:lnTo>
                    <a:lnTo>
                      <a:pt x="90678" y="4571"/>
                    </a:lnTo>
                    <a:lnTo>
                      <a:pt x="90678" y="5333"/>
                    </a:lnTo>
                    <a:lnTo>
                      <a:pt x="90678" y="6095"/>
                    </a:lnTo>
                    <a:lnTo>
                      <a:pt x="91440" y="6857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843" name="Google Shape;1843;p16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5493245" y="5555729"/>
                <a:ext cx="137185" cy="1524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44" name="Google Shape;1844;p16"/>
              <p:cNvSpPr/>
              <p:nvPr/>
            </p:nvSpPr>
            <p:spPr>
              <a:xfrm>
                <a:off x="5618987" y="5471922"/>
                <a:ext cx="112395" cy="265430"/>
              </a:xfrm>
              <a:custGeom>
                <a:rect b="b" l="l" r="r" t="t"/>
                <a:pathLst>
                  <a:path extrusionOk="0" h="265429" w="112395">
                    <a:moveTo>
                      <a:pt x="0" y="0"/>
                    </a:moveTo>
                    <a:lnTo>
                      <a:pt x="42862" y="14466"/>
                    </a:lnTo>
                    <a:lnTo>
                      <a:pt x="82581" y="55054"/>
                    </a:lnTo>
                    <a:lnTo>
                      <a:pt x="101346" y="89916"/>
                    </a:lnTo>
                    <a:lnTo>
                      <a:pt x="111156" y="129349"/>
                    </a:lnTo>
                    <a:lnTo>
                      <a:pt x="112383" y="149709"/>
                    </a:lnTo>
                    <a:lnTo>
                      <a:pt x="111252" y="169926"/>
                    </a:lnTo>
                    <a:lnTo>
                      <a:pt x="101822" y="206883"/>
                    </a:lnTo>
                    <a:lnTo>
                      <a:pt x="81534" y="239268"/>
                    </a:lnTo>
                    <a:lnTo>
                      <a:pt x="53244" y="260056"/>
                    </a:lnTo>
                    <a:lnTo>
                      <a:pt x="41910" y="265176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45" name="Google Shape;1845;p16"/>
            <p:cNvSpPr/>
            <p:nvPr/>
          </p:nvSpPr>
          <p:spPr>
            <a:xfrm>
              <a:off x="5008578" y="5508497"/>
              <a:ext cx="173355" cy="350520"/>
            </a:xfrm>
            <a:custGeom>
              <a:rect b="b" l="l" r="r" t="t"/>
              <a:pathLst>
                <a:path extrusionOk="0" h="350520" w="173354">
                  <a:moveTo>
                    <a:pt x="36623" y="0"/>
                  </a:moveTo>
                  <a:lnTo>
                    <a:pt x="10715" y="35052"/>
                  </a:lnTo>
                  <a:lnTo>
                    <a:pt x="3524" y="74199"/>
                  </a:lnTo>
                  <a:lnTo>
                    <a:pt x="47" y="114490"/>
                  </a:lnTo>
                  <a:lnTo>
                    <a:pt x="0" y="155067"/>
                  </a:lnTo>
                  <a:lnTo>
                    <a:pt x="3095" y="195072"/>
                  </a:lnTo>
                  <a:lnTo>
                    <a:pt x="16240" y="254698"/>
                  </a:lnTo>
                  <a:lnTo>
                    <a:pt x="44243" y="308610"/>
                  </a:lnTo>
                  <a:lnTo>
                    <a:pt x="78533" y="338709"/>
                  </a:lnTo>
                  <a:lnTo>
                    <a:pt x="121967" y="350520"/>
                  </a:lnTo>
                  <a:lnTo>
                    <a:pt x="138624" y="350412"/>
                  </a:lnTo>
                  <a:lnTo>
                    <a:pt x="151209" y="349662"/>
                  </a:lnTo>
                  <a:lnTo>
                    <a:pt x="161936" y="347626"/>
                  </a:lnTo>
                  <a:lnTo>
                    <a:pt x="173021" y="34366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46" name="Google Shape;1846;p16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5892533" y="5538965"/>
              <a:ext cx="121945" cy="113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7" name="Google Shape;1847;p16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6314681" y="5433047"/>
              <a:ext cx="230911" cy="2377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8" name="Google Shape;1848;p16"/>
            <p:cNvSpPr/>
            <p:nvPr/>
          </p:nvSpPr>
          <p:spPr>
            <a:xfrm>
              <a:off x="6631685" y="5523738"/>
              <a:ext cx="83185" cy="7620"/>
            </a:xfrm>
            <a:custGeom>
              <a:rect b="b" l="l" r="r" t="t"/>
              <a:pathLst>
                <a:path extrusionOk="0" h="7620" w="83184">
                  <a:moveTo>
                    <a:pt x="0" y="5333"/>
                  </a:moveTo>
                  <a:lnTo>
                    <a:pt x="11549" y="6429"/>
                  </a:lnTo>
                  <a:lnTo>
                    <a:pt x="23240" y="7238"/>
                  </a:lnTo>
                  <a:lnTo>
                    <a:pt x="34932" y="7477"/>
                  </a:lnTo>
                  <a:lnTo>
                    <a:pt x="46482" y="6857"/>
                  </a:lnTo>
                  <a:lnTo>
                    <a:pt x="54471" y="6036"/>
                  </a:lnTo>
                  <a:lnTo>
                    <a:pt x="62388" y="4857"/>
                  </a:lnTo>
                  <a:lnTo>
                    <a:pt x="70163" y="3536"/>
                  </a:lnTo>
                  <a:lnTo>
                    <a:pt x="77724" y="2285"/>
                  </a:lnTo>
                  <a:lnTo>
                    <a:pt x="80772" y="1523"/>
                  </a:lnTo>
                  <a:lnTo>
                    <a:pt x="80772" y="761"/>
                  </a:lnTo>
                  <a:lnTo>
                    <a:pt x="83058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49" name="Google Shape;1849;p16"/>
            <p:cNvGrpSpPr/>
            <p:nvPr/>
          </p:nvGrpSpPr>
          <p:grpSpPr>
            <a:xfrm>
              <a:off x="6776453" y="5333999"/>
              <a:ext cx="241566" cy="289560"/>
              <a:chOff x="6776453" y="5333999"/>
              <a:chExt cx="241566" cy="289560"/>
            </a:xfrm>
          </p:grpSpPr>
          <p:pic>
            <p:nvPicPr>
              <p:cNvPr id="1850" name="Google Shape;1850;p16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6776453" y="5404853"/>
                <a:ext cx="110860" cy="1608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51" name="Google Shape;1851;p16"/>
              <p:cNvSpPr/>
              <p:nvPr/>
            </p:nvSpPr>
            <p:spPr>
              <a:xfrm>
                <a:off x="6915149" y="5333999"/>
                <a:ext cx="102870" cy="289560"/>
              </a:xfrm>
              <a:custGeom>
                <a:rect b="b" l="l" r="r" t="t"/>
                <a:pathLst>
                  <a:path extrusionOk="0" h="289560" w="102870">
                    <a:moveTo>
                      <a:pt x="0" y="0"/>
                    </a:moveTo>
                    <a:lnTo>
                      <a:pt x="44196" y="19811"/>
                    </a:lnTo>
                    <a:lnTo>
                      <a:pt x="74390" y="56007"/>
                    </a:lnTo>
                    <a:lnTo>
                      <a:pt x="93726" y="99059"/>
                    </a:lnTo>
                    <a:lnTo>
                      <a:pt x="102774" y="149066"/>
                    </a:lnTo>
                    <a:lnTo>
                      <a:pt x="102191" y="175033"/>
                    </a:lnTo>
                    <a:lnTo>
                      <a:pt x="91642" y="215919"/>
                    </a:lnTo>
                    <a:lnTo>
                      <a:pt x="63246" y="260604"/>
                    </a:lnTo>
                    <a:lnTo>
                      <a:pt x="42136" y="282892"/>
                    </a:lnTo>
                    <a:lnTo>
                      <a:pt x="34290" y="28956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52" name="Google Shape;1852;p16"/>
            <p:cNvSpPr/>
            <p:nvPr/>
          </p:nvSpPr>
          <p:spPr>
            <a:xfrm>
              <a:off x="6219729" y="5408676"/>
              <a:ext cx="185420" cy="374015"/>
            </a:xfrm>
            <a:custGeom>
              <a:rect b="b" l="l" r="r" t="t"/>
              <a:pathLst>
                <a:path extrusionOk="0" h="374014" w="185420">
                  <a:moveTo>
                    <a:pt x="11906" y="0"/>
                  </a:moveTo>
                  <a:lnTo>
                    <a:pt x="7369" y="20228"/>
                  </a:lnTo>
                  <a:lnTo>
                    <a:pt x="4762" y="40100"/>
                  </a:lnTo>
                  <a:lnTo>
                    <a:pt x="3440" y="60114"/>
                  </a:lnTo>
                  <a:lnTo>
                    <a:pt x="2762" y="80772"/>
                  </a:lnTo>
                  <a:lnTo>
                    <a:pt x="988" y="121574"/>
                  </a:lnTo>
                  <a:lnTo>
                    <a:pt x="0" y="162591"/>
                  </a:lnTo>
                  <a:lnTo>
                    <a:pt x="1154" y="203465"/>
                  </a:lnTo>
                  <a:lnTo>
                    <a:pt x="5810" y="243840"/>
                  </a:lnTo>
                  <a:lnTo>
                    <a:pt x="18764" y="295465"/>
                  </a:lnTo>
                  <a:lnTo>
                    <a:pt x="45434" y="341376"/>
                  </a:lnTo>
                  <a:lnTo>
                    <a:pt x="77438" y="364521"/>
                  </a:lnTo>
                  <a:lnTo>
                    <a:pt x="116300" y="373380"/>
                  </a:lnTo>
                  <a:lnTo>
                    <a:pt x="134302" y="373641"/>
                  </a:lnTo>
                  <a:lnTo>
                    <a:pt x="151161" y="371474"/>
                  </a:lnTo>
                  <a:lnTo>
                    <a:pt x="167735" y="367593"/>
                  </a:lnTo>
                  <a:lnTo>
                    <a:pt x="184880" y="362711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53" name="Google Shape;1853;p16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6999719" y="5214353"/>
              <a:ext cx="135661" cy="1044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4" name="Google Shape;1854;p16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7139926" y="5438381"/>
              <a:ext cx="144043" cy="785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5" name="Google Shape;1855;p16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7476731" y="5220354"/>
              <a:ext cx="291049" cy="3171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0" name="Google Shape;18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0940" y="923812"/>
            <a:ext cx="173527" cy="1256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1" name="Google Shape;1861;p17"/>
          <p:cNvGrpSpPr/>
          <p:nvPr/>
        </p:nvGrpSpPr>
        <p:grpSpPr>
          <a:xfrm>
            <a:off x="1007118" y="1712360"/>
            <a:ext cx="771658" cy="296005"/>
            <a:chOff x="2079485" y="2642984"/>
            <a:chExt cx="673633" cy="236626"/>
          </a:xfrm>
        </p:grpSpPr>
        <p:pic>
          <p:nvPicPr>
            <p:cNvPr id="1862" name="Google Shape;1862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79485" y="2642984"/>
              <a:ext cx="343782" cy="2366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3" name="Google Shape;1863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56675" y="2698169"/>
              <a:ext cx="115051" cy="1517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4" name="Google Shape;1864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611361" y="2650235"/>
              <a:ext cx="141757" cy="19051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65" name="Google Shape;186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31993" y="1725229"/>
            <a:ext cx="224360" cy="2307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6" name="Google Shape;1866;p17"/>
          <p:cNvGrpSpPr/>
          <p:nvPr/>
        </p:nvGrpSpPr>
        <p:grpSpPr>
          <a:xfrm>
            <a:off x="2445646" y="2219948"/>
            <a:ext cx="6494836" cy="958314"/>
            <a:chOff x="2445646" y="2219948"/>
            <a:chExt cx="6494836" cy="958314"/>
          </a:xfrm>
        </p:grpSpPr>
        <p:grpSp>
          <p:nvGrpSpPr>
            <p:cNvPr id="1867" name="Google Shape;1867;p17"/>
            <p:cNvGrpSpPr/>
            <p:nvPr/>
          </p:nvGrpSpPr>
          <p:grpSpPr>
            <a:xfrm>
              <a:off x="2445646" y="2655582"/>
              <a:ext cx="359192" cy="522680"/>
              <a:chOff x="3335274" y="3396995"/>
              <a:chExt cx="313563" cy="417830"/>
            </a:xfrm>
          </p:grpSpPr>
          <p:sp>
            <p:nvSpPr>
              <p:cNvPr id="1868" name="Google Shape;1868;p17"/>
              <p:cNvSpPr/>
              <p:nvPr/>
            </p:nvSpPr>
            <p:spPr>
              <a:xfrm>
                <a:off x="3335274" y="3396995"/>
                <a:ext cx="161925" cy="417830"/>
              </a:xfrm>
              <a:custGeom>
                <a:rect b="b" l="l" r="r" t="t"/>
                <a:pathLst>
                  <a:path extrusionOk="0" h="417829" w="161925">
                    <a:moveTo>
                      <a:pt x="161544" y="0"/>
                    </a:moveTo>
                    <a:lnTo>
                      <a:pt x="138100" y="142"/>
                    </a:lnTo>
                    <a:lnTo>
                      <a:pt x="114585" y="571"/>
                    </a:lnTo>
                    <a:lnTo>
                      <a:pt x="90928" y="1285"/>
                    </a:lnTo>
                    <a:lnTo>
                      <a:pt x="67056" y="2286"/>
                    </a:lnTo>
                    <a:lnTo>
                      <a:pt x="50589" y="2202"/>
                    </a:lnTo>
                    <a:lnTo>
                      <a:pt x="33623" y="1619"/>
                    </a:lnTo>
                    <a:lnTo>
                      <a:pt x="16799" y="1750"/>
                    </a:lnTo>
                    <a:lnTo>
                      <a:pt x="762" y="3810"/>
                    </a:lnTo>
                    <a:lnTo>
                      <a:pt x="238" y="12954"/>
                    </a:lnTo>
                    <a:lnTo>
                      <a:pt x="0" y="22098"/>
                    </a:lnTo>
                    <a:lnTo>
                      <a:pt x="333" y="31242"/>
                    </a:lnTo>
                    <a:lnTo>
                      <a:pt x="1524" y="40386"/>
                    </a:lnTo>
                    <a:lnTo>
                      <a:pt x="5000" y="63817"/>
                    </a:lnTo>
                    <a:lnTo>
                      <a:pt x="9334" y="87249"/>
                    </a:lnTo>
                    <a:lnTo>
                      <a:pt x="13954" y="110680"/>
                    </a:lnTo>
                    <a:lnTo>
                      <a:pt x="18288" y="134112"/>
                    </a:lnTo>
                    <a:lnTo>
                      <a:pt x="29813" y="205454"/>
                    </a:lnTo>
                    <a:lnTo>
                      <a:pt x="39624" y="277368"/>
                    </a:lnTo>
                    <a:lnTo>
                      <a:pt x="43910" y="320420"/>
                    </a:lnTo>
                    <a:lnTo>
                      <a:pt x="46482" y="363474"/>
                    </a:lnTo>
                    <a:lnTo>
                      <a:pt x="47244" y="406146"/>
                    </a:lnTo>
                    <a:lnTo>
                      <a:pt x="47244" y="409956"/>
                    </a:lnTo>
                    <a:lnTo>
                      <a:pt x="47244" y="413766"/>
                    </a:lnTo>
                    <a:lnTo>
                      <a:pt x="47244" y="417576"/>
                    </a:lnTo>
                    <a:lnTo>
                      <a:pt x="54554" y="417325"/>
                    </a:lnTo>
                    <a:lnTo>
                      <a:pt x="61722" y="416718"/>
                    </a:lnTo>
                    <a:lnTo>
                      <a:pt x="68889" y="415968"/>
                    </a:lnTo>
                    <a:lnTo>
                      <a:pt x="76200" y="415290"/>
                    </a:lnTo>
                    <a:lnTo>
                      <a:pt x="87058" y="414837"/>
                    </a:lnTo>
                    <a:lnTo>
                      <a:pt x="97917" y="414528"/>
                    </a:lnTo>
                    <a:lnTo>
                      <a:pt x="108775" y="414218"/>
                    </a:lnTo>
                    <a:lnTo>
                      <a:pt x="119634" y="413766"/>
                    </a:lnTo>
                    <a:lnTo>
                      <a:pt x="128408" y="412908"/>
                    </a:lnTo>
                    <a:lnTo>
                      <a:pt x="136683" y="411480"/>
                    </a:lnTo>
                    <a:lnTo>
                      <a:pt x="144815" y="409479"/>
                    </a:lnTo>
                    <a:lnTo>
                      <a:pt x="153162" y="406908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869" name="Google Shape;1869;p17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3478517" y="3467849"/>
                <a:ext cx="125755" cy="2271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70" name="Google Shape;1870;p17"/>
              <p:cNvSpPr/>
              <p:nvPr/>
            </p:nvSpPr>
            <p:spPr>
              <a:xfrm>
                <a:off x="3635502" y="3680459"/>
                <a:ext cx="13335" cy="83185"/>
              </a:xfrm>
              <a:custGeom>
                <a:rect b="b" l="l" r="r" t="t"/>
                <a:pathLst>
                  <a:path extrusionOk="0" h="83185" w="13335">
                    <a:moveTo>
                      <a:pt x="0" y="0"/>
                    </a:moveTo>
                    <a:lnTo>
                      <a:pt x="3048" y="41910"/>
                    </a:lnTo>
                    <a:lnTo>
                      <a:pt x="4524" y="50351"/>
                    </a:lnTo>
                    <a:lnTo>
                      <a:pt x="5715" y="58578"/>
                    </a:lnTo>
                    <a:lnTo>
                      <a:pt x="6905" y="66663"/>
                    </a:lnTo>
                    <a:lnTo>
                      <a:pt x="8382" y="74676"/>
                    </a:lnTo>
                    <a:lnTo>
                      <a:pt x="9906" y="81534"/>
                    </a:lnTo>
                    <a:lnTo>
                      <a:pt x="10668" y="80010"/>
                    </a:lnTo>
                    <a:lnTo>
                      <a:pt x="12954" y="83058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71" name="Google Shape;1871;p17"/>
            <p:cNvGrpSpPr/>
            <p:nvPr/>
          </p:nvGrpSpPr>
          <p:grpSpPr>
            <a:xfrm>
              <a:off x="3260904" y="2611734"/>
              <a:ext cx="362697" cy="492495"/>
              <a:chOff x="4046969" y="3361943"/>
              <a:chExt cx="316623" cy="393700"/>
            </a:xfrm>
          </p:grpSpPr>
          <p:pic>
            <p:nvPicPr>
              <p:cNvPr id="1872" name="Google Shape;1872;p1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4046969" y="3450323"/>
                <a:ext cx="188239" cy="24386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73" name="Google Shape;1873;p17"/>
              <p:cNvSpPr/>
              <p:nvPr/>
            </p:nvSpPr>
            <p:spPr>
              <a:xfrm>
                <a:off x="4213097" y="3361943"/>
                <a:ext cx="150495" cy="393700"/>
              </a:xfrm>
              <a:custGeom>
                <a:rect b="b" l="l" r="r" t="t"/>
                <a:pathLst>
                  <a:path extrusionOk="0" h="393700" w="150495">
                    <a:moveTo>
                      <a:pt x="0" y="14477"/>
                    </a:moveTo>
                    <a:lnTo>
                      <a:pt x="48768" y="3047"/>
                    </a:lnTo>
                    <a:lnTo>
                      <a:pt x="90987" y="47"/>
                    </a:lnTo>
                    <a:lnTo>
                      <a:pt x="105155" y="0"/>
                    </a:lnTo>
                    <a:lnTo>
                      <a:pt x="113752" y="178"/>
                    </a:lnTo>
                    <a:lnTo>
                      <a:pt x="138588" y="34289"/>
                    </a:lnTo>
                    <a:lnTo>
                      <a:pt x="138291" y="46148"/>
                    </a:lnTo>
                    <a:lnTo>
                      <a:pt x="137922" y="57149"/>
                    </a:lnTo>
                    <a:lnTo>
                      <a:pt x="137433" y="76914"/>
                    </a:lnTo>
                    <a:lnTo>
                      <a:pt x="136302" y="96392"/>
                    </a:lnTo>
                    <a:lnTo>
                      <a:pt x="135028" y="115871"/>
                    </a:lnTo>
                    <a:lnTo>
                      <a:pt x="134112" y="135635"/>
                    </a:lnTo>
                    <a:lnTo>
                      <a:pt x="133707" y="164913"/>
                    </a:lnTo>
                    <a:lnTo>
                      <a:pt x="133731" y="194405"/>
                    </a:lnTo>
                    <a:lnTo>
                      <a:pt x="134326" y="224039"/>
                    </a:lnTo>
                    <a:lnTo>
                      <a:pt x="136909" y="271581"/>
                    </a:lnTo>
                    <a:lnTo>
                      <a:pt x="141732" y="325373"/>
                    </a:lnTo>
                    <a:lnTo>
                      <a:pt x="145827" y="356996"/>
                    </a:lnTo>
                    <a:lnTo>
                      <a:pt x="147839" y="372737"/>
                    </a:lnTo>
                    <a:lnTo>
                      <a:pt x="149352" y="388619"/>
                    </a:lnTo>
                    <a:lnTo>
                      <a:pt x="150114" y="390143"/>
                    </a:lnTo>
                    <a:lnTo>
                      <a:pt x="149352" y="391667"/>
                    </a:lnTo>
                    <a:lnTo>
                      <a:pt x="149352" y="393191"/>
                    </a:lnTo>
                    <a:lnTo>
                      <a:pt x="141922" y="392263"/>
                    </a:lnTo>
                    <a:lnTo>
                      <a:pt x="134493" y="390905"/>
                    </a:lnTo>
                    <a:lnTo>
                      <a:pt x="127063" y="389548"/>
                    </a:lnTo>
                    <a:lnTo>
                      <a:pt x="84701" y="387119"/>
                    </a:lnTo>
                    <a:lnTo>
                      <a:pt x="73152" y="387095"/>
                    </a:lnTo>
                    <a:lnTo>
                      <a:pt x="66651" y="387393"/>
                    </a:lnTo>
                    <a:lnTo>
                      <a:pt x="60007" y="387762"/>
                    </a:lnTo>
                    <a:lnTo>
                      <a:pt x="53649" y="387417"/>
                    </a:lnTo>
                    <a:lnTo>
                      <a:pt x="48006" y="385571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74" name="Google Shape;1874;p17"/>
            <p:cNvGrpSpPr/>
            <p:nvPr/>
          </p:nvGrpSpPr>
          <p:grpSpPr>
            <a:xfrm>
              <a:off x="3873682" y="2769953"/>
              <a:ext cx="595322" cy="169704"/>
              <a:chOff x="4581905" y="3488423"/>
              <a:chExt cx="519697" cy="135661"/>
            </a:xfrm>
          </p:grpSpPr>
          <p:sp>
            <p:nvSpPr>
              <p:cNvPr id="1875" name="Google Shape;1875;p17"/>
              <p:cNvSpPr/>
              <p:nvPr/>
            </p:nvSpPr>
            <p:spPr>
              <a:xfrm>
                <a:off x="4581905" y="3530345"/>
                <a:ext cx="443230" cy="58419"/>
              </a:xfrm>
              <a:custGeom>
                <a:rect b="b" l="l" r="r" t="t"/>
                <a:pathLst>
                  <a:path extrusionOk="0" h="58420" w="443229">
                    <a:moveTo>
                      <a:pt x="0" y="57150"/>
                    </a:moveTo>
                    <a:lnTo>
                      <a:pt x="6858" y="57150"/>
                    </a:lnTo>
                    <a:lnTo>
                      <a:pt x="10668" y="57911"/>
                    </a:lnTo>
                    <a:lnTo>
                      <a:pt x="16764" y="57150"/>
                    </a:lnTo>
                    <a:lnTo>
                      <a:pt x="30349" y="55316"/>
                    </a:lnTo>
                    <a:lnTo>
                      <a:pt x="43719" y="53339"/>
                    </a:lnTo>
                    <a:lnTo>
                      <a:pt x="56947" y="51363"/>
                    </a:lnTo>
                    <a:lnTo>
                      <a:pt x="70104" y="49529"/>
                    </a:lnTo>
                    <a:lnTo>
                      <a:pt x="108275" y="44731"/>
                    </a:lnTo>
                    <a:lnTo>
                      <a:pt x="146304" y="39719"/>
                    </a:lnTo>
                    <a:lnTo>
                      <a:pt x="184332" y="34849"/>
                    </a:lnTo>
                    <a:lnTo>
                      <a:pt x="222504" y="30479"/>
                    </a:lnTo>
                    <a:lnTo>
                      <a:pt x="268224" y="26384"/>
                    </a:lnTo>
                    <a:lnTo>
                      <a:pt x="313944" y="22859"/>
                    </a:lnTo>
                    <a:lnTo>
                      <a:pt x="332101" y="21705"/>
                    </a:lnTo>
                    <a:lnTo>
                      <a:pt x="350043" y="20478"/>
                    </a:lnTo>
                    <a:lnTo>
                      <a:pt x="367843" y="19109"/>
                    </a:lnTo>
                    <a:lnTo>
                      <a:pt x="385572" y="17525"/>
                    </a:lnTo>
                    <a:lnTo>
                      <a:pt x="396430" y="16704"/>
                    </a:lnTo>
                    <a:lnTo>
                      <a:pt x="407289" y="15525"/>
                    </a:lnTo>
                    <a:lnTo>
                      <a:pt x="418147" y="14204"/>
                    </a:lnTo>
                    <a:lnTo>
                      <a:pt x="429006" y="12953"/>
                    </a:lnTo>
                    <a:lnTo>
                      <a:pt x="432816" y="12191"/>
                    </a:lnTo>
                    <a:lnTo>
                      <a:pt x="438912" y="12191"/>
                    </a:lnTo>
                    <a:lnTo>
                      <a:pt x="442722" y="10667"/>
                    </a:lnTo>
                    <a:lnTo>
                      <a:pt x="442722" y="9905"/>
                    </a:lnTo>
                    <a:lnTo>
                      <a:pt x="436626" y="9905"/>
                    </a:lnTo>
                    <a:lnTo>
                      <a:pt x="427481" y="11429"/>
                    </a:lnTo>
                    <a:lnTo>
                      <a:pt x="422909" y="6857"/>
                    </a:lnTo>
                    <a:lnTo>
                      <a:pt x="420623" y="3809"/>
                    </a:lnTo>
                    <a:lnTo>
                      <a:pt x="420623" y="2285"/>
                    </a:lnTo>
                    <a:lnTo>
                      <a:pt x="421386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876" name="Google Shape;1876;p17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4959083" y="3488423"/>
                <a:ext cx="142519" cy="1356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77" name="Google Shape;1877;p17"/>
            <p:cNvGrpSpPr/>
            <p:nvPr/>
          </p:nvGrpSpPr>
          <p:grpSpPr>
            <a:xfrm>
              <a:off x="4681100" y="2504066"/>
              <a:ext cx="216766" cy="603704"/>
              <a:chOff x="5286755" y="3275873"/>
              <a:chExt cx="189230" cy="482600"/>
            </a:xfrm>
          </p:grpSpPr>
          <p:sp>
            <p:nvSpPr>
              <p:cNvPr id="1878" name="Google Shape;1878;p17"/>
              <p:cNvSpPr/>
              <p:nvPr/>
            </p:nvSpPr>
            <p:spPr>
              <a:xfrm>
                <a:off x="5286755" y="3275873"/>
                <a:ext cx="189230" cy="482600"/>
              </a:xfrm>
              <a:custGeom>
                <a:rect b="b" l="l" r="r" t="t"/>
                <a:pathLst>
                  <a:path extrusionOk="0" h="482600" w="189229">
                    <a:moveTo>
                      <a:pt x="181355" y="2250"/>
                    </a:moveTo>
                    <a:lnTo>
                      <a:pt x="169461" y="833"/>
                    </a:lnTo>
                    <a:lnTo>
                      <a:pt x="157638" y="59"/>
                    </a:lnTo>
                    <a:lnTo>
                      <a:pt x="145672" y="0"/>
                    </a:lnTo>
                    <a:lnTo>
                      <a:pt x="133349" y="726"/>
                    </a:lnTo>
                    <a:lnTo>
                      <a:pt x="112787" y="3452"/>
                    </a:lnTo>
                    <a:lnTo>
                      <a:pt x="92297" y="7679"/>
                    </a:lnTo>
                    <a:lnTo>
                      <a:pt x="71949" y="12620"/>
                    </a:lnTo>
                    <a:lnTo>
                      <a:pt x="51815" y="17490"/>
                    </a:lnTo>
                    <a:lnTo>
                      <a:pt x="41528" y="19907"/>
                    </a:lnTo>
                    <a:lnTo>
                      <a:pt x="31241" y="22538"/>
                    </a:lnTo>
                    <a:lnTo>
                      <a:pt x="20954" y="25312"/>
                    </a:lnTo>
                    <a:lnTo>
                      <a:pt x="10667" y="28158"/>
                    </a:lnTo>
                    <a:lnTo>
                      <a:pt x="761" y="30444"/>
                    </a:lnTo>
                    <a:lnTo>
                      <a:pt x="761" y="35778"/>
                    </a:lnTo>
                    <a:lnTo>
                      <a:pt x="0" y="44922"/>
                    </a:lnTo>
                    <a:lnTo>
                      <a:pt x="11" y="55780"/>
                    </a:lnTo>
                    <a:lnTo>
                      <a:pt x="3405" y="122765"/>
                    </a:lnTo>
                    <a:lnTo>
                      <a:pt x="12977" y="191869"/>
                    </a:lnTo>
                    <a:lnTo>
                      <a:pt x="23621" y="249590"/>
                    </a:lnTo>
                    <a:lnTo>
                      <a:pt x="28193" y="272760"/>
                    </a:lnTo>
                    <a:lnTo>
                      <a:pt x="32765" y="295929"/>
                    </a:lnTo>
                    <a:lnTo>
                      <a:pt x="40159" y="337411"/>
                    </a:lnTo>
                    <a:lnTo>
                      <a:pt x="46481" y="391632"/>
                    </a:lnTo>
                    <a:lnTo>
                      <a:pt x="47982" y="435137"/>
                    </a:lnTo>
                    <a:lnTo>
                      <a:pt x="48005" y="449544"/>
                    </a:lnTo>
                    <a:lnTo>
                      <a:pt x="48005" y="457557"/>
                    </a:lnTo>
                    <a:lnTo>
                      <a:pt x="48005" y="465641"/>
                    </a:lnTo>
                    <a:lnTo>
                      <a:pt x="48005" y="473868"/>
                    </a:lnTo>
                    <a:lnTo>
                      <a:pt x="48005" y="482310"/>
                    </a:lnTo>
                    <a:lnTo>
                      <a:pt x="55625" y="482310"/>
                    </a:lnTo>
                    <a:lnTo>
                      <a:pt x="102774" y="474690"/>
                    </a:lnTo>
                    <a:lnTo>
                      <a:pt x="118550" y="471570"/>
                    </a:lnTo>
                    <a:lnTo>
                      <a:pt x="134111" y="468594"/>
                    </a:lnTo>
                    <a:lnTo>
                      <a:pt x="145661" y="466736"/>
                    </a:lnTo>
                    <a:lnTo>
                      <a:pt x="157924" y="465165"/>
                    </a:lnTo>
                    <a:lnTo>
                      <a:pt x="169902" y="463022"/>
                    </a:lnTo>
                    <a:lnTo>
                      <a:pt x="180593" y="459450"/>
                    </a:lnTo>
                    <a:lnTo>
                      <a:pt x="185927" y="454116"/>
                    </a:lnTo>
                    <a:lnTo>
                      <a:pt x="187451" y="452592"/>
                    </a:lnTo>
                    <a:lnTo>
                      <a:pt x="188975" y="44802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9" name="Google Shape;1879;p17"/>
              <p:cNvSpPr/>
              <p:nvPr/>
            </p:nvSpPr>
            <p:spPr>
              <a:xfrm>
                <a:off x="5457443" y="3439668"/>
                <a:ext cx="13335" cy="134620"/>
              </a:xfrm>
              <a:custGeom>
                <a:rect b="b" l="l" r="r" t="t"/>
                <a:pathLst>
                  <a:path extrusionOk="0" h="134620" w="13335">
                    <a:moveTo>
                      <a:pt x="3810" y="4572"/>
                    </a:moveTo>
                    <a:lnTo>
                      <a:pt x="3048" y="3810"/>
                    </a:lnTo>
                    <a:lnTo>
                      <a:pt x="2286" y="4572"/>
                    </a:lnTo>
                    <a:lnTo>
                      <a:pt x="1524" y="3810"/>
                    </a:lnTo>
                    <a:lnTo>
                      <a:pt x="1524" y="3048"/>
                    </a:lnTo>
                    <a:lnTo>
                      <a:pt x="762" y="1524"/>
                    </a:lnTo>
                    <a:lnTo>
                      <a:pt x="762" y="762"/>
                    </a:lnTo>
                    <a:lnTo>
                      <a:pt x="0" y="762"/>
                    </a:lnTo>
                    <a:lnTo>
                      <a:pt x="0" y="0"/>
                    </a:lnTo>
                    <a:lnTo>
                      <a:pt x="381" y="16002"/>
                    </a:lnTo>
                    <a:lnTo>
                      <a:pt x="1333" y="32004"/>
                    </a:lnTo>
                    <a:lnTo>
                      <a:pt x="2571" y="48006"/>
                    </a:lnTo>
                    <a:lnTo>
                      <a:pt x="3810" y="64008"/>
                    </a:lnTo>
                    <a:lnTo>
                      <a:pt x="4381" y="73152"/>
                    </a:lnTo>
                    <a:lnTo>
                      <a:pt x="4953" y="82296"/>
                    </a:lnTo>
                    <a:lnTo>
                      <a:pt x="5524" y="91440"/>
                    </a:lnTo>
                    <a:lnTo>
                      <a:pt x="6096" y="100584"/>
                    </a:lnTo>
                    <a:lnTo>
                      <a:pt x="6858" y="107442"/>
                    </a:lnTo>
                    <a:lnTo>
                      <a:pt x="7620" y="115062"/>
                    </a:lnTo>
                    <a:lnTo>
                      <a:pt x="9144" y="121920"/>
                    </a:lnTo>
                    <a:lnTo>
                      <a:pt x="9906" y="124968"/>
                    </a:lnTo>
                    <a:lnTo>
                      <a:pt x="9906" y="128778"/>
                    </a:lnTo>
                    <a:lnTo>
                      <a:pt x="10668" y="131826"/>
                    </a:lnTo>
                    <a:lnTo>
                      <a:pt x="11430" y="133350"/>
                    </a:lnTo>
                    <a:lnTo>
                      <a:pt x="10668" y="133350"/>
                    </a:lnTo>
                    <a:lnTo>
                      <a:pt x="11430" y="134112"/>
                    </a:lnTo>
                    <a:lnTo>
                      <a:pt x="12192" y="134112"/>
                    </a:lnTo>
                    <a:lnTo>
                      <a:pt x="12192" y="133350"/>
                    </a:lnTo>
                    <a:lnTo>
                      <a:pt x="12954" y="124206"/>
                    </a:lnTo>
                    <a:lnTo>
                      <a:pt x="12954" y="12344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880" name="Google Shape;1880;p1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257189" y="2594562"/>
              <a:ext cx="149292" cy="2640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1" name="Google Shape;1881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812343" y="2524024"/>
              <a:ext cx="263640" cy="3269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2" name="Google Shape;1882;p1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590956" y="2467963"/>
              <a:ext cx="150165" cy="3039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3" name="Google Shape;1883;p1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808304" y="2445860"/>
              <a:ext cx="195555" cy="3117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4" name="Google Shape;1884;p1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495263" y="2412497"/>
              <a:ext cx="144054" cy="2917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5" name="Google Shape;1885;p17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586043" y="2220186"/>
              <a:ext cx="179843" cy="1256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6" name="Google Shape;1886;p17"/>
            <p:cNvSpPr/>
            <p:nvPr/>
          </p:nvSpPr>
          <p:spPr>
            <a:xfrm>
              <a:off x="8733899" y="2255232"/>
              <a:ext cx="206583" cy="544920"/>
            </a:xfrm>
            <a:custGeom>
              <a:rect b="b" l="l" r="r" t="t"/>
              <a:pathLst>
                <a:path extrusionOk="0" h="435610" w="180340">
                  <a:moveTo>
                    <a:pt x="0" y="12191"/>
                  </a:moveTo>
                  <a:lnTo>
                    <a:pt x="48768" y="10667"/>
                  </a:lnTo>
                  <a:lnTo>
                    <a:pt x="83153" y="6857"/>
                  </a:lnTo>
                  <a:lnTo>
                    <a:pt x="100524" y="4881"/>
                  </a:lnTo>
                  <a:lnTo>
                    <a:pt x="118110" y="3047"/>
                  </a:lnTo>
                  <a:lnTo>
                    <a:pt x="130361" y="2357"/>
                  </a:lnTo>
                  <a:lnTo>
                    <a:pt x="142970" y="1523"/>
                  </a:lnTo>
                  <a:lnTo>
                    <a:pt x="155721" y="690"/>
                  </a:lnTo>
                  <a:lnTo>
                    <a:pt x="168402" y="0"/>
                  </a:lnTo>
                  <a:lnTo>
                    <a:pt x="172212" y="0"/>
                  </a:lnTo>
                  <a:lnTo>
                    <a:pt x="176022" y="0"/>
                  </a:lnTo>
                  <a:lnTo>
                    <a:pt x="179832" y="0"/>
                  </a:lnTo>
                  <a:lnTo>
                    <a:pt x="179439" y="6607"/>
                  </a:lnTo>
                  <a:lnTo>
                    <a:pt x="178403" y="12858"/>
                  </a:lnTo>
                  <a:lnTo>
                    <a:pt x="176938" y="18966"/>
                  </a:lnTo>
                  <a:lnTo>
                    <a:pt x="175260" y="25145"/>
                  </a:lnTo>
                  <a:lnTo>
                    <a:pt x="171926" y="40588"/>
                  </a:lnTo>
                  <a:lnTo>
                    <a:pt x="167640" y="87629"/>
                  </a:lnTo>
                  <a:lnTo>
                    <a:pt x="166497" y="136778"/>
                  </a:lnTo>
                  <a:lnTo>
                    <a:pt x="166139" y="161353"/>
                  </a:lnTo>
                  <a:lnTo>
                    <a:pt x="165354" y="185927"/>
                  </a:lnTo>
                  <a:lnTo>
                    <a:pt x="164770" y="205930"/>
                  </a:lnTo>
                  <a:lnTo>
                    <a:pt x="164115" y="225932"/>
                  </a:lnTo>
                  <a:lnTo>
                    <a:pt x="163318" y="245935"/>
                  </a:lnTo>
                  <a:lnTo>
                    <a:pt x="162306" y="265937"/>
                  </a:lnTo>
                  <a:lnTo>
                    <a:pt x="161484" y="285821"/>
                  </a:lnTo>
                  <a:lnTo>
                    <a:pt x="160305" y="305561"/>
                  </a:lnTo>
                  <a:lnTo>
                    <a:pt x="158984" y="325302"/>
                  </a:lnTo>
                  <a:lnTo>
                    <a:pt x="157734" y="345185"/>
                  </a:lnTo>
                  <a:lnTo>
                    <a:pt x="156614" y="360056"/>
                  </a:lnTo>
                  <a:lnTo>
                    <a:pt x="155638" y="374999"/>
                  </a:lnTo>
                  <a:lnTo>
                    <a:pt x="154947" y="390084"/>
                  </a:lnTo>
                  <a:lnTo>
                    <a:pt x="154686" y="405383"/>
                  </a:lnTo>
                  <a:lnTo>
                    <a:pt x="154686" y="410717"/>
                  </a:lnTo>
                  <a:lnTo>
                    <a:pt x="153924" y="416813"/>
                  </a:lnTo>
                  <a:lnTo>
                    <a:pt x="154686" y="422147"/>
                  </a:lnTo>
                  <a:lnTo>
                    <a:pt x="155448" y="424433"/>
                  </a:lnTo>
                  <a:lnTo>
                    <a:pt x="156972" y="426719"/>
                  </a:lnTo>
                  <a:lnTo>
                    <a:pt x="157734" y="428243"/>
                  </a:lnTo>
                  <a:lnTo>
                    <a:pt x="157734" y="429005"/>
                  </a:lnTo>
                  <a:lnTo>
                    <a:pt x="156972" y="431291"/>
                  </a:lnTo>
                  <a:lnTo>
                    <a:pt x="157734" y="432815"/>
                  </a:lnTo>
                  <a:lnTo>
                    <a:pt x="156210" y="432815"/>
                  </a:lnTo>
                  <a:lnTo>
                    <a:pt x="159258" y="435101"/>
                  </a:lnTo>
                  <a:lnTo>
                    <a:pt x="154686" y="432815"/>
                  </a:lnTo>
                  <a:lnTo>
                    <a:pt x="148590" y="430529"/>
                  </a:lnTo>
                  <a:lnTo>
                    <a:pt x="143256" y="425195"/>
                  </a:lnTo>
                  <a:lnTo>
                    <a:pt x="136398" y="422909"/>
                  </a:lnTo>
                  <a:lnTo>
                    <a:pt x="125277" y="419826"/>
                  </a:lnTo>
                  <a:lnTo>
                    <a:pt x="113728" y="418242"/>
                  </a:lnTo>
                  <a:lnTo>
                    <a:pt x="101893" y="417659"/>
                  </a:lnTo>
                  <a:lnTo>
                    <a:pt x="89916" y="417575"/>
                  </a:lnTo>
                  <a:lnTo>
                    <a:pt x="76080" y="417171"/>
                  </a:lnTo>
                  <a:lnTo>
                    <a:pt x="62103" y="417194"/>
                  </a:lnTo>
                  <a:lnTo>
                    <a:pt x="48125" y="417790"/>
                  </a:lnTo>
                  <a:lnTo>
                    <a:pt x="34290" y="419099"/>
                  </a:lnTo>
                  <a:lnTo>
                    <a:pt x="33528" y="419099"/>
                  </a:lnTo>
                  <a:lnTo>
                    <a:pt x="17526" y="422909"/>
                  </a:lnTo>
                  <a:lnTo>
                    <a:pt x="16002" y="421385"/>
                  </a:lnTo>
                  <a:lnTo>
                    <a:pt x="16002" y="419861"/>
                  </a:lnTo>
                  <a:lnTo>
                    <a:pt x="16002" y="419099"/>
                  </a:lnTo>
                  <a:lnTo>
                    <a:pt x="16002" y="417575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87" name="Google Shape;1887;p17"/>
            <p:cNvGrpSpPr/>
            <p:nvPr/>
          </p:nvGrpSpPr>
          <p:grpSpPr>
            <a:xfrm>
              <a:off x="8080096" y="2219948"/>
              <a:ext cx="295064" cy="442323"/>
              <a:chOff x="8253971" y="3048749"/>
              <a:chExt cx="257581" cy="353593"/>
            </a:xfrm>
          </p:grpSpPr>
          <p:pic>
            <p:nvPicPr>
              <p:cNvPr id="1888" name="Google Shape;1888;p17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253971" y="3172193"/>
                <a:ext cx="163855" cy="2301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89" name="Google Shape;1889;p17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8378939" y="3048749"/>
                <a:ext cx="132613" cy="9146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890" name="Google Shape;1890;p1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9062090" y="3298988"/>
            <a:ext cx="261021" cy="367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1" name="Google Shape;1891;p1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57201" y="1171411"/>
            <a:ext cx="556056" cy="4364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2" name="Google Shape;1892;p17"/>
          <p:cNvGrpSpPr/>
          <p:nvPr/>
        </p:nvGrpSpPr>
        <p:grpSpPr>
          <a:xfrm>
            <a:off x="1309287" y="1131375"/>
            <a:ext cx="1123279" cy="438494"/>
            <a:chOff x="2343269" y="2178545"/>
            <a:chExt cx="980587" cy="350532"/>
          </a:xfrm>
        </p:grpSpPr>
        <p:sp>
          <p:nvSpPr>
            <p:cNvPr id="1893" name="Google Shape;1893;p17"/>
            <p:cNvSpPr/>
            <p:nvPr/>
          </p:nvSpPr>
          <p:spPr>
            <a:xfrm>
              <a:off x="2343269" y="2182367"/>
              <a:ext cx="260350" cy="260985"/>
            </a:xfrm>
            <a:custGeom>
              <a:rect b="b" l="l" r="r" t="t"/>
              <a:pathLst>
                <a:path extrusionOk="0" h="260985" w="260350">
                  <a:moveTo>
                    <a:pt x="75318" y="0"/>
                  </a:moveTo>
                  <a:lnTo>
                    <a:pt x="79105" y="16454"/>
                  </a:lnTo>
                  <a:lnTo>
                    <a:pt x="83319" y="32766"/>
                  </a:lnTo>
                  <a:lnTo>
                    <a:pt x="87534" y="49077"/>
                  </a:lnTo>
                  <a:lnTo>
                    <a:pt x="91320" y="65532"/>
                  </a:lnTo>
                  <a:lnTo>
                    <a:pt x="101798" y="130682"/>
                  </a:lnTo>
                  <a:lnTo>
                    <a:pt x="108846" y="195834"/>
                  </a:lnTo>
                  <a:lnTo>
                    <a:pt x="109704" y="216408"/>
                  </a:lnTo>
                  <a:lnTo>
                    <a:pt x="110239" y="226695"/>
                  </a:lnTo>
                  <a:lnTo>
                    <a:pt x="111132" y="236982"/>
                  </a:lnTo>
                  <a:lnTo>
                    <a:pt x="111132" y="237744"/>
                  </a:lnTo>
                  <a:lnTo>
                    <a:pt x="105036" y="195072"/>
                  </a:lnTo>
                  <a:lnTo>
                    <a:pt x="83177" y="150816"/>
                  </a:lnTo>
                  <a:lnTo>
                    <a:pt x="50553" y="130682"/>
                  </a:lnTo>
                  <a:lnTo>
                    <a:pt x="10834" y="165258"/>
                  </a:lnTo>
                  <a:lnTo>
                    <a:pt x="0" y="209359"/>
                  </a:lnTo>
                  <a:lnTo>
                    <a:pt x="1023" y="222313"/>
                  </a:lnTo>
                  <a:lnTo>
                    <a:pt x="26277" y="252031"/>
                  </a:lnTo>
                  <a:lnTo>
                    <a:pt x="56685" y="255651"/>
                  </a:lnTo>
                  <a:lnTo>
                    <a:pt x="70746" y="253746"/>
                  </a:lnTo>
                  <a:lnTo>
                    <a:pt x="113514" y="239077"/>
                  </a:lnTo>
                  <a:lnTo>
                    <a:pt x="154566" y="218694"/>
                  </a:lnTo>
                  <a:lnTo>
                    <a:pt x="202787" y="191154"/>
                  </a:lnTo>
                  <a:lnTo>
                    <a:pt x="227766" y="159150"/>
                  </a:lnTo>
                  <a:lnTo>
                    <a:pt x="202203" y="128385"/>
                  </a:lnTo>
                  <a:lnTo>
                    <a:pt x="193905" y="127349"/>
                  </a:lnTo>
                  <a:lnTo>
                    <a:pt x="185749" y="128170"/>
                  </a:lnTo>
                  <a:lnTo>
                    <a:pt x="158698" y="165032"/>
                  </a:lnTo>
                  <a:lnTo>
                    <a:pt x="151423" y="202692"/>
                  </a:lnTo>
                  <a:lnTo>
                    <a:pt x="170759" y="238315"/>
                  </a:lnTo>
                  <a:lnTo>
                    <a:pt x="209049" y="220979"/>
                  </a:lnTo>
                  <a:lnTo>
                    <a:pt x="227718" y="175450"/>
                  </a:lnTo>
                  <a:lnTo>
                    <a:pt x="228480" y="150876"/>
                  </a:lnTo>
                  <a:lnTo>
                    <a:pt x="228480" y="144779"/>
                  </a:lnTo>
                  <a:lnTo>
                    <a:pt x="224670" y="170687"/>
                  </a:lnTo>
                  <a:lnTo>
                    <a:pt x="224611" y="185094"/>
                  </a:lnTo>
                  <a:lnTo>
                    <a:pt x="227718" y="228599"/>
                  </a:lnTo>
                  <a:lnTo>
                    <a:pt x="248900" y="260854"/>
                  </a:lnTo>
                  <a:lnTo>
                    <a:pt x="253341" y="258222"/>
                  </a:lnTo>
                  <a:lnTo>
                    <a:pt x="256782" y="253734"/>
                  </a:lnTo>
                  <a:lnTo>
                    <a:pt x="259722" y="249173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94" name="Google Shape;1894;p17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596597" y="2264651"/>
              <a:ext cx="240341" cy="1741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5" name="Google Shape;1895;p17"/>
            <p:cNvSpPr/>
            <p:nvPr/>
          </p:nvSpPr>
          <p:spPr>
            <a:xfrm>
              <a:off x="2860547" y="2201417"/>
              <a:ext cx="97790" cy="327660"/>
            </a:xfrm>
            <a:custGeom>
              <a:rect b="b" l="l" r="r" t="t"/>
              <a:pathLst>
                <a:path extrusionOk="0" h="327660" w="97789">
                  <a:moveTo>
                    <a:pt x="0" y="0"/>
                  </a:moveTo>
                  <a:lnTo>
                    <a:pt x="15525" y="47910"/>
                  </a:lnTo>
                  <a:lnTo>
                    <a:pt x="23622" y="97536"/>
                  </a:lnTo>
                  <a:lnTo>
                    <a:pt x="27432" y="154971"/>
                  </a:lnTo>
                  <a:lnTo>
                    <a:pt x="27479" y="183582"/>
                  </a:lnTo>
                  <a:lnTo>
                    <a:pt x="26670" y="211836"/>
                  </a:lnTo>
                  <a:lnTo>
                    <a:pt x="25586" y="233553"/>
                  </a:lnTo>
                  <a:lnTo>
                    <a:pt x="23717" y="255270"/>
                  </a:lnTo>
                  <a:lnTo>
                    <a:pt x="21419" y="276987"/>
                  </a:lnTo>
                  <a:lnTo>
                    <a:pt x="19050" y="298704"/>
                  </a:lnTo>
                  <a:lnTo>
                    <a:pt x="18466" y="306014"/>
                  </a:lnTo>
                  <a:lnTo>
                    <a:pt x="17811" y="313181"/>
                  </a:lnTo>
                  <a:lnTo>
                    <a:pt x="17014" y="320349"/>
                  </a:lnTo>
                  <a:lnTo>
                    <a:pt x="16002" y="327660"/>
                  </a:lnTo>
                  <a:lnTo>
                    <a:pt x="15632" y="302061"/>
                  </a:lnTo>
                  <a:lnTo>
                    <a:pt x="14763" y="276606"/>
                  </a:lnTo>
                  <a:lnTo>
                    <a:pt x="13751" y="251150"/>
                  </a:lnTo>
                  <a:lnTo>
                    <a:pt x="12954" y="225552"/>
                  </a:lnTo>
                  <a:lnTo>
                    <a:pt x="12025" y="204287"/>
                  </a:lnTo>
                  <a:lnTo>
                    <a:pt x="11239" y="182308"/>
                  </a:lnTo>
                  <a:lnTo>
                    <a:pt x="11882" y="160615"/>
                  </a:lnTo>
                  <a:lnTo>
                    <a:pt x="15240" y="140208"/>
                  </a:lnTo>
                  <a:lnTo>
                    <a:pt x="19573" y="129432"/>
                  </a:lnTo>
                  <a:lnTo>
                    <a:pt x="25908" y="122015"/>
                  </a:lnTo>
                  <a:lnTo>
                    <a:pt x="34528" y="117598"/>
                  </a:lnTo>
                  <a:lnTo>
                    <a:pt x="45720" y="115823"/>
                  </a:lnTo>
                  <a:lnTo>
                    <a:pt x="58674" y="116669"/>
                  </a:lnTo>
                  <a:lnTo>
                    <a:pt x="71628" y="120300"/>
                  </a:lnTo>
                  <a:lnTo>
                    <a:pt x="83439" y="126646"/>
                  </a:lnTo>
                  <a:lnTo>
                    <a:pt x="92964" y="135635"/>
                  </a:lnTo>
                  <a:lnTo>
                    <a:pt x="97274" y="144863"/>
                  </a:lnTo>
                  <a:lnTo>
                    <a:pt x="97155" y="154019"/>
                  </a:lnTo>
                  <a:lnTo>
                    <a:pt x="62865" y="188976"/>
                  </a:lnTo>
                  <a:lnTo>
                    <a:pt x="25146" y="207264"/>
                  </a:lnTo>
                  <a:lnTo>
                    <a:pt x="22098" y="210311"/>
                  </a:lnTo>
                  <a:lnTo>
                    <a:pt x="17526" y="20574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96" name="Google Shape;1896;p17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943593" y="2287511"/>
              <a:ext cx="102133" cy="129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7" name="Google Shape;1897;p17"/>
            <p:cNvSpPr/>
            <p:nvPr/>
          </p:nvSpPr>
          <p:spPr>
            <a:xfrm>
              <a:off x="3049523" y="2206751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810"/>
                  </a:moveTo>
                  <a:lnTo>
                    <a:pt x="0" y="12192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2192"/>
                  </a:lnTo>
                  <a:lnTo>
                    <a:pt x="15239" y="7620"/>
                  </a:lnTo>
                  <a:lnTo>
                    <a:pt x="15239" y="3810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17"/>
            <p:cNvSpPr/>
            <p:nvPr/>
          </p:nvSpPr>
          <p:spPr>
            <a:xfrm>
              <a:off x="3076384" y="2290571"/>
              <a:ext cx="6350" cy="81915"/>
            </a:xfrm>
            <a:custGeom>
              <a:rect b="b" l="l" r="r" t="t"/>
              <a:pathLst>
                <a:path extrusionOk="0" h="81914" w="6350">
                  <a:moveTo>
                    <a:pt x="2857" y="0"/>
                  </a:moveTo>
                  <a:lnTo>
                    <a:pt x="2416" y="12584"/>
                  </a:lnTo>
                  <a:lnTo>
                    <a:pt x="2190" y="25241"/>
                  </a:lnTo>
                  <a:lnTo>
                    <a:pt x="2107" y="38040"/>
                  </a:lnTo>
                  <a:lnTo>
                    <a:pt x="2095" y="51053"/>
                  </a:lnTo>
                  <a:lnTo>
                    <a:pt x="1190" y="61555"/>
                  </a:lnTo>
                  <a:lnTo>
                    <a:pt x="0" y="73914"/>
                  </a:lnTo>
                  <a:lnTo>
                    <a:pt x="809" y="81700"/>
                  </a:lnTo>
                  <a:lnTo>
                    <a:pt x="5905" y="7848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99" name="Google Shape;1899;p17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3113257" y="2178545"/>
              <a:ext cx="210599" cy="19509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00" name="Google Shape;1900;p17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2637665" y="1140908"/>
            <a:ext cx="192063" cy="1859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1" name="Google Shape;1901;p17"/>
          <p:cNvGrpSpPr/>
          <p:nvPr/>
        </p:nvGrpSpPr>
        <p:grpSpPr>
          <a:xfrm>
            <a:off x="3530625" y="1052005"/>
            <a:ext cx="291572" cy="560776"/>
            <a:chOff x="4282427" y="2115096"/>
            <a:chExt cx="254533" cy="448284"/>
          </a:xfrm>
        </p:grpSpPr>
        <p:pic>
          <p:nvPicPr>
            <p:cNvPr id="1902" name="Google Shape;1902;p17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4282427" y="2292083"/>
              <a:ext cx="172999" cy="2712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3" name="Google Shape;1903;p17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4416539" y="2115096"/>
              <a:ext cx="120421" cy="14729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04" name="Google Shape;1904;p17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3978414" y="1317253"/>
            <a:ext cx="147546" cy="1515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5" name="Google Shape;1905;p17"/>
          <p:cNvGrpSpPr/>
          <p:nvPr/>
        </p:nvGrpSpPr>
        <p:grpSpPr>
          <a:xfrm>
            <a:off x="4255691" y="1101528"/>
            <a:ext cx="229897" cy="352170"/>
            <a:chOff x="4915387" y="2154685"/>
            <a:chExt cx="200693" cy="281524"/>
          </a:xfrm>
        </p:grpSpPr>
        <p:pic>
          <p:nvPicPr>
            <p:cNvPr id="1906" name="Google Shape;1906;p17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4915387" y="2293607"/>
              <a:ext cx="145829" cy="142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7" name="Google Shape;1907;p17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4994849" y="2154685"/>
              <a:ext cx="121231" cy="1191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8" name="Google Shape;1908;p17"/>
          <p:cNvSpPr/>
          <p:nvPr/>
        </p:nvSpPr>
        <p:spPr>
          <a:xfrm>
            <a:off x="4637455" y="1335380"/>
            <a:ext cx="122204" cy="28596"/>
          </a:xfrm>
          <a:custGeom>
            <a:rect b="b" l="l" r="r" t="t"/>
            <a:pathLst>
              <a:path extrusionOk="0" h="22860" w="106679">
                <a:moveTo>
                  <a:pt x="0" y="22860"/>
                </a:moveTo>
                <a:lnTo>
                  <a:pt x="13608" y="20764"/>
                </a:lnTo>
                <a:lnTo>
                  <a:pt x="27146" y="18097"/>
                </a:lnTo>
                <a:lnTo>
                  <a:pt x="40826" y="15144"/>
                </a:lnTo>
                <a:lnTo>
                  <a:pt x="54864" y="12192"/>
                </a:lnTo>
                <a:lnTo>
                  <a:pt x="66294" y="10191"/>
                </a:lnTo>
                <a:lnTo>
                  <a:pt x="77723" y="8763"/>
                </a:lnTo>
                <a:lnTo>
                  <a:pt x="89154" y="7905"/>
                </a:lnTo>
                <a:lnTo>
                  <a:pt x="100584" y="7620"/>
                </a:lnTo>
                <a:lnTo>
                  <a:pt x="101346" y="7620"/>
                </a:lnTo>
                <a:lnTo>
                  <a:pt x="106680" y="7620"/>
                </a:lnTo>
                <a:lnTo>
                  <a:pt x="106680" y="6858"/>
                </a:lnTo>
                <a:lnTo>
                  <a:pt x="105155" y="3810"/>
                </a:lnTo>
                <a:lnTo>
                  <a:pt x="104394" y="2286"/>
                </a:lnTo>
                <a:lnTo>
                  <a:pt x="103632" y="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9" name="Google Shape;1909;p17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4919383" y="1260060"/>
            <a:ext cx="119614" cy="182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0" name="Google Shape;1910;p17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5103562" y="1195151"/>
            <a:ext cx="121359" cy="296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1" name="Google Shape;1911;p17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5377647" y="1220978"/>
            <a:ext cx="157148" cy="150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2" name="Google Shape;1912;p17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5848132" y="1203820"/>
            <a:ext cx="149292" cy="156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3" name="Google Shape;1913;p17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6292429" y="1156546"/>
            <a:ext cx="216504" cy="27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4" name="Google Shape;1914;p17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6400667" y="972307"/>
            <a:ext cx="132707" cy="123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5" name="Google Shape;1915;p17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6680863" y="1163785"/>
            <a:ext cx="118741" cy="157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6" name="Google Shape;1916;p17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6930398" y="1097060"/>
            <a:ext cx="119723" cy="194606"/>
          </a:xfrm>
          <a:prstGeom prst="rect">
            <a:avLst/>
          </a:prstGeom>
          <a:noFill/>
          <a:ln>
            <a:noFill/>
          </a:ln>
        </p:spPr>
      </p:pic>
      <p:sp>
        <p:nvSpPr>
          <p:cNvPr id="1917" name="Google Shape;1917;p17"/>
          <p:cNvSpPr/>
          <p:nvPr/>
        </p:nvSpPr>
        <p:spPr>
          <a:xfrm>
            <a:off x="7282295" y="1160940"/>
            <a:ext cx="108383" cy="54016"/>
          </a:xfrm>
          <a:custGeom>
            <a:rect b="b" l="l" r="r" t="t"/>
            <a:pathLst>
              <a:path extrusionOk="0" h="43180" w="94615">
                <a:moveTo>
                  <a:pt x="0" y="42672"/>
                </a:moveTo>
                <a:lnTo>
                  <a:pt x="13013" y="39802"/>
                </a:lnTo>
                <a:lnTo>
                  <a:pt x="25812" y="36861"/>
                </a:lnTo>
                <a:lnTo>
                  <a:pt x="38469" y="33778"/>
                </a:lnTo>
                <a:lnTo>
                  <a:pt x="51053" y="30480"/>
                </a:lnTo>
                <a:lnTo>
                  <a:pt x="60245" y="28396"/>
                </a:lnTo>
                <a:lnTo>
                  <a:pt x="71437" y="26384"/>
                </a:lnTo>
                <a:lnTo>
                  <a:pt x="82343" y="23943"/>
                </a:lnTo>
                <a:lnTo>
                  <a:pt x="90678" y="20574"/>
                </a:lnTo>
                <a:lnTo>
                  <a:pt x="92202" y="19812"/>
                </a:lnTo>
                <a:lnTo>
                  <a:pt x="91440" y="19812"/>
                </a:lnTo>
                <a:lnTo>
                  <a:pt x="91440" y="18288"/>
                </a:lnTo>
                <a:lnTo>
                  <a:pt x="92964" y="12192"/>
                </a:lnTo>
                <a:lnTo>
                  <a:pt x="92201" y="6096"/>
                </a:lnTo>
                <a:lnTo>
                  <a:pt x="94488" y="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8" name="Google Shape;1918;p17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7561603" y="1083208"/>
            <a:ext cx="140563" cy="179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9" name="Google Shape;1919;p17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7790298" y="1021160"/>
            <a:ext cx="223472" cy="278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0" name="Google Shape;1920;p17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8078350" y="983627"/>
            <a:ext cx="144422" cy="203066"/>
          </a:xfrm>
          <a:prstGeom prst="rect">
            <a:avLst/>
          </a:prstGeom>
          <a:noFill/>
          <a:ln>
            <a:noFill/>
          </a:ln>
        </p:spPr>
      </p:pic>
      <p:sp>
        <p:nvSpPr>
          <p:cNvPr id="1921" name="Google Shape;1921;p17"/>
          <p:cNvSpPr/>
          <p:nvPr/>
        </p:nvSpPr>
        <p:spPr>
          <a:xfrm>
            <a:off x="8494729" y="1106607"/>
            <a:ext cx="101836" cy="21447"/>
          </a:xfrm>
          <a:custGeom>
            <a:rect b="b" l="l" r="r" t="t"/>
            <a:pathLst>
              <a:path extrusionOk="0" h="17144" w="88900">
                <a:moveTo>
                  <a:pt x="0" y="16763"/>
                </a:moveTo>
                <a:lnTo>
                  <a:pt x="11191" y="16121"/>
                </a:lnTo>
                <a:lnTo>
                  <a:pt x="22098" y="14477"/>
                </a:lnTo>
                <a:lnTo>
                  <a:pt x="33004" y="12263"/>
                </a:lnTo>
                <a:lnTo>
                  <a:pt x="44196" y="9905"/>
                </a:lnTo>
                <a:lnTo>
                  <a:pt x="53220" y="8298"/>
                </a:lnTo>
                <a:lnTo>
                  <a:pt x="62103" y="6762"/>
                </a:lnTo>
                <a:lnTo>
                  <a:pt x="70985" y="5083"/>
                </a:lnTo>
                <a:lnTo>
                  <a:pt x="80010" y="3047"/>
                </a:lnTo>
                <a:lnTo>
                  <a:pt x="81534" y="3047"/>
                </a:lnTo>
                <a:lnTo>
                  <a:pt x="86106" y="2285"/>
                </a:lnTo>
                <a:lnTo>
                  <a:pt x="87630" y="1523"/>
                </a:lnTo>
                <a:lnTo>
                  <a:pt x="88392" y="1523"/>
                </a:lnTo>
                <a:lnTo>
                  <a:pt x="88392" y="761"/>
                </a:lnTo>
                <a:lnTo>
                  <a:pt x="87630" y="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2" name="Google Shape;1922;p17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8736504" y="914400"/>
            <a:ext cx="267131" cy="3018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3" name="Google Shape;1923;p17"/>
          <p:cNvGrpSpPr/>
          <p:nvPr/>
        </p:nvGrpSpPr>
        <p:grpSpPr>
          <a:xfrm>
            <a:off x="9102257" y="1076104"/>
            <a:ext cx="89470" cy="62912"/>
            <a:chOff x="9146285" y="2134361"/>
            <a:chExt cx="78105" cy="50292"/>
          </a:xfrm>
        </p:grpSpPr>
        <p:sp>
          <p:nvSpPr>
            <p:cNvPr id="1924" name="Google Shape;1924;p17"/>
            <p:cNvSpPr/>
            <p:nvPr/>
          </p:nvSpPr>
          <p:spPr>
            <a:xfrm>
              <a:off x="9151619" y="2134361"/>
              <a:ext cx="59690" cy="2540"/>
            </a:xfrm>
            <a:custGeom>
              <a:rect b="b" l="l" r="r" t="t"/>
              <a:pathLst>
                <a:path extrusionOk="0" h="2539" w="59690">
                  <a:moveTo>
                    <a:pt x="0" y="0"/>
                  </a:moveTo>
                  <a:lnTo>
                    <a:pt x="10584" y="1309"/>
                  </a:lnTo>
                  <a:lnTo>
                    <a:pt x="20097" y="1904"/>
                  </a:lnTo>
                  <a:lnTo>
                    <a:pt x="29467" y="1928"/>
                  </a:lnTo>
                  <a:lnTo>
                    <a:pt x="39624" y="1523"/>
                  </a:lnTo>
                  <a:lnTo>
                    <a:pt x="46482" y="761"/>
                  </a:lnTo>
                  <a:lnTo>
                    <a:pt x="53340" y="761"/>
                  </a:lnTo>
                  <a:lnTo>
                    <a:pt x="59436" y="761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17"/>
            <p:cNvSpPr/>
            <p:nvPr/>
          </p:nvSpPr>
          <p:spPr>
            <a:xfrm>
              <a:off x="9146285" y="2173223"/>
              <a:ext cx="78105" cy="11430"/>
            </a:xfrm>
            <a:custGeom>
              <a:rect b="b" l="l" r="r" t="t"/>
              <a:pathLst>
                <a:path extrusionOk="0" h="11430" w="78104">
                  <a:moveTo>
                    <a:pt x="0" y="11429"/>
                  </a:moveTo>
                  <a:lnTo>
                    <a:pt x="13144" y="11275"/>
                  </a:lnTo>
                  <a:lnTo>
                    <a:pt x="26288" y="10763"/>
                  </a:lnTo>
                  <a:lnTo>
                    <a:pt x="39433" y="9822"/>
                  </a:lnTo>
                  <a:lnTo>
                    <a:pt x="52577" y="8381"/>
                  </a:lnTo>
                  <a:lnTo>
                    <a:pt x="59936" y="7715"/>
                  </a:lnTo>
                  <a:lnTo>
                    <a:pt x="66293" y="6476"/>
                  </a:lnTo>
                  <a:lnTo>
                    <a:pt x="72080" y="4095"/>
                  </a:lnTo>
                  <a:lnTo>
                    <a:pt x="77724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26" name="Google Shape;1926;p17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9300387" y="1028130"/>
            <a:ext cx="148474" cy="161065"/>
          </a:xfrm>
          <a:prstGeom prst="rect">
            <a:avLst/>
          </a:prstGeom>
          <a:noFill/>
          <a:ln>
            <a:noFill/>
          </a:ln>
        </p:spPr>
      </p:pic>
      <p:sp>
        <p:nvSpPr>
          <p:cNvPr id="1927" name="Google Shape;1927;p17"/>
          <p:cNvSpPr/>
          <p:nvPr/>
        </p:nvSpPr>
        <p:spPr>
          <a:xfrm>
            <a:off x="3549842" y="1720478"/>
            <a:ext cx="244407" cy="10327"/>
          </a:xfrm>
          <a:custGeom>
            <a:rect b="b" l="l" r="r" t="t"/>
            <a:pathLst>
              <a:path extrusionOk="0" h="8255" w="213360">
                <a:moveTo>
                  <a:pt x="0" y="4572"/>
                </a:moveTo>
                <a:lnTo>
                  <a:pt x="26991" y="6441"/>
                </a:lnTo>
                <a:lnTo>
                  <a:pt x="54197" y="7524"/>
                </a:lnTo>
                <a:lnTo>
                  <a:pt x="81545" y="7893"/>
                </a:lnTo>
                <a:lnTo>
                  <a:pt x="108966" y="7620"/>
                </a:lnTo>
                <a:lnTo>
                  <a:pt x="123825" y="6929"/>
                </a:lnTo>
                <a:lnTo>
                  <a:pt x="138684" y="6096"/>
                </a:lnTo>
                <a:lnTo>
                  <a:pt x="153543" y="5262"/>
                </a:lnTo>
                <a:lnTo>
                  <a:pt x="168402" y="4572"/>
                </a:lnTo>
                <a:lnTo>
                  <a:pt x="203454" y="3048"/>
                </a:lnTo>
                <a:lnTo>
                  <a:pt x="204215" y="3048"/>
                </a:lnTo>
                <a:lnTo>
                  <a:pt x="206502" y="3048"/>
                </a:lnTo>
                <a:lnTo>
                  <a:pt x="213360" y="3048"/>
                </a:lnTo>
                <a:lnTo>
                  <a:pt x="201930" y="3810"/>
                </a:lnTo>
                <a:lnTo>
                  <a:pt x="201168" y="3048"/>
                </a:lnTo>
                <a:lnTo>
                  <a:pt x="199644" y="2286"/>
                </a:lnTo>
                <a:lnTo>
                  <a:pt x="198120" y="762"/>
                </a:lnTo>
                <a:lnTo>
                  <a:pt x="196596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p17"/>
          <p:cNvSpPr/>
          <p:nvPr/>
        </p:nvSpPr>
        <p:spPr>
          <a:xfrm>
            <a:off x="4225454" y="1589887"/>
            <a:ext cx="200036" cy="20653"/>
          </a:xfrm>
          <a:custGeom>
            <a:rect b="b" l="l" r="r" t="t"/>
            <a:pathLst>
              <a:path extrusionOk="0" h="16510" w="174625">
                <a:moveTo>
                  <a:pt x="0" y="16001"/>
                </a:moveTo>
                <a:lnTo>
                  <a:pt x="48863" y="14180"/>
                </a:lnTo>
                <a:lnTo>
                  <a:pt x="86106" y="9358"/>
                </a:lnTo>
                <a:lnTo>
                  <a:pt x="106680" y="6667"/>
                </a:lnTo>
                <a:lnTo>
                  <a:pt x="127254" y="4262"/>
                </a:lnTo>
                <a:lnTo>
                  <a:pt x="147828" y="2285"/>
                </a:lnTo>
                <a:lnTo>
                  <a:pt x="153364" y="2166"/>
                </a:lnTo>
                <a:lnTo>
                  <a:pt x="160686" y="2476"/>
                </a:lnTo>
                <a:lnTo>
                  <a:pt x="167866" y="2500"/>
                </a:lnTo>
                <a:lnTo>
                  <a:pt x="172974" y="1523"/>
                </a:lnTo>
                <a:lnTo>
                  <a:pt x="174498" y="1523"/>
                </a:lnTo>
                <a:lnTo>
                  <a:pt x="172974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9" name="Google Shape;1929;p17"/>
          <p:cNvSpPr/>
          <p:nvPr/>
        </p:nvSpPr>
        <p:spPr>
          <a:xfrm>
            <a:off x="4949949" y="1586909"/>
            <a:ext cx="536824" cy="19859"/>
          </a:xfrm>
          <a:custGeom>
            <a:rect b="b" l="l" r="r" t="t"/>
            <a:pathLst>
              <a:path extrusionOk="0" h="15875" w="468629">
                <a:moveTo>
                  <a:pt x="10667" y="15335"/>
                </a:moveTo>
                <a:lnTo>
                  <a:pt x="7619" y="15335"/>
                </a:lnTo>
                <a:lnTo>
                  <a:pt x="3809" y="15335"/>
                </a:lnTo>
                <a:lnTo>
                  <a:pt x="0" y="15335"/>
                </a:lnTo>
                <a:lnTo>
                  <a:pt x="48005" y="13811"/>
                </a:lnTo>
                <a:lnTo>
                  <a:pt x="65722" y="12787"/>
                </a:lnTo>
                <a:lnTo>
                  <a:pt x="83438" y="11906"/>
                </a:lnTo>
                <a:lnTo>
                  <a:pt x="101155" y="11025"/>
                </a:lnTo>
                <a:lnTo>
                  <a:pt x="118871" y="10001"/>
                </a:lnTo>
                <a:lnTo>
                  <a:pt x="141612" y="9548"/>
                </a:lnTo>
                <a:lnTo>
                  <a:pt x="164210" y="9239"/>
                </a:lnTo>
                <a:lnTo>
                  <a:pt x="186809" y="8929"/>
                </a:lnTo>
                <a:lnTo>
                  <a:pt x="209549" y="8477"/>
                </a:lnTo>
                <a:lnTo>
                  <a:pt x="231147" y="7917"/>
                </a:lnTo>
                <a:lnTo>
                  <a:pt x="252602" y="7429"/>
                </a:lnTo>
                <a:lnTo>
                  <a:pt x="274058" y="7084"/>
                </a:lnTo>
                <a:lnTo>
                  <a:pt x="295655" y="6953"/>
                </a:lnTo>
                <a:lnTo>
                  <a:pt x="314396" y="6393"/>
                </a:lnTo>
                <a:lnTo>
                  <a:pt x="332993" y="5905"/>
                </a:lnTo>
                <a:lnTo>
                  <a:pt x="351591" y="5560"/>
                </a:lnTo>
                <a:lnTo>
                  <a:pt x="370331" y="5429"/>
                </a:lnTo>
                <a:lnTo>
                  <a:pt x="386917" y="4869"/>
                </a:lnTo>
                <a:lnTo>
                  <a:pt x="403574" y="4381"/>
                </a:lnTo>
                <a:lnTo>
                  <a:pt x="420373" y="4036"/>
                </a:lnTo>
                <a:lnTo>
                  <a:pt x="437387" y="3905"/>
                </a:lnTo>
                <a:lnTo>
                  <a:pt x="445769" y="3905"/>
                </a:lnTo>
                <a:lnTo>
                  <a:pt x="453389" y="3143"/>
                </a:lnTo>
                <a:lnTo>
                  <a:pt x="461771" y="3143"/>
                </a:lnTo>
                <a:lnTo>
                  <a:pt x="464057" y="3143"/>
                </a:lnTo>
                <a:lnTo>
                  <a:pt x="466343" y="3143"/>
                </a:lnTo>
                <a:lnTo>
                  <a:pt x="467867" y="2381"/>
                </a:lnTo>
                <a:lnTo>
                  <a:pt x="468629" y="2381"/>
                </a:lnTo>
                <a:lnTo>
                  <a:pt x="466343" y="857"/>
                </a:lnTo>
                <a:lnTo>
                  <a:pt x="463295" y="857"/>
                </a:lnTo>
                <a:lnTo>
                  <a:pt x="459485" y="857"/>
                </a:lnTo>
                <a:lnTo>
                  <a:pt x="449651" y="738"/>
                </a:lnTo>
                <a:lnTo>
                  <a:pt x="439673" y="476"/>
                </a:lnTo>
                <a:lnTo>
                  <a:pt x="429696" y="214"/>
                </a:lnTo>
                <a:lnTo>
                  <a:pt x="419861" y="95"/>
                </a:lnTo>
                <a:lnTo>
                  <a:pt x="391977" y="11"/>
                </a:lnTo>
                <a:lnTo>
                  <a:pt x="364235" y="0"/>
                </a:lnTo>
                <a:lnTo>
                  <a:pt x="336494" y="416"/>
                </a:lnTo>
                <a:lnTo>
                  <a:pt x="308609" y="1619"/>
                </a:lnTo>
                <a:lnTo>
                  <a:pt x="284726" y="2881"/>
                </a:lnTo>
                <a:lnTo>
                  <a:pt x="260984" y="4286"/>
                </a:lnTo>
                <a:lnTo>
                  <a:pt x="237243" y="5691"/>
                </a:lnTo>
                <a:lnTo>
                  <a:pt x="213359" y="6953"/>
                </a:lnTo>
                <a:lnTo>
                  <a:pt x="193488" y="7286"/>
                </a:lnTo>
                <a:lnTo>
                  <a:pt x="173831" y="7334"/>
                </a:lnTo>
                <a:lnTo>
                  <a:pt x="154316" y="7381"/>
                </a:lnTo>
                <a:lnTo>
                  <a:pt x="134873" y="7715"/>
                </a:lnTo>
                <a:lnTo>
                  <a:pt x="117609" y="8286"/>
                </a:lnTo>
                <a:lnTo>
                  <a:pt x="100202" y="8858"/>
                </a:lnTo>
                <a:lnTo>
                  <a:pt x="53530" y="10584"/>
                </a:lnTo>
                <a:lnTo>
                  <a:pt x="17525" y="13049"/>
                </a:lnTo>
                <a:lnTo>
                  <a:pt x="12191" y="13049"/>
                </a:lnTo>
                <a:lnTo>
                  <a:pt x="7619" y="13811"/>
                </a:lnTo>
                <a:lnTo>
                  <a:pt x="1523" y="13811"/>
                </a:lnTo>
                <a:lnTo>
                  <a:pt x="6857" y="14573"/>
                </a:lnTo>
                <a:lnTo>
                  <a:pt x="9143" y="14573"/>
                </a:lnTo>
                <a:lnTo>
                  <a:pt x="15239" y="13049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0" name="Google Shape;1930;p17"/>
          <p:cNvSpPr/>
          <p:nvPr/>
        </p:nvSpPr>
        <p:spPr>
          <a:xfrm>
            <a:off x="6258402" y="1532696"/>
            <a:ext cx="261865" cy="7943"/>
          </a:xfrm>
          <a:custGeom>
            <a:rect b="b" l="l" r="r" t="t"/>
            <a:pathLst>
              <a:path extrusionOk="0" h="6350" w="228600">
                <a:moveTo>
                  <a:pt x="0" y="0"/>
                </a:moveTo>
                <a:lnTo>
                  <a:pt x="41814" y="1714"/>
                </a:lnTo>
                <a:lnTo>
                  <a:pt x="83058" y="2285"/>
                </a:lnTo>
                <a:lnTo>
                  <a:pt x="106941" y="2405"/>
                </a:lnTo>
                <a:lnTo>
                  <a:pt x="130682" y="2666"/>
                </a:lnTo>
                <a:lnTo>
                  <a:pt x="154424" y="2928"/>
                </a:lnTo>
                <a:lnTo>
                  <a:pt x="178308" y="3047"/>
                </a:lnTo>
                <a:lnTo>
                  <a:pt x="189618" y="3500"/>
                </a:lnTo>
                <a:lnTo>
                  <a:pt x="200786" y="3809"/>
                </a:lnTo>
                <a:lnTo>
                  <a:pt x="211955" y="4119"/>
                </a:lnTo>
                <a:lnTo>
                  <a:pt x="223265" y="4571"/>
                </a:lnTo>
                <a:lnTo>
                  <a:pt x="225552" y="4571"/>
                </a:lnTo>
                <a:lnTo>
                  <a:pt x="227076" y="4571"/>
                </a:lnTo>
                <a:lnTo>
                  <a:pt x="228600" y="4571"/>
                </a:lnTo>
                <a:lnTo>
                  <a:pt x="220218" y="5333"/>
                </a:lnTo>
                <a:lnTo>
                  <a:pt x="212597" y="6095"/>
                </a:lnTo>
                <a:lnTo>
                  <a:pt x="203454" y="6095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1" name="Google Shape;1931;p17"/>
          <p:cNvSpPr/>
          <p:nvPr/>
        </p:nvSpPr>
        <p:spPr>
          <a:xfrm>
            <a:off x="6861563" y="1422121"/>
            <a:ext cx="203673" cy="18269"/>
          </a:xfrm>
          <a:custGeom>
            <a:rect b="b" l="l" r="r" t="t"/>
            <a:pathLst>
              <a:path extrusionOk="0" h="14605" w="177800">
                <a:moveTo>
                  <a:pt x="0" y="9906"/>
                </a:moveTo>
                <a:lnTo>
                  <a:pt x="14311" y="12870"/>
                </a:lnTo>
                <a:lnTo>
                  <a:pt x="28765" y="14192"/>
                </a:lnTo>
                <a:lnTo>
                  <a:pt x="43505" y="14513"/>
                </a:lnTo>
                <a:lnTo>
                  <a:pt x="58674" y="14478"/>
                </a:lnTo>
                <a:lnTo>
                  <a:pt x="77414" y="13668"/>
                </a:lnTo>
                <a:lnTo>
                  <a:pt x="96012" y="12573"/>
                </a:lnTo>
                <a:lnTo>
                  <a:pt x="114609" y="11477"/>
                </a:lnTo>
                <a:lnTo>
                  <a:pt x="133350" y="10668"/>
                </a:lnTo>
                <a:lnTo>
                  <a:pt x="171450" y="9906"/>
                </a:lnTo>
                <a:lnTo>
                  <a:pt x="173736" y="9906"/>
                </a:lnTo>
                <a:lnTo>
                  <a:pt x="175260" y="9906"/>
                </a:lnTo>
                <a:lnTo>
                  <a:pt x="177546" y="9906"/>
                </a:lnTo>
                <a:lnTo>
                  <a:pt x="176784" y="9144"/>
                </a:lnTo>
                <a:lnTo>
                  <a:pt x="175260" y="9144"/>
                </a:lnTo>
                <a:lnTo>
                  <a:pt x="174498" y="8382"/>
                </a:lnTo>
                <a:lnTo>
                  <a:pt x="168402" y="7620"/>
                </a:lnTo>
                <a:lnTo>
                  <a:pt x="166878" y="5334"/>
                </a:lnTo>
                <a:lnTo>
                  <a:pt x="163830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2" name="Google Shape;1932;p17"/>
          <p:cNvSpPr/>
          <p:nvPr/>
        </p:nvSpPr>
        <p:spPr>
          <a:xfrm>
            <a:off x="7497024" y="1447859"/>
            <a:ext cx="608109" cy="23036"/>
          </a:xfrm>
          <a:custGeom>
            <a:rect b="b" l="l" r="r" t="t"/>
            <a:pathLst>
              <a:path extrusionOk="0" h="18414" w="530859">
                <a:moveTo>
                  <a:pt x="14477" y="12953"/>
                </a:moveTo>
                <a:lnTo>
                  <a:pt x="6857" y="15239"/>
                </a:lnTo>
                <a:lnTo>
                  <a:pt x="4571" y="15239"/>
                </a:lnTo>
                <a:lnTo>
                  <a:pt x="0" y="17525"/>
                </a:lnTo>
                <a:lnTo>
                  <a:pt x="4571" y="18287"/>
                </a:lnTo>
                <a:lnTo>
                  <a:pt x="14477" y="18287"/>
                </a:lnTo>
                <a:lnTo>
                  <a:pt x="19811" y="18287"/>
                </a:lnTo>
                <a:lnTo>
                  <a:pt x="68889" y="17966"/>
                </a:lnTo>
                <a:lnTo>
                  <a:pt x="112204" y="16144"/>
                </a:lnTo>
                <a:lnTo>
                  <a:pt x="139064" y="14477"/>
                </a:lnTo>
                <a:lnTo>
                  <a:pt x="165925" y="12811"/>
                </a:lnTo>
                <a:lnTo>
                  <a:pt x="221932" y="10298"/>
                </a:lnTo>
                <a:lnTo>
                  <a:pt x="280225" y="8322"/>
                </a:lnTo>
                <a:lnTo>
                  <a:pt x="309371" y="7619"/>
                </a:lnTo>
                <a:lnTo>
                  <a:pt x="333363" y="6619"/>
                </a:lnTo>
                <a:lnTo>
                  <a:pt x="357282" y="5905"/>
                </a:lnTo>
                <a:lnTo>
                  <a:pt x="381059" y="5476"/>
                </a:lnTo>
                <a:lnTo>
                  <a:pt x="404621" y="5333"/>
                </a:lnTo>
                <a:lnTo>
                  <a:pt x="447139" y="5333"/>
                </a:lnTo>
                <a:lnTo>
                  <a:pt x="496728" y="5333"/>
                </a:lnTo>
                <a:lnTo>
                  <a:pt x="530744" y="5333"/>
                </a:lnTo>
                <a:lnTo>
                  <a:pt x="526541" y="5333"/>
                </a:lnTo>
                <a:lnTo>
                  <a:pt x="521207" y="5333"/>
                </a:lnTo>
                <a:lnTo>
                  <a:pt x="519683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3" name="Google Shape;1933;p17"/>
          <p:cNvSpPr/>
          <p:nvPr/>
        </p:nvSpPr>
        <p:spPr>
          <a:xfrm>
            <a:off x="8580272" y="1318222"/>
            <a:ext cx="311329" cy="19859"/>
          </a:xfrm>
          <a:custGeom>
            <a:rect b="b" l="l" r="r" t="t"/>
            <a:pathLst>
              <a:path extrusionOk="0" h="15875" w="271779">
                <a:moveTo>
                  <a:pt x="0" y="15239"/>
                </a:moveTo>
                <a:lnTo>
                  <a:pt x="14859" y="15668"/>
                </a:lnTo>
                <a:lnTo>
                  <a:pt x="29718" y="15811"/>
                </a:lnTo>
                <a:lnTo>
                  <a:pt x="44577" y="15668"/>
                </a:lnTo>
                <a:lnTo>
                  <a:pt x="59436" y="15239"/>
                </a:lnTo>
                <a:lnTo>
                  <a:pt x="85725" y="14728"/>
                </a:lnTo>
                <a:lnTo>
                  <a:pt x="112014" y="13430"/>
                </a:lnTo>
                <a:lnTo>
                  <a:pt x="138303" y="11703"/>
                </a:lnTo>
                <a:lnTo>
                  <a:pt x="164592" y="9905"/>
                </a:lnTo>
                <a:lnTo>
                  <a:pt x="184594" y="9203"/>
                </a:lnTo>
                <a:lnTo>
                  <a:pt x="204597" y="8286"/>
                </a:lnTo>
                <a:lnTo>
                  <a:pt x="224599" y="7227"/>
                </a:lnTo>
                <a:lnTo>
                  <a:pt x="244602" y="6095"/>
                </a:lnTo>
                <a:lnTo>
                  <a:pt x="252222" y="6095"/>
                </a:lnTo>
                <a:lnTo>
                  <a:pt x="259842" y="5333"/>
                </a:lnTo>
                <a:lnTo>
                  <a:pt x="267462" y="5333"/>
                </a:lnTo>
                <a:lnTo>
                  <a:pt x="271272" y="5333"/>
                </a:lnTo>
                <a:lnTo>
                  <a:pt x="261365" y="2285"/>
                </a:lnTo>
                <a:lnTo>
                  <a:pt x="258318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4" name="Google Shape;1934;p17"/>
          <p:cNvGrpSpPr/>
          <p:nvPr/>
        </p:nvGrpSpPr>
        <p:grpSpPr>
          <a:xfrm>
            <a:off x="3018324" y="3108345"/>
            <a:ext cx="3431253" cy="642135"/>
            <a:chOff x="3018324" y="3108345"/>
            <a:chExt cx="3431253" cy="642135"/>
          </a:xfrm>
        </p:grpSpPr>
        <p:pic>
          <p:nvPicPr>
            <p:cNvPr id="1935" name="Google Shape;1935;p17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3018324" y="3547062"/>
              <a:ext cx="168413" cy="1589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6" name="Google Shape;1936;p17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3297401" y="3522994"/>
              <a:ext cx="121523" cy="18678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37" name="Google Shape;1937;p17"/>
            <p:cNvGrpSpPr/>
            <p:nvPr/>
          </p:nvGrpSpPr>
          <p:grpSpPr>
            <a:xfrm>
              <a:off x="3481743" y="3343789"/>
              <a:ext cx="249673" cy="367973"/>
              <a:chOff x="4239755" y="3947147"/>
              <a:chExt cx="217956" cy="294157"/>
            </a:xfrm>
          </p:grpSpPr>
          <p:pic>
            <p:nvPicPr>
              <p:cNvPr id="1938" name="Google Shape;1938;p17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4239755" y="4072877"/>
                <a:ext cx="131851" cy="1684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39" name="Google Shape;1939;p17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4319074" y="3947147"/>
                <a:ext cx="138637" cy="10213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40" name="Google Shape;1940;p17"/>
            <p:cNvGrpSpPr/>
            <p:nvPr/>
          </p:nvGrpSpPr>
          <p:grpSpPr>
            <a:xfrm>
              <a:off x="4084921" y="3515368"/>
              <a:ext cx="430346" cy="96306"/>
              <a:chOff x="4766310" y="4084307"/>
              <a:chExt cx="375678" cy="76987"/>
            </a:xfrm>
          </p:grpSpPr>
          <p:sp>
            <p:nvSpPr>
              <p:cNvPr id="1941" name="Google Shape;1941;p17"/>
              <p:cNvSpPr/>
              <p:nvPr/>
            </p:nvSpPr>
            <p:spPr>
              <a:xfrm>
                <a:off x="4766310" y="4117847"/>
                <a:ext cx="316230" cy="26034"/>
              </a:xfrm>
              <a:custGeom>
                <a:rect b="b" l="l" r="r" t="t"/>
                <a:pathLst>
                  <a:path extrusionOk="0" h="26035" w="316229">
                    <a:moveTo>
                      <a:pt x="0" y="25146"/>
                    </a:moveTo>
                    <a:lnTo>
                      <a:pt x="14168" y="25443"/>
                    </a:lnTo>
                    <a:lnTo>
                      <a:pt x="28194" y="25241"/>
                    </a:lnTo>
                    <a:lnTo>
                      <a:pt x="42219" y="24610"/>
                    </a:lnTo>
                    <a:lnTo>
                      <a:pt x="56388" y="23622"/>
                    </a:lnTo>
                    <a:lnTo>
                      <a:pt x="77533" y="21728"/>
                    </a:lnTo>
                    <a:lnTo>
                      <a:pt x="98679" y="20478"/>
                    </a:lnTo>
                    <a:lnTo>
                      <a:pt x="119824" y="19657"/>
                    </a:lnTo>
                    <a:lnTo>
                      <a:pt x="140970" y="19050"/>
                    </a:lnTo>
                    <a:lnTo>
                      <a:pt x="162687" y="19264"/>
                    </a:lnTo>
                    <a:lnTo>
                      <a:pt x="184404" y="19621"/>
                    </a:lnTo>
                    <a:lnTo>
                      <a:pt x="206121" y="19692"/>
                    </a:lnTo>
                    <a:lnTo>
                      <a:pt x="227838" y="19050"/>
                    </a:lnTo>
                    <a:lnTo>
                      <a:pt x="247971" y="18228"/>
                    </a:lnTo>
                    <a:lnTo>
                      <a:pt x="268319" y="17049"/>
                    </a:lnTo>
                    <a:lnTo>
                      <a:pt x="288809" y="15728"/>
                    </a:lnTo>
                    <a:lnTo>
                      <a:pt x="309372" y="14478"/>
                    </a:lnTo>
                    <a:lnTo>
                      <a:pt x="316230" y="12954"/>
                    </a:lnTo>
                    <a:lnTo>
                      <a:pt x="310134" y="11430"/>
                    </a:lnTo>
                    <a:lnTo>
                      <a:pt x="303276" y="10668"/>
                    </a:lnTo>
                    <a:lnTo>
                      <a:pt x="300228" y="4572"/>
                    </a:lnTo>
                    <a:lnTo>
                      <a:pt x="299466" y="3048"/>
                    </a:lnTo>
                    <a:lnTo>
                      <a:pt x="298704" y="1524"/>
                    </a:lnTo>
                    <a:lnTo>
                      <a:pt x="298704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942" name="Google Shape;1942;p17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5034521" y="4084307"/>
                <a:ext cx="107467" cy="7698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943" name="Google Shape;1943;p17"/>
            <p:cNvSpPr/>
            <p:nvPr/>
          </p:nvSpPr>
          <p:spPr>
            <a:xfrm>
              <a:off x="5392500" y="3732211"/>
              <a:ext cx="291689" cy="18269"/>
            </a:xfrm>
            <a:custGeom>
              <a:rect b="b" l="l" r="r" t="t"/>
              <a:pathLst>
                <a:path extrusionOk="0" h="14604" w="254635">
                  <a:moveTo>
                    <a:pt x="0" y="6500"/>
                  </a:moveTo>
                  <a:lnTo>
                    <a:pt x="17597" y="7000"/>
                  </a:lnTo>
                  <a:lnTo>
                    <a:pt x="35052" y="6500"/>
                  </a:lnTo>
                  <a:lnTo>
                    <a:pt x="52506" y="5429"/>
                  </a:lnTo>
                  <a:lnTo>
                    <a:pt x="70104" y="4214"/>
                  </a:lnTo>
                  <a:lnTo>
                    <a:pt x="93654" y="3452"/>
                  </a:lnTo>
                  <a:lnTo>
                    <a:pt x="117348" y="3262"/>
                  </a:lnTo>
                  <a:lnTo>
                    <a:pt x="141041" y="3357"/>
                  </a:lnTo>
                  <a:lnTo>
                    <a:pt x="164592" y="3452"/>
                  </a:lnTo>
                  <a:lnTo>
                    <a:pt x="184023" y="3583"/>
                  </a:lnTo>
                  <a:lnTo>
                    <a:pt x="203454" y="3929"/>
                  </a:lnTo>
                  <a:lnTo>
                    <a:pt x="222884" y="4417"/>
                  </a:lnTo>
                  <a:lnTo>
                    <a:pt x="242315" y="4976"/>
                  </a:lnTo>
                  <a:lnTo>
                    <a:pt x="246888" y="4976"/>
                  </a:lnTo>
                  <a:lnTo>
                    <a:pt x="249174" y="4976"/>
                  </a:lnTo>
                  <a:lnTo>
                    <a:pt x="252984" y="5738"/>
                  </a:lnTo>
                  <a:lnTo>
                    <a:pt x="243387" y="5607"/>
                  </a:lnTo>
                  <a:lnTo>
                    <a:pt x="233933" y="5262"/>
                  </a:lnTo>
                  <a:lnTo>
                    <a:pt x="224480" y="4774"/>
                  </a:lnTo>
                  <a:lnTo>
                    <a:pt x="214884" y="4214"/>
                  </a:lnTo>
                  <a:lnTo>
                    <a:pt x="194881" y="2655"/>
                  </a:lnTo>
                  <a:lnTo>
                    <a:pt x="174879" y="1452"/>
                  </a:lnTo>
                  <a:lnTo>
                    <a:pt x="154876" y="678"/>
                  </a:lnTo>
                  <a:lnTo>
                    <a:pt x="134874" y="404"/>
                  </a:lnTo>
                  <a:lnTo>
                    <a:pt x="114180" y="0"/>
                  </a:lnTo>
                  <a:lnTo>
                    <a:pt x="93345" y="23"/>
                  </a:lnTo>
                  <a:lnTo>
                    <a:pt x="72509" y="619"/>
                  </a:lnTo>
                  <a:lnTo>
                    <a:pt x="51816" y="1928"/>
                  </a:lnTo>
                  <a:lnTo>
                    <a:pt x="44517" y="2964"/>
                  </a:lnTo>
                  <a:lnTo>
                    <a:pt x="37433" y="3929"/>
                  </a:lnTo>
                  <a:lnTo>
                    <a:pt x="30491" y="5036"/>
                  </a:lnTo>
                  <a:lnTo>
                    <a:pt x="23622" y="6500"/>
                  </a:lnTo>
                  <a:lnTo>
                    <a:pt x="27432" y="11072"/>
                  </a:lnTo>
                  <a:lnTo>
                    <a:pt x="35052" y="11072"/>
                  </a:lnTo>
                  <a:lnTo>
                    <a:pt x="43434" y="11834"/>
                  </a:lnTo>
                  <a:lnTo>
                    <a:pt x="73854" y="13465"/>
                  </a:lnTo>
                  <a:lnTo>
                    <a:pt x="104489" y="14025"/>
                  </a:lnTo>
                  <a:lnTo>
                    <a:pt x="135266" y="13870"/>
                  </a:lnTo>
                  <a:lnTo>
                    <a:pt x="166116" y="13358"/>
                  </a:lnTo>
                  <a:lnTo>
                    <a:pt x="183713" y="12418"/>
                  </a:lnTo>
                  <a:lnTo>
                    <a:pt x="201168" y="10977"/>
                  </a:lnTo>
                  <a:lnTo>
                    <a:pt x="218622" y="9394"/>
                  </a:lnTo>
                  <a:lnTo>
                    <a:pt x="236220" y="8024"/>
                  </a:lnTo>
                  <a:lnTo>
                    <a:pt x="241554" y="8024"/>
                  </a:lnTo>
                  <a:lnTo>
                    <a:pt x="252222" y="8024"/>
                  </a:lnTo>
                  <a:lnTo>
                    <a:pt x="254508" y="8786"/>
                  </a:lnTo>
                  <a:lnTo>
                    <a:pt x="248411" y="9548"/>
                  </a:lnTo>
                  <a:lnTo>
                    <a:pt x="246126" y="10310"/>
                  </a:lnTo>
                  <a:lnTo>
                    <a:pt x="241554" y="9548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44" name="Google Shape;1944;p17"/>
            <p:cNvGrpSpPr/>
            <p:nvPr/>
          </p:nvGrpSpPr>
          <p:grpSpPr>
            <a:xfrm>
              <a:off x="5388012" y="3316146"/>
              <a:ext cx="430143" cy="339376"/>
              <a:chOff x="5903867" y="3925049"/>
              <a:chExt cx="375501" cy="271297"/>
            </a:xfrm>
          </p:grpSpPr>
          <p:pic>
            <p:nvPicPr>
              <p:cNvPr id="1945" name="Google Shape;1945;p17"/>
              <p:cNvPicPr preferRelativeResize="0"/>
              <p:nvPr/>
            </p:nvPicPr>
            <p:blipFill rotWithShape="1">
              <a:blip r:embed="rId48">
                <a:alphaModFix/>
              </a:blip>
              <a:srcRect b="0" l="0" r="0" t="0"/>
              <a:stretch/>
            </p:blipFill>
            <p:spPr>
              <a:xfrm>
                <a:off x="5903867" y="3946385"/>
                <a:ext cx="120516" cy="24996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46" name="Google Shape;1946;p17"/>
              <p:cNvPicPr preferRelativeResize="0"/>
              <p:nvPr/>
            </p:nvPicPr>
            <p:blipFill rotWithShape="1">
              <a:blip r:embed="rId49">
                <a:alphaModFix/>
              </a:blip>
              <a:srcRect b="0" l="0" r="0" t="0"/>
              <a:stretch/>
            </p:blipFill>
            <p:spPr>
              <a:xfrm>
                <a:off x="6045540" y="3925049"/>
                <a:ext cx="233828" cy="21871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947" name="Google Shape;1947;p17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5957037" y="3383824"/>
              <a:ext cx="107597" cy="1633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8" name="Google Shape;1948;p17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6199904" y="3108345"/>
              <a:ext cx="249673" cy="4127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49" name="Google Shape;1949;p17"/>
          <p:cNvGrpSpPr/>
          <p:nvPr/>
        </p:nvGrpSpPr>
        <p:grpSpPr>
          <a:xfrm>
            <a:off x="1825010" y="3552305"/>
            <a:ext cx="7513308" cy="2789721"/>
            <a:chOff x="1825010" y="3552305"/>
            <a:chExt cx="7513308" cy="2789721"/>
          </a:xfrm>
        </p:grpSpPr>
        <p:grpSp>
          <p:nvGrpSpPr>
            <p:cNvPr id="1950" name="Google Shape;1950;p17"/>
            <p:cNvGrpSpPr/>
            <p:nvPr/>
          </p:nvGrpSpPr>
          <p:grpSpPr>
            <a:xfrm>
              <a:off x="8675402" y="3552305"/>
              <a:ext cx="327359" cy="186623"/>
              <a:chOff x="8773655" y="4113834"/>
              <a:chExt cx="285774" cy="149187"/>
            </a:xfrm>
          </p:grpSpPr>
          <p:pic>
            <p:nvPicPr>
              <p:cNvPr id="1951" name="Google Shape;1951;p17"/>
              <p:cNvPicPr preferRelativeResize="0"/>
              <p:nvPr/>
            </p:nvPicPr>
            <p:blipFill rotWithShape="1">
              <a:blip r:embed="rId52">
                <a:alphaModFix/>
              </a:blip>
              <a:srcRect b="0" l="0" r="0" t="0"/>
              <a:stretch/>
            </p:blipFill>
            <p:spPr>
              <a:xfrm>
                <a:off x="8773655" y="4135361"/>
                <a:ext cx="134899" cy="1276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52" name="Google Shape;1952;p17"/>
              <p:cNvPicPr preferRelativeResize="0"/>
              <p:nvPr/>
            </p:nvPicPr>
            <p:blipFill rotWithShape="1">
              <a:blip r:embed="rId53">
                <a:alphaModFix/>
              </a:blip>
              <a:srcRect b="0" l="0" r="0" t="0"/>
              <a:stretch/>
            </p:blipFill>
            <p:spPr>
              <a:xfrm>
                <a:off x="8942592" y="4113834"/>
                <a:ext cx="116837" cy="106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53" name="Google Shape;1953;p17"/>
            <p:cNvGrpSpPr/>
            <p:nvPr/>
          </p:nvGrpSpPr>
          <p:grpSpPr>
            <a:xfrm>
              <a:off x="6201758" y="4866075"/>
              <a:ext cx="475642" cy="356594"/>
              <a:chOff x="6614242" y="5164061"/>
              <a:chExt cx="415220" cy="285061"/>
            </a:xfrm>
          </p:grpSpPr>
          <p:pic>
            <p:nvPicPr>
              <p:cNvPr id="1954" name="Google Shape;1954;p17"/>
              <p:cNvPicPr preferRelativeResize="0"/>
              <p:nvPr/>
            </p:nvPicPr>
            <p:blipFill rotWithShape="1">
              <a:blip r:embed="rId54">
                <a:alphaModFix/>
              </a:blip>
              <a:srcRect b="0" l="0" r="0" t="0"/>
              <a:stretch/>
            </p:blipFill>
            <p:spPr>
              <a:xfrm>
                <a:off x="6614242" y="5203685"/>
                <a:ext cx="89846" cy="24543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55" name="Google Shape;1955;p17"/>
              <p:cNvPicPr preferRelativeResize="0"/>
              <p:nvPr/>
            </p:nvPicPr>
            <p:blipFill rotWithShape="1">
              <a:blip r:embed="rId55">
                <a:alphaModFix/>
              </a:blip>
              <a:srcRect b="0" l="0" r="0" t="0"/>
              <a:stretch/>
            </p:blipFill>
            <p:spPr>
              <a:xfrm>
                <a:off x="6744913" y="5164061"/>
                <a:ext cx="284549" cy="23338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56" name="Google Shape;1956;p17"/>
            <p:cNvGrpSpPr/>
            <p:nvPr/>
          </p:nvGrpSpPr>
          <p:grpSpPr>
            <a:xfrm>
              <a:off x="3917313" y="5798320"/>
              <a:ext cx="482228" cy="375107"/>
              <a:chOff x="4619993" y="5909297"/>
              <a:chExt cx="420970" cy="299860"/>
            </a:xfrm>
          </p:grpSpPr>
          <p:pic>
            <p:nvPicPr>
              <p:cNvPr id="1957" name="Google Shape;1957;p17"/>
              <p:cNvPicPr preferRelativeResize="0"/>
              <p:nvPr/>
            </p:nvPicPr>
            <p:blipFill rotWithShape="1">
              <a:blip r:embed="rId56">
                <a:alphaModFix/>
              </a:blip>
              <a:srcRect b="0" l="0" r="0" t="0"/>
              <a:stretch/>
            </p:blipFill>
            <p:spPr>
              <a:xfrm>
                <a:off x="4619993" y="5961113"/>
                <a:ext cx="131089" cy="17659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58" name="Google Shape;1958;p17"/>
              <p:cNvSpPr/>
              <p:nvPr/>
            </p:nvSpPr>
            <p:spPr>
              <a:xfrm>
                <a:off x="4671059" y="5910072"/>
                <a:ext cx="36830" cy="299085"/>
              </a:xfrm>
              <a:custGeom>
                <a:rect b="b" l="l" r="r" t="t"/>
                <a:pathLst>
                  <a:path extrusionOk="0" h="299085" w="36829">
                    <a:moveTo>
                      <a:pt x="36575" y="0"/>
                    </a:moveTo>
                    <a:lnTo>
                      <a:pt x="19966" y="45005"/>
                    </a:lnTo>
                    <a:lnTo>
                      <a:pt x="16263" y="86106"/>
                    </a:lnTo>
                    <a:lnTo>
                      <a:pt x="13358" y="131826"/>
                    </a:lnTo>
                    <a:lnTo>
                      <a:pt x="12191" y="154686"/>
                    </a:lnTo>
                    <a:lnTo>
                      <a:pt x="10584" y="175831"/>
                    </a:lnTo>
                    <a:lnTo>
                      <a:pt x="7369" y="218122"/>
                    </a:lnTo>
                    <a:lnTo>
                      <a:pt x="2857" y="264033"/>
                    </a:lnTo>
                    <a:lnTo>
                      <a:pt x="1904" y="276344"/>
                    </a:lnTo>
                    <a:lnTo>
                      <a:pt x="1523" y="288798"/>
                    </a:lnTo>
                    <a:lnTo>
                      <a:pt x="762" y="298704"/>
                    </a:lnTo>
                    <a:lnTo>
                      <a:pt x="0" y="295656"/>
                    </a:lnTo>
                    <a:lnTo>
                      <a:pt x="3047" y="29184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959" name="Google Shape;1959;p17"/>
              <p:cNvPicPr preferRelativeResize="0"/>
              <p:nvPr/>
            </p:nvPicPr>
            <p:blipFill rotWithShape="1">
              <a:blip r:embed="rId57">
                <a:alphaModFix/>
              </a:blip>
              <a:srcRect b="0" l="0" r="0" t="0"/>
              <a:stretch/>
            </p:blipFill>
            <p:spPr>
              <a:xfrm>
                <a:off x="4779346" y="5909297"/>
                <a:ext cx="261617" cy="2179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960" name="Google Shape;1960;p17"/>
            <p:cNvPicPr preferRelativeResize="0"/>
            <p:nvPr/>
          </p:nvPicPr>
          <p:blipFill rotWithShape="1">
            <a:blip r:embed="rId58">
              <a:alphaModFix/>
            </a:blip>
            <a:srcRect b="0" l="0" r="0" t="0"/>
            <a:stretch/>
          </p:blipFill>
          <p:spPr>
            <a:xfrm>
              <a:off x="4504463" y="5843121"/>
              <a:ext cx="197601" cy="16008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61" name="Google Shape;1961;p17"/>
            <p:cNvGrpSpPr/>
            <p:nvPr/>
          </p:nvGrpSpPr>
          <p:grpSpPr>
            <a:xfrm>
              <a:off x="4850440" y="5827885"/>
              <a:ext cx="121913" cy="102471"/>
              <a:chOff x="5434584" y="5932931"/>
              <a:chExt cx="106426" cy="81915"/>
            </a:xfrm>
          </p:grpSpPr>
          <p:sp>
            <p:nvSpPr>
              <p:cNvPr id="1962" name="Google Shape;1962;p17"/>
              <p:cNvSpPr/>
              <p:nvPr/>
            </p:nvSpPr>
            <p:spPr>
              <a:xfrm>
                <a:off x="5434584" y="5932931"/>
                <a:ext cx="88900" cy="8890"/>
              </a:xfrm>
              <a:custGeom>
                <a:rect b="b" l="l" r="r" t="t"/>
                <a:pathLst>
                  <a:path extrusionOk="0" h="8889" w="88900">
                    <a:moveTo>
                      <a:pt x="0" y="8382"/>
                    </a:moveTo>
                    <a:lnTo>
                      <a:pt x="3048" y="8382"/>
                    </a:lnTo>
                    <a:lnTo>
                      <a:pt x="2286" y="8382"/>
                    </a:lnTo>
                    <a:lnTo>
                      <a:pt x="6096" y="8382"/>
                    </a:lnTo>
                    <a:lnTo>
                      <a:pt x="47244" y="5334"/>
                    </a:lnTo>
                    <a:lnTo>
                      <a:pt x="56387" y="3536"/>
                    </a:lnTo>
                    <a:lnTo>
                      <a:pt x="65531" y="1809"/>
                    </a:lnTo>
                    <a:lnTo>
                      <a:pt x="74675" y="511"/>
                    </a:lnTo>
                    <a:lnTo>
                      <a:pt x="83820" y="0"/>
                    </a:lnTo>
                    <a:lnTo>
                      <a:pt x="88392" y="0"/>
                    </a:lnTo>
                    <a:lnTo>
                      <a:pt x="85344" y="0"/>
                    </a:lnTo>
                    <a:lnTo>
                      <a:pt x="84582" y="228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3" name="Google Shape;1963;p17"/>
              <p:cNvSpPr/>
              <p:nvPr/>
            </p:nvSpPr>
            <p:spPr>
              <a:xfrm>
                <a:off x="5448300" y="5997701"/>
                <a:ext cx="92710" cy="17145"/>
              </a:xfrm>
              <a:custGeom>
                <a:rect b="b" l="l" r="r" t="t"/>
                <a:pathLst>
                  <a:path extrusionOk="0" h="17145" w="92710">
                    <a:moveTo>
                      <a:pt x="0" y="14478"/>
                    </a:moveTo>
                    <a:lnTo>
                      <a:pt x="12977" y="16692"/>
                    </a:lnTo>
                    <a:lnTo>
                      <a:pt x="24384" y="16764"/>
                    </a:lnTo>
                    <a:lnTo>
                      <a:pt x="35790" y="15120"/>
                    </a:lnTo>
                    <a:lnTo>
                      <a:pt x="48768" y="12192"/>
                    </a:lnTo>
                    <a:lnTo>
                      <a:pt x="59947" y="9429"/>
                    </a:lnTo>
                    <a:lnTo>
                      <a:pt x="70770" y="6667"/>
                    </a:lnTo>
                    <a:lnTo>
                      <a:pt x="81450" y="3619"/>
                    </a:lnTo>
                    <a:lnTo>
                      <a:pt x="92202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964" name="Google Shape;1964;p17"/>
            <p:cNvPicPr preferRelativeResize="0"/>
            <p:nvPr/>
          </p:nvPicPr>
          <p:blipFill rotWithShape="1">
            <a:blip r:embed="rId59">
              <a:alphaModFix/>
            </a:blip>
            <a:srcRect b="0" l="0" r="0" t="0"/>
            <a:stretch/>
          </p:blipFill>
          <p:spPr>
            <a:xfrm>
              <a:off x="5062726" y="5799154"/>
              <a:ext cx="197982" cy="20926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65" name="Google Shape;1965;p17"/>
            <p:cNvGrpSpPr/>
            <p:nvPr/>
          </p:nvGrpSpPr>
          <p:grpSpPr>
            <a:xfrm>
              <a:off x="3627530" y="5474599"/>
              <a:ext cx="1842512" cy="867427"/>
              <a:chOff x="4367022" y="5650515"/>
              <a:chExt cx="1608455" cy="693420"/>
            </a:xfrm>
          </p:grpSpPr>
          <p:sp>
            <p:nvSpPr>
              <p:cNvPr id="1966" name="Google Shape;1966;p17"/>
              <p:cNvSpPr/>
              <p:nvPr/>
            </p:nvSpPr>
            <p:spPr>
              <a:xfrm>
                <a:off x="4367022" y="5650515"/>
                <a:ext cx="1608455" cy="693420"/>
              </a:xfrm>
              <a:custGeom>
                <a:rect b="b" l="l" r="r" t="t"/>
                <a:pathLst>
                  <a:path extrusionOk="0" h="693420" w="1608454">
                    <a:moveTo>
                      <a:pt x="48005" y="613124"/>
                    </a:moveTo>
                    <a:lnTo>
                      <a:pt x="44600" y="600563"/>
                    </a:lnTo>
                    <a:lnTo>
                      <a:pt x="43052" y="588645"/>
                    </a:lnTo>
                    <a:lnTo>
                      <a:pt x="42648" y="576583"/>
                    </a:lnTo>
                    <a:lnTo>
                      <a:pt x="42671" y="563594"/>
                    </a:lnTo>
                    <a:lnTo>
                      <a:pt x="42255" y="537424"/>
                    </a:lnTo>
                    <a:lnTo>
                      <a:pt x="42195" y="511397"/>
                    </a:lnTo>
                    <a:lnTo>
                      <a:pt x="42564" y="485370"/>
                    </a:lnTo>
                    <a:lnTo>
                      <a:pt x="43433" y="459200"/>
                    </a:lnTo>
                    <a:lnTo>
                      <a:pt x="45041" y="419766"/>
                    </a:lnTo>
                    <a:lnTo>
                      <a:pt x="46577" y="380333"/>
                    </a:lnTo>
                    <a:lnTo>
                      <a:pt x="48256" y="340899"/>
                    </a:lnTo>
                    <a:lnTo>
                      <a:pt x="50291" y="301466"/>
                    </a:lnTo>
                    <a:lnTo>
                      <a:pt x="52601" y="262032"/>
                    </a:lnTo>
                    <a:lnTo>
                      <a:pt x="55054" y="222599"/>
                    </a:lnTo>
                    <a:lnTo>
                      <a:pt x="57792" y="183165"/>
                    </a:lnTo>
                    <a:lnTo>
                      <a:pt x="60959" y="143732"/>
                    </a:lnTo>
                    <a:lnTo>
                      <a:pt x="65341" y="96107"/>
                    </a:lnTo>
                    <a:lnTo>
                      <a:pt x="70865" y="48482"/>
                    </a:lnTo>
                    <a:lnTo>
                      <a:pt x="71937" y="39885"/>
                    </a:lnTo>
                    <a:lnTo>
                      <a:pt x="89153" y="2000"/>
                    </a:lnTo>
                    <a:lnTo>
                      <a:pt x="126396" y="0"/>
                    </a:lnTo>
                    <a:lnTo>
                      <a:pt x="140719" y="273"/>
                    </a:lnTo>
                    <a:lnTo>
                      <a:pt x="154685" y="476"/>
                    </a:lnTo>
                    <a:lnTo>
                      <a:pt x="189988" y="1095"/>
                    </a:lnTo>
                    <a:lnTo>
                      <a:pt x="225075" y="2571"/>
                    </a:lnTo>
                    <a:lnTo>
                      <a:pt x="260020" y="4333"/>
                    </a:lnTo>
                    <a:lnTo>
                      <a:pt x="294893" y="5810"/>
                    </a:lnTo>
                    <a:lnTo>
                      <a:pt x="336613" y="7369"/>
                    </a:lnTo>
                    <a:lnTo>
                      <a:pt x="378332" y="8572"/>
                    </a:lnTo>
                    <a:lnTo>
                      <a:pt x="420052" y="9346"/>
                    </a:lnTo>
                    <a:lnTo>
                      <a:pt x="461771" y="9620"/>
                    </a:lnTo>
                    <a:lnTo>
                      <a:pt x="511933" y="9953"/>
                    </a:lnTo>
                    <a:lnTo>
                      <a:pt x="561879" y="10001"/>
                    </a:lnTo>
                    <a:lnTo>
                      <a:pt x="611683" y="10048"/>
                    </a:lnTo>
                    <a:lnTo>
                      <a:pt x="661415" y="10382"/>
                    </a:lnTo>
                    <a:lnTo>
                      <a:pt x="713541" y="10275"/>
                    </a:lnTo>
                    <a:lnTo>
                      <a:pt x="765809" y="10096"/>
                    </a:lnTo>
                    <a:lnTo>
                      <a:pt x="818078" y="10060"/>
                    </a:lnTo>
                    <a:lnTo>
                      <a:pt x="870203" y="10382"/>
                    </a:lnTo>
                    <a:lnTo>
                      <a:pt x="919805" y="11894"/>
                    </a:lnTo>
                    <a:lnTo>
                      <a:pt x="969263" y="13906"/>
                    </a:lnTo>
                    <a:lnTo>
                      <a:pt x="1018722" y="16061"/>
                    </a:lnTo>
                    <a:lnTo>
                      <a:pt x="1068323" y="18002"/>
                    </a:lnTo>
                    <a:lnTo>
                      <a:pt x="1122730" y="19733"/>
                    </a:lnTo>
                    <a:lnTo>
                      <a:pt x="1177137" y="21245"/>
                    </a:lnTo>
                    <a:lnTo>
                      <a:pt x="1231544" y="22501"/>
                    </a:lnTo>
                    <a:lnTo>
                      <a:pt x="1285951" y="23464"/>
                    </a:lnTo>
                    <a:lnTo>
                      <a:pt x="1340357" y="24098"/>
                    </a:lnTo>
                    <a:lnTo>
                      <a:pt x="1390888" y="25169"/>
                    </a:lnTo>
                    <a:lnTo>
                      <a:pt x="1441703" y="26384"/>
                    </a:lnTo>
                    <a:lnTo>
                      <a:pt x="1492519" y="26455"/>
                    </a:lnTo>
                    <a:lnTo>
                      <a:pt x="1543049" y="24098"/>
                    </a:lnTo>
                    <a:lnTo>
                      <a:pt x="1544573" y="24098"/>
                    </a:lnTo>
                    <a:lnTo>
                      <a:pt x="1552193" y="22574"/>
                    </a:lnTo>
                    <a:lnTo>
                      <a:pt x="1553717" y="24098"/>
                    </a:lnTo>
                    <a:lnTo>
                      <a:pt x="1556123" y="30360"/>
                    </a:lnTo>
                    <a:lnTo>
                      <a:pt x="1556956" y="39338"/>
                    </a:lnTo>
                    <a:lnTo>
                      <a:pt x="1556932" y="48315"/>
                    </a:lnTo>
                    <a:lnTo>
                      <a:pt x="1556765" y="54578"/>
                    </a:lnTo>
                    <a:lnTo>
                      <a:pt x="1557801" y="72985"/>
                    </a:lnTo>
                    <a:lnTo>
                      <a:pt x="1561337" y="128492"/>
                    </a:lnTo>
                    <a:lnTo>
                      <a:pt x="1567624" y="174593"/>
                    </a:lnTo>
                    <a:lnTo>
                      <a:pt x="1575053" y="220694"/>
                    </a:lnTo>
                    <a:lnTo>
                      <a:pt x="1578221" y="243554"/>
                    </a:lnTo>
                    <a:lnTo>
                      <a:pt x="1580959" y="266414"/>
                    </a:lnTo>
                    <a:lnTo>
                      <a:pt x="1583412" y="289274"/>
                    </a:lnTo>
                    <a:lnTo>
                      <a:pt x="1585721" y="312134"/>
                    </a:lnTo>
                    <a:lnTo>
                      <a:pt x="1587888" y="332136"/>
                    </a:lnTo>
                    <a:lnTo>
                      <a:pt x="1589912" y="352139"/>
                    </a:lnTo>
                    <a:lnTo>
                      <a:pt x="1591937" y="372141"/>
                    </a:lnTo>
                    <a:lnTo>
                      <a:pt x="1594103" y="392144"/>
                    </a:lnTo>
                    <a:lnTo>
                      <a:pt x="1596520" y="413289"/>
                    </a:lnTo>
                    <a:lnTo>
                      <a:pt x="1599152" y="434435"/>
                    </a:lnTo>
                    <a:lnTo>
                      <a:pt x="1601926" y="455580"/>
                    </a:lnTo>
                    <a:lnTo>
                      <a:pt x="1604771" y="476726"/>
                    </a:lnTo>
                    <a:lnTo>
                      <a:pt x="1606093" y="488858"/>
                    </a:lnTo>
                    <a:lnTo>
                      <a:pt x="1606772" y="501205"/>
                    </a:lnTo>
                    <a:lnTo>
                      <a:pt x="1607022" y="513695"/>
                    </a:lnTo>
                    <a:lnTo>
                      <a:pt x="1607057" y="526256"/>
                    </a:lnTo>
                    <a:lnTo>
                      <a:pt x="1607474" y="534626"/>
                    </a:lnTo>
                    <a:lnTo>
                      <a:pt x="1608105" y="544068"/>
                    </a:lnTo>
                    <a:lnTo>
                      <a:pt x="1608022" y="553366"/>
                    </a:lnTo>
                    <a:lnTo>
                      <a:pt x="1606295" y="561308"/>
                    </a:lnTo>
                    <a:lnTo>
                      <a:pt x="1565457" y="575929"/>
                    </a:lnTo>
                    <a:lnTo>
                      <a:pt x="1556765" y="576548"/>
                    </a:lnTo>
                    <a:lnTo>
                      <a:pt x="1539620" y="578119"/>
                    </a:lnTo>
                    <a:lnTo>
                      <a:pt x="1522475" y="579405"/>
                    </a:lnTo>
                    <a:lnTo>
                      <a:pt x="1505330" y="580405"/>
                    </a:lnTo>
                    <a:lnTo>
                      <a:pt x="1488185" y="581120"/>
                    </a:lnTo>
                    <a:lnTo>
                      <a:pt x="1454919" y="582584"/>
                    </a:lnTo>
                    <a:lnTo>
                      <a:pt x="1421510" y="583692"/>
                    </a:lnTo>
                    <a:lnTo>
                      <a:pt x="1388102" y="584656"/>
                    </a:lnTo>
                    <a:lnTo>
                      <a:pt x="1354835" y="585692"/>
                    </a:lnTo>
                    <a:lnTo>
                      <a:pt x="1282826" y="588454"/>
                    </a:lnTo>
                    <a:lnTo>
                      <a:pt x="1210817" y="591788"/>
                    </a:lnTo>
                    <a:lnTo>
                      <a:pt x="1158228" y="594788"/>
                    </a:lnTo>
                    <a:lnTo>
                      <a:pt x="1105566" y="598074"/>
                    </a:lnTo>
                    <a:lnTo>
                      <a:pt x="1052762" y="601646"/>
                    </a:lnTo>
                    <a:lnTo>
                      <a:pt x="999743" y="605504"/>
                    </a:lnTo>
                    <a:lnTo>
                      <a:pt x="957322" y="608361"/>
                    </a:lnTo>
                    <a:lnTo>
                      <a:pt x="914685" y="611219"/>
                    </a:lnTo>
                    <a:lnTo>
                      <a:pt x="871906" y="614076"/>
                    </a:lnTo>
                    <a:lnTo>
                      <a:pt x="829055" y="616934"/>
                    </a:lnTo>
                    <a:lnTo>
                      <a:pt x="785741" y="619922"/>
                    </a:lnTo>
                    <a:lnTo>
                      <a:pt x="742568" y="623125"/>
                    </a:lnTo>
                    <a:lnTo>
                      <a:pt x="699396" y="626471"/>
                    </a:lnTo>
                    <a:lnTo>
                      <a:pt x="656081" y="629888"/>
                    </a:lnTo>
                    <a:lnTo>
                      <a:pt x="614922" y="632888"/>
                    </a:lnTo>
                    <a:lnTo>
                      <a:pt x="573690" y="636174"/>
                    </a:lnTo>
                    <a:lnTo>
                      <a:pt x="532316" y="639746"/>
                    </a:lnTo>
                    <a:lnTo>
                      <a:pt x="490727" y="643604"/>
                    </a:lnTo>
                    <a:lnTo>
                      <a:pt x="419480" y="650652"/>
                    </a:lnTo>
                    <a:lnTo>
                      <a:pt x="348233" y="658844"/>
                    </a:lnTo>
                    <a:lnTo>
                      <a:pt x="313241" y="663821"/>
                    </a:lnTo>
                    <a:lnTo>
                      <a:pt x="278034" y="668369"/>
                    </a:lnTo>
                    <a:lnTo>
                      <a:pt x="207263" y="675608"/>
                    </a:lnTo>
                    <a:lnTo>
                      <a:pt x="157352" y="677799"/>
                    </a:lnTo>
                    <a:lnTo>
                      <a:pt x="132468" y="678501"/>
                    </a:lnTo>
                    <a:lnTo>
                      <a:pt x="107441" y="679418"/>
                    </a:lnTo>
                    <a:lnTo>
                      <a:pt x="68651" y="681775"/>
                    </a:lnTo>
                    <a:lnTo>
                      <a:pt x="37718" y="686657"/>
                    </a:lnTo>
                    <a:lnTo>
                      <a:pt x="28836" y="688371"/>
                    </a:lnTo>
                    <a:lnTo>
                      <a:pt x="19811" y="690086"/>
                    </a:lnTo>
                    <a:lnTo>
                      <a:pt x="14477" y="690848"/>
                    </a:lnTo>
                    <a:lnTo>
                      <a:pt x="9905" y="692372"/>
                    </a:lnTo>
                    <a:lnTo>
                      <a:pt x="4571" y="693134"/>
                    </a:lnTo>
                    <a:lnTo>
                      <a:pt x="3047" y="693134"/>
                    </a:lnTo>
                    <a:lnTo>
                      <a:pt x="2285" y="693134"/>
                    </a:lnTo>
                    <a:lnTo>
                      <a:pt x="2285" y="687800"/>
                    </a:lnTo>
                    <a:lnTo>
                      <a:pt x="1523" y="685514"/>
                    </a:lnTo>
                    <a:lnTo>
                      <a:pt x="0" y="679418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967" name="Google Shape;1967;p17"/>
              <p:cNvPicPr preferRelativeResize="0"/>
              <p:nvPr/>
            </p:nvPicPr>
            <p:blipFill rotWithShape="1">
              <a:blip r:embed="rId60">
                <a:alphaModFix/>
              </a:blip>
              <a:srcRect b="0" l="0" r="0" t="0"/>
              <a:stretch/>
            </p:blipFill>
            <p:spPr>
              <a:xfrm>
                <a:off x="4971275" y="5750801"/>
                <a:ext cx="107467" cy="11051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68" name="Google Shape;1968;p17"/>
            <p:cNvGrpSpPr/>
            <p:nvPr/>
          </p:nvGrpSpPr>
          <p:grpSpPr>
            <a:xfrm>
              <a:off x="1825010" y="4495274"/>
              <a:ext cx="1157472" cy="360648"/>
              <a:chOff x="2793479" y="4867643"/>
              <a:chExt cx="1010436" cy="288302"/>
            </a:xfrm>
          </p:grpSpPr>
          <p:pic>
            <p:nvPicPr>
              <p:cNvPr id="1969" name="Google Shape;1969;p17"/>
              <p:cNvPicPr preferRelativeResize="0"/>
              <p:nvPr/>
            </p:nvPicPr>
            <p:blipFill rotWithShape="1">
              <a:blip r:embed="rId61">
                <a:alphaModFix/>
              </a:blip>
              <a:srcRect b="0" l="0" r="0" t="0"/>
              <a:stretch/>
            </p:blipFill>
            <p:spPr>
              <a:xfrm>
                <a:off x="2793479" y="4879073"/>
                <a:ext cx="496087" cy="23167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70" name="Google Shape;1970;p17"/>
              <p:cNvSpPr/>
              <p:nvPr/>
            </p:nvSpPr>
            <p:spPr>
              <a:xfrm>
                <a:off x="3284981" y="4890515"/>
                <a:ext cx="21590" cy="265430"/>
              </a:xfrm>
              <a:custGeom>
                <a:rect b="b" l="l" r="r" t="t"/>
                <a:pathLst>
                  <a:path extrusionOk="0" h="265429" w="21589">
                    <a:moveTo>
                      <a:pt x="0" y="0"/>
                    </a:moveTo>
                    <a:lnTo>
                      <a:pt x="12430" y="52506"/>
                    </a:lnTo>
                    <a:lnTo>
                      <a:pt x="18014" y="93535"/>
                    </a:lnTo>
                    <a:lnTo>
                      <a:pt x="20704" y="140398"/>
                    </a:lnTo>
                    <a:lnTo>
                      <a:pt x="21336" y="187142"/>
                    </a:lnTo>
                    <a:lnTo>
                      <a:pt x="21336" y="210311"/>
                    </a:lnTo>
                    <a:lnTo>
                      <a:pt x="21336" y="233481"/>
                    </a:lnTo>
                    <a:lnTo>
                      <a:pt x="21336" y="256794"/>
                    </a:lnTo>
                    <a:lnTo>
                      <a:pt x="21336" y="259079"/>
                    </a:lnTo>
                    <a:lnTo>
                      <a:pt x="21336" y="262128"/>
                    </a:lnTo>
                    <a:lnTo>
                      <a:pt x="21336" y="265176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971" name="Google Shape;1971;p17"/>
              <p:cNvPicPr preferRelativeResize="0"/>
              <p:nvPr/>
            </p:nvPicPr>
            <p:blipFill rotWithShape="1">
              <a:blip r:embed="rId62">
                <a:alphaModFix/>
              </a:blip>
              <a:srcRect b="0" l="0" r="0" t="0"/>
              <a:stretch/>
            </p:blipFill>
            <p:spPr>
              <a:xfrm>
                <a:off x="3284969" y="4967941"/>
                <a:ext cx="182274" cy="10394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72" name="Google Shape;1972;p17"/>
              <p:cNvSpPr/>
              <p:nvPr/>
            </p:nvSpPr>
            <p:spPr>
              <a:xfrm>
                <a:off x="3501390" y="4974335"/>
                <a:ext cx="6350" cy="81280"/>
              </a:xfrm>
              <a:custGeom>
                <a:rect b="b" l="l" r="r" t="t"/>
                <a:pathLst>
                  <a:path extrusionOk="0" h="81279" w="6350">
                    <a:moveTo>
                      <a:pt x="4572" y="0"/>
                    </a:moveTo>
                    <a:lnTo>
                      <a:pt x="5226" y="8120"/>
                    </a:lnTo>
                    <a:lnTo>
                      <a:pt x="5810" y="16382"/>
                    </a:lnTo>
                    <a:lnTo>
                      <a:pt x="5965" y="24645"/>
                    </a:lnTo>
                    <a:lnTo>
                      <a:pt x="5334" y="32765"/>
                    </a:lnTo>
                    <a:lnTo>
                      <a:pt x="4750" y="41790"/>
                    </a:lnTo>
                    <a:lnTo>
                      <a:pt x="4095" y="50672"/>
                    </a:lnTo>
                    <a:lnTo>
                      <a:pt x="3298" y="59555"/>
                    </a:lnTo>
                    <a:lnTo>
                      <a:pt x="2286" y="68579"/>
                    </a:lnTo>
                    <a:lnTo>
                      <a:pt x="2286" y="74675"/>
                    </a:lnTo>
                    <a:lnTo>
                      <a:pt x="1524" y="76199"/>
                    </a:lnTo>
                    <a:lnTo>
                      <a:pt x="0" y="80771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3" name="Google Shape;1973;p17"/>
              <p:cNvSpPr/>
              <p:nvPr/>
            </p:nvSpPr>
            <p:spPr>
              <a:xfrm>
                <a:off x="3474719" y="4904231"/>
                <a:ext cx="15240" cy="15240"/>
              </a:xfrm>
              <a:custGeom>
                <a:rect b="b" l="l" r="r" t="t"/>
                <a:pathLst>
                  <a:path extrusionOk="0" h="15239" w="15239">
                    <a:moveTo>
                      <a:pt x="0" y="3047"/>
                    </a:moveTo>
                    <a:lnTo>
                      <a:pt x="0" y="11429"/>
                    </a:lnTo>
                    <a:lnTo>
                      <a:pt x="3809" y="15239"/>
                    </a:lnTo>
                    <a:lnTo>
                      <a:pt x="12191" y="15239"/>
                    </a:lnTo>
                    <a:lnTo>
                      <a:pt x="15239" y="11429"/>
                    </a:lnTo>
                    <a:lnTo>
                      <a:pt x="15239" y="7619"/>
                    </a:lnTo>
                    <a:lnTo>
                      <a:pt x="15239" y="3047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047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974" name="Google Shape;1974;p17"/>
              <p:cNvPicPr preferRelativeResize="0"/>
              <p:nvPr/>
            </p:nvPicPr>
            <p:blipFill rotWithShape="1">
              <a:blip r:embed="rId63">
                <a:alphaModFix/>
              </a:blip>
              <a:srcRect b="0" l="0" r="0" t="0"/>
              <a:stretch/>
            </p:blipFill>
            <p:spPr>
              <a:xfrm>
                <a:off x="3543096" y="4867643"/>
                <a:ext cx="260819" cy="2126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75" name="Google Shape;1975;p17"/>
            <p:cNvGrpSpPr/>
            <p:nvPr/>
          </p:nvGrpSpPr>
          <p:grpSpPr>
            <a:xfrm>
              <a:off x="3301112" y="4333243"/>
              <a:ext cx="538093" cy="457543"/>
              <a:chOff x="4082069" y="4738116"/>
              <a:chExt cx="469738" cy="365760"/>
            </a:xfrm>
          </p:grpSpPr>
          <p:pic>
            <p:nvPicPr>
              <p:cNvPr id="1976" name="Google Shape;1976;p17"/>
              <p:cNvPicPr preferRelativeResize="0"/>
              <p:nvPr/>
            </p:nvPicPr>
            <p:blipFill rotWithShape="1">
              <a:blip r:embed="rId64">
                <a:alphaModFix/>
              </a:blip>
              <a:srcRect b="0" l="0" r="0" t="0"/>
              <a:stretch/>
            </p:blipFill>
            <p:spPr>
              <a:xfrm>
                <a:off x="4082069" y="4859261"/>
                <a:ext cx="125803" cy="1547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77" name="Google Shape;1977;p17"/>
              <p:cNvSpPr/>
              <p:nvPr/>
            </p:nvSpPr>
            <p:spPr>
              <a:xfrm>
                <a:off x="4139946" y="4760976"/>
                <a:ext cx="56515" cy="342900"/>
              </a:xfrm>
              <a:custGeom>
                <a:rect b="b" l="l" r="r" t="t"/>
                <a:pathLst>
                  <a:path extrusionOk="0" h="342900" w="56514">
                    <a:moveTo>
                      <a:pt x="56387" y="0"/>
                    </a:moveTo>
                    <a:lnTo>
                      <a:pt x="47303" y="16263"/>
                    </a:lnTo>
                    <a:lnTo>
                      <a:pt x="42005" y="31813"/>
                    </a:lnTo>
                    <a:lnTo>
                      <a:pt x="39135" y="48220"/>
                    </a:lnTo>
                    <a:lnTo>
                      <a:pt x="37337" y="67056"/>
                    </a:lnTo>
                    <a:lnTo>
                      <a:pt x="34587" y="94023"/>
                    </a:lnTo>
                    <a:lnTo>
                      <a:pt x="29086" y="147958"/>
                    </a:lnTo>
                    <a:lnTo>
                      <a:pt x="21526" y="205811"/>
                    </a:lnTo>
                    <a:lnTo>
                      <a:pt x="11334" y="268152"/>
                    </a:lnTo>
                    <a:lnTo>
                      <a:pt x="6096" y="299466"/>
                    </a:lnTo>
                    <a:lnTo>
                      <a:pt x="4714" y="310324"/>
                    </a:lnTo>
                    <a:lnTo>
                      <a:pt x="3048" y="321183"/>
                    </a:lnTo>
                    <a:lnTo>
                      <a:pt x="1381" y="332041"/>
                    </a:lnTo>
                    <a:lnTo>
                      <a:pt x="0" y="342900"/>
                    </a:lnTo>
                    <a:lnTo>
                      <a:pt x="1428" y="342173"/>
                    </a:lnTo>
                    <a:lnTo>
                      <a:pt x="4572" y="335375"/>
                    </a:lnTo>
                    <a:lnTo>
                      <a:pt x="7715" y="327576"/>
                    </a:lnTo>
                    <a:lnTo>
                      <a:pt x="9144" y="32385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978" name="Google Shape;1978;p17"/>
              <p:cNvPicPr preferRelativeResize="0"/>
              <p:nvPr/>
            </p:nvPicPr>
            <p:blipFill rotWithShape="1">
              <a:blip r:embed="rId65">
                <a:alphaModFix/>
              </a:blip>
              <a:srcRect b="0" l="0" r="0" t="0"/>
              <a:stretch/>
            </p:blipFill>
            <p:spPr>
              <a:xfrm>
                <a:off x="4251375" y="4775441"/>
                <a:ext cx="201002" cy="25148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79" name="Google Shape;1979;p17"/>
              <p:cNvSpPr/>
              <p:nvPr/>
            </p:nvSpPr>
            <p:spPr>
              <a:xfrm>
                <a:off x="4435602" y="4738116"/>
                <a:ext cx="116205" cy="239395"/>
              </a:xfrm>
              <a:custGeom>
                <a:rect b="b" l="l" r="r" t="t"/>
                <a:pathLst>
                  <a:path extrusionOk="0" h="239395" w="116204">
                    <a:moveTo>
                      <a:pt x="0" y="0"/>
                    </a:moveTo>
                    <a:lnTo>
                      <a:pt x="47148" y="23145"/>
                    </a:lnTo>
                    <a:lnTo>
                      <a:pt x="88677" y="60388"/>
                    </a:lnTo>
                    <a:lnTo>
                      <a:pt x="113311" y="108465"/>
                    </a:lnTo>
                    <a:lnTo>
                      <a:pt x="115919" y="125539"/>
                    </a:lnTo>
                    <a:lnTo>
                      <a:pt x="115812" y="142898"/>
                    </a:lnTo>
                    <a:lnTo>
                      <a:pt x="97536" y="186594"/>
                    </a:lnTo>
                    <a:lnTo>
                      <a:pt x="64829" y="217515"/>
                    </a:lnTo>
                    <a:lnTo>
                      <a:pt x="27432" y="239268"/>
                    </a:lnTo>
                    <a:lnTo>
                      <a:pt x="25908" y="239268"/>
                    </a:lnTo>
                    <a:lnTo>
                      <a:pt x="25146" y="239268"/>
                    </a:lnTo>
                    <a:lnTo>
                      <a:pt x="23622" y="239268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80" name="Google Shape;1980;p17"/>
            <p:cNvGrpSpPr/>
            <p:nvPr/>
          </p:nvGrpSpPr>
          <p:grpSpPr>
            <a:xfrm>
              <a:off x="4607669" y="4415934"/>
              <a:ext cx="183252" cy="424976"/>
              <a:chOff x="5222652" y="4804219"/>
              <a:chExt cx="159973" cy="339725"/>
            </a:xfrm>
          </p:grpSpPr>
          <p:sp>
            <p:nvSpPr>
              <p:cNvPr id="1981" name="Google Shape;1981;p17"/>
              <p:cNvSpPr/>
              <p:nvPr/>
            </p:nvSpPr>
            <p:spPr>
              <a:xfrm>
                <a:off x="5222652" y="4804219"/>
                <a:ext cx="122555" cy="339725"/>
              </a:xfrm>
              <a:custGeom>
                <a:rect b="b" l="l" r="r" t="t"/>
                <a:pathLst>
                  <a:path extrusionOk="0" h="339725" w="122554">
                    <a:moveTo>
                      <a:pt x="117443" y="952"/>
                    </a:moveTo>
                    <a:lnTo>
                      <a:pt x="104417" y="333"/>
                    </a:lnTo>
                    <a:lnTo>
                      <a:pt x="91535" y="0"/>
                    </a:lnTo>
                    <a:lnTo>
                      <a:pt x="78652" y="523"/>
                    </a:lnTo>
                    <a:lnTo>
                      <a:pt x="41148" y="9334"/>
                    </a:lnTo>
                    <a:lnTo>
                      <a:pt x="5524" y="35623"/>
                    </a:lnTo>
                    <a:lnTo>
                      <a:pt x="0" y="71377"/>
                    </a:lnTo>
                    <a:lnTo>
                      <a:pt x="1619" y="87344"/>
                    </a:lnTo>
                    <a:lnTo>
                      <a:pt x="4381" y="103167"/>
                    </a:lnTo>
                    <a:lnTo>
                      <a:pt x="7715" y="119062"/>
                    </a:lnTo>
                    <a:lnTo>
                      <a:pt x="13275" y="141803"/>
                    </a:lnTo>
                    <a:lnTo>
                      <a:pt x="18478" y="164401"/>
                    </a:lnTo>
                    <a:lnTo>
                      <a:pt x="23252" y="186999"/>
                    </a:lnTo>
                    <a:lnTo>
                      <a:pt x="27527" y="209740"/>
                    </a:lnTo>
                    <a:lnTo>
                      <a:pt x="31432" y="239148"/>
                    </a:lnTo>
                    <a:lnTo>
                      <a:pt x="33623" y="269557"/>
                    </a:lnTo>
                    <a:lnTo>
                      <a:pt x="33528" y="299966"/>
                    </a:lnTo>
                    <a:lnTo>
                      <a:pt x="30575" y="329374"/>
                    </a:lnTo>
                    <a:lnTo>
                      <a:pt x="30575" y="333184"/>
                    </a:lnTo>
                    <a:lnTo>
                      <a:pt x="29051" y="335470"/>
                    </a:lnTo>
                    <a:lnTo>
                      <a:pt x="28289" y="339280"/>
                    </a:lnTo>
                    <a:lnTo>
                      <a:pt x="34385" y="336994"/>
                    </a:lnTo>
                    <a:lnTo>
                      <a:pt x="40481" y="333946"/>
                    </a:lnTo>
                    <a:lnTo>
                      <a:pt x="46577" y="331660"/>
                    </a:lnTo>
                    <a:lnTo>
                      <a:pt x="86201" y="321754"/>
                    </a:lnTo>
                    <a:lnTo>
                      <a:pt x="102108" y="318992"/>
                    </a:lnTo>
                    <a:lnTo>
                      <a:pt x="110097" y="316932"/>
                    </a:lnTo>
                    <a:lnTo>
                      <a:pt x="117443" y="313372"/>
                    </a:lnTo>
                    <a:lnTo>
                      <a:pt x="118967" y="311848"/>
                    </a:lnTo>
                    <a:lnTo>
                      <a:pt x="120491" y="310324"/>
                    </a:lnTo>
                    <a:lnTo>
                      <a:pt x="122015" y="309562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2" name="Google Shape;1982;p17"/>
              <p:cNvSpPr/>
              <p:nvPr/>
            </p:nvSpPr>
            <p:spPr>
              <a:xfrm>
                <a:off x="5367385" y="4904993"/>
                <a:ext cx="15240" cy="101600"/>
              </a:xfrm>
              <a:custGeom>
                <a:rect b="b" l="l" r="r" t="t"/>
                <a:pathLst>
                  <a:path extrusionOk="0" h="101600" w="15239">
                    <a:moveTo>
                      <a:pt x="4714" y="0"/>
                    </a:moveTo>
                    <a:lnTo>
                      <a:pt x="2190" y="12334"/>
                    </a:lnTo>
                    <a:lnTo>
                      <a:pt x="523" y="24384"/>
                    </a:lnTo>
                    <a:lnTo>
                      <a:pt x="0" y="36433"/>
                    </a:lnTo>
                    <a:lnTo>
                      <a:pt x="904" y="48768"/>
                    </a:lnTo>
                    <a:lnTo>
                      <a:pt x="1869" y="58031"/>
                    </a:lnTo>
                    <a:lnTo>
                      <a:pt x="3476" y="67437"/>
                    </a:lnTo>
                    <a:lnTo>
                      <a:pt x="5512" y="76842"/>
                    </a:lnTo>
                    <a:lnTo>
                      <a:pt x="7762" y="86106"/>
                    </a:lnTo>
                    <a:lnTo>
                      <a:pt x="8524" y="89916"/>
                    </a:lnTo>
                    <a:lnTo>
                      <a:pt x="9286" y="94488"/>
                    </a:lnTo>
                    <a:lnTo>
                      <a:pt x="11572" y="97536"/>
                    </a:lnTo>
                    <a:lnTo>
                      <a:pt x="14620" y="101346"/>
                    </a:lnTo>
                    <a:lnTo>
                      <a:pt x="12334" y="89154"/>
                    </a:lnTo>
                    <a:lnTo>
                      <a:pt x="13096" y="84582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3" name="Google Shape;1983;p17"/>
              <p:cNvSpPr/>
              <p:nvPr/>
            </p:nvSpPr>
            <p:spPr>
              <a:xfrm>
                <a:off x="5363718" y="5019293"/>
                <a:ext cx="15240" cy="15240"/>
              </a:xfrm>
              <a:custGeom>
                <a:rect b="b" l="l" r="r" t="t"/>
                <a:pathLst>
                  <a:path extrusionOk="0" h="15239" w="15239">
                    <a:moveTo>
                      <a:pt x="0" y="3809"/>
                    </a:moveTo>
                    <a:lnTo>
                      <a:pt x="0" y="12191"/>
                    </a:lnTo>
                    <a:lnTo>
                      <a:pt x="3047" y="15239"/>
                    </a:lnTo>
                    <a:lnTo>
                      <a:pt x="11429" y="15239"/>
                    </a:lnTo>
                    <a:lnTo>
                      <a:pt x="15239" y="12191"/>
                    </a:lnTo>
                    <a:lnTo>
                      <a:pt x="15239" y="7619"/>
                    </a:lnTo>
                    <a:lnTo>
                      <a:pt x="15239" y="3809"/>
                    </a:lnTo>
                    <a:lnTo>
                      <a:pt x="11429" y="0"/>
                    </a:lnTo>
                    <a:lnTo>
                      <a:pt x="3047" y="0"/>
                    </a:lnTo>
                    <a:lnTo>
                      <a:pt x="0" y="380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984" name="Google Shape;1984;p17"/>
            <p:cNvPicPr preferRelativeResize="0"/>
            <p:nvPr/>
          </p:nvPicPr>
          <p:blipFill rotWithShape="1">
            <a:blip r:embed="rId66">
              <a:alphaModFix/>
            </a:blip>
            <a:srcRect b="0" l="0" r="0" t="0"/>
            <a:stretch/>
          </p:blipFill>
          <p:spPr>
            <a:xfrm>
              <a:off x="5220528" y="4438081"/>
              <a:ext cx="145119" cy="2593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5" name="Google Shape;1985;p17"/>
            <p:cNvPicPr preferRelativeResize="0"/>
            <p:nvPr/>
          </p:nvPicPr>
          <p:blipFill rotWithShape="1">
            <a:blip r:embed="rId67">
              <a:alphaModFix/>
            </a:blip>
            <a:srcRect b="0" l="0" r="0" t="0"/>
            <a:stretch/>
          </p:blipFill>
          <p:spPr>
            <a:xfrm>
              <a:off x="5798377" y="4372309"/>
              <a:ext cx="245309" cy="2859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6" name="Google Shape;1986;p17"/>
            <p:cNvPicPr preferRelativeResize="0"/>
            <p:nvPr/>
          </p:nvPicPr>
          <p:blipFill rotWithShape="1">
            <a:blip r:embed="rId68">
              <a:alphaModFix/>
            </a:blip>
            <a:srcRect b="0" l="0" r="0" t="0"/>
            <a:stretch/>
          </p:blipFill>
          <p:spPr>
            <a:xfrm>
              <a:off x="6487955" y="4300997"/>
              <a:ext cx="163258" cy="2448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7" name="Google Shape;1987;p17"/>
            <p:cNvPicPr preferRelativeResize="0"/>
            <p:nvPr/>
          </p:nvPicPr>
          <p:blipFill rotWithShape="1">
            <a:blip r:embed="rId69">
              <a:alphaModFix/>
            </a:blip>
            <a:srcRect b="0" l="0" r="0" t="0"/>
            <a:stretch/>
          </p:blipFill>
          <p:spPr>
            <a:xfrm>
              <a:off x="6766405" y="4281754"/>
              <a:ext cx="177224" cy="2869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88" name="Google Shape;1988;p17"/>
            <p:cNvGrpSpPr/>
            <p:nvPr/>
          </p:nvGrpSpPr>
          <p:grpSpPr>
            <a:xfrm>
              <a:off x="7359966" y="4021407"/>
              <a:ext cx="240945" cy="417657"/>
              <a:chOff x="7625321" y="4488834"/>
              <a:chExt cx="210337" cy="333875"/>
            </a:xfrm>
          </p:grpSpPr>
          <p:pic>
            <p:nvPicPr>
              <p:cNvPr id="1989" name="Google Shape;1989;p17"/>
              <p:cNvPicPr preferRelativeResize="0"/>
              <p:nvPr/>
            </p:nvPicPr>
            <p:blipFill rotWithShape="1">
              <a:blip r:embed="rId70">
                <a:alphaModFix/>
              </a:blip>
              <a:srcRect b="0" l="0" r="0" t="0"/>
              <a:stretch/>
            </p:blipFill>
            <p:spPr>
              <a:xfrm>
                <a:off x="7625321" y="4628565"/>
                <a:ext cx="134899" cy="1941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90" name="Google Shape;1990;p17"/>
              <p:cNvPicPr preferRelativeResize="0"/>
              <p:nvPr/>
            </p:nvPicPr>
            <p:blipFill rotWithShape="1">
              <a:blip r:embed="rId71">
                <a:alphaModFix/>
              </a:blip>
              <a:srcRect b="0" l="0" r="0" t="0"/>
              <a:stretch/>
            </p:blipFill>
            <p:spPr>
              <a:xfrm>
                <a:off x="7725048" y="4488834"/>
                <a:ext cx="110610" cy="1152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991" name="Google Shape;1991;p17"/>
            <p:cNvSpPr/>
            <p:nvPr/>
          </p:nvSpPr>
          <p:spPr>
            <a:xfrm>
              <a:off x="7744923" y="4559155"/>
              <a:ext cx="58920" cy="38129"/>
            </a:xfrm>
            <a:custGeom>
              <a:rect b="b" l="l" r="r" t="t"/>
              <a:pathLst>
                <a:path extrusionOk="0" h="30479" w="51434">
                  <a:moveTo>
                    <a:pt x="22098" y="30480"/>
                  </a:moveTo>
                  <a:lnTo>
                    <a:pt x="30051" y="28384"/>
                  </a:lnTo>
                  <a:lnTo>
                    <a:pt x="37147" y="26289"/>
                  </a:lnTo>
                  <a:lnTo>
                    <a:pt x="43957" y="23622"/>
                  </a:lnTo>
                  <a:lnTo>
                    <a:pt x="51054" y="19812"/>
                  </a:lnTo>
                  <a:lnTo>
                    <a:pt x="45731" y="13358"/>
                  </a:lnTo>
                  <a:lnTo>
                    <a:pt x="37623" y="9334"/>
                  </a:lnTo>
                  <a:lnTo>
                    <a:pt x="28229" y="6738"/>
                  </a:lnTo>
                  <a:lnTo>
                    <a:pt x="19050" y="4572"/>
                  </a:lnTo>
                  <a:lnTo>
                    <a:pt x="12192" y="3048"/>
                  </a:lnTo>
                  <a:lnTo>
                    <a:pt x="6096" y="1524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92" name="Google Shape;1992;p17"/>
            <p:cNvGrpSpPr/>
            <p:nvPr/>
          </p:nvGrpSpPr>
          <p:grpSpPr>
            <a:xfrm>
              <a:off x="7852272" y="3964349"/>
              <a:ext cx="410853" cy="622768"/>
              <a:chOff x="8055088" y="4443222"/>
              <a:chExt cx="358661" cy="497840"/>
            </a:xfrm>
          </p:grpSpPr>
          <p:pic>
            <p:nvPicPr>
              <p:cNvPr id="1993" name="Google Shape;1993;p17"/>
              <p:cNvPicPr preferRelativeResize="0"/>
              <p:nvPr/>
            </p:nvPicPr>
            <p:blipFill rotWithShape="1">
              <a:blip r:embed="rId72">
                <a:alphaModFix/>
              </a:blip>
              <a:srcRect b="0" l="0" r="0" t="0"/>
              <a:stretch/>
            </p:blipFill>
            <p:spPr>
              <a:xfrm>
                <a:off x="8055088" y="4532363"/>
                <a:ext cx="197383" cy="29263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94" name="Google Shape;1994;p17"/>
              <p:cNvSpPr/>
              <p:nvPr/>
            </p:nvSpPr>
            <p:spPr>
              <a:xfrm>
                <a:off x="8275319" y="4443222"/>
                <a:ext cx="138430" cy="497840"/>
              </a:xfrm>
              <a:custGeom>
                <a:rect b="b" l="l" r="r" t="t"/>
                <a:pathLst>
                  <a:path extrusionOk="0" h="497839" w="138429">
                    <a:moveTo>
                      <a:pt x="6857" y="19812"/>
                    </a:moveTo>
                    <a:lnTo>
                      <a:pt x="51434" y="10489"/>
                    </a:lnTo>
                    <a:lnTo>
                      <a:pt x="91154" y="3714"/>
                    </a:lnTo>
                    <a:lnTo>
                      <a:pt x="124967" y="1524"/>
                    </a:lnTo>
                    <a:lnTo>
                      <a:pt x="133349" y="0"/>
                    </a:lnTo>
                    <a:lnTo>
                      <a:pt x="134873" y="10668"/>
                    </a:lnTo>
                    <a:lnTo>
                      <a:pt x="136124" y="22217"/>
                    </a:lnTo>
                    <a:lnTo>
                      <a:pt x="135731" y="33909"/>
                    </a:lnTo>
                    <a:lnTo>
                      <a:pt x="134338" y="45600"/>
                    </a:lnTo>
                    <a:lnTo>
                      <a:pt x="132587" y="57150"/>
                    </a:lnTo>
                    <a:lnTo>
                      <a:pt x="129385" y="85177"/>
                    </a:lnTo>
                    <a:lnTo>
                      <a:pt x="127539" y="113347"/>
                    </a:lnTo>
                    <a:lnTo>
                      <a:pt x="126694" y="141803"/>
                    </a:lnTo>
                    <a:lnTo>
                      <a:pt x="126491" y="170688"/>
                    </a:lnTo>
                    <a:lnTo>
                      <a:pt x="126908" y="195726"/>
                    </a:lnTo>
                    <a:lnTo>
                      <a:pt x="128111" y="220694"/>
                    </a:lnTo>
                    <a:lnTo>
                      <a:pt x="130028" y="245804"/>
                    </a:lnTo>
                    <a:lnTo>
                      <a:pt x="132587" y="271272"/>
                    </a:lnTo>
                    <a:lnTo>
                      <a:pt x="134707" y="292869"/>
                    </a:lnTo>
                    <a:lnTo>
                      <a:pt x="136397" y="314324"/>
                    </a:lnTo>
                    <a:lnTo>
                      <a:pt x="137517" y="335780"/>
                    </a:lnTo>
                    <a:lnTo>
                      <a:pt x="137921" y="357377"/>
                    </a:lnTo>
                    <a:lnTo>
                      <a:pt x="138172" y="377249"/>
                    </a:lnTo>
                    <a:lnTo>
                      <a:pt x="137636" y="396906"/>
                    </a:lnTo>
                    <a:lnTo>
                      <a:pt x="133349" y="435864"/>
                    </a:lnTo>
                    <a:lnTo>
                      <a:pt x="126599" y="472618"/>
                    </a:lnTo>
                    <a:lnTo>
                      <a:pt x="124205" y="484632"/>
                    </a:lnTo>
                    <a:lnTo>
                      <a:pt x="123443" y="488442"/>
                    </a:lnTo>
                    <a:lnTo>
                      <a:pt x="122681" y="491490"/>
                    </a:lnTo>
                    <a:lnTo>
                      <a:pt x="122681" y="494538"/>
                    </a:lnTo>
                    <a:lnTo>
                      <a:pt x="120395" y="493776"/>
                    </a:lnTo>
                    <a:lnTo>
                      <a:pt x="120395" y="494538"/>
                    </a:lnTo>
                    <a:lnTo>
                      <a:pt x="118871" y="493776"/>
                    </a:lnTo>
                    <a:lnTo>
                      <a:pt x="114299" y="491490"/>
                    </a:lnTo>
                    <a:lnTo>
                      <a:pt x="112013" y="489204"/>
                    </a:lnTo>
                    <a:lnTo>
                      <a:pt x="106679" y="488442"/>
                    </a:lnTo>
                    <a:lnTo>
                      <a:pt x="95023" y="487715"/>
                    </a:lnTo>
                    <a:lnTo>
                      <a:pt x="83153" y="487775"/>
                    </a:lnTo>
                    <a:lnTo>
                      <a:pt x="71425" y="488549"/>
                    </a:lnTo>
                    <a:lnTo>
                      <a:pt x="60197" y="489966"/>
                    </a:lnTo>
                    <a:lnTo>
                      <a:pt x="47744" y="492013"/>
                    </a:lnTo>
                    <a:lnTo>
                      <a:pt x="35432" y="494347"/>
                    </a:lnTo>
                    <a:lnTo>
                      <a:pt x="23121" y="496395"/>
                    </a:lnTo>
                    <a:lnTo>
                      <a:pt x="10667" y="497586"/>
                    </a:lnTo>
                    <a:lnTo>
                      <a:pt x="6857" y="497586"/>
                    </a:lnTo>
                    <a:lnTo>
                      <a:pt x="3809" y="497586"/>
                    </a:lnTo>
                    <a:lnTo>
                      <a:pt x="0" y="497586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995" name="Google Shape;1995;p17"/>
            <p:cNvPicPr preferRelativeResize="0"/>
            <p:nvPr/>
          </p:nvPicPr>
          <p:blipFill rotWithShape="1">
            <a:blip r:embed="rId73">
              <a:alphaModFix/>
            </a:blip>
            <a:srcRect b="0" l="0" r="0" t="0"/>
            <a:stretch/>
          </p:blipFill>
          <p:spPr>
            <a:xfrm>
              <a:off x="8469047" y="3949081"/>
              <a:ext cx="869271" cy="222483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96" name="Google Shape;1996;p17"/>
            <p:cNvGrpSpPr/>
            <p:nvPr/>
          </p:nvGrpSpPr>
          <p:grpSpPr>
            <a:xfrm>
              <a:off x="2254469" y="5077450"/>
              <a:ext cx="1009955" cy="292789"/>
              <a:chOff x="3168383" y="5333034"/>
              <a:chExt cx="881659" cy="234055"/>
            </a:xfrm>
          </p:grpSpPr>
          <p:pic>
            <p:nvPicPr>
              <p:cNvPr id="1997" name="Google Shape;1997;p17"/>
              <p:cNvPicPr preferRelativeResize="0"/>
              <p:nvPr/>
            </p:nvPicPr>
            <p:blipFill rotWithShape="1">
              <a:blip r:embed="rId74">
                <a:alphaModFix/>
              </a:blip>
              <a:srcRect b="0" l="0" r="0" t="0"/>
              <a:stretch/>
            </p:blipFill>
            <p:spPr>
              <a:xfrm>
                <a:off x="3168383" y="5356085"/>
                <a:ext cx="374167" cy="2110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98" name="Google Shape;1998;p17"/>
              <p:cNvPicPr preferRelativeResize="0"/>
              <p:nvPr/>
            </p:nvPicPr>
            <p:blipFill rotWithShape="1">
              <a:blip r:embed="rId75">
                <a:alphaModFix/>
              </a:blip>
              <a:srcRect b="0" l="0" r="0" t="0"/>
              <a:stretch/>
            </p:blipFill>
            <p:spPr>
              <a:xfrm>
                <a:off x="3574529" y="5397995"/>
                <a:ext cx="103657" cy="14092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99" name="Google Shape;1999;p17"/>
              <p:cNvPicPr preferRelativeResize="0"/>
              <p:nvPr/>
            </p:nvPicPr>
            <p:blipFill rotWithShape="1">
              <a:blip r:embed="rId76">
                <a:alphaModFix/>
              </a:blip>
              <a:srcRect b="0" l="0" r="0" t="0"/>
              <a:stretch/>
            </p:blipFill>
            <p:spPr>
              <a:xfrm>
                <a:off x="3706355" y="5333034"/>
                <a:ext cx="115087" cy="2006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00" name="Google Shape;2000;p17"/>
              <p:cNvPicPr preferRelativeResize="0"/>
              <p:nvPr/>
            </p:nvPicPr>
            <p:blipFill rotWithShape="1">
              <a:blip r:embed="rId77">
                <a:alphaModFix/>
              </a:blip>
              <a:srcRect b="0" l="0" r="0" t="0"/>
              <a:stretch/>
            </p:blipFill>
            <p:spPr>
              <a:xfrm>
                <a:off x="3862565" y="5369741"/>
                <a:ext cx="187477" cy="15984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04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5" name="Google Shape;2005;p18"/>
          <p:cNvGrpSpPr/>
          <p:nvPr/>
        </p:nvGrpSpPr>
        <p:grpSpPr>
          <a:xfrm>
            <a:off x="1088554" y="1341918"/>
            <a:ext cx="8303356" cy="2130409"/>
            <a:chOff x="3338309" y="2127205"/>
            <a:chExt cx="6565357" cy="1527204"/>
          </a:xfrm>
        </p:grpSpPr>
        <p:grpSp>
          <p:nvGrpSpPr>
            <p:cNvPr id="2006" name="Google Shape;2006;p18"/>
            <p:cNvGrpSpPr/>
            <p:nvPr/>
          </p:nvGrpSpPr>
          <p:grpSpPr>
            <a:xfrm>
              <a:off x="3338309" y="2160257"/>
              <a:ext cx="537997" cy="300747"/>
              <a:chOff x="3338309" y="2160257"/>
              <a:chExt cx="537997" cy="300747"/>
            </a:xfrm>
          </p:grpSpPr>
          <p:pic>
            <p:nvPicPr>
              <p:cNvPr id="2007" name="Google Shape;2007;p1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38309" y="2186165"/>
                <a:ext cx="157211" cy="16710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08" name="Google Shape;2008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524999" y="2160257"/>
                <a:ext cx="101371" cy="179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09" name="Google Shape;2009;p1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649050" y="2200631"/>
                <a:ext cx="227256" cy="13729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10" name="Google Shape;2010;p18"/>
              <p:cNvSpPr/>
              <p:nvPr/>
            </p:nvSpPr>
            <p:spPr>
              <a:xfrm>
                <a:off x="3432048" y="2402585"/>
                <a:ext cx="381000" cy="58419"/>
              </a:xfrm>
              <a:custGeom>
                <a:rect b="b" l="l" r="r" t="t"/>
                <a:pathLst>
                  <a:path extrusionOk="0" h="58419" w="381000">
                    <a:moveTo>
                      <a:pt x="14477" y="54101"/>
                    </a:moveTo>
                    <a:lnTo>
                      <a:pt x="9905" y="55625"/>
                    </a:lnTo>
                    <a:lnTo>
                      <a:pt x="4571" y="56387"/>
                    </a:lnTo>
                    <a:lnTo>
                      <a:pt x="0" y="57911"/>
                    </a:lnTo>
                    <a:lnTo>
                      <a:pt x="16454" y="57864"/>
                    </a:lnTo>
                    <a:lnTo>
                      <a:pt x="32765" y="57530"/>
                    </a:lnTo>
                    <a:lnTo>
                      <a:pt x="49077" y="56626"/>
                    </a:lnTo>
                    <a:lnTo>
                      <a:pt x="65531" y="54863"/>
                    </a:lnTo>
                    <a:lnTo>
                      <a:pt x="106108" y="50637"/>
                    </a:lnTo>
                    <a:lnTo>
                      <a:pt x="146684" y="46196"/>
                    </a:lnTo>
                    <a:lnTo>
                      <a:pt x="187261" y="41898"/>
                    </a:lnTo>
                    <a:lnTo>
                      <a:pt x="227837" y="38099"/>
                    </a:lnTo>
                    <a:lnTo>
                      <a:pt x="253555" y="36266"/>
                    </a:lnTo>
                    <a:lnTo>
                      <a:pt x="279272" y="34289"/>
                    </a:lnTo>
                    <a:lnTo>
                      <a:pt x="304990" y="32313"/>
                    </a:lnTo>
                    <a:lnTo>
                      <a:pt x="330707" y="30479"/>
                    </a:lnTo>
                    <a:lnTo>
                      <a:pt x="340994" y="29432"/>
                    </a:lnTo>
                    <a:lnTo>
                      <a:pt x="351281" y="28384"/>
                    </a:lnTo>
                    <a:lnTo>
                      <a:pt x="361568" y="27050"/>
                    </a:lnTo>
                    <a:lnTo>
                      <a:pt x="371855" y="25145"/>
                    </a:lnTo>
                    <a:lnTo>
                      <a:pt x="376427" y="24383"/>
                    </a:lnTo>
                    <a:lnTo>
                      <a:pt x="376427" y="22859"/>
                    </a:lnTo>
                    <a:lnTo>
                      <a:pt x="377189" y="18287"/>
                    </a:lnTo>
                    <a:lnTo>
                      <a:pt x="377951" y="12191"/>
                    </a:lnTo>
                    <a:lnTo>
                      <a:pt x="379475" y="6857"/>
                    </a:lnTo>
                    <a:lnTo>
                      <a:pt x="380999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11" name="Google Shape;2011;p18"/>
            <p:cNvSpPr/>
            <p:nvPr/>
          </p:nvSpPr>
          <p:spPr>
            <a:xfrm>
              <a:off x="3957828" y="2236470"/>
              <a:ext cx="2540" cy="16510"/>
            </a:xfrm>
            <a:custGeom>
              <a:rect b="b" l="l" r="r" t="t"/>
              <a:pathLst>
                <a:path extrusionOk="0" h="16510" w="2539">
                  <a:moveTo>
                    <a:pt x="2286" y="0"/>
                  </a:moveTo>
                  <a:lnTo>
                    <a:pt x="1524" y="5334"/>
                  </a:lnTo>
                  <a:lnTo>
                    <a:pt x="762" y="10668"/>
                  </a:lnTo>
                  <a:lnTo>
                    <a:pt x="0" y="16002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18"/>
            <p:cNvSpPr/>
            <p:nvPr/>
          </p:nvSpPr>
          <p:spPr>
            <a:xfrm>
              <a:off x="3969258" y="2351532"/>
              <a:ext cx="19050" cy="8890"/>
            </a:xfrm>
            <a:custGeom>
              <a:rect b="b" l="l" r="r" t="t"/>
              <a:pathLst>
                <a:path extrusionOk="0" h="8889" w="19050">
                  <a:moveTo>
                    <a:pt x="19050" y="8382"/>
                  </a:moveTo>
                  <a:lnTo>
                    <a:pt x="8382" y="5334"/>
                  </a:lnTo>
                  <a:lnTo>
                    <a:pt x="5333" y="5334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13" name="Google Shape;2013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552175" y="2162900"/>
              <a:ext cx="312445" cy="23430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14" name="Google Shape;2014;p18"/>
            <p:cNvGrpSpPr/>
            <p:nvPr/>
          </p:nvGrpSpPr>
          <p:grpSpPr>
            <a:xfrm>
              <a:off x="4946331" y="2215073"/>
              <a:ext cx="393014" cy="195919"/>
              <a:chOff x="4946331" y="2215073"/>
              <a:chExt cx="393014" cy="195919"/>
            </a:xfrm>
          </p:grpSpPr>
          <p:pic>
            <p:nvPicPr>
              <p:cNvPr id="2015" name="Google Shape;2015;p1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4946331" y="2250292"/>
                <a:ext cx="242138" cy="160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16" name="Google Shape;2016;p18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217222" y="2215073"/>
                <a:ext cx="122123" cy="1875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017" name="Google Shape;2017;p18"/>
            <p:cNvGrpSpPr/>
            <p:nvPr/>
          </p:nvGrpSpPr>
          <p:grpSpPr>
            <a:xfrm>
              <a:off x="5442953" y="2148827"/>
              <a:ext cx="535044" cy="232435"/>
              <a:chOff x="5442953" y="2148827"/>
              <a:chExt cx="535044" cy="232435"/>
            </a:xfrm>
          </p:grpSpPr>
          <p:pic>
            <p:nvPicPr>
              <p:cNvPr id="2018" name="Google Shape;2018;p18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5442953" y="2148827"/>
                <a:ext cx="296443" cy="2324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19" name="Google Shape;2019;p18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5765279" y="2221312"/>
                <a:ext cx="212718" cy="1401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020" name="Google Shape;2020;p18"/>
            <p:cNvGrpSpPr/>
            <p:nvPr/>
          </p:nvGrpSpPr>
          <p:grpSpPr>
            <a:xfrm>
              <a:off x="6500609" y="2160257"/>
              <a:ext cx="885469" cy="227863"/>
              <a:chOff x="6500609" y="2160257"/>
              <a:chExt cx="885469" cy="227863"/>
            </a:xfrm>
          </p:grpSpPr>
          <p:pic>
            <p:nvPicPr>
              <p:cNvPr id="2021" name="Google Shape;2021;p18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6500609" y="2160257"/>
                <a:ext cx="432079" cy="22786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22" name="Google Shape;2022;p18"/>
              <p:cNvSpPr/>
              <p:nvPr/>
            </p:nvSpPr>
            <p:spPr>
              <a:xfrm>
                <a:off x="6888480" y="2245613"/>
                <a:ext cx="239395" cy="106680"/>
              </a:xfrm>
              <a:custGeom>
                <a:rect b="b" l="l" r="r" t="t"/>
                <a:pathLst>
                  <a:path extrusionOk="0" h="106680" w="239395">
                    <a:moveTo>
                      <a:pt x="0" y="39624"/>
                    </a:moveTo>
                    <a:lnTo>
                      <a:pt x="13275" y="34992"/>
                    </a:lnTo>
                    <a:lnTo>
                      <a:pt x="26765" y="31146"/>
                    </a:lnTo>
                    <a:lnTo>
                      <a:pt x="40397" y="27729"/>
                    </a:lnTo>
                    <a:lnTo>
                      <a:pt x="54102" y="24384"/>
                    </a:lnTo>
                    <a:lnTo>
                      <a:pt x="64603" y="21562"/>
                    </a:lnTo>
                    <a:lnTo>
                      <a:pt x="75247" y="18383"/>
                    </a:lnTo>
                    <a:lnTo>
                      <a:pt x="85605" y="14204"/>
                    </a:lnTo>
                    <a:lnTo>
                      <a:pt x="95249" y="8382"/>
                    </a:lnTo>
                    <a:lnTo>
                      <a:pt x="99822" y="5334"/>
                    </a:lnTo>
                    <a:lnTo>
                      <a:pt x="99059" y="3810"/>
                    </a:lnTo>
                    <a:lnTo>
                      <a:pt x="100583" y="0"/>
                    </a:lnTo>
                    <a:lnTo>
                      <a:pt x="83820" y="44958"/>
                    </a:lnTo>
                    <a:lnTo>
                      <a:pt x="82212" y="81236"/>
                    </a:lnTo>
                    <a:lnTo>
                      <a:pt x="83915" y="90392"/>
                    </a:lnTo>
                    <a:lnTo>
                      <a:pt x="88618" y="97976"/>
                    </a:lnTo>
                    <a:lnTo>
                      <a:pt x="97536" y="103632"/>
                    </a:lnTo>
                    <a:lnTo>
                      <a:pt x="110716" y="106084"/>
                    </a:lnTo>
                    <a:lnTo>
                      <a:pt x="123539" y="103822"/>
                    </a:lnTo>
                    <a:lnTo>
                      <a:pt x="157543" y="70008"/>
                    </a:lnTo>
                    <a:lnTo>
                      <a:pt x="159722" y="25931"/>
                    </a:lnTo>
                    <a:lnTo>
                      <a:pt x="138493" y="58388"/>
                    </a:lnTo>
                    <a:lnTo>
                      <a:pt x="162972" y="90487"/>
                    </a:lnTo>
                    <a:lnTo>
                      <a:pt x="212502" y="96678"/>
                    </a:lnTo>
                    <a:lnTo>
                      <a:pt x="225778" y="95047"/>
                    </a:lnTo>
                    <a:lnTo>
                      <a:pt x="239268" y="9220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023" name="Google Shape;2023;p1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102589" y="2209025"/>
                <a:ext cx="283489" cy="14299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024" name="Google Shape;2024;p18"/>
            <p:cNvGrpSpPr/>
            <p:nvPr/>
          </p:nvGrpSpPr>
          <p:grpSpPr>
            <a:xfrm>
              <a:off x="7884413" y="2127205"/>
              <a:ext cx="506600" cy="189287"/>
              <a:chOff x="7884413" y="2127205"/>
              <a:chExt cx="506600" cy="189287"/>
            </a:xfrm>
          </p:grpSpPr>
          <p:pic>
            <p:nvPicPr>
              <p:cNvPr id="2025" name="Google Shape;2025;p18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899998" y="2127205"/>
                <a:ext cx="86536" cy="18928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26" name="Google Shape;2026;p18"/>
              <p:cNvSpPr/>
              <p:nvPr/>
            </p:nvSpPr>
            <p:spPr>
              <a:xfrm>
                <a:off x="7884413" y="2204823"/>
                <a:ext cx="257810" cy="86360"/>
              </a:xfrm>
              <a:custGeom>
                <a:rect b="b" l="l" r="r" t="t"/>
                <a:pathLst>
                  <a:path extrusionOk="0" h="86360" w="257809">
                    <a:moveTo>
                      <a:pt x="0" y="30884"/>
                    </a:moveTo>
                    <a:lnTo>
                      <a:pt x="46481" y="14120"/>
                    </a:lnTo>
                    <a:lnTo>
                      <a:pt x="89511" y="10275"/>
                    </a:lnTo>
                    <a:lnTo>
                      <a:pt x="119729" y="40493"/>
                    </a:lnTo>
                    <a:lnTo>
                      <a:pt x="123444" y="81938"/>
                    </a:lnTo>
                    <a:lnTo>
                      <a:pt x="118872" y="78128"/>
                    </a:lnTo>
                    <a:lnTo>
                      <a:pt x="112776" y="39266"/>
                    </a:lnTo>
                    <a:lnTo>
                      <a:pt x="144172" y="6584"/>
                    </a:lnTo>
                    <a:lnTo>
                      <a:pt x="176307" y="309"/>
                    </a:lnTo>
                    <a:lnTo>
                      <a:pt x="185606" y="750"/>
                    </a:lnTo>
                    <a:lnTo>
                      <a:pt x="193548" y="2690"/>
                    </a:lnTo>
                    <a:lnTo>
                      <a:pt x="201168" y="5738"/>
                    </a:lnTo>
                    <a:lnTo>
                      <a:pt x="204978" y="10310"/>
                    </a:lnTo>
                    <a:lnTo>
                      <a:pt x="204978" y="18692"/>
                    </a:lnTo>
                    <a:lnTo>
                      <a:pt x="203608" y="25419"/>
                    </a:lnTo>
                    <a:lnTo>
                      <a:pt x="200310" y="31932"/>
                    </a:lnTo>
                    <a:lnTo>
                      <a:pt x="196298" y="38302"/>
                    </a:lnTo>
                    <a:lnTo>
                      <a:pt x="192786" y="44600"/>
                    </a:lnTo>
                    <a:lnTo>
                      <a:pt x="189571" y="51482"/>
                    </a:lnTo>
                    <a:lnTo>
                      <a:pt x="187071" y="58507"/>
                    </a:lnTo>
                    <a:lnTo>
                      <a:pt x="185713" y="65817"/>
                    </a:lnTo>
                    <a:lnTo>
                      <a:pt x="185928" y="73556"/>
                    </a:lnTo>
                    <a:lnTo>
                      <a:pt x="186690" y="83462"/>
                    </a:lnTo>
                    <a:lnTo>
                      <a:pt x="199644" y="85748"/>
                    </a:lnTo>
                    <a:lnTo>
                      <a:pt x="208026" y="85748"/>
                    </a:lnTo>
                    <a:lnTo>
                      <a:pt x="218241" y="85784"/>
                    </a:lnTo>
                    <a:lnTo>
                      <a:pt x="255365" y="60031"/>
                    </a:lnTo>
                    <a:lnTo>
                      <a:pt x="257556" y="42314"/>
                    </a:lnTo>
                    <a:lnTo>
                      <a:pt x="254948" y="32146"/>
                    </a:lnTo>
                    <a:lnTo>
                      <a:pt x="222408" y="2690"/>
                    </a:lnTo>
                    <a:lnTo>
                      <a:pt x="214443" y="0"/>
                    </a:lnTo>
                    <a:lnTo>
                      <a:pt x="209550" y="1166"/>
                    </a:lnTo>
                    <a:lnTo>
                      <a:pt x="208788" y="4214"/>
                    </a:lnTo>
                    <a:lnTo>
                      <a:pt x="208788" y="4976"/>
                    </a:lnTo>
                    <a:lnTo>
                      <a:pt x="209550" y="650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027" name="Google Shape;2027;p18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8186153" y="2151875"/>
                <a:ext cx="204860" cy="1341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028" name="Google Shape;2028;p18"/>
            <p:cNvGrpSpPr/>
            <p:nvPr/>
          </p:nvGrpSpPr>
          <p:grpSpPr>
            <a:xfrm>
              <a:off x="5099304" y="2755391"/>
              <a:ext cx="316242" cy="246379"/>
              <a:chOff x="5099304" y="2755391"/>
              <a:chExt cx="316242" cy="246379"/>
            </a:xfrm>
          </p:grpSpPr>
          <p:sp>
            <p:nvSpPr>
              <p:cNvPr id="2029" name="Google Shape;2029;p18"/>
              <p:cNvSpPr/>
              <p:nvPr/>
            </p:nvSpPr>
            <p:spPr>
              <a:xfrm>
                <a:off x="5099304" y="2755391"/>
                <a:ext cx="52705" cy="246379"/>
              </a:xfrm>
              <a:custGeom>
                <a:rect b="b" l="l" r="r" t="t"/>
                <a:pathLst>
                  <a:path extrusionOk="0" h="246380" w="52704">
                    <a:moveTo>
                      <a:pt x="0" y="0"/>
                    </a:moveTo>
                    <a:lnTo>
                      <a:pt x="2774" y="15763"/>
                    </a:lnTo>
                    <a:lnTo>
                      <a:pt x="6191" y="31242"/>
                    </a:lnTo>
                    <a:lnTo>
                      <a:pt x="9751" y="46720"/>
                    </a:lnTo>
                    <a:lnTo>
                      <a:pt x="12954" y="62484"/>
                    </a:lnTo>
                    <a:lnTo>
                      <a:pt x="20097" y="128873"/>
                    </a:lnTo>
                    <a:lnTo>
                      <a:pt x="24384" y="195834"/>
                    </a:lnTo>
                    <a:lnTo>
                      <a:pt x="24753" y="206275"/>
                    </a:lnTo>
                    <a:lnTo>
                      <a:pt x="25622" y="218789"/>
                    </a:lnTo>
                    <a:lnTo>
                      <a:pt x="28348" y="230874"/>
                    </a:lnTo>
                    <a:lnTo>
                      <a:pt x="34290" y="240029"/>
                    </a:lnTo>
                    <a:lnTo>
                      <a:pt x="41910" y="246126"/>
                    </a:lnTo>
                    <a:lnTo>
                      <a:pt x="47244" y="239268"/>
                    </a:lnTo>
                    <a:lnTo>
                      <a:pt x="52578" y="235458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030" name="Google Shape;2030;p18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5174491" y="2814815"/>
                <a:ext cx="241055" cy="1689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031" name="Google Shape;2031;p18"/>
            <p:cNvGrpSpPr/>
            <p:nvPr/>
          </p:nvGrpSpPr>
          <p:grpSpPr>
            <a:xfrm>
              <a:off x="5502389" y="2764523"/>
              <a:ext cx="1044727" cy="209575"/>
              <a:chOff x="5502389" y="2764523"/>
              <a:chExt cx="1044727" cy="209575"/>
            </a:xfrm>
          </p:grpSpPr>
          <p:pic>
            <p:nvPicPr>
              <p:cNvPr id="2032" name="Google Shape;2032;p18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5502389" y="2764523"/>
                <a:ext cx="152425" cy="20271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33" name="Google Shape;2033;p18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5691365" y="2833865"/>
                <a:ext cx="256819" cy="14023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34" name="Google Shape;2034;p18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5968876" y="2848343"/>
                <a:ext cx="76844" cy="1044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35" name="Google Shape;2035;p18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6089343" y="2803778"/>
                <a:ext cx="95061" cy="13984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36" name="Google Shape;2036;p18"/>
              <p:cNvSpPr/>
              <p:nvPr/>
            </p:nvSpPr>
            <p:spPr>
              <a:xfrm>
                <a:off x="6231636" y="2844546"/>
                <a:ext cx="11430" cy="76200"/>
              </a:xfrm>
              <a:custGeom>
                <a:rect b="b" l="l" r="r" t="t"/>
                <a:pathLst>
                  <a:path extrusionOk="0" h="76200" w="11429">
                    <a:moveTo>
                      <a:pt x="0" y="0"/>
                    </a:moveTo>
                    <a:lnTo>
                      <a:pt x="559" y="10287"/>
                    </a:lnTo>
                    <a:lnTo>
                      <a:pt x="1047" y="20574"/>
                    </a:lnTo>
                    <a:lnTo>
                      <a:pt x="1393" y="30861"/>
                    </a:lnTo>
                    <a:lnTo>
                      <a:pt x="1524" y="41148"/>
                    </a:lnTo>
                    <a:lnTo>
                      <a:pt x="1881" y="47910"/>
                    </a:lnTo>
                    <a:lnTo>
                      <a:pt x="2095" y="55244"/>
                    </a:lnTo>
                    <a:lnTo>
                      <a:pt x="2595" y="62579"/>
                    </a:lnTo>
                    <a:lnTo>
                      <a:pt x="3810" y="69342"/>
                    </a:lnTo>
                    <a:lnTo>
                      <a:pt x="6096" y="76200"/>
                    </a:lnTo>
                    <a:lnTo>
                      <a:pt x="6858" y="75438"/>
                    </a:lnTo>
                    <a:lnTo>
                      <a:pt x="11430" y="7315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7" name="Google Shape;2037;p18"/>
              <p:cNvSpPr/>
              <p:nvPr/>
            </p:nvSpPr>
            <p:spPr>
              <a:xfrm>
                <a:off x="6221075" y="2777632"/>
                <a:ext cx="13970" cy="15875"/>
              </a:xfrm>
              <a:custGeom>
                <a:rect b="b" l="l" r="r" t="t"/>
                <a:pathLst>
                  <a:path extrusionOk="0" h="15875" w="13970">
                    <a:moveTo>
                      <a:pt x="13608" y="619"/>
                    </a:moveTo>
                    <a:lnTo>
                      <a:pt x="4310" y="0"/>
                    </a:lnTo>
                    <a:lnTo>
                      <a:pt x="369" y="1952"/>
                    </a:lnTo>
                    <a:lnTo>
                      <a:pt x="0" y="7048"/>
                    </a:lnTo>
                    <a:lnTo>
                      <a:pt x="1416" y="15859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038" name="Google Shape;2038;p18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6287249" y="2841306"/>
                <a:ext cx="69950" cy="8707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39" name="Google Shape;2039;p18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6382499" y="2802528"/>
                <a:ext cx="164617" cy="1258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040" name="Google Shape;2040;p18"/>
            <p:cNvGrpSpPr/>
            <p:nvPr/>
          </p:nvGrpSpPr>
          <p:grpSpPr>
            <a:xfrm>
              <a:off x="7099541" y="2519921"/>
              <a:ext cx="307873" cy="393027"/>
              <a:chOff x="7099541" y="2519921"/>
              <a:chExt cx="307873" cy="393027"/>
            </a:xfrm>
          </p:grpSpPr>
          <p:pic>
            <p:nvPicPr>
              <p:cNvPr id="2041" name="Google Shape;2041;p18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7099541" y="2689514"/>
                <a:ext cx="221005" cy="2234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42" name="Google Shape;2042;p18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7328141" y="2519921"/>
                <a:ext cx="79273" cy="14632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043" name="Google Shape;2043;p18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7938503" y="2631173"/>
              <a:ext cx="202919" cy="2222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4" name="Google Shape;2044;p18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8858237" y="2777786"/>
              <a:ext cx="148615" cy="1338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5" name="Google Shape;2045;p18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9084550" y="2781287"/>
              <a:ext cx="269011" cy="10289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46" name="Google Shape;2046;p18"/>
            <p:cNvGrpSpPr/>
            <p:nvPr/>
          </p:nvGrpSpPr>
          <p:grpSpPr>
            <a:xfrm>
              <a:off x="9479267" y="2652509"/>
              <a:ext cx="424399" cy="275107"/>
              <a:chOff x="9479267" y="2652509"/>
              <a:chExt cx="424399" cy="275107"/>
            </a:xfrm>
          </p:grpSpPr>
          <p:pic>
            <p:nvPicPr>
              <p:cNvPr id="2047" name="Google Shape;2047;p18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9479267" y="2673845"/>
                <a:ext cx="103085" cy="25377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48" name="Google Shape;2048;p18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9619427" y="2652509"/>
                <a:ext cx="284239" cy="19585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049" name="Google Shape;2049;p18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5331224" y="3316973"/>
              <a:ext cx="405040" cy="33743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50" name="Google Shape;2050;p18"/>
            <p:cNvGrpSpPr/>
            <p:nvPr/>
          </p:nvGrpSpPr>
          <p:grpSpPr>
            <a:xfrm>
              <a:off x="5980163" y="3284969"/>
              <a:ext cx="457987" cy="223291"/>
              <a:chOff x="5980163" y="3284969"/>
              <a:chExt cx="457987" cy="223291"/>
            </a:xfrm>
          </p:grpSpPr>
          <p:pic>
            <p:nvPicPr>
              <p:cNvPr id="2051" name="Google Shape;2051;p18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5980163" y="3284969"/>
                <a:ext cx="344449" cy="22329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52" name="Google Shape;2052;p18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6349733" y="3345929"/>
                <a:ext cx="88417" cy="13522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053" name="Google Shape;2053;p18"/>
            <p:cNvGrpSpPr/>
            <p:nvPr/>
          </p:nvGrpSpPr>
          <p:grpSpPr>
            <a:xfrm>
              <a:off x="6461461" y="3287255"/>
              <a:ext cx="243389" cy="185190"/>
              <a:chOff x="6461461" y="3287255"/>
              <a:chExt cx="243389" cy="185190"/>
            </a:xfrm>
          </p:grpSpPr>
          <p:pic>
            <p:nvPicPr>
              <p:cNvPr id="2054" name="Google Shape;2054;p18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6588239" y="3287255"/>
                <a:ext cx="116611" cy="1501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55" name="Google Shape;2055;p18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6461461" y="3350024"/>
                <a:ext cx="100514" cy="1224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056" name="Google Shape;2056;p18"/>
            <p:cNvSpPr/>
            <p:nvPr/>
          </p:nvSpPr>
          <p:spPr>
            <a:xfrm>
              <a:off x="6765035" y="3345179"/>
              <a:ext cx="15240" cy="80010"/>
            </a:xfrm>
            <a:custGeom>
              <a:rect b="b" l="l" r="r" t="t"/>
              <a:pathLst>
                <a:path extrusionOk="0" h="80010" w="15240">
                  <a:moveTo>
                    <a:pt x="0" y="0"/>
                  </a:moveTo>
                  <a:lnTo>
                    <a:pt x="1214" y="12989"/>
                  </a:lnTo>
                  <a:lnTo>
                    <a:pt x="3429" y="25050"/>
                  </a:lnTo>
                  <a:lnTo>
                    <a:pt x="6215" y="36968"/>
                  </a:lnTo>
                  <a:lnTo>
                    <a:pt x="9144" y="49530"/>
                  </a:lnTo>
                  <a:lnTo>
                    <a:pt x="10715" y="56959"/>
                  </a:lnTo>
                  <a:lnTo>
                    <a:pt x="11430" y="64388"/>
                  </a:lnTo>
                  <a:lnTo>
                    <a:pt x="12144" y="71818"/>
                  </a:lnTo>
                  <a:lnTo>
                    <a:pt x="13716" y="79248"/>
                  </a:lnTo>
                  <a:lnTo>
                    <a:pt x="14478" y="79248"/>
                  </a:lnTo>
                  <a:lnTo>
                    <a:pt x="14478" y="80010"/>
                  </a:lnTo>
                  <a:lnTo>
                    <a:pt x="15240" y="8001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57" name="Google Shape;2057;p18"/>
            <p:cNvGrpSpPr/>
            <p:nvPr/>
          </p:nvGrpSpPr>
          <p:grpSpPr>
            <a:xfrm>
              <a:off x="6831317" y="3319259"/>
              <a:ext cx="202026" cy="112991"/>
              <a:chOff x="6831317" y="3319259"/>
              <a:chExt cx="202026" cy="112991"/>
            </a:xfrm>
          </p:grpSpPr>
          <p:pic>
            <p:nvPicPr>
              <p:cNvPr id="2058" name="Google Shape;2058;p18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6831317" y="3336023"/>
                <a:ext cx="76737" cy="962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59" name="Google Shape;2059;p18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6930186" y="3319259"/>
                <a:ext cx="103157" cy="11051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060" name="Google Shape;2060;p18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7461491" y="3257918"/>
              <a:ext cx="193573" cy="19014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61" name="Google Shape;2061;p18"/>
            <p:cNvGrpSpPr/>
            <p:nvPr/>
          </p:nvGrpSpPr>
          <p:grpSpPr>
            <a:xfrm>
              <a:off x="7587233" y="3120389"/>
              <a:ext cx="137795" cy="91948"/>
              <a:chOff x="7587233" y="3120389"/>
              <a:chExt cx="137795" cy="91948"/>
            </a:xfrm>
          </p:grpSpPr>
          <p:sp>
            <p:nvSpPr>
              <p:cNvPr id="2062" name="Google Shape;2062;p18"/>
              <p:cNvSpPr/>
              <p:nvPr/>
            </p:nvSpPr>
            <p:spPr>
              <a:xfrm>
                <a:off x="7644383" y="3120389"/>
                <a:ext cx="3810" cy="77470"/>
              </a:xfrm>
              <a:custGeom>
                <a:rect b="b" l="l" r="r" t="t"/>
                <a:pathLst>
                  <a:path extrusionOk="0" h="77469" w="3809">
                    <a:moveTo>
                      <a:pt x="0" y="0"/>
                    </a:moveTo>
                    <a:lnTo>
                      <a:pt x="762" y="39624"/>
                    </a:lnTo>
                    <a:lnTo>
                      <a:pt x="2190" y="52578"/>
                    </a:lnTo>
                    <a:lnTo>
                      <a:pt x="2797" y="59126"/>
                    </a:lnTo>
                    <a:lnTo>
                      <a:pt x="3048" y="65532"/>
                    </a:lnTo>
                    <a:lnTo>
                      <a:pt x="3048" y="69342"/>
                    </a:lnTo>
                    <a:lnTo>
                      <a:pt x="3810" y="74676"/>
                    </a:lnTo>
                    <a:lnTo>
                      <a:pt x="3048" y="76962"/>
                    </a:lnTo>
                    <a:lnTo>
                      <a:pt x="2286" y="7696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3" name="Google Shape;2063;p18"/>
              <p:cNvSpPr/>
              <p:nvPr/>
            </p:nvSpPr>
            <p:spPr>
              <a:xfrm>
                <a:off x="7587233" y="3123437"/>
                <a:ext cx="137795" cy="88900"/>
              </a:xfrm>
              <a:custGeom>
                <a:rect b="b" l="l" r="r" t="t"/>
                <a:pathLst>
                  <a:path extrusionOk="0" h="88900" w="137795">
                    <a:moveTo>
                      <a:pt x="0" y="6858"/>
                    </a:moveTo>
                    <a:lnTo>
                      <a:pt x="15632" y="2893"/>
                    </a:lnTo>
                    <a:lnTo>
                      <a:pt x="30194" y="857"/>
                    </a:lnTo>
                    <a:lnTo>
                      <a:pt x="44898" y="107"/>
                    </a:lnTo>
                    <a:lnTo>
                      <a:pt x="60960" y="0"/>
                    </a:lnTo>
                    <a:lnTo>
                      <a:pt x="78200" y="559"/>
                    </a:lnTo>
                    <a:lnTo>
                      <a:pt x="128778" y="15240"/>
                    </a:lnTo>
                    <a:lnTo>
                      <a:pt x="137350" y="33242"/>
                    </a:lnTo>
                    <a:lnTo>
                      <a:pt x="136398" y="39624"/>
                    </a:lnTo>
                    <a:lnTo>
                      <a:pt x="105918" y="67056"/>
                    </a:lnTo>
                    <a:lnTo>
                      <a:pt x="60960" y="85344"/>
                    </a:lnTo>
                    <a:lnTo>
                      <a:pt x="52578" y="87630"/>
                    </a:lnTo>
                    <a:lnTo>
                      <a:pt x="44196" y="88392"/>
                    </a:lnTo>
                    <a:lnTo>
                      <a:pt x="35814" y="88392"/>
                    </a:lnTo>
                    <a:lnTo>
                      <a:pt x="35052" y="88392"/>
                    </a:lnTo>
                    <a:lnTo>
                      <a:pt x="36576" y="80772"/>
                    </a:lnTo>
                    <a:lnTo>
                      <a:pt x="38862" y="74676"/>
                    </a:lnTo>
                    <a:lnTo>
                      <a:pt x="41910" y="6705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064" name="Google Shape;2064;p18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8842235" y="2954261"/>
              <a:ext cx="176809" cy="2652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5" name="Google Shape;2065;p18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9583661" y="2967215"/>
              <a:ext cx="255974" cy="23700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66" name="Google Shape;2066;p18"/>
          <p:cNvGrpSpPr/>
          <p:nvPr/>
        </p:nvGrpSpPr>
        <p:grpSpPr>
          <a:xfrm>
            <a:off x="1448037" y="4589620"/>
            <a:ext cx="7687072" cy="2422173"/>
            <a:chOff x="4262615" y="4055363"/>
            <a:chExt cx="5786734" cy="1604518"/>
          </a:xfrm>
        </p:grpSpPr>
        <p:grpSp>
          <p:nvGrpSpPr>
            <p:cNvPr id="2067" name="Google Shape;2067;p18"/>
            <p:cNvGrpSpPr/>
            <p:nvPr/>
          </p:nvGrpSpPr>
          <p:grpSpPr>
            <a:xfrm>
              <a:off x="8900921" y="5059667"/>
              <a:ext cx="576847" cy="158021"/>
              <a:chOff x="8900921" y="5059667"/>
              <a:chExt cx="576847" cy="158021"/>
            </a:xfrm>
          </p:grpSpPr>
          <p:sp>
            <p:nvSpPr>
              <p:cNvPr id="2068" name="Google Shape;2068;p18"/>
              <p:cNvSpPr/>
              <p:nvPr/>
            </p:nvSpPr>
            <p:spPr>
              <a:xfrm>
                <a:off x="8911589" y="5135879"/>
                <a:ext cx="5080" cy="70485"/>
              </a:xfrm>
              <a:custGeom>
                <a:rect b="b" l="l" r="r" t="t"/>
                <a:pathLst>
                  <a:path extrusionOk="0" h="70485" w="5079">
                    <a:moveTo>
                      <a:pt x="0" y="0"/>
                    </a:moveTo>
                    <a:lnTo>
                      <a:pt x="35" y="10620"/>
                    </a:lnTo>
                    <a:lnTo>
                      <a:pt x="857" y="20955"/>
                    </a:lnTo>
                    <a:lnTo>
                      <a:pt x="1821" y="31289"/>
                    </a:lnTo>
                    <a:lnTo>
                      <a:pt x="2286" y="41910"/>
                    </a:lnTo>
                    <a:lnTo>
                      <a:pt x="1976" y="48125"/>
                    </a:lnTo>
                    <a:lnTo>
                      <a:pt x="1524" y="55626"/>
                    </a:lnTo>
                    <a:lnTo>
                      <a:pt x="1643" y="63126"/>
                    </a:lnTo>
                    <a:lnTo>
                      <a:pt x="3048" y="69342"/>
                    </a:lnTo>
                    <a:lnTo>
                      <a:pt x="3810" y="70104"/>
                    </a:lnTo>
                    <a:lnTo>
                      <a:pt x="4572" y="7010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9" name="Google Shape;2069;p18"/>
              <p:cNvSpPr/>
              <p:nvPr/>
            </p:nvSpPr>
            <p:spPr>
              <a:xfrm>
                <a:off x="8900921" y="5072633"/>
                <a:ext cx="15240" cy="15240"/>
              </a:xfrm>
              <a:custGeom>
                <a:rect b="b" l="l" r="r" t="t"/>
                <a:pathLst>
                  <a:path extrusionOk="0" h="15239" w="15240">
                    <a:moveTo>
                      <a:pt x="0" y="3809"/>
                    </a:moveTo>
                    <a:lnTo>
                      <a:pt x="0" y="12191"/>
                    </a:lnTo>
                    <a:lnTo>
                      <a:pt x="3048" y="15239"/>
                    </a:lnTo>
                    <a:lnTo>
                      <a:pt x="11430" y="15239"/>
                    </a:lnTo>
                    <a:lnTo>
                      <a:pt x="15240" y="12191"/>
                    </a:lnTo>
                    <a:lnTo>
                      <a:pt x="15240" y="7619"/>
                    </a:lnTo>
                    <a:lnTo>
                      <a:pt x="15240" y="3809"/>
                    </a:lnTo>
                    <a:lnTo>
                      <a:pt x="11430" y="0"/>
                    </a:lnTo>
                    <a:lnTo>
                      <a:pt x="3048" y="0"/>
                    </a:lnTo>
                    <a:lnTo>
                      <a:pt x="0" y="380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070" name="Google Shape;2070;p18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8947391" y="5087099"/>
                <a:ext cx="246151" cy="13058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71" name="Google Shape;2071;p18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9219639" y="5059667"/>
                <a:ext cx="258129" cy="14404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072" name="Google Shape;2072;p18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9600996" y="5010553"/>
              <a:ext cx="158521" cy="23805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73" name="Google Shape;2073;p18"/>
            <p:cNvGrpSpPr/>
            <p:nvPr/>
          </p:nvGrpSpPr>
          <p:grpSpPr>
            <a:xfrm>
              <a:off x="4262615" y="4414253"/>
              <a:ext cx="315493" cy="193573"/>
              <a:chOff x="4262615" y="4414253"/>
              <a:chExt cx="315493" cy="193573"/>
            </a:xfrm>
          </p:grpSpPr>
          <p:pic>
            <p:nvPicPr>
              <p:cNvPr id="2074" name="Google Shape;2074;p18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4262615" y="4414253"/>
                <a:ext cx="177857" cy="19357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75" name="Google Shape;2075;p18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4461497" y="4431684"/>
                <a:ext cx="116611" cy="1570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076" name="Google Shape;2076;p18"/>
            <p:cNvGrpSpPr/>
            <p:nvPr/>
          </p:nvGrpSpPr>
          <p:grpSpPr>
            <a:xfrm>
              <a:off x="5025866" y="4347972"/>
              <a:ext cx="676211" cy="339725"/>
              <a:chOff x="5025866" y="4347972"/>
              <a:chExt cx="676211" cy="339725"/>
            </a:xfrm>
          </p:grpSpPr>
          <p:sp>
            <p:nvSpPr>
              <p:cNvPr id="2077" name="Google Shape;2077;p18"/>
              <p:cNvSpPr/>
              <p:nvPr/>
            </p:nvSpPr>
            <p:spPr>
              <a:xfrm>
                <a:off x="5025866" y="4436756"/>
                <a:ext cx="125095" cy="154940"/>
              </a:xfrm>
              <a:custGeom>
                <a:rect b="b" l="l" r="r" t="t"/>
                <a:pathLst>
                  <a:path extrusionOk="0" h="154939" w="125095">
                    <a:moveTo>
                      <a:pt x="92487" y="54471"/>
                    </a:moveTo>
                    <a:lnTo>
                      <a:pt x="76033" y="13573"/>
                    </a:lnTo>
                    <a:lnTo>
                      <a:pt x="43529" y="0"/>
                    </a:lnTo>
                    <a:lnTo>
                      <a:pt x="33813" y="464"/>
                    </a:lnTo>
                    <a:lnTo>
                      <a:pt x="3905" y="43517"/>
                    </a:lnTo>
                    <a:lnTo>
                      <a:pt x="0" y="96404"/>
                    </a:lnTo>
                    <a:lnTo>
                      <a:pt x="1428" y="114097"/>
                    </a:lnTo>
                    <a:lnTo>
                      <a:pt x="6286" y="130933"/>
                    </a:lnTo>
                    <a:lnTo>
                      <a:pt x="16287" y="145911"/>
                    </a:lnTo>
                    <a:lnTo>
                      <a:pt x="26300" y="152578"/>
                    </a:lnTo>
                    <a:lnTo>
                      <a:pt x="38100" y="154674"/>
                    </a:lnTo>
                    <a:lnTo>
                      <a:pt x="50041" y="152769"/>
                    </a:lnTo>
                    <a:lnTo>
                      <a:pt x="79152" y="125146"/>
                    </a:lnTo>
                    <a:lnTo>
                      <a:pt x="86868" y="82998"/>
                    </a:lnTo>
                    <a:lnTo>
                      <a:pt x="75723" y="42279"/>
                    </a:lnTo>
                    <a:lnTo>
                      <a:pt x="80402" y="90285"/>
                    </a:lnTo>
                    <a:lnTo>
                      <a:pt x="109251" y="123813"/>
                    </a:lnTo>
                    <a:lnTo>
                      <a:pt x="121443" y="118479"/>
                    </a:lnTo>
                    <a:lnTo>
                      <a:pt x="124491" y="110097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8" name="Google Shape;2078;p18"/>
              <p:cNvSpPr/>
              <p:nvPr/>
            </p:nvSpPr>
            <p:spPr>
              <a:xfrm>
                <a:off x="5140452" y="4347972"/>
                <a:ext cx="45085" cy="228600"/>
              </a:xfrm>
              <a:custGeom>
                <a:rect b="b" l="l" r="r" t="t"/>
                <a:pathLst>
                  <a:path extrusionOk="0" h="228600" w="45085">
                    <a:moveTo>
                      <a:pt x="0" y="0"/>
                    </a:moveTo>
                    <a:lnTo>
                      <a:pt x="4262" y="18621"/>
                    </a:lnTo>
                    <a:lnTo>
                      <a:pt x="8953" y="36956"/>
                    </a:lnTo>
                    <a:lnTo>
                      <a:pt x="13930" y="55292"/>
                    </a:lnTo>
                    <a:lnTo>
                      <a:pt x="19050" y="73914"/>
                    </a:lnTo>
                    <a:lnTo>
                      <a:pt x="24681" y="96583"/>
                    </a:lnTo>
                    <a:lnTo>
                      <a:pt x="33944" y="143351"/>
                    </a:lnTo>
                    <a:lnTo>
                      <a:pt x="37207" y="181415"/>
                    </a:lnTo>
                    <a:lnTo>
                      <a:pt x="37623" y="196881"/>
                    </a:lnTo>
                    <a:lnTo>
                      <a:pt x="39040" y="212205"/>
                    </a:lnTo>
                    <a:lnTo>
                      <a:pt x="42672" y="226314"/>
                    </a:lnTo>
                    <a:lnTo>
                      <a:pt x="43434" y="227076"/>
                    </a:lnTo>
                    <a:lnTo>
                      <a:pt x="44196" y="227838"/>
                    </a:lnTo>
                    <a:lnTo>
                      <a:pt x="44958" y="22860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9" name="Google Shape;2079;p18"/>
              <p:cNvSpPr/>
              <p:nvPr/>
            </p:nvSpPr>
            <p:spPr>
              <a:xfrm>
                <a:off x="5211318" y="4443603"/>
                <a:ext cx="209550" cy="109220"/>
              </a:xfrm>
              <a:custGeom>
                <a:rect b="b" l="l" r="r" t="t"/>
                <a:pathLst>
                  <a:path extrusionOk="0" h="109220" w="209550">
                    <a:moveTo>
                      <a:pt x="0" y="36957"/>
                    </a:moveTo>
                    <a:lnTo>
                      <a:pt x="3976" y="27408"/>
                    </a:lnTo>
                    <a:lnTo>
                      <a:pt x="8953" y="22860"/>
                    </a:lnTo>
                    <a:lnTo>
                      <a:pt x="16502" y="21740"/>
                    </a:lnTo>
                    <a:lnTo>
                      <a:pt x="28194" y="22479"/>
                    </a:lnTo>
                    <a:lnTo>
                      <a:pt x="66294" y="44577"/>
                    </a:lnTo>
                    <a:lnTo>
                      <a:pt x="78486" y="90297"/>
                    </a:lnTo>
                    <a:lnTo>
                      <a:pt x="77724" y="94107"/>
                    </a:lnTo>
                    <a:lnTo>
                      <a:pt x="78486" y="95631"/>
                    </a:lnTo>
                    <a:lnTo>
                      <a:pt x="75438" y="96393"/>
                    </a:lnTo>
                    <a:lnTo>
                      <a:pt x="67818" y="94869"/>
                    </a:lnTo>
                    <a:lnTo>
                      <a:pt x="66294" y="87249"/>
                    </a:lnTo>
                    <a:lnTo>
                      <a:pt x="64770" y="80391"/>
                    </a:lnTo>
                    <a:lnTo>
                      <a:pt x="62543" y="67103"/>
                    </a:lnTo>
                    <a:lnTo>
                      <a:pt x="61817" y="52959"/>
                    </a:lnTo>
                    <a:lnTo>
                      <a:pt x="62948" y="38814"/>
                    </a:lnTo>
                    <a:lnTo>
                      <a:pt x="87630" y="2667"/>
                    </a:lnTo>
                    <a:lnTo>
                      <a:pt x="103536" y="0"/>
                    </a:lnTo>
                    <a:lnTo>
                      <a:pt x="111954" y="952"/>
                    </a:lnTo>
                    <a:lnTo>
                      <a:pt x="128778" y="34671"/>
                    </a:lnTo>
                    <a:lnTo>
                      <a:pt x="128182" y="50708"/>
                    </a:lnTo>
                    <a:lnTo>
                      <a:pt x="126873" y="68675"/>
                    </a:lnTo>
                    <a:lnTo>
                      <a:pt x="127277" y="86213"/>
                    </a:lnTo>
                    <a:lnTo>
                      <a:pt x="131826" y="100965"/>
                    </a:lnTo>
                    <a:lnTo>
                      <a:pt x="137064" y="105906"/>
                    </a:lnTo>
                    <a:lnTo>
                      <a:pt x="144018" y="108489"/>
                    </a:lnTo>
                    <a:lnTo>
                      <a:pt x="151542" y="109216"/>
                    </a:lnTo>
                    <a:lnTo>
                      <a:pt x="158496" y="108585"/>
                    </a:lnTo>
                    <a:lnTo>
                      <a:pt x="201930" y="84963"/>
                    </a:lnTo>
                    <a:lnTo>
                      <a:pt x="204215" y="81915"/>
                    </a:lnTo>
                    <a:lnTo>
                      <a:pt x="206502" y="78867"/>
                    </a:lnTo>
                    <a:lnTo>
                      <a:pt x="209550" y="76581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0" name="Google Shape;2080;p18"/>
              <p:cNvSpPr/>
              <p:nvPr/>
            </p:nvSpPr>
            <p:spPr>
              <a:xfrm>
                <a:off x="5328666" y="4427303"/>
                <a:ext cx="76200" cy="48895"/>
              </a:xfrm>
              <a:custGeom>
                <a:rect b="b" l="l" r="r" t="t"/>
                <a:pathLst>
                  <a:path extrusionOk="0" h="48895" w="76200">
                    <a:moveTo>
                      <a:pt x="2286" y="32682"/>
                    </a:moveTo>
                    <a:lnTo>
                      <a:pt x="3607" y="42457"/>
                    </a:lnTo>
                    <a:lnTo>
                      <a:pt x="7143" y="47446"/>
                    </a:lnTo>
                    <a:lnTo>
                      <a:pt x="13966" y="48863"/>
                    </a:lnTo>
                    <a:lnTo>
                      <a:pt x="25146" y="47922"/>
                    </a:lnTo>
                    <a:lnTo>
                      <a:pt x="63722" y="33456"/>
                    </a:lnTo>
                    <a:lnTo>
                      <a:pt x="75949" y="18645"/>
                    </a:lnTo>
                    <a:lnTo>
                      <a:pt x="75533" y="13346"/>
                    </a:lnTo>
                    <a:lnTo>
                      <a:pt x="36195" y="0"/>
                    </a:lnTo>
                    <a:lnTo>
                      <a:pt x="25908" y="678"/>
                    </a:lnTo>
                    <a:lnTo>
                      <a:pt x="17466" y="2690"/>
                    </a:lnTo>
                    <a:lnTo>
                      <a:pt x="9810" y="6488"/>
                    </a:lnTo>
                    <a:lnTo>
                      <a:pt x="3726" y="12144"/>
                    </a:lnTo>
                    <a:lnTo>
                      <a:pt x="0" y="19728"/>
                    </a:lnTo>
                    <a:lnTo>
                      <a:pt x="0" y="21252"/>
                    </a:lnTo>
                    <a:lnTo>
                      <a:pt x="0" y="22776"/>
                    </a:lnTo>
                    <a:lnTo>
                      <a:pt x="0" y="23538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1" name="Google Shape;2081;p18"/>
              <p:cNvSpPr/>
              <p:nvPr/>
            </p:nvSpPr>
            <p:spPr>
              <a:xfrm>
                <a:off x="5418665" y="4442233"/>
                <a:ext cx="128270" cy="101600"/>
              </a:xfrm>
              <a:custGeom>
                <a:rect b="b" l="l" r="r" t="t"/>
                <a:pathLst>
                  <a:path extrusionOk="0" h="101600" w="128270">
                    <a:moveTo>
                      <a:pt x="65448" y="67282"/>
                    </a:moveTo>
                    <a:lnTo>
                      <a:pt x="62805" y="58173"/>
                    </a:lnTo>
                    <a:lnTo>
                      <a:pt x="61448" y="50422"/>
                    </a:lnTo>
                    <a:lnTo>
                      <a:pt x="60948" y="42529"/>
                    </a:lnTo>
                    <a:lnTo>
                      <a:pt x="60876" y="32992"/>
                    </a:lnTo>
                    <a:lnTo>
                      <a:pt x="61031" y="26038"/>
                    </a:lnTo>
                    <a:lnTo>
                      <a:pt x="60971" y="19085"/>
                    </a:lnTo>
                    <a:lnTo>
                      <a:pt x="40028" y="0"/>
                    </a:lnTo>
                    <a:lnTo>
                      <a:pt x="34206" y="2512"/>
                    </a:lnTo>
                    <a:lnTo>
                      <a:pt x="9560" y="42374"/>
                    </a:lnTo>
                    <a:lnTo>
                      <a:pt x="0" y="86617"/>
                    </a:lnTo>
                    <a:lnTo>
                      <a:pt x="2964" y="95476"/>
                    </a:lnTo>
                    <a:lnTo>
                      <a:pt x="8655" y="99714"/>
                    </a:lnTo>
                    <a:lnTo>
                      <a:pt x="16490" y="101381"/>
                    </a:lnTo>
                    <a:lnTo>
                      <a:pt x="24610" y="101048"/>
                    </a:lnTo>
                    <a:lnTo>
                      <a:pt x="61698" y="66174"/>
                    </a:lnTo>
                    <a:lnTo>
                      <a:pt x="74485" y="26765"/>
                    </a:lnTo>
                    <a:lnTo>
                      <a:pt x="75354" y="17752"/>
                    </a:lnTo>
                    <a:lnTo>
                      <a:pt x="75354" y="16990"/>
                    </a:lnTo>
                    <a:lnTo>
                      <a:pt x="75354" y="16228"/>
                    </a:lnTo>
                    <a:lnTo>
                      <a:pt x="75354" y="14704"/>
                    </a:lnTo>
                    <a:lnTo>
                      <a:pt x="75235" y="22133"/>
                    </a:lnTo>
                    <a:lnTo>
                      <a:pt x="74973" y="29563"/>
                    </a:lnTo>
                    <a:lnTo>
                      <a:pt x="74711" y="36992"/>
                    </a:lnTo>
                    <a:lnTo>
                      <a:pt x="74592" y="44422"/>
                    </a:lnTo>
                    <a:lnTo>
                      <a:pt x="74723" y="53971"/>
                    </a:lnTo>
                    <a:lnTo>
                      <a:pt x="96690" y="88427"/>
                    </a:lnTo>
                    <a:lnTo>
                      <a:pt x="104834" y="89975"/>
                    </a:lnTo>
                    <a:lnTo>
                      <a:pt x="112692" y="89380"/>
                    </a:lnTo>
                    <a:lnTo>
                      <a:pt x="121074" y="86332"/>
                    </a:lnTo>
                    <a:lnTo>
                      <a:pt x="124122" y="84808"/>
                    </a:lnTo>
                    <a:lnTo>
                      <a:pt x="127932" y="79474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2" name="Google Shape;2082;p18"/>
              <p:cNvSpPr/>
              <p:nvPr/>
            </p:nvSpPr>
            <p:spPr>
              <a:xfrm>
                <a:off x="5523642" y="4359402"/>
                <a:ext cx="178435" cy="328295"/>
              </a:xfrm>
              <a:custGeom>
                <a:rect b="b" l="l" r="r" t="t"/>
                <a:pathLst>
                  <a:path extrusionOk="0" h="328295" w="178435">
                    <a:moveTo>
                      <a:pt x="42767" y="0"/>
                    </a:moveTo>
                    <a:lnTo>
                      <a:pt x="45017" y="38897"/>
                    </a:lnTo>
                    <a:lnTo>
                      <a:pt x="50053" y="66234"/>
                    </a:lnTo>
                    <a:lnTo>
                      <a:pt x="52482" y="80867"/>
                    </a:lnTo>
                    <a:lnTo>
                      <a:pt x="57935" y="122372"/>
                    </a:lnTo>
                    <a:lnTo>
                      <a:pt x="60293" y="157734"/>
                    </a:lnTo>
                    <a:lnTo>
                      <a:pt x="60293" y="161544"/>
                    </a:lnTo>
                    <a:lnTo>
                      <a:pt x="60293" y="164592"/>
                    </a:lnTo>
                    <a:lnTo>
                      <a:pt x="60293" y="168402"/>
                    </a:lnTo>
                    <a:lnTo>
                      <a:pt x="59578" y="160531"/>
                    </a:lnTo>
                    <a:lnTo>
                      <a:pt x="58578" y="152876"/>
                    </a:lnTo>
                    <a:lnTo>
                      <a:pt x="45327" y="106739"/>
                    </a:lnTo>
                    <a:lnTo>
                      <a:pt x="26860" y="91344"/>
                    </a:lnTo>
                    <a:lnTo>
                      <a:pt x="20323" y="93356"/>
                    </a:lnTo>
                    <a:lnTo>
                      <a:pt x="14573" y="98298"/>
                    </a:lnTo>
                    <a:lnTo>
                      <a:pt x="7620" y="109073"/>
                    </a:lnTo>
                    <a:lnTo>
                      <a:pt x="2381" y="122777"/>
                    </a:lnTo>
                    <a:lnTo>
                      <a:pt x="0" y="137195"/>
                    </a:lnTo>
                    <a:lnTo>
                      <a:pt x="1619" y="150114"/>
                    </a:lnTo>
                    <a:lnTo>
                      <a:pt x="8215" y="158734"/>
                    </a:lnTo>
                    <a:lnTo>
                      <a:pt x="17811" y="163639"/>
                    </a:lnTo>
                    <a:lnTo>
                      <a:pt x="28836" y="165973"/>
                    </a:lnTo>
                    <a:lnTo>
                      <a:pt x="39719" y="166878"/>
                    </a:lnTo>
                    <a:lnTo>
                      <a:pt x="56292" y="165854"/>
                    </a:lnTo>
                    <a:lnTo>
                      <a:pt x="99155" y="142494"/>
                    </a:lnTo>
                    <a:lnTo>
                      <a:pt x="109823" y="102107"/>
                    </a:lnTo>
                    <a:lnTo>
                      <a:pt x="110585" y="95249"/>
                    </a:lnTo>
                    <a:lnTo>
                      <a:pt x="109823" y="90677"/>
                    </a:lnTo>
                    <a:lnTo>
                      <a:pt x="106775" y="85343"/>
                    </a:lnTo>
                    <a:lnTo>
                      <a:pt x="106013" y="91439"/>
                    </a:lnTo>
                    <a:lnTo>
                      <a:pt x="106013" y="100583"/>
                    </a:lnTo>
                    <a:lnTo>
                      <a:pt x="106013" y="108203"/>
                    </a:lnTo>
                    <a:lnTo>
                      <a:pt x="125777" y="146673"/>
                    </a:lnTo>
                    <a:lnTo>
                      <a:pt x="142541" y="149887"/>
                    </a:lnTo>
                    <a:lnTo>
                      <a:pt x="150209" y="149351"/>
                    </a:lnTo>
                    <a:lnTo>
                      <a:pt x="177641" y="119526"/>
                    </a:lnTo>
                    <a:lnTo>
                      <a:pt x="178212" y="110394"/>
                    </a:lnTo>
                    <a:lnTo>
                      <a:pt x="177927" y="101119"/>
                    </a:lnTo>
                    <a:lnTo>
                      <a:pt x="177641" y="92201"/>
                    </a:lnTo>
                    <a:lnTo>
                      <a:pt x="177641" y="86105"/>
                    </a:lnTo>
                    <a:lnTo>
                      <a:pt x="176879" y="82295"/>
                    </a:lnTo>
                    <a:lnTo>
                      <a:pt x="175355" y="76199"/>
                    </a:lnTo>
                    <a:lnTo>
                      <a:pt x="171545" y="82295"/>
                    </a:lnTo>
                    <a:lnTo>
                      <a:pt x="171545" y="88391"/>
                    </a:lnTo>
                    <a:lnTo>
                      <a:pt x="171545" y="96773"/>
                    </a:lnTo>
                    <a:lnTo>
                      <a:pt x="170676" y="113347"/>
                    </a:lnTo>
                    <a:lnTo>
                      <a:pt x="170307" y="129920"/>
                    </a:lnTo>
                    <a:lnTo>
                      <a:pt x="170366" y="146494"/>
                    </a:lnTo>
                    <a:lnTo>
                      <a:pt x="170783" y="163067"/>
                    </a:lnTo>
                    <a:lnTo>
                      <a:pt x="171652" y="182284"/>
                    </a:lnTo>
                    <a:lnTo>
                      <a:pt x="172593" y="201929"/>
                    </a:lnTo>
                    <a:lnTo>
                      <a:pt x="172819" y="221575"/>
                    </a:lnTo>
                    <a:lnTo>
                      <a:pt x="163353" y="276034"/>
                    </a:lnTo>
                    <a:lnTo>
                      <a:pt x="141982" y="315229"/>
                    </a:lnTo>
                    <a:lnTo>
                      <a:pt x="126480" y="327993"/>
                    </a:lnTo>
                    <a:lnTo>
                      <a:pt x="117443" y="327660"/>
                    </a:lnTo>
                    <a:lnTo>
                      <a:pt x="99917" y="283464"/>
                    </a:lnTo>
                    <a:lnTo>
                      <a:pt x="96273" y="235136"/>
                    </a:lnTo>
                    <a:lnTo>
                      <a:pt x="96107" y="211074"/>
                    </a:lnTo>
                    <a:lnTo>
                      <a:pt x="96107" y="202692"/>
                    </a:lnTo>
                    <a:lnTo>
                      <a:pt x="96107" y="19431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3" name="Google Shape;2083;p18"/>
            <p:cNvGrpSpPr/>
            <p:nvPr/>
          </p:nvGrpSpPr>
          <p:grpSpPr>
            <a:xfrm>
              <a:off x="6151613" y="4286165"/>
              <a:ext cx="568096" cy="220314"/>
              <a:chOff x="6151613" y="4286165"/>
              <a:chExt cx="568096" cy="220314"/>
            </a:xfrm>
          </p:grpSpPr>
          <p:pic>
            <p:nvPicPr>
              <p:cNvPr id="2084" name="Google Shape;2084;p18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6151613" y="4286165"/>
                <a:ext cx="389407" cy="22031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85" name="Google Shape;2085;p18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6566141" y="4339577"/>
                <a:ext cx="153568" cy="11508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086" name="Google Shape;2086;p18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5065298" y="4971941"/>
              <a:ext cx="386061" cy="22491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87" name="Google Shape;2087;p18"/>
            <p:cNvGrpSpPr/>
            <p:nvPr/>
          </p:nvGrpSpPr>
          <p:grpSpPr>
            <a:xfrm>
              <a:off x="5998451" y="4894325"/>
              <a:ext cx="481343" cy="209563"/>
              <a:chOff x="5998451" y="4894325"/>
              <a:chExt cx="481343" cy="209563"/>
            </a:xfrm>
          </p:grpSpPr>
          <p:pic>
            <p:nvPicPr>
              <p:cNvPr id="2088" name="Google Shape;2088;p18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5998451" y="4944605"/>
                <a:ext cx="147853" cy="15928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89" name="Google Shape;2089;p18"/>
              <p:cNvSpPr/>
              <p:nvPr/>
            </p:nvSpPr>
            <p:spPr>
              <a:xfrm>
                <a:off x="6139434" y="4894325"/>
                <a:ext cx="340360" cy="207645"/>
              </a:xfrm>
              <a:custGeom>
                <a:rect b="b" l="l" r="r" t="t"/>
                <a:pathLst>
                  <a:path extrusionOk="0" h="207645" w="340360">
                    <a:moveTo>
                      <a:pt x="0" y="0"/>
                    </a:moveTo>
                    <a:lnTo>
                      <a:pt x="16930" y="51542"/>
                    </a:lnTo>
                    <a:lnTo>
                      <a:pt x="23562" y="87701"/>
                    </a:lnTo>
                    <a:lnTo>
                      <a:pt x="26765" y="105156"/>
                    </a:lnTo>
                    <a:lnTo>
                      <a:pt x="30110" y="122610"/>
                    </a:lnTo>
                    <a:lnTo>
                      <a:pt x="33528" y="140208"/>
                    </a:lnTo>
                    <a:lnTo>
                      <a:pt x="36492" y="155757"/>
                    </a:lnTo>
                    <a:lnTo>
                      <a:pt x="39528" y="171450"/>
                    </a:lnTo>
                    <a:lnTo>
                      <a:pt x="42421" y="187142"/>
                    </a:lnTo>
                    <a:lnTo>
                      <a:pt x="44958" y="202692"/>
                    </a:lnTo>
                    <a:lnTo>
                      <a:pt x="45720" y="205740"/>
                    </a:lnTo>
                    <a:lnTo>
                      <a:pt x="44958" y="206502"/>
                    </a:lnTo>
                    <a:lnTo>
                      <a:pt x="46482" y="207264"/>
                    </a:lnTo>
                    <a:lnTo>
                      <a:pt x="47517" y="198560"/>
                    </a:lnTo>
                    <a:lnTo>
                      <a:pt x="48482" y="189642"/>
                    </a:lnTo>
                    <a:lnTo>
                      <a:pt x="49589" y="180582"/>
                    </a:lnTo>
                    <a:lnTo>
                      <a:pt x="51054" y="171450"/>
                    </a:lnTo>
                    <a:lnTo>
                      <a:pt x="53673" y="154864"/>
                    </a:lnTo>
                    <a:lnTo>
                      <a:pt x="57721" y="135921"/>
                    </a:lnTo>
                    <a:lnTo>
                      <a:pt x="64341" y="117979"/>
                    </a:lnTo>
                    <a:lnTo>
                      <a:pt x="74676" y="104394"/>
                    </a:lnTo>
                    <a:lnTo>
                      <a:pt x="78486" y="101346"/>
                    </a:lnTo>
                    <a:lnTo>
                      <a:pt x="89916" y="99060"/>
                    </a:lnTo>
                    <a:lnTo>
                      <a:pt x="93726" y="101346"/>
                    </a:lnTo>
                    <a:lnTo>
                      <a:pt x="112680" y="143351"/>
                    </a:lnTo>
                    <a:lnTo>
                      <a:pt x="113538" y="163830"/>
                    </a:lnTo>
                    <a:lnTo>
                      <a:pt x="113287" y="170259"/>
                    </a:lnTo>
                    <a:lnTo>
                      <a:pt x="113252" y="178117"/>
                    </a:lnTo>
                    <a:lnTo>
                      <a:pt x="114502" y="185689"/>
                    </a:lnTo>
                    <a:lnTo>
                      <a:pt x="118110" y="191262"/>
                    </a:lnTo>
                    <a:lnTo>
                      <a:pt x="124634" y="193321"/>
                    </a:lnTo>
                    <a:lnTo>
                      <a:pt x="132016" y="192309"/>
                    </a:lnTo>
                    <a:lnTo>
                      <a:pt x="163163" y="168592"/>
                    </a:lnTo>
                    <a:lnTo>
                      <a:pt x="186404" y="124396"/>
                    </a:lnTo>
                    <a:lnTo>
                      <a:pt x="164794" y="93392"/>
                    </a:lnTo>
                    <a:lnTo>
                      <a:pt x="158496" y="95250"/>
                    </a:lnTo>
                    <a:lnTo>
                      <a:pt x="139446" y="128778"/>
                    </a:lnTo>
                    <a:lnTo>
                      <a:pt x="167830" y="165401"/>
                    </a:lnTo>
                    <a:lnTo>
                      <a:pt x="207264" y="168402"/>
                    </a:lnTo>
                    <a:lnTo>
                      <a:pt x="239613" y="144863"/>
                    </a:lnTo>
                    <a:lnTo>
                      <a:pt x="241256" y="129885"/>
                    </a:lnTo>
                    <a:lnTo>
                      <a:pt x="240792" y="122682"/>
                    </a:lnTo>
                    <a:lnTo>
                      <a:pt x="240792" y="115824"/>
                    </a:lnTo>
                    <a:lnTo>
                      <a:pt x="239268" y="113538"/>
                    </a:lnTo>
                    <a:lnTo>
                      <a:pt x="235458" y="108966"/>
                    </a:lnTo>
                    <a:lnTo>
                      <a:pt x="233934" y="112776"/>
                    </a:lnTo>
                    <a:lnTo>
                      <a:pt x="233934" y="118110"/>
                    </a:lnTo>
                    <a:lnTo>
                      <a:pt x="233934" y="123444"/>
                    </a:lnTo>
                    <a:lnTo>
                      <a:pt x="233838" y="131897"/>
                    </a:lnTo>
                    <a:lnTo>
                      <a:pt x="236220" y="169926"/>
                    </a:lnTo>
                    <a:lnTo>
                      <a:pt x="237744" y="176022"/>
                    </a:lnTo>
                    <a:lnTo>
                      <a:pt x="237744" y="176784"/>
                    </a:lnTo>
                    <a:lnTo>
                      <a:pt x="237124" y="161222"/>
                    </a:lnTo>
                    <a:lnTo>
                      <a:pt x="236220" y="144875"/>
                    </a:lnTo>
                    <a:lnTo>
                      <a:pt x="242970" y="105715"/>
                    </a:lnTo>
                    <a:lnTo>
                      <a:pt x="276891" y="91821"/>
                    </a:lnTo>
                    <a:lnTo>
                      <a:pt x="283475" y="92749"/>
                    </a:lnTo>
                    <a:lnTo>
                      <a:pt x="304204" y="131325"/>
                    </a:lnTo>
                    <a:lnTo>
                      <a:pt x="303657" y="139065"/>
                    </a:lnTo>
                    <a:lnTo>
                      <a:pt x="302537" y="146804"/>
                    </a:lnTo>
                    <a:lnTo>
                      <a:pt x="300990" y="154686"/>
                    </a:lnTo>
                    <a:lnTo>
                      <a:pt x="299466" y="160782"/>
                    </a:lnTo>
                    <a:lnTo>
                      <a:pt x="298704" y="166116"/>
                    </a:lnTo>
                    <a:lnTo>
                      <a:pt x="297942" y="172212"/>
                    </a:lnTo>
                    <a:lnTo>
                      <a:pt x="309741" y="170997"/>
                    </a:lnTo>
                    <a:lnTo>
                      <a:pt x="319754" y="167640"/>
                    </a:lnTo>
                    <a:lnTo>
                      <a:pt x="329338" y="162567"/>
                    </a:lnTo>
                    <a:lnTo>
                      <a:pt x="339852" y="15621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090" name="Google Shape;2090;p18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6887705" y="4805159"/>
              <a:ext cx="233197" cy="2194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1" name="Google Shape;2091;p18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7257275" y="4827257"/>
              <a:ext cx="259105" cy="150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2" name="Google Shape;2092;p18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7566647" y="4847069"/>
              <a:ext cx="165379" cy="11861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93" name="Google Shape;2093;p18"/>
            <p:cNvGrpSpPr/>
            <p:nvPr/>
          </p:nvGrpSpPr>
          <p:grpSpPr>
            <a:xfrm>
              <a:off x="7263371" y="4224515"/>
              <a:ext cx="418363" cy="185191"/>
              <a:chOff x="7263371" y="4224515"/>
              <a:chExt cx="418363" cy="185191"/>
            </a:xfrm>
          </p:grpSpPr>
          <p:pic>
            <p:nvPicPr>
              <p:cNvPr id="2094" name="Google Shape;2094;p18"/>
              <p:cNvPicPr preferRelativeResize="0"/>
              <p:nvPr/>
            </p:nvPicPr>
            <p:blipFill rotWithShape="1">
              <a:blip r:embed="rId51">
                <a:alphaModFix/>
              </a:blip>
              <a:srcRect b="0" l="0" r="0" t="0"/>
              <a:stretch/>
            </p:blipFill>
            <p:spPr>
              <a:xfrm>
                <a:off x="7263371" y="4224515"/>
                <a:ext cx="133375" cy="18519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95" name="Google Shape;2095;p18"/>
              <p:cNvPicPr preferRelativeResize="0"/>
              <p:nvPr/>
            </p:nvPicPr>
            <p:blipFill rotWithShape="1">
              <a:blip r:embed="rId52">
                <a:alphaModFix/>
              </a:blip>
              <a:srcRect b="0" l="0" r="0" t="0"/>
              <a:stretch/>
            </p:blipFill>
            <p:spPr>
              <a:xfrm>
                <a:off x="7424070" y="4281665"/>
                <a:ext cx="71546" cy="1160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96" name="Google Shape;2096;p18"/>
              <p:cNvPicPr preferRelativeResize="0"/>
              <p:nvPr/>
            </p:nvPicPr>
            <p:blipFill rotWithShape="1">
              <a:blip r:embed="rId53">
                <a:alphaModFix/>
              </a:blip>
              <a:srcRect b="0" l="0" r="0" t="0"/>
              <a:stretch/>
            </p:blipFill>
            <p:spPr>
              <a:xfrm>
                <a:off x="7528166" y="4236707"/>
                <a:ext cx="153568" cy="14251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097" name="Google Shape;2097;p18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7994891" y="4170413"/>
              <a:ext cx="197764" cy="1714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98" name="Google Shape;2098;p18"/>
            <p:cNvGrpSpPr/>
            <p:nvPr/>
          </p:nvGrpSpPr>
          <p:grpSpPr>
            <a:xfrm>
              <a:off x="8599932" y="4055363"/>
              <a:ext cx="646188" cy="208153"/>
              <a:chOff x="8599932" y="4055363"/>
              <a:chExt cx="646188" cy="208153"/>
            </a:xfrm>
          </p:grpSpPr>
          <p:sp>
            <p:nvSpPr>
              <p:cNvPr id="2099" name="Google Shape;2099;p18"/>
              <p:cNvSpPr/>
              <p:nvPr/>
            </p:nvSpPr>
            <p:spPr>
              <a:xfrm>
                <a:off x="8599932" y="4092701"/>
                <a:ext cx="102870" cy="170815"/>
              </a:xfrm>
              <a:custGeom>
                <a:rect b="b" l="l" r="r" t="t"/>
                <a:pathLst>
                  <a:path extrusionOk="0" h="170814" w="102870">
                    <a:moveTo>
                      <a:pt x="0" y="0"/>
                    </a:moveTo>
                    <a:lnTo>
                      <a:pt x="5238" y="15787"/>
                    </a:lnTo>
                    <a:lnTo>
                      <a:pt x="8763" y="31432"/>
                    </a:lnTo>
                    <a:lnTo>
                      <a:pt x="11144" y="47363"/>
                    </a:lnTo>
                    <a:lnTo>
                      <a:pt x="12954" y="64008"/>
                    </a:lnTo>
                    <a:lnTo>
                      <a:pt x="15216" y="82760"/>
                    </a:lnTo>
                    <a:lnTo>
                      <a:pt x="17335" y="101441"/>
                    </a:lnTo>
                    <a:lnTo>
                      <a:pt x="19169" y="120265"/>
                    </a:lnTo>
                    <a:lnTo>
                      <a:pt x="20574" y="139446"/>
                    </a:lnTo>
                    <a:lnTo>
                      <a:pt x="21133" y="146875"/>
                    </a:lnTo>
                    <a:lnTo>
                      <a:pt x="21621" y="154304"/>
                    </a:lnTo>
                    <a:lnTo>
                      <a:pt x="21967" y="161734"/>
                    </a:lnTo>
                    <a:lnTo>
                      <a:pt x="22098" y="169164"/>
                    </a:lnTo>
                    <a:lnTo>
                      <a:pt x="22098" y="169926"/>
                    </a:lnTo>
                    <a:lnTo>
                      <a:pt x="22098" y="170688"/>
                    </a:lnTo>
                    <a:lnTo>
                      <a:pt x="22098" y="169164"/>
                    </a:lnTo>
                    <a:lnTo>
                      <a:pt x="20014" y="158400"/>
                    </a:lnTo>
                    <a:lnTo>
                      <a:pt x="18573" y="147066"/>
                    </a:lnTo>
                    <a:lnTo>
                      <a:pt x="28765" y="104775"/>
                    </a:lnTo>
                    <a:lnTo>
                      <a:pt x="65913" y="88010"/>
                    </a:lnTo>
                    <a:lnTo>
                      <a:pt x="76057" y="88868"/>
                    </a:lnTo>
                    <a:lnTo>
                      <a:pt x="102334" y="123598"/>
                    </a:lnTo>
                    <a:lnTo>
                      <a:pt x="101060" y="131349"/>
                    </a:lnTo>
                    <a:lnTo>
                      <a:pt x="98786" y="138957"/>
                    </a:lnTo>
                    <a:lnTo>
                      <a:pt x="96012" y="147065"/>
                    </a:lnTo>
                    <a:lnTo>
                      <a:pt x="93726" y="153923"/>
                    </a:lnTo>
                    <a:lnTo>
                      <a:pt x="90678" y="161544"/>
                    </a:lnTo>
                    <a:lnTo>
                      <a:pt x="90678" y="169163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0" name="Google Shape;2100;p18"/>
              <p:cNvSpPr/>
              <p:nvPr/>
            </p:nvSpPr>
            <p:spPr>
              <a:xfrm>
                <a:off x="8719506" y="4150613"/>
                <a:ext cx="111760" cy="98425"/>
              </a:xfrm>
              <a:custGeom>
                <a:rect b="b" l="l" r="r" t="t"/>
                <a:pathLst>
                  <a:path extrusionOk="0" h="98425" w="111759">
                    <a:moveTo>
                      <a:pt x="61781" y="56387"/>
                    </a:moveTo>
                    <a:lnTo>
                      <a:pt x="68639" y="16763"/>
                    </a:lnTo>
                    <a:lnTo>
                      <a:pt x="66353" y="0"/>
                    </a:lnTo>
                    <a:lnTo>
                      <a:pt x="56447" y="0"/>
                    </a:lnTo>
                    <a:lnTo>
                      <a:pt x="24443" y="27431"/>
                    </a:lnTo>
                    <a:lnTo>
                      <a:pt x="4405" y="62900"/>
                    </a:lnTo>
                    <a:lnTo>
                      <a:pt x="0" y="82748"/>
                    </a:lnTo>
                    <a:lnTo>
                      <a:pt x="535" y="89344"/>
                    </a:lnTo>
                    <a:lnTo>
                      <a:pt x="3500" y="94511"/>
                    </a:lnTo>
                    <a:lnTo>
                      <a:pt x="9965" y="97535"/>
                    </a:lnTo>
                    <a:lnTo>
                      <a:pt x="19514" y="98131"/>
                    </a:lnTo>
                    <a:lnTo>
                      <a:pt x="28634" y="96583"/>
                    </a:lnTo>
                    <a:lnTo>
                      <a:pt x="61400" y="70294"/>
                    </a:lnTo>
                    <a:lnTo>
                      <a:pt x="78545" y="33527"/>
                    </a:lnTo>
                    <a:lnTo>
                      <a:pt x="80069" y="25145"/>
                    </a:lnTo>
                    <a:lnTo>
                      <a:pt x="80069" y="32765"/>
                    </a:lnTo>
                    <a:lnTo>
                      <a:pt x="79307" y="40385"/>
                    </a:lnTo>
                    <a:lnTo>
                      <a:pt x="78545" y="48767"/>
                    </a:lnTo>
                    <a:lnTo>
                      <a:pt x="78664" y="55923"/>
                    </a:lnTo>
                    <a:lnTo>
                      <a:pt x="104167" y="83248"/>
                    </a:lnTo>
                    <a:lnTo>
                      <a:pt x="111311" y="83819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1" name="Google Shape;2101;p18"/>
              <p:cNvSpPr/>
              <p:nvPr/>
            </p:nvSpPr>
            <p:spPr>
              <a:xfrm>
                <a:off x="8860214" y="4154423"/>
                <a:ext cx="81915" cy="90170"/>
              </a:xfrm>
              <a:custGeom>
                <a:rect b="b" l="l" r="r" t="t"/>
                <a:pathLst>
                  <a:path extrusionOk="0" h="90170" w="81915">
                    <a:moveTo>
                      <a:pt x="3369" y="19050"/>
                    </a:moveTo>
                    <a:lnTo>
                      <a:pt x="2678" y="29658"/>
                    </a:lnTo>
                    <a:lnTo>
                      <a:pt x="1845" y="39909"/>
                    </a:lnTo>
                    <a:lnTo>
                      <a:pt x="1012" y="50018"/>
                    </a:lnTo>
                    <a:lnTo>
                      <a:pt x="321" y="60198"/>
                    </a:lnTo>
                    <a:lnTo>
                      <a:pt x="0" y="67627"/>
                    </a:lnTo>
                    <a:lnTo>
                      <a:pt x="35" y="75057"/>
                    </a:lnTo>
                    <a:lnTo>
                      <a:pt x="214" y="82486"/>
                    </a:lnTo>
                    <a:lnTo>
                      <a:pt x="321" y="89916"/>
                    </a:lnTo>
                    <a:lnTo>
                      <a:pt x="321" y="89154"/>
                    </a:lnTo>
                    <a:lnTo>
                      <a:pt x="321" y="78486"/>
                    </a:lnTo>
                    <a:lnTo>
                      <a:pt x="321" y="76200"/>
                    </a:lnTo>
                    <a:lnTo>
                      <a:pt x="4714" y="29479"/>
                    </a:lnTo>
                    <a:lnTo>
                      <a:pt x="30801" y="0"/>
                    </a:lnTo>
                    <a:lnTo>
                      <a:pt x="38576" y="2595"/>
                    </a:lnTo>
                    <a:lnTo>
                      <a:pt x="65758" y="42481"/>
                    </a:lnTo>
                    <a:lnTo>
                      <a:pt x="73473" y="64007"/>
                    </a:lnTo>
                    <a:lnTo>
                      <a:pt x="75759" y="70103"/>
                    </a:lnTo>
                    <a:lnTo>
                      <a:pt x="76521" y="71627"/>
                    </a:lnTo>
                    <a:lnTo>
                      <a:pt x="81855" y="74675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2" name="Google Shape;2102;p18"/>
              <p:cNvSpPr/>
              <p:nvPr/>
            </p:nvSpPr>
            <p:spPr>
              <a:xfrm>
                <a:off x="8965978" y="4055363"/>
                <a:ext cx="107314" cy="175260"/>
              </a:xfrm>
              <a:custGeom>
                <a:rect b="b" l="l" r="r" t="t"/>
                <a:pathLst>
                  <a:path extrusionOk="0" h="175260" w="107315">
                    <a:moveTo>
                      <a:pt x="66770" y="0"/>
                    </a:moveTo>
                    <a:lnTo>
                      <a:pt x="66579" y="15311"/>
                    </a:lnTo>
                    <a:lnTo>
                      <a:pt x="66960" y="30480"/>
                    </a:lnTo>
                    <a:lnTo>
                      <a:pt x="67627" y="45648"/>
                    </a:lnTo>
                    <a:lnTo>
                      <a:pt x="68294" y="60960"/>
                    </a:lnTo>
                    <a:lnTo>
                      <a:pt x="69294" y="76973"/>
                    </a:lnTo>
                    <a:lnTo>
                      <a:pt x="70008" y="93059"/>
                    </a:lnTo>
                    <a:lnTo>
                      <a:pt x="70437" y="109287"/>
                    </a:lnTo>
                    <a:lnTo>
                      <a:pt x="70580" y="125730"/>
                    </a:lnTo>
                    <a:lnTo>
                      <a:pt x="70580" y="136017"/>
                    </a:lnTo>
                    <a:lnTo>
                      <a:pt x="70580" y="146304"/>
                    </a:lnTo>
                    <a:lnTo>
                      <a:pt x="70580" y="156591"/>
                    </a:lnTo>
                    <a:lnTo>
                      <a:pt x="70580" y="166878"/>
                    </a:lnTo>
                    <a:lnTo>
                      <a:pt x="70580" y="161544"/>
                    </a:lnTo>
                    <a:lnTo>
                      <a:pt x="69818" y="159258"/>
                    </a:lnTo>
                    <a:lnTo>
                      <a:pt x="68294" y="153924"/>
                    </a:lnTo>
                    <a:lnTo>
                      <a:pt x="65829" y="143863"/>
                    </a:lnTo>
                    <a:lnTo>
                      <a:pt x="62865" y="133445"/>
                    </a:lnTo>
                    <a:lnTo>
                      <a:pt x="35504" y="97893"/>
                    </a:lnTo>
                    <a:lnTo>
                      <a:pt x="27146" y="98298"/>
                    </a:lnTo>
                    <a:lnTo>
                      <a:pt x="2762" y="130302"/>
                    </a:lnTo>
                    <a:lnTo>
                      <a:pt x="0" y="148304"/>
                    </a:lnTo>
                    <a:lnTo>
                      <a:pt x="1369" y="157412"/>
                    </a:lnTo>
                    <a:lnTo>
                      <a:pt x="39243" y="174771"/>
                    </a:lnTo>
                    <a:lnTo>
                      <a:pt x="50768" y="175260"/>
                    </a:lnTo>
                    <a:lnTo>
                      <a:pt x="64043" y="173974"/>
                    </a:lnTo>
                    <a:lnTo>
                      <a:pt x="98012" y="154686"/>
                    </a:lnTo>
                    <a:lnTo>
                      <a:pt x="104108" y="147066"/>
                    </a:lnTo>
                    <a:lnTo>
                      <a:pt x="107156" y="142494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3" name="Google Shape;2103;p18"/>
              <p:cNvSpPr/>
              <p:nvPr/>
            </p:nvSpPr>
            <p:spPr>
              <a:xfrm>
                <a:off x="9104376" y="4055363"/>
                <a:ext cx="6350" cy="156210"/>
              </a:xfrm>
              <a:custGeom>
                <a:rect b="b" l="l" r="r" t="t"/>
                <a:pathLst>
                  <a:path extrusionOk="0" h="156210" w="6350">
                    <a:moveTo>
                      <a:pt x="6096" y="0"/>
                    </a:moveTo>
                    <a:lnTo>
                      <a:pt x="3214" y="13251"/>
                    </a:lnTo>
                    <a:lnTo>
                      <a:pt x="1333" y="26003"/>
                    </a:lnTo>
                    <a:lnTo>
                      <a:pt x="309" y="38897"/>
                    </a:lnTo>
                    <a:lnTo>
                      <a:pt x="0" y="52577"/>
                    </a:lnTo>
                    <a:lnTo>
                      <a:pt x="119" y="66294"/>
                    </a:lnTo>
                    <a:lnTo>
                      <a:pt x="381" y="80010"/>
                    </a:lnTo>
                    <a:lnTo>
                      <a:pt x="642" y="93726"/>
                    </a:lnTo>
                    <a:lnTo>
                      <a:pt x="762" y="107442"/>
                    </a:lnTo>
                    <a:lnTo>
                      <a:pt x="666" y="119562"/>
                    </a:lnTo>
                    <a:lnTo>
                      <a:pt x="571" y="131826"/>
                    </a:lnTo>
                    <a:lnTo>
                      <a:pt x="762" y="144089"/>
                    </a:lnTo>
                    <a:lnTo>
                      <a:pt x="1524" y="15621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104" name="Google Shape;2104;p18"/>
              <p:cNvPicPr preferRelativeResize="0"/>
              <p:nvPr/>
            </p:nvPicPr>
            <p:blipFill rotWithShape="1">
              <a:blip r:embed="rId55">
                <a:alphaModFix/>
              </a:blip>
              <a:srcRect b="0" l="0" r="0" t="0"/>
              <a:stretch/>
            </p:blipFill>
            <p:spPr>
              <a:xfrm>
                <a:off x="9147583" y="4095070"/>
                <a:ext cx="98537" cy="127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105" name="Google Shape;2105;p18"/>
            <p:cNvSpPr/>
            <p:nvPr/>
          </p:nvSpPr>
          <p:spPr>
            <a:xfrm>
              <a:off x="8427660" y="4708076"/>
              <a:ext cx="173355" cy="697230"/>
            </a:xfrm>
            <a:custGeom>
              <a:rect b="b" l="l" r="r" t="t"/>
              <a:pathLst>
                <a:path extrusionOk="0" h="697229" w="173354">
                  <a:moveTo>
                    <a:pt x="144077" y="321"/>
                  </a:moveTo>
                  <a:lnTo>
                    <a:pt x="136207" y="0"/>
                  </a:lnTo>
                  <a:lnTo>
                    <a:pt x="128551" y="35"/>
                  </a:lnTo>
                  <a:lnTo>
                    <a:pt x="121038" y="214"/>
                  </a:lnTo>
                  <a:lnTo>
                    <a:pt x="113597" y="321"/>
                  </a:lnTo>
                  <a:lnTo>
                    <a:pt x="100000" y="1464"/>
                  </a:lnTo>
                  <a:lnTo>
                    <a:pt x="86546" y="2607"/>
                  </a:lnTo>
                  <a:lnTo>
                    <a:pt x="73092" y="3750"/>
                  </a:lnTo>
                  <a:lnTo>
                    <a:pt x="33016" y="8322"/>
                  </a:lnTo>
                  <a:lnTo>
                    <a:pt x="726" y="44136"/>
                  </a:lnTo>
                  <a:lnTo>
                    <a:pt x="0" y="57114"/>
                  </a:lnTo>
                  <a:lnTo>
                    <a:pt x="59" y="69663"/>
                  </a:lnTo>
                  <a:lnTo>
                    <a:pt x="2035" y="94559"/>
                  </a:lnTo>
                  <a:lnTo>
                    <a:pt x="6155" y="119098"/>
                  </a:lnTo>
                  <a:lnTo>
                    <a:pt x="11418" y="143494"/>
                  </a:lnTo>
                  <a:lnTo>
                    <a:pt x="16823" y="167961"/>
                  </a:lnTo>
                  <a:lnTo>
                    <a:pt x="23621" y="200560"/>
                  </a:lnTo>
                  <a:lnTo>
                    <a:pt x="35790" y="266330"/>
                  </a:lnTo>
                  <a:lnTo>
                    <a:pt x="43981" y="335351"/>
                  </a:lnTo>
                  <a:lnTo>
                    <a:pt x="46767" y="407050"/>
                  </a:lnTo>
                  <a:lnTo>
                    <a:pt x="47303" y="443043"/>
                  </a:lnTo>
                  <a:lnTo>
                    <a:pt x="46541" y="475630"/>
                  </a:lnTo>
                  <a:lnTo>
                    <a:pt x="44636" y="508289"/>
                  </a:lnTo>
                  <a:lnTo>
                    <a:pt x="42160" y="541091"/>
                  </a:lnTo>
                  <a:lnTo>
                    <a:pt x="39683" y="574107"/>
                  </a:lnTo>
                  <a:lnTo>
                    <a:pt x="38433" y="595145"/>
                  </a:lnTo>
                  <a:lnTo>
                    <a:pt x="37111" y="616112"/>
                  </a:lnTo>
                  <a:lnTo>
                    <a:pt x="35933" y="637222"/>
                  </a:lnTo>
                  <a:lnTo>
                    <a:pt x="35111" y="658689"/>
                  </a:lnTo>
                  <a:lnTo>
                    <a:pt x="35111" y="667964"/>
                  </a:lnTo>
                  <a:lnTo>
                    <a:pt x="35111" y="677453"/>
                  </a:lnTo>
                  <a:lnTo>
                    <a:pt x="35111" y="687085"/>
                  </a:lnTo>
                  <a:lnTo>
                    <a:pt x="35111" y="696789"/>
                  </a:lnTo>
                  <a:lnTo>
                    <a:pt x="38159" y="696789"/>
                  </a:lnTo>
                  <a:lnTo>
                    <a:pt x="41207" y="696789"/>
                  </a:lnTo>
                  <a:lnTo>
                    <a:pt x="44255" y="696789"/>
                  </a:lnTo>
                  <a:lnTo>
                    <a:pt x="52149" y="696765"/>
                  </a:lnTo>
                  <a:lnTo>
                    <a:pt x="102453" y="691741"/>
                  </a:lnTo>
                  <a:lnTo>
                    <a:pt x="140779" y="684776"/>
                  </a:lnTo>
                  <a:lnTo>
                    <a:pt x="163329" y="676179"/>
                  </a:lnTo>
                  <a:lnTo>
                    <a:pt x="173033" y="668595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06" name="Google Shape;2106;p18"/>
            <p:cNvPicPr preferRelativeResize="0"/>
            <p:nvPr/>
          </p:nvPicPr>
          <p:blipFill rotWithShape="1">
            <a:blip r:embed="rId56">
              <a:alphaModFix/>
            </a:blip>
            <a:srcRect b="0" l="0" r="0" t="0"/>
            <a:stretch/>
          </p:blipFill>
          <p:spPr>
            <a:xfrm>
              <a:off x="8724125" y="4763594"/>
              <a:ext cx="288061" cy="13074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07" name="Google Shape;2107;p18"/>
            <p:cNvGrpSpPr/>
            <p:nvPr/>
          </p:nvGrpSpPr>
          <p:grpSpPr>
            <a:xfrm>
              <a:off x="9246071" y="4572749"/>
              <a:ext cx="399337" cy="411111"/>
              <a:chOff x="9246071" y="4572749"/>
              <a:chExt cx="399337" cy="411111"/>
            </a:xfrm>
          </p:grpSpPr>
          <p:pic>
            <p:nvPicPr>
              <p:cNvPr id="2108" name="Google Shape;2108;p18"/>
              <p:cNvPicPr preferRelativeResize="0"/>
              <p:nvPr/>
            </p:nvPicPr>
            <p:blipFill rotWithShape="1">
              <a:blip r:embed="rId57">
                <a:alphaModFix/>
              </a:blip>
              <a:srcRect b="0" l="0" r="0" t="0"/>
              <a:stretch/>
            </p:blipFill>
            <p:spPr>
              <a:xfrm>
                <a:off x="9246071" y="4760284"/>
                <a:ext cx="100085" cy="1423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09" name="Google Shape;2109;p18"/>
              <p:cNvSpPr/>
              <p:nvPr/>
            </p:nvSpPr>
            <p:spPr>
              <a:xfrm>
                <a:off x="9264395" y="4703825"/>
                <a:ext cx="50800" cy="280035"/>
              </a:xfrm>
              <a:custGeom>
                <a:rect b="b" l="l" r="r" t="t"/>
                <a:pathLst>
                  <a:path extrusionOk="0" h="280035" w="50800">
                    <a:moveTo>
                      <a:pt x="50292" y="0"/>
                    </a:moveTo>
                    <a:lnTo>
                      <a:pt x="38731" y="6524"/>
                    </a:lnTo>
                    <a:lnTo>
                      <a:pt x="33242" y="14477"/>
                    </a:lnTo>
                    <a:lnTo>
                      <a:pt x="31325" y="25288"/>
                    </a:lnTo>
                    <a:lnTo>
                      <a:pt x="30480" y="40385"/>
                    </a:lnTo>
                    <a:lnTo>
                      <a:pt x="29003" y="62793"/>
                    </a:lnTo>
                    <a:lnTo>
                      <a:pt x="26622" y="107894"/>
                    </a:lnTo>
                    <a:lnTo>
                      <a:pt x="22979" y="158174"/>
                    </a:lnTo>
                    <a:lnTo>
                      <a:pt x="15501" y="213348"/>
                    </a:lnTo>
                    <a:lnTo>
                      <a:pt x="5238" y="260222"/>
                    </a:lnTo>
                    <a:lnTo>
                      <a:pt x="0" y="279653"/>
                    </a:lnTo>
                    <a:lnTo>
                      <a:pt x="4572" y="273557"/>
                    </a:lnTo>
                    <a:lnTo>
                      <a:pt x="6858" y="271271"/>
                    </a:lnTo>
                    <a:lnTo>
                      <a:pt x="9144" y="266699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110" name="Google Shape;2110;p18"/>
              <p:cNvPicPr preferRelativeResize="0"/>
              <p:nvPr/>
            </p:nvPicPr>
            <p:blipFill rotWithShape="1">
              <a:blip r:embed="rId58">
                <a:alphaModFix/>
              </a:blip>
              <a:srcRect b="0" l="0" r="0" t="0"/>
              <a:stretch/>
            </p:blipFill>
            <p:spPr>
              <a:xfrm>
                <a:off x="9371063" y="4723625"/>
                <a:ext cx="226482" cy="1768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11" name="Google Shape;2111;p18"/>
              <p:cNvPicPr preferRelativeResize="0"/>
              <p:nvPr/>
            </p:nvPicPr>
            <p:blipFill rotWithShape="1">
              <a:blip r:embed="rId59">
                <a:alphaModFix/>
              </a:blip>
              <a:srcRect b="0" l="0" r="0" t="0"/>
              <a:stretch/>
            </p:blipFill>
            <p:spPr>
              <a:xfrm>
                <a:off x="9544037" y="4572749"/>
                <a:ext cx="101371" cy="10746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12" name="Google Shape;2112;p18"/>
            <p:cNvGrpSpPr/>
            <p:nvPr/>
          </p:nvGrpSpPr>
          <p:grpSpPr>
            <a:xfrm>
              <a:off x="9732084" y="4667999"/>
              <a:ext cx="317265" cy="255282"/>
              <a:chOff x="9732084" y="4667999"/>
              <a:chExt cx="317265" cy="255282"/>
            </a:xfrm>
          </p:grpSpPr>
          <p:pic>
            <p:nvPicPr>
              <p:cNvPr id="2113" name="Google Shape;2113;p18"/>
              <p:cNvPicPr preferRelativeResize="0"/>
              <p:nvPr/>
            </p:nvPicPr>
            <p:blipFill rotWithShape="1">
              <a:blip r:embed="rId60">
                <a:alphaModFix/>
              </a:blip>
              <a:srcRect b="0" l="0" r="0" t="0"/>
              <a:stretch/>
            </p:blipFill>
            <p:spPr>
              <a:xfrm>
                <a:off x="9732084" y="4717302"/>
                <a:ext cx="98752" cy="12979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14" name="Google Shape;2114;p18"/>
              <p:cNvSpPr/>
              <p:nvPr/>
            </p:nvSpPr>
            <p:spPr>
              <a:xfrm>
                <a:off x="9745217" y="4679441"/>
                <a:ext cx="74930" cy="243840"/>
              </a:xfrm>
              <a:custGeom>
                <a:rect b="b" l="l" r="r" t="t"/>
                <a:pathLst>
                  <a:path extrusionOk="0" h="243839" w="74929">
                    <a:moveTo>
                      <a:pt x="74675" y="0"/>
                    </a:moveTo>
                    <a:lnTo>
                      <a:pt x="52708" y="41898"/>
                    </a:lnTo>
                    <a:lnTo>
                      <a:pt x="41600" y="81974"/>
                    </a:lnTo>
                    <a:lnTo>
                      <a:pt x="35051" y="105060"/>
                    </a:lnTo>
                    <a:lnTo>
                      <a:pt x="28503" y="128004"/>
                    </a:lnTo>
                    <a:lnTo>
                      <a:pt x="22097" y="150875"/>
                    </a:lnTo>
                    <a:lnTo>
                      <a:pt x="16990" y="168473"/>
                    </a:lnTo>
                    <a:lnTo>
                      <a:pt x="12096" y="185927"/>
                    </a:lnTo>
                    <a:lnTo>
                      <a:pt x="7631" y="203382"/>
                    </a:lnTo>
                    <a:lnTo>
                      <a:pt x="3809" y="220979"/>
                    </a:lnTo>
                    <a:lnTo>
                      <a:pt x="2285" y="228599"/>
                    </a:lnTo>
                    <a:lnTo>
                      <a:pt x="761" y="236219"/>
                    </a:lnTo>
                    <a:lnTo>
                      <a:pt x="0" y="243839"/>
                    </a:lnTo>
                    <a:lnTo>
                      <a:pt x="6286" y="240958"/>
                    </a:lnTo>
                    <a:lnTo>
                      <a:pt x="10858" y="236219"/>
                    </a:lnTo>
                    <a:lnTo>
                      <a:pt x="14573" y="230338"/>
                    </a:lnTo>
                    <a:lnTo>
                      <a:pt x="18287" y="224027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115" name="Google Shape;2115;p18"/>
              <p:cNvPicPr preferRelativeResize="0"/>
              <p:nvPr/>
            </p:nvPicPr>
            <p:blipFill rotWithShape="1">
              <a:blip r:embed="rId61">
                <a:alphaModFix/>
              </a:blip>
              <a:srcRect b="0" l="0" r="0" t="0"/>
              <a:stretch/>
            </p:blipFill>
            <p:spPr>
              <a:xfrm>
                <a:off x="9843538" y="4667999"/>
                <a:ext cx="205811" cy="2080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16" name="Google Shape;2116;p18"/>
            <p:cNvGrpSpPr/>
            <p:nvPr/>
          </p:nvGrpSpPr>
          <p:grpSpPr>
            <a:xfrm>
              <a:off x="8928996" y="5409425"/>
              <a:ext cx="354129" cy="250456"/>
              <a:chOff x="8928996" y="5409425"/>
              <a:chExt cx="354129" cy="250456"/>
            </a:xfrm>
          </p:grpSpPr>
          <p:pic>
            <p:nvPicPr>
              <p:cNvPr id="2117" name="Google Shape;2117;p18"/>
              <p:cNvPicPr preferRelativeResize="0"/>
              <p:nvPr/>
            </p:nvPicPr>
            <p:blipFill rotWithShape="1">
              <a:blip r:embed="rId62">
                <a:alphaModFix/>
              </a:blip>
              <a:srcRect b="0" l="0" r="0" t="0"/>
              <a:stretch/>
            </p:blipFill>
            <p:spPr>
              <a:xfrm>
                <a:off x="8928996" y="5473790"/>
                <a:ext cx="84500" cy="10711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18" name="Google Shape;2118;p18"/>
              <p:cNvSpPr/>
              <p:nvPr/>
            </p:nvSpPr>
            <p:spPr>
              <a:xfrm>
                <a:off x="8948451" y="5418581"/>
                <a:ext cx="52705" cy="241300"/>
              </a:xfrm>
              <a:custGeom>
                <a:rect b="b" l="l" r="r" t="t"/>
                <a:pathLst>
                  <a:path extrusionOk="0" h="241300" w="52704">
                    <a:moveTo>
                      <a:pt x="52292" y="0"/>
                    </a:moveTo>
                    <a:lnTo>
                      <a:pt x="42326" y="12787"/>
                    </a:lnTo>
                    <a:lnTo>
                      <a:pt x="37147" y="25717"/>
                    </a:lnTo>
                    <a:lnTo>
                      <a:pt x="34397" y="40076"/>
                    </a:lnTo>
                    <a:lnTo>
                      <a:pt x="31718" y="57150"/>
                    </a:lnTo>
                    <a:lnTo>
                      <a:pt x="27824" y="78867"/>
                    </a:lnTo>
                    <a:lnTo>
                      <a:pt x="24002" y="100584"/>
                    </a:lnTo>
                    <a:lnTo>
                      <a:pt x="20038" y="122301"/>
                    </a:lnTo>
                    <a:lnTo>
                      <a:pt x="15716" y="144018"/>
                    </a:lnTo>
                    <a:lnTo>
                      <a:pt x="11632" y="161627"/>
                    </a:lnTo>
                    <a:lnTo>
                      <a:pt x="7619" y="179165"/>
                    </a:lnTo>
                    <a:lnTo>
                      <a:pt x="4036" y="196846"/>
                    </a:lnTo>
                    <a:lnTo>
                      <a:pt x="1238" y="214884"/>
                    </a:lnTo>
                    <a:lnTo>
                      <a:pt x="369" y="221289"/>
                    </a:lnTo>
                    <a:lnTo>
                      <a:pt x="0" y="227838"/>
                    </a:lnTo>
                    <a:lnTo>
                      <a:pt x="59" y="234386"/>
                    </a:lnTo>
                    <a:lnTo>
                      <a:pt x="476" y="240792"/>
                    </a:lnTo>
                    <a:lnTo>
                      <a:pt x="9620" y="237744"/>
                    </a:lnTo>
                    <a:lnTo>
                      <a:pt x="10382" y="234696"/>
                    </a:lnTo>
                    <a:lnTo>
                      <a:pt x="16478" y="22707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119" name="Google Shape;2119;p18"/>
              <p:cNvPicPr preferRelativeResize="0"/>
              <p:nvPr/>
            </p:nvPicPr>
            <p:blipFill rotWithShape="1">
              <a:blip r:embed="rId63">
                <a:alphaModFix/>
              </a:blip>
              <a:srcRect b="0" l="0" r="0" t="0"/>
              <a:stretch/>
            </p:blipFill>
            <p:spPr>
              <a:xfrm>
                <a:off x="9044927" y="5409425"/>
                <a:ext cx="238198" cy="2088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20" name="Google Shape;2120;p18"/>
            <p:cNvGrpSpPr/>
            <p:nvPr/>
          </p:nvGrpSpPr>
          <p:grpSpPr>
            <a:xfrm>
              <a:off x="9384779" y="5262372"/>
              <a:ext cx="606691" cy="375920"/>
              <a:chOff x="9384779" y="5262372"/>
              <a:chExt cx="606691" cy="375920"/>
            </a:xfrm>
          </p:grpSpPr>
          <p:pic>
            <p:nvPicPr>
              <p:cNvPr id="2121" name="Google Shape;2121;p18"/>
              <p:cNvPicPr preferRelativeResize="0"/>
              <p:nvPr/>
            </p:nvPicPr>
            <p:blipFill rotWithShape="1">
              <a:blip r:embed="rId64">
                <a:alphaModFix/>
              </a:blip>
              <a:srcRect b="0" l="0" r="0" t="0"/>
              <a:stretch/>
            </p:blipFill>
            <p:spPr>
              <a:xfrm>
                <a:off x="9384779" y="5404091"/>
                <a:ext cx="102097" cy="2280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22" name="Google Shape;2122;p18"/>
              <p:cNvPicPr preferRelativeResize="0"/>
              <p:nvPr/>
            </p:nvPicPr>
            <p:blipFill rotWithShape="1">
              <a:blip r:embed="rId65">
                <a:alphaModFix/>
              </a:blip>
              <a:srcRect b="0" l="0" r="0" t="0"/>
              <a:stretch/>
            </p:blipFill>
            <p:spPr>
              <a:xfrm>
                <a:off x="9520176" y="5312651"/>
                <a:ext cx="319541" cy="25739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23" name="Google Shape;2123;p18"/>
              <p:cNvSpPr/>
              <p:nvPr/>
            </p:nvSpPr>
            <p:spPr>
              <a:xfrm>
                <a:off x="9805415" y="5262372"/>
                <a:ext cx="186055" cy="375920"/>
              </a:xfrm>
              <a:custGeom>
                <a:rect b="b" l="l" r="r" t="t"/>
                <a:pathLst>
                  <a:path extrusionOk="0" h="375920" w="186054">
                    <a:moveTo>
                      <a:pt x="77724" y="10668"/>
                    </a:moveTo>
                    <a:lnTo>
                      <a:pt x="90630" y="7655"/>
                    </a:lnTo>
                    <a:lnTo>
                      <a:pt x="103251" y="5429"/>
                    </a:lnTo>
                    <a:lnTo>
                      <a:pt x="115871" y="3917"/>
                    </a:lnTo>
                    <a:lnTo>
                      <a:pt x="128778" y="3048"/>
                    </a:lnTo>
                    <a:lnTo>
                      <a:pt x="138945" y="2166"/>
                    </a:lnTo>
                    <a:lnTo>
                      <a:pt x="148971" y="1714"/>
                    </a:lnTo>
                    <a:lnTo>
                      <a:pt x="158996" y="1547"/>
                    </a:lnTo>
                    <a:lnTo>
                      <a:pt x="169164" y="1524"/>
                    </a:lnTo>
                    <a:lnTo>
                      <a:pt x="172974" y="1524"/>
                    </a:lnTo>
                    <a:lnTo>
                      <a:pt x="181356" y="0"/>
                    </a:lnTo>
                    <a:lnTo>
                      <a:pt x="183642" y="4572"/>
                    </a:lnTo>
                    <a:lnTo>
                      <a:pt x="185154" y="10584"/>
                    </a:lnTo>
                    <a:lnTo>
                      <a:pt x="185451" y="18383"/>
                    </a:lnTo>
                    <a:lnTo>
                      <a:pt x="185035" y="26324"/>
                    </a:lnTo>
                    <a:lnTo>
                      <a:pt x="184404" y="32766"/>
                    </a:lnTo>
                    <a:lnTo>
                      <a:pt x="182522" y="53340"/>
                    </a:lnTo>
                    <a:lnTo>
                      <a:pt x="179641" y="73914"/>
                    </a:lnTo>
                    <a:lnTo>
                      <a:pt x="176474" y="94488"/>
                    </a:lnTo>
                    <a:lnTo>
                      <a:pt x="173736" y="115062"/>
                    </a:lnTo>
                    <a:lnTo>
                      <a:pt x="171295" y="141220"/>
                    </a:lnTo>
                    <a:lnTo>
                      <a:pt x="169640" y="167163"/>
                    </a:lnTo>
                    <a:lnTo>
                      <a:pt x="168699" y="192964"/>
                    </a:lnTo>
                    <a:lnTo>
                      <a:pt x="168402" y="218694"/>
                    </a:lnTo>
                    <a:lnTo>
                      <a:pt x="168628" y="239148"/>
                    </a:lnTo>
                    <a:lnTo>
                      <a:pt x="169068" y="259461"/>
                    </a:lnTo>
                    <a:lnTo>
                      <a:pt x="169366" y="279773"/>
                    </a:lnTo>
                    <a:lnTo>
                      <a:pt x="166116" y="329946"/>
                    </a:lnTo>
                    <a:lnTo>
                      <a:pt x="160782" y="359664"/>
                    </a:lnTo>
                    <a:lnTo>
                      <a:pt x="160020" y="363474"/>
                    </a:lnTo>
                    <a:lnTo>
                      <a:pt x="159258" y="373380"/>
                    </a:lnTo>
                    <a:lnTo>
                      <a:pt x="155448" y="374142"/>
                    </a:lnTo>
                    <a:lnTo>
                      <a:pt x="150114" y="375666"/>
                    </a:lnTo>
                    <a:lnTo>
                      <a:pt x="111799" y="362200"/>
                    </a:lnTo>
                    <a:lnTo>
                      <a:pt x="56697" y="355746"/>
                    </a:lnTo>
                    <a:lnTo>
                      <a:pt x="29718" y="357378"/>
                    </a:lnTo>
                    <a:lnTo>
                      <a:pt x="21216" y="358640"/>
                    </a:lnTo>
                    <a:lnTo>
                      <a:pt x="13716" y="361188"/>
                    </a:lnTo>
                    <a:lnTo>
                      <a:pt x="6786" y="364878"/>
                    </a:lnTo>
                    <a:lnTo>
                      <a:pt x="0" y="36957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27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8" name="Google Shape;21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219200"/>
            <a:ext cx="4724400" cy="405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9" name="Google Shape;2129;p19"/>
          <p:cNvSpPr txBox="1"/>
          <p:nvPr/>
        </p:nvSpPr>
        <p:spPr>
          <a:xfrm>
            <a:off x="2057400" y="762000"/>
            <a:ext cx="19672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ORIGINAL DATA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0" name="Google Shape;213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0" y="1219200"/>
            <a:ext cx="4570175" cy="405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1" name="Google Shape;2131;p19"/>
          <p:cNvSpPr txBox="1"/>
          <p:nvPr/>
        </p:nvSpPr>
        <p:spPr>
          <a:xfrm>
            <a:off x="6400800" y="775063"/>
            <a:ext cx="26597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3D REPRESENTATION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2" name="Google Shape;2132;p19"/>
          <p:cNvCxnSpPr/>
          <p:nvPr/>
        </p:nvCxnSpPr>
        <p:spPr>
          <a:xfrm>
            <a:off x="1219200" y="5270500"/>
            <a:ext cx="0" cy="825500"/>
          </a:xfrm>
          <a:prstGeom prst="straightConnector1">
            <a:avLst/>
          </a:prstGeom>
          <a:noFill/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33" name="Google Shape;2133;p19"/>
          <p:cNvSpPr/>
          <p:nvPr/>
        </p:nvSpPr>
        <p:spPr>
          <a:xfrm>
            <a:off x="205896" y="6078583"/>
            <a:ext cx="1981200" cy="914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Quadratic Map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ϕ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6 Dimensions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4" name="Google Shape;2134;p19"/>
          <p:cNvCxnSpPr>
            <a:stCxn id="2133" idx="3"/>
          </p:cNvCxnSpPr>
          <p:nvPr/>
        </p:nvCxnSpPr>
        <p:spPr>
          <a:xfrm>
            <a:off x="2187096" y="6535783"/>
            <a:ext cx="685800" cy="0"/>
          </a:xfrm>
          <a:prstGeom prst="straightConnector1">
            <a:avLst/>
          </a:prstGeom>
          <a:noFill/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35" name="Google Shape;2135;p19"/>
          <p:cNvSpPr/>
          <p:nvPr/>
        </p:nvSpPr>
        <p:spPr>
          <a:xfrm>
            <a:off x="2872896" y="6109063"/>
            <a:ext cx="1143000" cy="914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PCA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6" name="Google Shape;2136;p19"/>
          <p:cNvCxnSpPr/>
          <p:nvPr/>
        </p:nvCxnSpPr>
        <p:spPr>
          <a:xfrm>
            <a:off x="4024605" y="6527074"/>
            <a:ext cx="685800" cy="0"/>
          </a:xfrm>
          <a:prstGeom prst="straightConnector1">
            <a:avLst/>
          </a:prstGeom>
          <a:noFill/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37" name="Google Shape;2137;p19"/>
          <p:cNvSpPr txBox="1"/>
          <p:nvPr/>
        </p:nvSpPr>
        <p:spPr>
          <a:xfrm>
            <a:off x="4836780" y="6230983"/>
            <a:ext cx="1358064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w1,w2,w3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 3 principal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components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8" name="Google Shape;2138;p19"/>
          <p:cNvSpPr/>
          <p:nvPr/>
        </p:nvSpPr>
        <p:spPr>
          <a:xfrm>
            <a:off x="4701696" y="6078583"/>
            <a:ext cx="1493148" cy="1066800"/>
          </a:xfrm>
          <a:prstGeom prst="rect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9" name="Google Shape;2139;p19"/>
          <p:cNvCxnSpPr/>
          <p:nvPr/>
        </p:nvCxnSpPr>
        <p:spPr>
          <a:xfrm>
            <a:off x="6194844" y="6544491"/>
            <a:ext cx="685800" cy="0"/>
          </a:xfrm>
          <a:prstGeom prst="straightConnector1">
            <a:avLst/>
          </a:prstGeom>
          <a:noFill/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40" name="Google Shape;2140;p19"/>
          <p:cNvSpPr txBox="1"/>
          <p:nvPr/>
        </p:nvSpPr>
        <p:spPr>
          <a:xfrm>
            <a:off x="6900040" y="6230983"/>
            <a:ext cx="267733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Reconstruct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point x 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[ϕ(x)’w1 ϕ(x)’w2 ϕ(x)’w3]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1" name="Google Shape;2141;p19"/>
          <p:cNvSpPr/>
          <p:nvPr/>
        </p:nvSpPr>
        <p:spPr>
          <a:xfrm>
            <a:off x="6871934" y="6091646"/>
            <a:ext cx="3002103" cy="1299754"/>
          </a:xfrm>
          <a:prstGeom prst="rect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2" name="Google Shape;2142;p19"/>
          <p:cNvSpPr/>
          <p:nvPr/>
        </p:nvSpPr>
        <p:spPr>
          <a:xfrm>
            <a:off x="6056810" y="2590800"/>
            <a:ext cx="3429000" cy="304800"/>
          </a:xfrm>
          <a:prstGeom prst="parallelogram">
            <a:avLst>
              <a:gd fmla="val 25000" name="adj"/>
            </a:avLst>
          </a:prstGeom>
          <a:solidFill>
            <a:schemeClr val="accent1">
              <a:alpha val="30588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3" name="Google Shape;2143;p19"/>
          <p:cNvCxnSpPr>
            <a:endCxn id="2130" idx="2"/>
          </p:cNvCxnSpPr>
          <p:nvPr/>
        </p:nvCxnSpPr>
        <p:spPr>
          <a:xfrm rot="10800000">
            <a:off x="7619088" y="5270500"/>
            <a:ext cx="0" cy="838500"/>
          </a:xfrm>
          <a:prstGeom prst="straightConnector1">
            <a:avLst/>
          </a:prstGeom>
          <a:noFill/>
          <a:ln cap="flat" cmpd="sng" w="5715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44" name="Google Shape;2144;p19"/>
          <p:cNvSpPr/>
          <p:nvPr/>
        </p:nvSpPr>
        <p:spPr>
          <a:xfrm>
            <a:off x="1586115" y="1614658"/>
            <a:ext cx="2573561" cy="2189064"/>
          </a:xfrm>
          <a:custGeom>
            <a:rect b="b" l="l" r="r" t="t"/>
            <a:pathLst>
              <a:path extrusionOk="0" h="2189064" w="2573561">
                <a:moveTo>
                  <a:pt x="0" y="209006"/>
                </a:moveTo>
                <a:cubicBezTo>
                  <a:pt x="242752" y="1045029"/>
                  <a:pt x="485504" y="1881052"/>
                  <a:pt x="888275" y="2116183"/>
                </a:cubicBezTo>
                <a:cubicBezTo>
                  <a:pt x="1291046" y="2351314"/>
                  <a:pt x="2142309" y="1972491"/>
                  <a:pt x="2416629" y="1619794"/>
                </a:cubicBezTo>
                <a:cubicBezTo>
                  <a:pt x="2690949" y="1267097"/>
                  <a:pt x="2518955" y="243840"/>
                  <a:pt x="2534195" y="0"/>
                </a:cubicBezTo>
              </a:path>
            </a:pathLst>
          </a:cu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48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9" name="Google Shape;2149;p20"/>
          <p:cNvGrpSpPr/>
          <p:nvPr/>
        </p:nvGrpSpPr>
        <p:grpSpPr>
          <a:xfrm>
            <a:off x="2540174" y="790655"/>
            <a:ext cx="5869480" cy="1908529"/>
            <a:chOff x="3191243" y="2100703"/>
            <a:chExt cx="3271910" cy="1041035"/>
          </a:xfrm>
        </p:grpSpPr>
        <p:pic>
          <p:nvPicPr>
            <p:cNvPr id="2150" name="Google Shape;2150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58855" y="2791955"/>
              <a:ext cx="160807" cy="34978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51" name="Google Shape;2151;p20"/>
            <p:cNvGrpSpPr/>
            <p:nvPr/>
          </p:nvGrpSpPr>
          <p:grpSpPr>
            <a:xfrm>
              <a:off x="5037902" y="2764535"/>
              <a:ext cx="517852" cy="235470"/>
              <a:chOff x="5037902" y="2764535"/>
              <a:chExt cx="517852" cy="235470"/>
            </a:xfrm>
          </p:grpSpPr>
          <p:pic>
            <p:nvPicPr>
              <p:cNvPr id="2152" name="Google Shape;2152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037902" y="2764535"/>
                <a:ext cx="363928" cy="23547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53" name="Google Shape;2153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431618" y="2818434"/>
                <a:ext cx="124136" cy="15413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54" name="Google Shape;2154;p20"/>
            <p:cNvGrpSpPr/>
            <p:nvPr/>
          </p:nvGrpSpPr>
          <p:grpSpPr>
            <a:xfrm>
              <a:off x="5711177" y="2699753"/>
              <a:ext cx="751976" cy="220243"/>
              <a:chOff x="5711177" y="2699753"/>
              <a:chExt cx="751976" cy="220243"/>
            </a:xfrm>
          </p:grpSpPr>
          <p:pic>
            <p:nvPicPr>
              <p:cNvPr id="2155" name="Google Shape;2155;p2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711177" y="2793360"/>
                <a:ext cx="209575" cy="12663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56" name="Google Shape;2156;p20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955303" y="2699753"/>
                <a:ext cx="507850" cy="20424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157" name="Google Shape;2157;p2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91243" y="2341613"/>
              <a:ext cx="176047" cy="15013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58" name="Google Shape;2158;p20"/>
            <p:cNvGrpSpPr/>
            <p:nvPr/>
          </p:nvGrpSpPr>
          <p:grpSpPr>
            <a:xfrm>
              <a:off x="3432048" y="2366010"/>
              <a:ext cx="117348" cy="71247"/>
              <a:chOff x="3432048" y="2366010"/>
              <a:chExt cx="117348" cy="71247"/>
            </a:xfrm>
          </p:grpSpPr>
          <p:sp>
            <p:nvSpPr>
              <p:cNvPr id="2159" name="Google Shape;2159;p20"/>
              <p:cNvSpPr/>
              <p:nvPr/>
            </p:nvSpPr>
            <p:spPr>
              <a:xfrm>
                <a:off x="3432048" y="2366010"/>
                <a:ext cx="81279" cy="10160"/>
              </a:xfrm>
              <a:custGeom>
                <a:rect b="b" l="l" r="r" t="t"/>
                <a:pathLst>
                  <a:path extrusionOk="0" h="10160" w="81279">
                    <a:moveTo>
                      <a:pt x="0" y="9144"/>
                    </a:moveTo>
                    <a:lnTo>
                      <a:pt x="11858" y="9632"/>
                    </a:lnTo>
                    <a:lnTo>
                      <a:pt x="22859" y="9048"/>
                    </a:lnTo>
                    <a:lnTo>
                      <a:pt x="33861" y="7750"/>
                    </a:lnTo>
                    <a:lnTo>
                      <a:pt x="45720" y="6096"/>
                    </a:lnTo>
                    <a:lnTo>
                      <a:pt x="54733" y="4929"/>
                    </a:lnTo>
                    <a:lnTo>
                      <a:pt x="63531" y="3619"/>
                    </a:lnTo>
                    <a:lnTo>
                      <a:pt x="72187" y="2024"/>
                    </a:lnTo>
                    <a:lnTo>
                      <a:pt x="80772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0" name="Google Shape;2160;p20"/>
              <p:cNvSpPr/>
              <p:nvPr/>
            </p:nvSpPr>
            <p:spPr>
              <a:xfrm>
                <a:off x="3454146" y="2423922"/>
                <a:ext cx="95250" cy="13335"/>
              </a:xfrm>
              <a:custGeom>
                <a:rect b="b" l="l" r="r" t="t"/>
                <a:pathLst>
                  <a:path extrusionOk="0" h="13335" w="95250">
                    <a:moveTo>
                      <a:pt x="0" y="12191"/>
                    </a:moveTo>
                    <a:lnTo>
                      <a:pt x="13894" y="13334"/>
                    </a:lnTo>
                    <a:lnTo>
                      <a:pt x="26574" y="13334"/>
                    </a:lnTo>
                    <a:lnTo>
                      <a:pt x="39112" y="12191"/>
                    </a:lnTo>
                    <a:lnTo>
                      <a:pt x="80760" y="3798"/>
                    </a:lnTo>
                    <a:lnTo>
                      <a:pt x="89916" y="1523"/>
                    </a:lnTo>
                    <a:lnTo>
                      <a:pt x="95250" y="761"/>
                    </a:lnTo>
                    <a:lnTo>
                      <a:pt x="91440" y="761"/>
                    </a:lnTo>
                    <a:lnTo>
                      <a:pt x="89154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61" name="Google Shape;2161;p20"/>
            <p:cNvGrpSpPr/>
            <p:nvPr/>
          </p:nvGrpSpPr>
          <p:grpSpPr>
            <a:xfrm>
              <a:off x="3786473" y="2199644"/>
              <a:ext cx="316147" cy="382905"/>
              <a:chOff x="3786473" y="2199644"/>
              <a:chExt cx="316147" cy="382905"/>
            </a:xfrm>
          </p:grpSpPr>
          <p:sp>
            <p:nvSpPr>
              <p:cNvPr id="2162" name="Google Shape;2162;p20"/>
              <p:cNvSpPr/>
              <p:nvPr/>
            </p:nvSpPr>
            <p:spPr>
              <a:xfrm>
                <a:off x="3786473" y="2199644"/>
                <a:ext cx="132079" cy="382905"/>
              </a:xfrm>
              <a:custGeom>
                <a:rect b="b" l="l" r="r" t="t"/>
                <a:pathLst>
                  <a:path extrusionOk="0" h="382905" w="132079">
                    <a:moveTo>
                      <a:pt x="107346" y="250"/>
                    </a:moveTo>
                    <a:lnTo>
                      <a:pt x="68484" y="4822"/>
                    </a:lnTo>
                    <a:lnTo>
                      <a:pt x="47148" y="11203"/>
                    </a:lnTo>
                    <a:lnTo>
                      <a:pt x="36552" y="14358"/>
                    </a:lnTo>
                    <a:lnTo>
                      <a:pt x="25812" y="17014"/>
                    </a:lnTo>
                    <a:lnTo>
                      <a:pt x="19716" y="17776"/>
                    </a:lnTo>
                    <a:lnTo>
                      <a:pt x="8286" y="19300"/>
                    </a:lnTo>
                    <a:lnTo>
                      <a:pt x="4476" y="23872"/>
                    </a:lnTo>
                    <a:lnTo>
                      <a:pt x="988" y="31039"/>
                    </a:lnTo>
                    <a:lnTo>
                      <a:pt x="0" y="40064"/>
                    </a:lnTo>
                    <a:lnTo>
                      <a:pt x="297" y="49375"/>
                    </a:lnTo>
                    <a:lnTo>
                      <a:pt x="666" y="57400"/>
                    </a:lnTo>
                    <a:lnTo>
                      <a:pt x="952" y="80140"/>
                    </a:lnTo>
                    <a:lnTo>
                      <a:pt x="1809" y="102739"/>
                    </a:lnTo>
                    <a:lnTo>
                      <a:pt x="3238" y="125337"/>
                    </a:lnTo>
                    <a:lnTo>
                      <a:pt x="5238" y="148078"/>
                    </a:lnTo>
                    <a:lnTo>
                      <a:pt x="8655" y="184082"/>
                    </a:lnTo>
                    <a:lnTo>
                      <a:pt x="12001" y="220087"/>
                    </a:lnTo>
                    <a:lnTo>
                      <a:pt x="15204" y="256091"/>
                    </a:lnTo>
                    <a:lnTo>
                      <a:pt x="18192" y="292096"/>
                    </a:lnTo>
                    <a:lnTo>
                      <a:pt x="19347" y="309681"/>
                    </a:lnTo>
                    <a:lnTo>
                      <a:pt x="20573" y="327052"/>
                    </a:lnTo>
                    <a:lnTo>
                      <a:pt x="21943" y="344281"/>
                    </a:lnTo>
                    <a:lnTo>
                      <a:pt x="23526" y="361438"/>
                    </a:lnTo>
                    <a:lnTo>
                      <a:pt x="23526" y="365248"/>
                    </a:lnTo>
                    <a:lnTo>
                      <a:pt x="23526" y="377440"/>
                    </a:lnTo>
                    <a:lnTo>
                      <a:pt x="25812" y="380488"/>
                    </a:lnTo>
                    <a:lnTo>
                      <a:pt x="27336" y="382774"/>
                    </a:lnTo>
                    <a:lnTo>
                      <a:pt x="31908" y="382012"/>
                    </a:lnTo>
                    <a:lnTo>
                      <a:pt x="33432" y="382012"/>
                    </a:lnTo>
                    <a:lnTo>
                      <a:pt x="53435" y="382631"/>
                    </a:lnTo>
                    <a:lnTo>
                      <a:pt x="73437" y="382393"/>
                    </a:lnTo>
                    <a:lnTo>
                      <a:pt x="93440" y="381583"/>
                    </a:lnTo>
                    <a:lnTo>
                      <a:pt x="113442" y="380488"/>
                    </a:lnTo>
                    <a:lnTo>
                      <a:pt x="122586" y="379726"/>
                    </a:lnTo>
                    <a:lnTo>
                      <a:pt x="125634" y="379726"/>
                    </a:lnTo>
                    <a:lnTo>
                      <a:pt x="131730" y="37896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163" name="Google Shape;2163;p20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3946385" y="2257793"/>
                <a:ext cx="156235" cy="2469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64" name="Google Shape;2164;p20"/>
            <p:cNvGrpSpPr/>
            <p:nvPr/>
          </p:nvGrpSpPr>
          <p:grpSpPr>
            <a:xfrm>
              <a:off x="4428731" y="2189975"/>
              <a:ext cx="263677" cy="251485"/>
              <a:chOff x="4428731" y="2189975"/>
              <a:chExt cx="263677" cy="251485"/>
            </a:xfrm>
          </p:grpSpPr>
          <p:pic>
            <p:nvPicPr>
              <p:cNvPr id="2165" name="Google Shape;2165;p20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4428731" y="2189975"/>
                <a:ext cx="108229" cy="2088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66" name="Google Shape;2166;p20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4570463" y="2318717"/>
                <a:ext cx="121945" cy="12274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167" name="Google Shape;2167;p2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043665" y="2193642"/>
              <a:ext cx="217195" cy="24629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68" name="Google Shape;2168;p20"/>
            <p:cNvGrpSpPr/>
            <p:nvPr/>
          </p:nvGrpSpPr>
          <p:grpSpPr>
            <a:xfrm>
              <a:off x="5506199" y="2100703"/>
              <a:ext cx="470927" cy="356759"/>
              <a:chOff x="5506199" y="2100703"/>
              <a:chExt cx="470927" cy="356759"/>
            </a:xfrm>
          </p:grpSpPr>
          <p:pic>
            <p:nvPicPr>
              <p:cNvPr id="2169" name="Google Shape;2169;p20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5506199" y="2197976"/>
                <a:ext cx="128803" cy="19395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70" name="Google Shape;2170;p20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5658599" y="2305799"/>
                <a:ext cx="102895" cy="15166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71" name="Google Shape;2171;p20"/>
              <p:cNvSpPr/>
              <p:nvPr/>
            </p:nvSpPr>
            <p:spPr>
              <a:xfrm>
                <a:off x="5809487" y="2100703"/>
                <a:ext cx="167639" cy="335280"/>
              </a:xfrm>
              <a:custGeom>
                <a:rect b="b" l="l" r="r" t="t"/>
                <a:pathLst>
                  <a:path extrusionOk="0" h="335280" w="167639">
                    <a:moveTo>
                      <a:pt x="28193" y="18418"/>
                    </a:moveTo>
                    <a:lnTo>
                      <a:pt x="41243" y="14251"/>
                    </a:lnTo>
                    <a:lnTo>
                      <a:pt x="54292" y="10798"/>
                    </a:lnTo>
                    <a:lnTo>
                      <a:pt x="67627" y="7917"/>
                    </a:lnTo>
                    <a:lnTo>
                      <a:pt x="81533" y="5464"/>
                    </a:lnTo>
                    <a:lnTo>
                      <a:pt x="93297" y="3167"/>
                    </a:lnTo>
                    <a:lnTo>
                      <a:pt x="108203" y="797"/>
                    </a:lnTo>
                    <a:lnTo>
                      <a:pt x="123110" y="0"/>
                    </a:lnTo>
                    <a:lnTo>
                      <a:pt x="134873" y="2416"/>
                    </a:lnTo>
                    <a:lnTo>
                      <a:pt x="140684" y="8977"/>
                    </a:lnTo>
                    <a:lnTo>
                      <a:pt x="143065" y="18895"/>
                    </a:lnTo>
                    <a:lnTo>
                      <a:pt x="143446" y="29527"/>
                    </a:lnTo>
                    <a:lnTo>
                      <a:pt x="143255" y="38230"/>
                    </a:lnTo>
                    <a:lnTo>
                      <a:pt x="143577" y="58364"/>
                    </a:lnTo>
                    <a:lnTo>
                      <a:pt x="143541" y="78712"/>
                    </a:lnTo>
                    <a:lnTo>
                      <a:pt x="143363" y="99202"/>
                    </a:lnTo>
                    <a:lnTo>
                      <a:pt x="143255" y="119764"/>
                    </a:lnTo>
                    <a:lnTo>
                      <a:pt x="146208" y="172914"/>
                    </a:lnTo>
                    <a:lnTo>
                      <a:pt x="155447" y="224920"/>
                    </a:lnTo>
                    <a:lnTo>
                      <a:pt x="160103" y="243387"/>
                    </a:lnTo>
                    <a:lnTo>
                      <a:pt x="164687" y="263497"/>
                    </a:lnTo>
                    <a:lnTo>
                      <a:pt x="167128" y="283749"/>
                    </a:lnTo>
                    <a:lnTo>
                      <a:pt x="165353" y="302644"/>
                    </a:lnTo>
                    <a:lnTo>
                      <a:pt x="161186" y="311265"/>
                    </a:lnTo>
                    <a:lnTo>
                      <a:pt x="125170" y="329493"/>
                    </a:lnTo>
                    <a:lnTo>
                      <a:pt x="83057" y="333886"/>
                    </a:lnTo>
                    <a:lnTo>
                      <a:pt x="49910" y="335029"/>
                    </a:lnTo>
                    <a:lnTo>
                      <a:pt x="33123" y="334958"/>
                    </a:lnTo>
                    <a:lnTo>
                      <a:pt x="16763" y="333886"/>
                    </a:lnTo>
                    <a:lnTo>
                      <a:pt x="7619" y="332362"/>
                    </a:lnTo>
                    <a:lnTo>
                      <a:pt x="5333" y="329314"/>
                    </a:lnTo>
                    <a:lnTo>
                      <a:pt x="0" y="323218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72" name="Google Shape;2172;p20"/>
          <p:cNvGrpSpPr/>
          <p:nvPr/>
        </p:nvGrpSpPr>
        <p:grpSpPr>
          <a:xfrm>
            <a:off x="2240079" y="3053988"/>
            <a:ext cx="6870750" cy="1376067"/>
            <a:chOff x="2671166" y="3567504"/>
            <a:chExt cx="5419000" cy="1032308"/>
          </a:xfrm>
        </p:grpSpPr>
        <p:grpSp>
          <p:nvGrpSpPr>
            <p:cNvPr id="2173" name="Google Shape;2173;p20"/>
            <p:cNvGrpSpPr/>
            <p:nvPr/>
          </p:nvGrpSpPr>
          <p:grpSpPr>
            <a:xfrm>
              <a:off x="2671166" y="3779519"/>
              <a:ext cx="128743" cy="322579"/>
              <a:chOff x="2671166" y="3779519"/>
              <a:chExt cx="128743" cy="322579"/>
            </a:xfrm>
          </p:grpSpPr>
          <p:pic>
            <p:nvPicPr>
              <p:cNvPr id="2174" name="Google Shape;2174;p20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671166" y="3848706"/>
                <a:ext cx="128743" cy="16783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75" name="Google Shape;2175;p20"/>
              <p:cNvSpPr/>
              <p:nvPr/>
            </p:nvSpPr>
            <p:spPr>
              <a:xfrm>
                <a:off x="2721292" y="3779519"/>
                <a:ext cx="23494" cy="322579"/>
              </a:xfrm>
              <a:custGeom>
                <a:rect b="b" l="l" r="r" t="t"/>
                <a:pathLst>
                  <a:path extrusionOk="0" h="322579" w="23494">
                    <a:moveTo>
                      <a:pt x="23431" y="0"/>
                    </a:moveTo>
                    <a:lnTo>
                      <a:pt x="12394" y="46398"/>
                    </a:lnTo>
                    <a:lnTo>
                      <a:pt x="9858" y="90558"/>
                    </a:lnTo>
                    <a:lnTo>
                      <a:pt x="8191" y="117729"/>
                    </a:lnTo>
                    <a:lnTo>
                      <a:pt x="6524" y="144899"/>
                    </a:lnTo>
                    <a:lnTo>
                      <a:pt x="5143" y="172212"/>
                    </a:lnTo>
                    <a:lnTo>
                      <a:pt x="4333" y="197238"/>
                    </a:lnTo>
                    <a:lnTo>
                      <a:pt x="3238" y="222123"/>
                    </a:lnTo>
                    <a:lnTo>
                      <a:pt x="2143" y="247007"/>
                    </a:lnTo>
                    <a:lnTo>
                      <a:pt x="1333" y="272034"/>
                    </a:lnTo>
                    <a:lnTo>
                      <a:pt x="809" y="283630"/>
                    </a:lnTo>
                    <a:lnTo>
                      <a:pt x="0" y="296798"/>
                    </a:lnTo>
                    <a:lnTo>
                      <a:pt x="47" y="309967"/>
                    </a:lnTo>
                    <a:lnTo>
                      <a:pt x="2095" y="321564"/>
                    </a:lnTo>
                    <a:lnTo>
                      <a:pt x="2857" y="322326"/>
                    </a:lnTo>
                    <a:lnTo>
                      <a:pt x="8191" y="316992"/>
                    </a:lnTo>
                    <a:lnTo>
                      <a:pt x="10477" y="310134"/>
                    </a:lnTo>
                    <a:lnTo>
                      <a:pt x="13525" y="30099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76" name="Google Shape;2176;p20"/>
            <p:cNvGrpSpPr/>
            <p:nvPr/>
          </p:nvGrpSpPr>
          <p:grpSpPr>
            <a:xfrm>
              <a:off x="2851486" y="3771137"/>
              <a:ext cx="239948" cy="246379"/>
              <a:chOff x="2851486" y="3771137"/>
              <a:chExt cx="239948" cy="246379"/>
            </a:xfrm>
          </p:grpSpPr>
          <p:pic>
            <p:nvPicPr>
              <p:cNvPr id="2177" name="Google Shape;2177;p20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2851486" y="3793985"/>
                <a:ext cx="183572" cy="22077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78" name="Google Shape;2178;p20"/>
              <p:cNvSpPr/>
              <p:nvPr/>
            </p:nvSpPr>
            <p:spPr>
              <a:xfrm>
                <a:off x="3011424" y="3771137"/>
                <a:ext cx="80010" cy="246379"/>
              </a:xfrm>
              <a:custGeom>
                <a:rect b="b" l="l" r="r" t="t"/>
                <a:pathLst>
                  <a:path extrusionOk="0" h="246379" w="80010">
                    <a:moveTo>
                      <a:pt x="0" y="0"/>
                    </a:moveTo>
                    <a:lnTo>
                      <a:pt x="4381" y="11037"/>
                    </a:lnTo>
                    <a:lnTo>
                      <a:pt x="9906" y="19145"/>
                    </a:lnTo>
                    <a:lnTo>
                      <a:pt x="17145" y="26253"/>
                    </a:lnTo>
                    <a:lnTo>
                      <a:pt x="26670" y="34290"/>
                    </a:lnTo>
                    <a:lnTo>
                      <a:pt x="37897" y="44315"/>
                    </a:lnTo>
                    <a:lnTo>
                      <a:pt x="66294" y="79247"/>
                    </a:lnTo>
                    <a:lnTo>
                      <a:pt x="79795" y="126396"/>
                    </a:lnTo>
                    <a:lnTo>
                      <a:pt x="80010" y="143255"/>
                    </a:lnTo>
                    <a:lnTo>
                      <a:pt x="77378" y="162032"/>
                    </a:lnTo>
                    <a:lnTo>
                      <a:pt x="72104" y="179736"/>
                    </a:lnTo>
                    <a:lnTo>
                      <a:pt x="64686" y="196726"/>
                    </a:lnTo>
                    <a:lnTo>
                      <a:pt x="55626" y="213360"/>
                    </a:lnTo>
                    <a:lnTo>
                      <a:pt x="52066" y="220729"/>
                    </a:lnTo>
                    <a:lnTo>
                      <a:pt x="46577" y="231171"/>
                    </a:lnTo>
                    <a:lnTo>
                      <a:pt x="40088" y="240899"/>
                    </a:lnTo>
                    <a:lnTo>
                      <a:pt x="33528" y="246126"/>
                    </a:lnTo>
                    <a:lnTo>
                      <a:pt x="33528" y="245364"/>
                    </a:lnTo>
                    <a:lnTo>
                      <a:pt x="33528" y="24460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79" name="Google Shape;2179;p20"/>
            <p:cNvGrpSpPr/>
            <p:nvPr/>
          </p:nvGrpSpPr>
          <p:grpSpPr>
            <a:xfrm>
              <a:off x="3186684" y="3851148"/>
              <a:ext cx="85852" cy="69976"/>
              <a:chOff x="3186684" y="3851148"/>
              <a:chExt cx="85852" cy="69976"/>
            </a:xfrm>
          </p:grpSpPr>
          <p:sp>
            <p:nvSpPr>
              <p:cNvPr id="2180" name="Google Shape;2180;p20"/>
              <p:cNvSpPr/>
              <p:nvPr/>
            </p:nvSpPr>
            <p:spPr>
              <a:xfrm>
                <a:off x="3186684" y="3851148"/>
                <a:ext cx="67310" cy="12700"/>
              </a:xfrm>
              <a:custGeom>
                <a:rect b="b" l="l" r="r" t="t"/>
                <a:pathLst>
                  <a:path extrusionOk="0" h="12700" w="67310">
                    <a:moveTo>
                      <a:pt x="0" y="8382"/>
                    </a:moveTo>
                    <a:lnTo>
                      <a:pt x="9358" y="10465"/>
                    </a:lnTo>
                    <a:lnTo>
                      <a:pt x="18288" y="11906"/>
                    </a:lnTo>
                    <a:lnTo>
                      <a:pt x="27217" y="12346"/>
                    </a:lnTo>
                    <a:lnTo>
                      <a:pt x="36576" y="11430"/>
                    </a:lnTo>
                    <a:lnTo>
                      <a:pt x="66294" y="762"/>
                    </a:lnTo>
                    <a:lnTo>
                      <a:pt x="67056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1" name="Google Shape;2181;p20"/>
              <p:cNvSpPr/>
              <p:nvPr/>
            </p:nvSpPr>
            <p:spPr>
              <a:xfrm>
                <a:off x="3202686" y="3912870"/>
                <a:ext cx="69850" cy="8254"/>
              </a:xfrm>
              <a:custGeom>
                <a:rect b="b" l="l" r="r" t="t"/>
                <a:pathLst>
                  <a:path extrusionOk="0" h="8254" w="69850">
                    <a:moveTo>
                      <a:pt x="0" y="1524"/>
                    </a:moveTo>
                    <a:lnTo>
                      <a:pt x="13977" y="5976"/>
                    </a:lnTo>
                    <a:lnTo>
                      <a:pt x="25527" y="8001"/>
                    </a:lnTo>
                    <a:lnTo>
                      <a:pt x="37076" y="7739"/>
                    </a:lnTo>
                    <a:lnTo>
                      <a:pt x="51053" y="5334"/>
                    </a:lnTo>
                    <a:lnTo>
                      <a:pt x="60960" y="3048"/>
                    </a:lnTo>
                    <a:lnTo>
                      <a:pt x="63246" y="2286"/>
                    </a:lnTo>
                    <a:lnTo>
                      <a:pt x="69342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82" name="Google Shape;2182;p20"/>
            <p:cNvSpPr/>
            <p:nvPr/>
          </p:nvSpPr>
          <p:spPr>
            <a:xfrm>
              <a:off x="3529584" y="3656457"/>
              <a:ext cx="94614" cy="397510"/>
            </a:xfrm>
            <a:custGeom>
              <a:rect b="b" l="l" r="r" t="t"/>
              <a:pathLst>
                <a:path extrusionOk="0" h="397510" w="94614">
                  <a:moveTo>
                    <a:pt x="94487" y="17145"/>
                  </a:moveTo>
                  <a:lnTo>
                    <a:pt x="59435" y="1905"/>
                  </a:lnTo>
                  <a:lnTo>
                    <a:pt x="41909" y="1143"/>
                  </a:lnTo>
                  <a:lnTo>
                    <a:pt x="33730" y="642"/>
                  </a:lnTo>
                  <a:lnTo>
                    <a:pt x="23336" y="0"/>
                  </a:lnTo>
                  <a:lnTo>
                    <a:pt x="13084" y="500"/>
                  </a:lnTo>
                  <a:lnTo>
                    <a:pt x="5333" y="3429"/>
                  </a:lnTo>
                  <a:lnTo>
                    <a:pt x="0" y="8001"/>
                  </a:lnTo>
                  <a:lnTo>
                    <a:pt x="761" y="16383"/>
                  </a:lnTo>
                  <a:lnTo>
                    <a:pt x="0" y="23241"/>
                  </a:lnTo>
                  <a:lnTo>
                    <a:pt x="238" y="52839"/>
                  </a:lnTo>
                  <a:lnTo>
                    <a:pt x="761" y="82296"/>
                  </a:lnTo>
                  <a:lnTo>
                    <a:pt x="1285" y="111752"/>
                  </a:lnTo>
                  <a:lnTo>
                    <a:pt x="1523" y="141351"/>
                  </a:lnTo>
                  <a:lnTo>
                    <a:pt x="1845" y="176212"/>
                  </a:lnTo>
                  <a:lnTo>
                    <a:pt x="1809" y="211074"/>
                  </a:lnTo>
                  <a:lnTo>
                    <a:pt x="1631" y="245935"/>
                  </a:lnTo>
                  <a:lnTo>
                    <a:pt x="1524" y="280797"/>
                  </a:lnTo>
                  <a:lnTo>
                    <a:pt x="1345" y="300906"/>
                  </a:lnTo>
                  <a:lnTo>
                    <a:pt x="1238" y="321087"/>
                  </a:lnTo>
                  <a:lnTo>
                    <a:pt x="1845" y="341125"/>
                  </a:lnTo>
                  <a:lnTo>
                    <a:pt x="7453" y="381059"/>
                  </a:lnTo>
                  <a:lnTo>
                    <a:pt x="44958" y="394335"/>
                  </a:lnTo>
                  <a:lnTo>
                    <a:pt x="53411" y="395347"/>
                  </a:lnTo>
                  <a:lnTo>
                    <a:pt x="61722" y="396144"/>
                  </a:lnTo>
                  <a:lnTo>
                    <a:pt x="70032" y="396799"/>
                  </a:lnTo>
                  <a:lnTo>
                    <a:pt x="78486" y="397383"/>
                  </a:lnTo>
                  <a:lnTo>
                    <a:pt x="85344" y="397383"/>
                  </a:lnTo>
                  <a:lnTo>
                    <a:pt x="86868" y="397383"/>
                  </a:lnTo>
                  <a:lnTo>
                    <a:pt x="90678" y="394335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20"/>
            <p:cNvSpPr/>
            <p:nvPr/>
          </p:nvSpPr>
          <p:spPr>
            <a:xfrm>
              <a:off x="3703320" y="3734561"/>
              <a:ext cx="15239" cy="170179"/>
            </a:xfrm>
            <a:custGeom>
              <a:rect b="b" l="l" r="r" t="t"/>
              <a:pathLst>
                <a:path extrusionOk="0" h="170179" w="15239">
                  <a:moveTo>
                    <a:pt x="9905" y="0"/>
                  </a:moveTo>
                  <a:lnTo>
                    <a:pt x="12668" y="17609"/>
                  </a:lnTo>
                  <a:lnTo>
                    <a:pt x="14287" y="35147"/>
                  </a:lnTo>
                  <a:lnTo>
                    <a:pt x="15049" y="52828"/>
                  </a:lnTo>
                  <a:lnTo>
                    <a:pt x="15239" y="70866"/>
                  </a:lnTo>
                  <a:lnTo>
                    <a:pt x="14835" y="87999"/>
                  </a:lnTo>
                  <a:lnTo>
                    <a:pt x="13715" y="105060"/>
                  </a:lnTo>
                  <a:lnTo>
                    <a:pt x="12025" y="121979"/>
                  </a:lnTo>
                  <a:lnTo>
                    <a:pt x="9905" y="138684"/>
                  </a:lnTo>
                  <a:lnTo>
                    <a:pt x="8882" y="145542"/>
                  </a:lnTo>
                  <a:lnTo>
                    <a:pt x="8000" y="152400"/>
                  </a:lnTo>
                  <a:lnTo>
                    <a:pt x="7119" y="159258"/>
                  </a:lnTo>
                  <a:lnTo>
                    <a:pt x="6095" y="166116"/>
                  </a:lnTo>
                  <a:lnTo>
                    <a:pt x="6095" y="166878"/>
                  </a:lnTo>
                  <a:lnTo>
                    <a:pt x="6857" y="169926"/>
                  </a:lnTo>
                  <a:lnTo>
                    <a:pt x="3047" y="167640"/>
                  </a:lnTo>
                  <a:lnTo>
                    <a:pt x="2285" y="166116"/>
                  </a:lnTo>
                  <a:lnTo>
                    <a:pt x="1523" y="164592"/>
                  </a:lnTo>
                  <a:lnTo>
                    <a:pt x="0" y="163068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84" name="Google Shape;2184;p20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4120883" y="3691579"/>
              <a:ext cx="148615" cy="2083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5" name="Google Shape;2185;p2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645901" y="3665969"/>
              <a:ext cx="221767" cy="2331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6" name="Google Shape;2186;p2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5202161" y="3611188"/>
              <a:ext cx="181381" cy="2649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7" name="Google Shape;2187;p2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5677649" y="3567504"/>
              <a:ext cx="227863" cy="3049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8" name="Google Shape;2188;p20"/>
            <p:cNvSpPr/>
            <p:nvPr/>
          </p:nvSpPr>
          <p:spPr>
            <a:xfrm>
              <a:off x="4216146" y="3972305"/>
              <a:ext cx="1475104" cy="185420"/>
            </a:xfrm>
            <a:custGeom>
              <a:rect b="b" l="l" r="r" t="t"/>
              <a:pathLst>
                <a:path extrusionOk="0" h="185420" w="1475104">
                  <a:moveTo>
                    <a:pt x="0" y="84582"/>
                  </a:moveTo>
                  <a:lnTo>
                    <a:pt x="39326" y="113835"/>
                  </a:lnTo>
                  <a:lnTo>
                    <a:pt x="77235" y="129968"/>
                  </a:lnTo>
                  <a:lnTo>
                    <a:pt x="124932" y="140446"/>
                  </a:lnTo>
                  <a:lnTo>
                    <a:pt x="182856" y="145708"/>
                  </a:lnTo>
                  <a:lnTo>
                    <a:pt x="216789" y="146304"/>
                  </a:lnTo>
                  <a:lnTo>
                    <a:pt x="250721" y="145184"/>
                  </a:lnTo>
                  <a:lnTo>
                    <a:pt x="328552" y="137029"/>
                  </a:lnTo>
                  <a:lnTo>
                    <a:pt x="372522" y="130206"/>
                  </a:lnTo>
                  <a:lnTo>
                    <a:pt x="416349" y="122670"/>
                  </a:lnTo>
                  <a:lnTo>
                    <a:pt x="460248" y="115062"/>
                  </a:lnTo>
                  <a:lnTo>
                    <a:pt x="514825" y="105326"/>
                  </a:lnTo>
                  <a:lnTo>
                    <a:pt x="569695" y="95883"/>
                  </a:lnTo>
                  <a:lnTo>
                    <a:pt x="624785" y="87575"/>
                  </a:lnTo>
                  <a:lnTo>
                    <a:pt x="680020" y="81241"/>
                  </a:lnTo>
                  <a:lnTo>
                    <a:pt x="735330" y="77724"/>
                  </a:lnTo>
                  <a:lnTo>
                    <a:pt x="776013" y="76807"/>
                  </a:lnTo>
                  <a:lnTo>
                    <a:pt x="816768" y="77819"/>
                  </a:lnTo>
                  <a:lnTo>
                    <a:pt x="857380" y="81260"/>
                  </a:lnTo>
                  <a:lnTo>
                    <a:pt x="897636" y="87630"/>
                  </a:lnTo>
                  <a:lnTo>
                    <a:pt x="960786" y="105156"/>
                  </a:lnTo>
                  <a:lnTo>
                    <a:pt x="1021080" y="129540"/>
                  </a:lnTo>
                  <a:lnTo>
                    <a:pt x="1062704" y="152019"/>
                  </a:lnTo>
                  <a:lnTo>
                    <a:pt x="1102614" y="176784"/>
                  </a:lnTo>
                  <a:lnTo>
                    <a:pt x="1107948" y="180594"/>
                  </a:lnTo>
                  <a:lnTo>
                    <a:pt x="1112520" y="182880"/>
                  </a:lnTo>
                  <a:lnTo>
                    <a:pt x="1117854" y="185166"/>
                  </a:lnTo>
                  <a:lnTo>
                    <a:pt x="1120140" y="178308"/>
                  </a:lnTo>
                  <a:lnTo>
                    <a:pt x="1122426" y="169926"/>
                  </a:lnTo>
                  <a:lnTo>
                    <a:pt x="1126236" y="163068"/>
                  </a:lnTo>
                  <a:lnTo>
                    <a:pt x="1159764" y="129540"/>
                  </a:lnTo>
                  <a:lnTo>
                    <a:pt x="1213663" y="111109"/>
                  </a:lnTo>
                  <a:lnTo>
                    <a:pt x="1256276" y="104679"/>
                  </a:lnTo>
                  <a:lnTo>
                    <a:pt x="1304805" y="102298"/>
                  </a:lnTo>
                  <a:lnTo>
                    <a:pt x="1328928" y="102108"/>
                  </a:lnTo>
                  <a:lnTo>
                    <a:pt x="1347799" y="102346"/>
                  </a:lnTo>
                  <a:lnTo>
                    <a:pt x="1366742" y="102870"/>
                  </a:lnTo>
                  <a:lnTo>
                    <a:pt x="1385827" y="103393"/>
                  </a:lnTo>
                  <a:lnTo>
                    <a:pt x="1405128" y="103632"/>
                  </a:lnTo>
                  <a:lnTo>
                    <a:pt x="1417034" y="103441"/>
                  </a:lnTo>
                  <a:lnTo>
                    <a:pt x="1427797" y="102108"/>
                  </a:lnTo>
                  <a:lnTo>
                    <a:pt x="1462468" y="70008"/>
                  </a:lnTo>
                  <a:lnTo>
                    <a:pt x="1474743" y="31075"/>
                  </a:lnTo>
                  <a:lnTo>
                    <a:pt x="1473231" y="20002"/>
                  </a:lnTo>
                  <a:lnTo>
                    <a:pt x="1467576" y="10358"/>
                  </a:lnTo>
                  <a:lnTo>
                    <a:pt x="1457706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9" name="Google Shape;2189;p20"/>
            <p:cNvSpPr/>
            <p:nvPr/>
          </p:nvSpPr>
          <p:spPr>
            <a:xfrm>
              <a:off x="4072890" y="4418838"/>
              <a:ext cx="22860" cy="156210"/>
            </a:xfrm>
            <a:custGeom>
              <a:rect b="b" l="l" r="r" t="t"/>
              <a:pathLst>
                <a:path extrusionOk="0" h="156210" w="22860">
                  <a:moveTo>
                    <a:pt x="0" y="0"/>
                  </a:moveTo>
                  <a:lnTo>
                    <a:pt x="9322" y="54221"/>
                  </a:lnTo>
                  <a:lnTo>
                    <a:pt x="12573" y="87808"/>
                  </a:lnTo>
                  <a:lnTo>
                    <a:pt x="13716" y="103155"/>
                  </a:lnTo>
                  <a:lnTo>
                    <a:pt x="14859" y="118360"/>
                  </a:lnTo>
                  <a:lnTo>
                    <a:pt x="16002" y="133350"/>
                  </a:lnTo>
                  <a:lnTo>
                    <a:pt x="16002" y="137922"/>
                  </a:lnTo>
                  <a:lnTo>
                    <a:pt x="13716" y="153924"/>
                  </a:lnTo>
                  <a:lnTo>
                    <a:pt x="19812" y="156210"/>
                  </a:lnTo>
                  <a:lnTo>
                    <a:pt x="21336" y="156210"/>
                  </a:lnTo>
                  <a:lnTo>
                    <a:pt x="22098" y="156210"/>
                  </a:lnTo>
                  <a:lnTo>
                    <a:pt x="22860" y="15621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90" name="Google Shape;2190;p2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4315193" y="4407395"/>
              <a:ext cx="140233" cy="16156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91" name="Google Shape;2191;p20"/>
            <p:cNvGrpSpPr/>
            <p:nvPr/>
          </p:nvGrpSpPr>
          <p:grpSpPr>
            <a:xfrm>
              <a:off x="4835639" y="4299191"/>
              <a:ext cx="185953" cy="300621"/>
              <a:chOff x="4835639" y="4299191"/>
              <a:chExt cx="185953" cy="300621"/>
            </a:xfrm>
          </p:grpSpPr>
          <p:pic>
            <p:nvPicPr>
              <p:cNvPr id="2192" name="Google Shape;2192;p20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4835639" y="4299191"/>
                <a:ext cx="185953" cy="20043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93" name="Google Shape;2193;p20"/>
              <p:cNvSpPr/>
              <p:nvPr/>
            </p:nvSpPr>
            <p:spPr>
              <a:xfrm>
                <a:off x="4935914" y="4346448"/>
                <a:ext cx="9525" cy="253364"/>
              </a:xfrm>
              <a:custGeom>
                <a:rect b="b" l="l" r="r" t="t"/>
                <a:pathLst>
                  <a:path extrusionOk="0" h="253364" w="9525">
                    <a:moveTo>
                      <a:pt x="7179" y="0"/>
                    </a:moveTo>
                    <a:lnTo>
                      <a:pt x="2786" y="15763"/>
                    </a:lnTo>
                    <a:lnTo>
                      <a:pt x="607" y="30670"/>
                    </a:lnTo>
                    <a:lnTo>
                      <a:pt x="0" y="45862"/>
                    </a:lnTo>
                    <a:lnTo>
                      <a:pt x="321" y="62484"/>
                    </a:lnTo>
                    <a:lnTo>
                      <a:pt x="452" y="85224"/>
                    </a:lnTo>
                    <a:lnTo>
                      <a:pt x="797" y="107823"/>
                    </a:lnTo>
                    <a:lnTo>
                      <a:pt x="1285" y="130421"/>
                    </a:lnTo>
                    <a:lnTo>
                      <a:pt x="1845" y="153162"/>
                    </a:lnTo>
                    <a:lnTo>
                      <a:pt x="2881" y="171902"/>
                    </a:lnTo>
                    <a:lnTo>
                      <a:pt x="3845" y="190500"/>
                    </a:lnTo>
                    <a:lnTo>
                      <a:pt x="4953" y="209097"/>
                    </a:lnTo>
                    <a:lnTo>
                      <a:pt x="6417" y="227838"/>
                    </a:lnTo>
                    <a:lnTo>
                      <a:pt x="7179" y="236220"/>
                    </a:lnTo>
                    <a:lnTo>
                      <a:pt x="8703" y="244602"/>
                    </a:lnTo>
                    <a:lnTo>
                      <a:pt x="9465" y="252984"/>
                    </a:lnTo>
                    <a:lnTo>
                      <a:pt x="9465" y="246888"/>
                    </a:lnTo>
                    <a:lnTo>
                      <a:pt x="9465" y="240029"/>
                    </a:lnTo>
                    <a:lnTo>
                      <a:pt x="9465" y="23393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194" name="Google Shape;2194;p2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723369" y="4362437"/>
              <a:ext cx="142519" cy="16918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95" name="Google Shape;2195;p20"/>
            <p:cNvGrpSpPr/>
            <p:nvPr/>
          </p:nvGrpSpPr>
          <p:grpSpPr>
            <a:xfrm>
              <a:off x="6649973" y="4213098"/>
              <a:ext cx="142875" cy="218948"/>
              <a:chOff x="6649973" y="4213098"/>
              <a:chExt cx="142875" cy="218948"/>
            </a:xfrm>
          </p:grpSpPr>
          <p:sp>
            <p:nvSpPr>
              <p:cNvPr id="2196" name="Google Shape;2196;p20"/>
              <p:cNvSpPr/>
              <p:nvPr/>
            </p:nvSpPr>
            <p:spPr>
              <a:xfrm>
                <a:off x="6649973" y="4213098"/>
                <a:ext cx="142875" cy="121920"/>
              </a:xfrm>
              <a:custGeom>
                <a:rect b="b" l="l" r="r" t="t"/>
                <a:pathLst>
                  <a:path extrusionOk="0" h="121920" w="142875">
                    <a:moveTo>
                      <a:pt x="92201" y="0"/>
                    </a:moveTo>
                    <a:lnTo>
                      <a:pt x="83105" y="11811"/>
                    </a:lnTo>
                    <a:lnTo>
                      <a:pt x="74866" y="24193"/>
                    </a:lnTo>
                    <a:lnTo>
                      <a:pt x="66913" y="36861"/>
                    </a:lnTo>
                    <a:lnTo>
                      <a:pt x="58673" y="49530"/>
                    </a:lnTo>
                    <a:lnTo>
                      <a:pt x="26848" y="93785"/>
                    </a:lnTo>
                    <a:lnTo>
                      <a:pt x="0" y="121920"/>
                    </a:lnTo>
                    <a:lnTo>
                      <a:pt x="5738" y="118074"/>
                    </a:lnTo>
                    <a:lnTo>
                      <a:pt x="49148" y="105917"/>
                    </a:lnTo>
                    <a:lnTo>
                      <a:pt x="61888" y="106179"/>
                    </a:lnTo>
                    <a:lnTo>
                      <a:pt x="73913" y="107442"/>
                    </a:lnTo>
                    <a:lnTo>
                      <a:pt x="84653" y="108918"/>
                    </a:lnTo>
                    <a:lnTo>
                      <a:pt x="95249" y="110680"/>
                    </a:lnTo>
                    <a:lnTo>
                      <a:pt x="105846" y="112156"/>
                    </a:lnTo>
                    <a:lnTo>
                      <a:pt x="116585" y="112776"/>
                    </a:lnTo>
                    <a:lnTo>
                      <a:pt x="123289" y="112871"/>
                    </a:lnTo>
                    <a:lnTo>
                      <a:pt x="130206" y="112395"/>
                    </a:lnTo>
                    <a:lnTo>
                      <a:pt x="136409" y="110204"/>
                    </a:lnTo>
                    <a:lnTo>
                      <a:pt x="140969" y="105155"/>
                    </a:lnTo>
                    <a:lnTo>
                      <a:pt x="141731" y="99822"/>
                    </a:lnTo>
                    <a:lnTo>
                      <a:pt x="142493" y="98297"/>
                    </a:lnTo>
                    <a:lnTo>
                      <a:pt x="141731" y="95249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7" name="Google Shape;2197;p20"/>
              <p:cNvSpPr/>
              <p:nvPr/>
            </p:nvSpPr>
            <p:spPr>
              <a:xfrm>
                <a:off x="6746128" y="4231386"/>
                <a:ext cx="15240" cy="200660"/>
              </a:xfrm>
              <a:custGeom>
                <a:rect b="b" l="l" r="r" t="t"/>
                <a:pathLst>
                  <a:path extrusionOk="0" h="200660" w="15240">
                    <a:moveTo>
                      <a:pt x="619" y="0"/>
                    </a:moveTo>
                    <a:lnTo>
                      <a:pt x="0" y="12334"/>
                    </a:lnTo>
                    <a:lnTo>
                      <a:pt x="238" y="24384"/>
                    </a:lnTo>
                    <a:lnTo>
                      <a:pt x="1047" y="36433"/>
                    </a:lnTo>
                    <a:lnTo>
                      <a:pt x="2143" y="48768"/>
                    </a:lnTo>
                    <a:lnTo>
                      <a:pt x="4179" y="65341"/>
                    </a:lnTo>
                    <a:lnTo>
                      <a:pt x="5857" y="81914"/>
                    </a:lnTo>
                    <a:lnTo>
                      <a:pt x="7393" y="98488"/>
                    </a:lnTo>
                    <a:lnTo>
                      <a:pt x="9001" y="115062"/>
                    </a:lnTo>
                    <a:lnTo>
                      <a:pt x="10322" y="130944"/>
                    </a:lnTo>
                    <a:lnTo>
                      <a:pt x="11001" y="146685"/>
                    </a:lnTo>
                    <a:lnTo>
                      <a:pt x="11251" y="162425"/>
                    </a:lnTo>
                    <a:lnTo>
                      <a:pt x="11287" y="178308"/>
                    </a:lnTo>
                    <a:lnTo>
                      <a:pt x="11287" y="184404"/>
                    </a:lnTo>
                    <a:lnTo>
                      <a:pt x="8239" y="198882"/>
                    </a:lnTo>
                    <a:lnTo>
                      <a:pt x="15097" y="20040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198" name="Google Shape;2198;p20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6865036" y="4086557"/>
              <a:ext cx="202526" cy="258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9" name="Google Shape;2199;p20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7253465" y="4238231"/>
              <a:ext cx="120421" cy="14099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00" name="Google Shape;2200;p20"/>
            <p:cNvGrpSpPr/>
            <p:nvPr/>
          </p:nvGrpSpPr>
          <p:grpSpPr>
            <a:xfrm>
              <a:off x="7660385" y="4159757"/>
              <a:ext cx="151765" cy="205739"/>
              <a:chOff x="7660385" y="4159757"/>
              <a:chExt cx="151765" cy="205739"/>
            </a:xfrm>
          </p:grpSpPr>
          <p:sp>
            <p:nvSpPr>
              <p:cNvPr id="2201" name="Google Shape;2201;p20"/>
              <p:cNvSpPr/>
              <p:nvPr/>
            </p:nvSpPr>
            <p:spPr>
              <a:xfrm>
                <a:off x="7660385" y="4166615"/>
                <a:ext cx="151765" cy="135254"/>
              </a:xfrm>
              <a:custGeom>
                <a:rect b="b" l="l" r="r" t="t"/>
                <a:pathLst>
                  <a:path extrusionOk="0" h="135254" w="151765">
                    <a:moveTo>
                      <a:pt x="83820" y="0"/>
                    </a:moveTo>
                    <a:lnTo>
                      <a:pt x="61424" y="52292"/>
                    </a:lnTo>
                    <a:lnTo>
                      <a:pt x="35337" y="98393"/>
                    </a:lnTo>
                    <a:lnTo>
                      <a:pt x="9144" y="132588"/>
                    </a:lnTo>
                    <a:lnTo>
                      <a:pt x="0" y="134874"/>
                    </a:lnTo>
                    <a:lnTo>
                      <a:pt x="0" y="124968"/>
                    </a:lnTo>
                    <a:lnTo>
                      <a:pt x="31730" y="100429"/>
                    </a:lnTo>
                    <a:lnTo>
                      <a:pt x="76188" y="109263"/>
                    </a:lnTo>
                    <a:lnTo>
                      <a:pt x="87630" y="112776"/>
                    </a:lnTo>
                    <a:lnTo>
                      <a:pt x="100464" y="115835"/>
                    </a:lnTo>
                    <a:lnTo>
                      <a:pt x="114300" y="117824"/>
                    </a:lnTo>
                    <a:lnTo>
                      <a:pt x="128135" y="118240"/>
                    </a:lnTo>
                    <a:lnTo>
                      <a:pt x="140970" y="116586"/>
                    </a:lnTo>
                    <a:lnTo>
                      <a:pt x="149352" y="114299"/>
                    </a:lnTo>
                    <a:lnTo>
                      <a:pt x="150876" y="111251"/>
                    </a:lnTo>
                    <a:lnTo>
                      <a:pt x="151638" y="103631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2" name="Google Shape;2202;p20"/>
              <p:cNvSpPr/>
              <p:nvPr/>
            </p:nvSpPr>
            <p:spPr>
              <a:xfrm>
                <a:off x="7754873" y="4159757"/>
                <a:ext cx="6984" cy="205739"/>
              </a:xfrm>
              <a:custGeom>
                <a:rect b="b" l="l" r="r" t="t"/>
                <a:pathLst>
                  <a:path extrusionOk="0" h="205739" w="6984">
                    <a:moveTo>
                      <a:pt x="3048" y="0"/>
                    </a:moveTo>
                    <a:lnTo>
                      <a:pt x="2047" y="16704"/>
                    </a:lnTo>
                    <a:lnTo>
                      <a:pt x="1333" y="33623"/>
                    </a:lnTo>
                    <a:lnTo>
                      <a:pt x="904" y="50684"/>
                    </a:lnTo>
                    <a:lnTo>
                      <a:pt x="762" y="67818"/>
                    </a:lnTo>
                    <a:lnTo>
                      <a:pt x="452" y="98226"/>
                    </a:lnTo>
                    <a:lnTo>
                      <a:pt x="0" y="128778"/>
                    </a:lnTo>
                    <a:lnTo>
                      <a:pt x="119" y="159329"/>
                    </a:lnTo>
                    <a:lnTo>
                      <a:pt x="1524" y="189738"/>
                    </a:lnTo>
                    <a:lnTo>
                      <a:pt x="2286" y="198120"/>
                    </a:lnTo>
                    <a:lnTo>
                      <a:pt x="3048" y="202692"/>
                    </a:lnTo>
                    <a:lnTo>
                      <a:pt x="6858" y="20574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03" name="Google Shape;2203;p20"/>
            <p:cNvGrpSpPr/>
            <p:nvPr/>
          </p:nvGrpSpPr>
          <p:grpSpPr>
            <a:xfrm>
              <a:off x="7902950" y="3976865"/>
              <a:ext cx="187216" cy="312683"/>
              <a:chOff x="7902950" y="3976865"/>
              <a:chExt cx="187216" cy="312683"/>
            </a:xfrm>
          </p:grpSpPr>
          <p:pic>
            <p:nvPicPr>
              <p:cNvPr id="2204" name="Google Shape;2204;p20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7902950" y="4128503"/>
                <a:ext cx="107205" cy="1610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05" name="Google Shape;2205;p20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7988033" y="3976865"/>
                <a:ext cx="102133" cy="12462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206" name="Google Shape;2206;p20"/>
          <p:cNvGrpSpPr/>
          <p:nvPr/>
        </p:nvGrpSpPr>
        <p:grpSpPr>
          <a:xfrm>
            <a:off x="2438043" y="5257370"/>
            <a:ext cx="2446534" cy="1442860"/>
            <a:chOff x="4437113" y="5141963"/>
            <a:chExt cx="1558302" cy="962163"/>
          </a:xfrm>
        </p:grpSpPr>
        <p:pic>
          <p:nvPicPr>
            <p:cNvPr id="2207" name="Google Shape;2207;p20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4437113" y="5276837"/>
              <a:ext cx="163093" cy="1592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8" name="Google Shape;2208;p20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4732769" y="5267002"/>
              <a:ext cx="135661" cy="1470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9" name="Google Shape;2209;p20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5111959" y="5141963"/>
              <a:ext cx="147377" cy="24216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10" name="Google Shape;2210;p20"/>
            <p:cNvGrpSpPr/>
            <p:nvPr/>
          </p:nvGrpSpPr>
          <p:grpSpPr>
            <a:xfrm>
              <a:off x="5599782" y="5640311"/>
              <a:ext cx="239436" cy="364261"/>
              <a:chOff x="5599782" y="5640311"/>
              <a:chExt cx="239436" cy="364261"/>
            </a:xfrm>
          </p:grpSpPr>
          <p:pic>
            <p:nvPicPr>
              <p:cNvPr id="2211" name="Google Shape;2211;p20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5745467" y="5640311"/>
                <a:ext cx="93751" cy="17833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12" name="Google Shape;2212;p20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5599782" y="5763755"/>
                <a:ext cx="125898" cy="24081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213" name="Google Shape;2213;p20"/>
            <p:cNvGrpSpPr/>
            <p:nvPr/>
          </p:nvGrpSpPr>
          <p:grpSpPr>
            <a:xfrm>
              <a:off x="4547841" y="5750051"/>
              <a:ext cx="451893" cy="354075"/>
              <a:chOff x="4547841" y="5750051"/>
              <a:chExt cx="451893" cy="354075"/>
            </a:xfrm>
          </p:grpSpPr>
          <p:pic>
            <p:nvPicPr>
              <p:cNvPr id="2214" name="Google Shape;2214;p20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4547841" y="5828906"/>
                <a:ext cx="138471" cy="18481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15" name="Google Shape;2215;p20"/>
              <p:cNvSpPr/>
              <p:nvPr/>
            </p:nvSpPr>
            <p:spPr>
              <a:xfrm>
                <a:off x="4604765" y="5771387"/>
                <a:ext cx="45085" cy="332739"/>
              </a:xfrm>
              <a:custGeom>
                <a:rect b="b" l="l" r="r" t="t"/>
                <a:pathLst>
                  <a:path extrusionOk="0" h="332739" w="45085">
                    <a:moveTo>
                      <a:pt x="44958" y="0"/>
                    </a:moveTo>
                    <a:lnTo>
                      <a:pt x="40171" y="18430"/>
                    </a:lnTo>
                    <a:lnTo>
                      <a:pt x="37528" y="37147"/>
                    </a:lnTo>
                    <a:lnTo>
                      <a:pt x="35742" y="56149"/>
                    </a:lnTo>
                    <a:lnTo>
                      <a:pt x="33528" y="75438"/>
                    </a:lnTo>
                    <a:lnTo>
                      <a:pt x="29467" y="105477"/>
                    </a:lnTo>
                    <a:lnTo>
                      <a:pt x="24479" y="135159"/>
                    </a:lnTo>
                    <a:lnTo>
                      <a:pt x="19061" y="164699"/>
                    </a:lnTo>
                    <a:lnTo>
                      <a:pt x="13716" y="194310"/>
                    </a:lnTo>
                    <a:lnTo>
                      <a:pt x="6762" y="243458"/>
                    </a:lnTo>
                    <a:lnTo>
                      <a:pt x="1524" y="292608"/>
                    </a:lnTo>
                    <a:lnTo>
                      <a:pt x="0" y="330708"/>
                    </a:lnTo>
                    <a:lnTo>
                      <a:pt x="59" y="332160"/>
                    </a:lnTo>
                    <a:lnTo>
                      <a:pt x="1047" y="325755"/>
                    </a:lnTo>
                    <a:lnTo>
                      <a:pt x="2464" y="315920"/>
                    </a:lnTo>
                    <a:lnTo>
                      <a:pt x="3810" y="30708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216" name="Google Shape;2216;p20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4709528" y="5815571"/>
                <a:ext cx="195478" cy="2225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17" name="Google Shape;2217;p20"/>
              <p:cNvSpPr/>
              <p:nvPr/>
            </p:nvSpPr>
            <p:spPr>
              <a:xfrm>
                <a:off x="4901945" y="5750051"/>
                <a:ext cx="97789" cy="271779"/>
              </a:xfrm>
              <a:custGeom>
                <a:rect b="b" l="l" r="r" t="t"/>
                <a:pathLst>
                  <a:path extrusionOk="0" h="271779" w="97789">
                    <a:moveTo>
                      <a:pt x="0" y="0"/>
                    </a:moveTo>
                    <a:lnTo>
                      <a:pt x="36325" y="20681"/>
                    </a:lnTo>
                    <a:lnTo>
                      <a:pt x="75533" y="65055"/>
                    </a:lnTo>
                    <a:lnTo>
                      <a:pt x="92964" y="106679"/>
                    </a:lnTo>
                    <a:lnTo>
                      <a:pt x="97345" y="142874"/>
                    </a:lnTo>
                    <a:lnTo>
                      <a:pt x="96607" y="161329"/>
                    </a:lnTo>
                    <a:lnTo>
                      <a:pt x="82296" y="211550"/>
                    </a:lnTo>
                    <a:lnTo>
                      <a:pt x="66294" y="242315"/>
                    </a:lnTo>
                    <a:lnTo>
                      <a:pt x="63269" y="249054"/>
                    </a:lnTo>
                    <a:lnTo>
                      <a:pt x="59817" y="256222"/>
                    </a:lnTo>
                    <a:lnTo>
                      <a:pt x="55792" y="263104"/>
                    </a:lnTo>
                    <a:lnTo>
                      <a:pt x="51054" y="268986"/>
                    </a:lnTo>
                    <a:lnTo>
                      <a:pt x="48768" y="271272"/>
                    </a:lnTo>
                    <a:lnTo>
                      <a:pt x="48006" y="267462"/>
                    </a:lnTo>
                    <a:lnTo>
                      <a:pt x="47244" y="265176"/>
                    </a:lnTo>
                    <a:lnTo>
                      <a:pt x="46482" y="262128"/>
                    </a:lnTo>
                    <a:lnTo>
                      <a:pt x="46482" y="25984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218" name="Google Shape;2218;p20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5155774" y="5848873"/>
              <a:ext cx="112706" cy="15331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19" name="Google Shape;2219;p20"/>
            <p:cNvGrpSpPr/>
            <p:nvPr/>
          </p:nvGrpSpPr>
          <p:grpSpPr>
            <a:xfrm>
              <a:off x="5406912" y="5724739"/>
              <a:ext cx="157053" cy="356235"/>
              <a:chOff x="5406912" y="5724739"/>
              <a:chExt cx="157053" cy="356235"/>
            </a:xfrm>
          </p:grpSpPr>
          <p:pic>
            <p:nvPicPr>
              <p:cNvPr id="2220" name="Google Shape;2220;p20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5406912" y="5851599"/>
                <a:ext cx="84488" cy="15118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21" name="Google Shape;2221;p20"/>
              <p:cNvSpPr/>
              <p:nvPr/>
            </p:nvSpPr>
            <p:spPr>
              <a:xfrm>
                <a:off x="5496020" y="5724739"/>
                <a:ext cx="67945" cy="356235"/>
              </a:xfrm>
              <a:custGeom>
                <a:rect b="b" l="l" r="r" t="t"/>
                <a:pathLst>
                  <a:path extrusionOk="0" h="356235" w="67945">
                    <a:moveTo>
                      <a:pt x="45243" y="166"/>
                    </a:moveTo>
                    <a:lnTo>
                      <a:pt x="9417" y="38695"/>
                    </a:lnTo>
                    <a:lnTo>
                      <a:pt x="3107" y="84224"/>
                    </a:lnTo>
                    <a:lnTo>
                      <a:pt x="440" y="139088"/>
                    </a:lnTo>
                    <a:lnTo>
                      <a:pt x="0" y="171616"/>
                    </a:lnTo>
                    <a:lnTo>
                      <a:pt x="845" y="204144"/>
                    </a:lnTo>
                    <a:lnTo>
                      <a:pt x="6929" y="265378"/>
                    </a:lnTo>
                    <a:lnTo>
                      <a:pt x="24122" y="326505"/>
                    </a:lnTo>
                    <a:lnTo>
                      <a:pt x="53530" y="355925"/>
                    </a:lnTo>
                    <a:lnTo>
                      <a:pt x="59971" y="355603"/>
                    </a:lnTo>
                    <a:lnTo>
                      <a:pt x="67341" y="354496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22" name="Google Shape;2222;p20"/>
            <p:cNvSpPr/>
            <p:nvPr/>
          </p:nvSpPr>
          <p:spPr>
            <a:xfrm>
              <a:off x="5903976" y="5571744"/>
              <a:ext cx="91439" cy="443229"/>
            </a:xfrm>
            <a:custGeom>
              <a:rect b="b" l="l" r="r" t="t"/>
              <a:pathLst>
                <a:path extrusionOk="0" h="443229" w="91439">
                  <a:moveTo>
                    <a:pt x="0" y="0"/>
                  </a:moveTo>
                  <a:lnTo>
                    <a:pt x="9191" y="13442"/>
                  </a:lnTo>
                  <a:lnTo>
                    <a:pt x="19240" y="25812"/>
                  </a:lnTo>
                  <a:lnTo>
                    <a:pt x="29575" y="38040"/>
                  </a:lnTo>
                  <a:lnTo>
                    <a:pt x="39624" y="51053"/>
                  </a:lnTo>
                  <a:lnTo>
                    <a:pt x="63912" y="92011"/>
                  </a:lnTo>
                  <a:lnTo>
                    <a:pt x="80772" y="136397"/>
                  </a:lnTo>
                  <a:lnTo>
                    <a:pt x="89725" y="189071"/>
                  </a:lnTo>
                  <a:lnTo>
                    <a:pt x="91059" y="216015"/>
                  </a:lnTo>
                  <a:lnTo>
                    <a:pt x="90678" y="242315"/>
                  </a:lnTo>
                  <a:lnTo>
                    <a:pt x="82391" y="294893"/>
                  </a:lnTo>
                  <a:lnTo>
                    <a:pt x="65532" y="345185"/>
                  </a:lnTo>
                  <a:lnTo>
                    <a:pt x="46196" y="390715"/>
                  </a:lnTo>
                  <a:lnTo>
                    <a:pt x="20574" y="432815"/>
                  </a:lnTo>
                  <a:lnTo>
                    <a:pt x="10668" y="442721"/>
                  </a:lnTo>
                  <a:lnTo>
                    <a:pt x="6858" y="437387"/>
                  </a:lnTo>
                  <a:lnTo>
                    <a:pt x="5334" y="435101"/>
                  </a:lnTo>
                  <a:lnTo>
                    <a:pt x="3810" y="432815"/>
                  </a:lnTo>
                  <a:lnTo>
                    <a:pt x="2286" y="429767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3" name="Google Shape;2223;p20"/>
          <p:cNvGrpSpPr/>
          <p:nvPr/>
        </p:nvGrpSpPr>
        <p:grpSpPr>
          <a:xfrm>
            <a:off x="6171890" y="5117105"/>
            <a:ext cx="3484536" cy="1538087"/>
            <a:chOff x="6798741" y="4933841"/>
            <a:chExt cx="2539009" cy="1098163"/>
          </a:xfrm>
        </p:grpSpPr>
        <p:grpSp>
          <p:nvGrpSpPr>
            <p:cNvPr id="2224" name="Google Shape;2224;p20"/>
            <p:cNvGrpSpPr/>
            <p:nvPr/>
          </p:nvGrpSpPr>
          <p:grpSpPr>
            <a:xfrm>
              <a:off x="7281659" y="4933841"/>
              <a:ext cx="741185" cy="297033"/>
              <a:chOff x="7281659" y="4933841"/>
              <a:chExt cx="741185" cy="297033"/>
            </a:xfrm>
          </p:grpSpPr>
          <p:pic>
            <p:nvPicPr>
              <p:cNvPr id="2225" name="Google Shape;2225;p20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7281659" y="4983467"/>
                <a:ext cx="185191" cy="1890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26" name="Google Shape;2226;p20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7500258" y="4935461"/>
                <a:ext cx="240150" cy="19850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27" name="Google Shape;2227;p20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7770387" y="4953749"/>
                <a:ext cx="92394" cy="14480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28" name="Google Shape;2228;p20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7897355" y="4933841"/>
                <a:ext cx="112801" cy="1738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29" name="Google Shape;2229;p20"/>
              <p:cNvSpPr/>
              <p:nvPr/>
            </p:nvSpPr>
            <p:spPr>
              <a:xfrm>
                <a:off x="7411974" y="5168645"/>
                <a:ext cx="610870" cy="62229"/>
              </a:xfrm>
              <a:custGeom>
                <a:rect b="b" l="l" r="r" t="t"/>
                <a:pathLst>
                  <a:path extrusionOk="0" h="62229" w="610870">
                    <a:moveTo>
                      <a:pt x="0" y="57912"/>
                    </a:moveTo>
                    <a:lnTo>
                      <a:pt x="30146" y="61364"/>
                    </a:lnTo>
                    <a:lnTo>
                      <a:pt x="59436" y="62103"/>
                    </a:lnTo>
                    <a:lnTo>
                      <a:pt x="88725" y="61126"/>
                    </a:lnTo>
                    <a:lnTo>
                      <a:pt x="118872" y="59436"/>
                    </a:lnTo>
                    <a:lnTo>
                      <a:pt x="169982" y="56550"/>
                    </a:lnTo>
                    <a:lnTo>
                      <a:pt x="221177" y="53876"/>
                    </a:lnTo>
                    <a:lnTo>
                      <a:pt x="272415" y="51244"/>
                    </a:lnTo>
                    <a:lnTo>
                      <a:pt x="323652" y="48485"/>
                    </a:lnTo>
                    <a:lnTo>
                      <a:pt x="374847" y="45430"/>
                    </a:lnTo>
                    <a:lnTo>
                      <a:pt x="425958" y="41909"/>
                    </a:lnTo>
                    <a:lnTo>
                      <a:pt x="469225" y="40100"/>
                    </a:lnTo>
                    <a:lnTo>
                      <a:pt x="515492" y="38290"/>
                    </a:lnTo>
                    <a:lnTo>
                      <a:pt x="561189" y="33337"/>
                    </a:lnTo>
                    <a:lnTo>
                      <a:pt x="602742" y="22097"/>
                    </a:lnTo>
                    <a:lnTo>
                      <a:pt x="610362" y="19049"/>
                    </a:lnTo>
                    <a:lnTo>
                      <a:pt x="606552" y="12191"/>
                    </a:lnTo>
                    <a:lnTo>
                      <a:pt x="605028" y="6857"/>
                    </a:lnTo>
                    <a:lnTo>
                      <a:pt x="604266" y="4571"/>
                    </a:lnTo>
                    <a:lnTo>
                      <a:pt x="603504" y="2285"/>
                    </a:lnTo>
                    <a:lnTo>
                      <a:pt x="602742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30" name="Google Shape;2230;p20"/>
            <p:cNvSpPr/>
            <p:nvPr/>
          </p:nvSpPr>
          <p:spPr>
            <a:xfrm>
              <a:off x="8186928" y="4975097"/>
              <a:ext cx="1270" cy="28575"/>
            </a:xfrm>
            <a:custGeom>
              <a:rect b="b" l="l" r="r" t="t"/>
              <a:pathLst>
                <a:path extrusionOk="0" h="28575" w="1270">
                  <a:moveTo>
                    <a:pt x="761" y="0"/>
                  </a:moveTo>
                  <a:lnTo>
                    <a:pt x="750" y="7298"/>
                  </a:lnTo>
                  <a:lnTo>
                    <a:pt x="666" y="14382"/>
                  </a:lnTo>
                  <a:lnTo>
                    <a:pt x="440" y="21324"/>
                  </a:lnTo>
                  <a:lnTo>
                    <a:pt x="0" y="2819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31" name="Google Shape;2231;p20"/>
            <p:cNvGrpSpPr/>
            <p:nvPr/>
          </p:nvGrpSpPr>
          <p:grpSpPr>
            <a:xfrm>
              <a:off x="6798741" y="5496293"/>
              <a:ext cx="443318" cy="343928"/>
              <a:chOff x="6798741" y="5496293"/>
              <a:chExt cx="443318" cy="343928"/>
            </a:xfrm>
          </p:grpSpPr>
          <p:pic>
            <p:nvPicPr>
              <p:cNvPr id="2232" name="Google Shape;2232;p20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6798741" y="5569445"/>
                <a:ext cx="125564" cy="16591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33" name="Google Shape;2233;p20"/>
              <p:cNvSpPr/>
              <p:nvPr/>
            </p:nvSpPr>
            <p:spPr>
              <a:xfrm>
                <a:off x="6868667" y="5502401"/>
                <a:ext cx="21590" cy="337820"/>
              </a:xfrm>
              <a:custGeom>
                <a:rect b="b" l="l" r="r" t="t"/>
                <a:pathLst>
                  <a:path extrusionOk="0" h="337820" w="21590">
                    <a:moveTo>
                      <a:pt x="21335" y="0"/>
                    </a:moveTo>
                    <a:lnTo>
                      <a:pt x="14001" y="38195"/>
                    </a:lnTo>
                    <a:lnTo>
                      <a:pt x="10667" y="76962"/>
                    </a:lnTo>
                    <a:lnTo>
                      <a:pt x="8762" y="134778"/>
                    </a:lnTo>
                    <a:lnTo>
                      <a:pt x="7881" y="163437"/>
                    </a:lnTo>
                    <a:lnTo>
                      <a:pt x="6857" y="192024"/>
                    </a:lnTo>
                    <a:lnTo>
                      <a:pt x="6012" y="221730"/>
                    </a:lnTo>
                    <a:lnTo>
                      <a:pt x="4667" y="251364"/>
                    </a:lnTo>
                    <a:lnTo>
                      <a:pt x="2893" y="280856"/>
                    </a:lnTo>
                    <a:lnTo>
                      <a:pt x="761" y="310134"/>
                    </a:lnTo>
                    <a:lnTo>
                      <a:pt x="642" y="317313"/>
                    </a:lnTo>
                    <a:lnTo>
                      <a:pt x="380" y="324135"/>
                    </a:lnTo>
                    <a:lnTo>
                      <a:pt x="119" y="330815"/>
                    </a:lnTo>
                    <a:lnTo>
                      <a:pt x="0" y="337566"/>
                    </a:lnTo>
                    <a:lnTo>
                      <a:pt x="3940" y="332898"/>
                    </a:lnTo>
                    <a:lnTo>
                      <a:pt x="6953" y="327088"/>
                    </a:lnTo>
                    <a:lnTo>
                      <a:pt x="9536" y="320421"/>
                    </a:lnTo>
                    <a:lnTo>
                      <a:pt x="12191" y="313182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234" name="Google Shape;2234;p20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6964071" y="5496293"/>
                <a:ext cx="277988" cy="2547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235" name="Google Shape;2235;p20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7319759" y="5543537"/>
              <a:ext cx="103657" cy="1519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36" name="Google Shape;2236;p20"/>
            <p:cNvGrpSpPr/>
            <p:nvPr/>
          </p:nvGrpSpPr>
          <p:grpSpPr>
            <a:xfrm>
              <a:off x="7576553" y="5394185"/>
              <a:ext cx="265963" cy="351307"/>
              <a:chOff x="7576553" y="5394185"/>
              <a:chExt cx="265963" cy="351307"/>
            </a:xfrm>
          </p:grpSpPr>
          <p:pic>
            <p:nvPicPr>
              <p:cNvPr id="2237" name="Google Shape;2237;p20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7576553" y="5554205"/>
                <a:ext cx="168427" cy="1912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38" name="Google Shape;2238;p20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7686281" y="5394185"/>
                <a:ext cx="156235" cy="14023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239" name="Google Shape;2239;p20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7898117" y="5407043"/>
              <a:ext cx="291109" cy="16318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40" name="Google Shape;2240;p20"/>
            <p:cNvGrpSpPr/>
            <p:nvPr/>
          </p:nvGrpSpPr>
          <p:grpSpPr>
            <a:xfrm>
              <a:off x="8275307" y="5454466"/>
              <a:ext cx="218452" cy="113480"/>
              <a:chOff x="8275307" y="5454466"/>
              <a:chExt cx="218452" cy="113480"/>
            </a:xfrm>
          </p:grpSpPr>
          <p:pic>
            <p:nvPicPr>
              <p:cNvPr id="2241" name="Google Shape;2241;p20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8275307" y="5454466"/>
                <a:ext cx="169665" cy="1134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42" name="Google Shape;2242;p20"/>
              <p:cNvSpPr/>
              <p:nvPr/>
            </p:nvSpPr>
            <p:spPr>
              <a:xfrm>
                <a:off x="8481059" y="5462778"/>
                <a:ext cx="12700" cy="101600"/>
              </a:xfrm>
              <a:custGeom>
                <a:rect b="b" l="l" r="r" t="t"/>
                <a:pathLst>
                  <a:path extrusionOk="0" h="101600" w="12700">
                    <a:moveTo>
                      <a:pt x="0" y="0"/>
                    </a:moveTo>
                    <a:lnTo>
                      <a:pt x="8382" y="44195"/>
                    </a:lnTo>
                    <a:lnTo>
                      <a:pt x="11430" y="90677"/>
                    </a:lnTo>
                    <a:lnTo>
                      <a:pt x="12192" y="96773"/>
                    </a:lnTo>
                    <a:lnTo>
                      <a:pt x="12192" y="97535"/>
                    </a:lnTo>
                    <a:lnTo>
                      <a:pt x="12192" y="101345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43" name="Google Shape;2243;p20"/>
            <p:cNvSpPr/>
            <p:nvPr/>
          </p:nvSpPr>
          <p:spPr>
            <a:xfrm>
              <a:off x="8468868" y="5388864"/>
              <a:ext cx="13970" cy="1270"/>
            </a:xfrm>
            <a:custGeom>
              <a:rect b="b" l="l" r="r" t="t"/>
              <a:pathLst>
                <a:path extrusionOk="0" h="1270" w="13970">
                  <a:moveTo>
                    <a:pt x="0" y="0"/>
                  </a:moveTo>
                  <a:lnTo>
                    <a:pt x="4572" y="0"/>
                  </a:lnTo>
                  <a:lnTo>
                    <a:pt x="9144" y="0"/>
                  </a:lnTo>
                  <a:lnTo>
                    <a:pt x="13716" y="76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44" name="Google Shape;2244;p20"/>
            <p:cNvGrpSpPr/>
            <p:nvPr/>
          </p:nvGrpSpPr>
          <p:grpSpPr>
            <a:xfrm>
              <a:off x="8537458" y="5368277"/>
              <a:ext cx="288799" cy="267487"/>
              <a:chOff x="8537458" y="5368277"/>
              <a:chExt cx="288799" cy="267487"/>
            </a:xfrm>
          </p:grpSpPr>
          <p:pic>
            <p:nvPicPr>
              <p:cNvPr id="2245" name="Google Shape;2245;p20"/>
              <p:cNvPicPr preferRelativeResize="0"/>
              <p:nvPr/>
            </p:nvPicPr>
            <p:blipFill rotWithShape="1">
              <a:blip r:embed="rId48">
                <a:alphaModFix/>
              </a:blip>
              <a:srcRect b="0" l="0" r="0" t="0"/>
              <a:stretch/>
            </p:blipFill>
            <p:spPr>
              <a:xfrm>
                <a:off x="8537458" y="5451335"/>
                <a:ext cx="83535" cy="18442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46" name="Google Shape;2246;p20"/>
              <p:cNvPicPr preferRelativeResize="0"/>
              <p:nvPr/>
            </p:nvPicPr>
            <p:blipFill rotWithShape="1">
              <a:blip r:embed="rId49">
                <a:alphaModFix/>
              </a:blip>
              <a:srcRect b="0" l="0" r="0" t="0"/>
              <a:stretch/>
            </p:blipFill>
            <p:spPr>
              <a:xfrm>
                <a:off x="8641828" y="5368277"/>
                <a:ext cx="184429" cy="1699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247" name="Google Shape;2247;p20"/>
            <p:cNvGrpSpPr/>
            <p:nvPr/>
          </p:nvGrpSpPr>
          <p:grpSpPr>
            <a:xfrm>
              <a:off x="9096743" y="5354692"/>
              <a:ext cx="241007" cy="165355"/>
              <a:chOff x="9096743" y="5354692"/>
              <a:chExt cx="241007" cy="165355"/>
            </a:xfrm>
          </p:grpSpPr>
          <p:pic>
            <p:nvPicPr>
              <p:cNvPr id="2248" name="Google Shape;2248;p20"/>
              <p:cNvPicPr preferRelativeResize="0"/>
              <p:nvPr/>
            </p:nvPicPr>
            <p:blipFill rotWithShape="1">
              <a:blip r:embed="rId50">
                <a:alphaModFix/>
              </a:blip>
              <a:srcRect b="0" l="0" r="0" t="0"/>
              <a:stretch/>
            </p:blipFill>
            <p:spPr>
              <a:xfrm>
                <a:off x="9096743" y="5356085"/>
                <a:ext cx="105943" cy="1639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49" name="Google Shape;2249;p20"/>
              <p:cNvPicPr preferRelativeResize="0"/>
              <p:nvPr/>
            </p:nvPicPr>
            <p:blipFill rotWithShape="1">
              <a:blip r:embed="rId51">
                <a:alphaModFix/>
              </a:blip>
              <a:srcRect b="0" l="0" r="0" t="0"/>
              <a:stretch/>
            </p:blipFill>
            <p:spPr>
              <a:xfrm>
                <a:off x="9226283" y="5354692"/>
                <a:ext cx="111467" cy="1512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250" name="Google Shape;2250;p20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8132813" y="5813285"/>
              <a:ext cx="296348" cy="20347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51" name="Google Shape;2251;p20"/>
            <p:cNvGrpSpPr/>
            <p:nvPr/>
          </p:nvGrpSpPr>
          <p:grpSpPr>
            <a:xfrm>
              <a:off x="8667356" y="5785091"/>
              <a:ext cx="443890" cy="246913"/>
              <a:chOff x="8667356" y="5785091"/>
              <a:chExt cx="443890" cy="246913"/>
            </a:xfrm>
          </p:grpSpPr>
          <p:pic>
            <p:nvPicPr>
              <p:cNvPr id="2252" name="Google Shape;2252;p20"/>
              <p:cNvPicPr preferRelativeResize="0"/>
              <p:nvPr/>
            </p:nvPicPr>
            <p:blipFill rotWithShape="1">
              <a:blip r:embed="rId53">
                <a:alphaModFix/>
              </a:blip>
              <a:srcRect b="0" l="0" r="0" t="0"/>
              <a:stretch/>
            </p:blipFill>
            <p:spPr>
              <a:xfrm>
                <a:off x="8667356" y="5785091"/>
                <a:ext cx="313588" cy="2469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53" name="Google Shape;2253;p20"/>
              <p:cNvPicPr preferRelativeResize="0"/>
              <p:nvPr/>
            </p:nvPicPr>
            <p:blipFill rotWithShape="1">
              <a:blip r:embed="rId54">
                <a:alphaModFix/>
              </a:blip>
              <a:srcRect b="0" l="0" r="0" t="0"/>
              <a:stretch/>
            </p:blipFill>
            <p:spPr>
              <a:xfrm>
                <a:off x="9018257" y="5807760"/>
                <a:ext cx="92989" cy="11908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57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8" name="Google Shape;225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6522" y="616813"/>
            <a:ext cx="196296" cy="333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9" name="Google Shape;225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0795" y="674956"/>
            <a:ext cx="173092" cy="2199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0" name="Google Shape;2260;p21"/>
          <p:cNvGrpSpPr/>
          <p:nvPr/>
        </p:nvGrpSpPr>
        <p:grpSpPr>
          <a:xfrm>
            <a:off x="2661573" y="609573"/>
            <a:ext cx="790895" cy="277016"/>
            <a:chOff x="4131551" y="2067293"/>
            <a:chExt cx="623341" cy="203479"/>
          </a:xfrm>
        </p:grpSpPr>
        <p:pic>
          <p:nvPicPr>
            <p:cNvPr id="2261" name="Google Shape;2261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31551" y="2097011"/>
              <a:ext cx="102133" cy="1737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2" name="Google Shape;2262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258805" y="2103869"/>
              <a:ext cx="112801" cy="1577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3" name="Google Shape;2263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413396" y="2083783"/>
              <a:ext cx="102073" cy="1808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4" name="Google Shape;2264;p2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552175" y="2067293"/>
              <a:ext cx="202717" cy="1813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65" name="Google Shape;2265;p21"/>
          <p:cNvSpPr/>
          <p:nvPr/>
        </p:nvSpPr>
        <p:spPr>
          <a:xfrm>
            <a:off x="2279655" y="1020426"/>
            <a:ext cx="1122578" cy="71811"/>
          </a:xfrm>
          <a:custGeom>
            <a:rect b="b" l="l" r="r" t="t"/>
            <a:pathLst>
              <a:path extrusionOk="0" h="52705" w="883920">
                <a:moveTo>
                  <a:pt x="0" y="50292"/>
                </a:moveTo>
                <a:lnTo>
                  <a:pt x="17716" y="51708"/>
                </a:lnTo>
                <a:lnTo>
                  <a:pt x="35433" y="52482"/>
                </a:lnTo>
                <a:lnTo>
                  <a:pt x="53149" y="52542"/>
                </a:lnTo>
                <a:lnTo>
                  <a:pt x="70866" y="51816"/>
                </a:lnTo>
                <a:lnTo>
                  <a:pt x="105727" y="50196"/>
                </a:lnTo>
                <a:lnTo>
                  <a:pt x="140588" y="48006"/>
                </a:lnTo>
                <a:lnTo>
                  <a:pt x="175450" y="45815"/>
                </a:lnTo>
                <a:lnTo>
                  <a:pt x="210311" y="44196"/>
                </a:lnTo>
                <a:lnTo>
                  <a:pt x="263330" y="42148"/>
                </a:lnTo>
                <a:lnTo>
                  <a:pt x="316134" y="40386"/>
                </a:lnTo>
                <a:lnTo>
                  <a:pt x="368796" y="38623"/>
                </a:lnTo>
                <a:lnTo>
                  <a:pt x="421386" y="36576"/>
                </a:lnTo>
                <a:lnTo>
                  <a:pt x="467106" y="34856"/>
                </a:lnTo>
                <a:lnTo>
                  <a:pt x="512826" y="32516"/>
                </a:lnTo>
                <a:lnTo>
                  <a:pt x="558546" y="29663"/>
                </a:lnTo>
                <a:lnTo>
                  <a:pt x="604266" y="26407"/>
                </a:lnTo>
                <a:lnTo>
                  <a:pt x="649986" y="22860"/>
                </a:lnTo>
                <a:lnTo>
                  <a:pt x="692288" y="18621"/>
                </a:lnTo>
                <a:lnTo>
                  <a:pt x="734663" y="14097"/>
                </a:lnTo>
                <a:lnTo>
                  <a:pt x="777180" y="9572"/>
                </a:lnTo>
                <a:lnTo>
                  <a:pt x="819912" y="5334"/>
                </a:lnTo>
                <a:lnTo>
                  <a:pt x="835794" y="3643"/>
                </a:lnTo>
                <a:lnTo>
                  <a:pt x="851535" y="2095"/>
                </a:lnTo>
                <a:lnTo>
                  <a:pt x="867275" y="833"/>
                </a:lnTo>
                <a:lnTo>
                  <a:pt x="883158" y="0"/>
                </a:lnTo>
                <a:lnTo>
                  <a:pt x="883919" y="0"/>
                </a:lnTo>
                <a:lnTo>
                  <a:pt x="873240" y="5417"/>
                </a:lnTo>
                <a:lnTo>
                  <a:pt x="861917" y="8477"/>
                </a:lnTo>
                <a:lnTo>
                  <a:pt x="850165" y="9965"/>
                </a:lnTo>
                <a:lnTo>
                  <a:pt x="838200" y="10668"/>
                </a:lnTo>
                <a:lnTo>
                  <a:pt x="830580" y="10668"/>
                </a:lnTo>
                <a:lnTo>
                  <a:pt x="822197" y="10668"/>
                </a:lnTo>
                <a:lnTo>
                  <a:pt x="814578" y="10668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6" name="Google Shape;2266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01700" y="1574252"/>
            <a:ext cx="272432" cy="247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7" name="Google Shape;2267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803655" y="1623139"/>
            <a:ext cx="187595" cy="1089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8" name="Google Shape;2268;p21"/>
          <p:cNvGrpSpPr/>
          <p:nvPr/>
        </p:nvGrpSpPr>
        <p:grpSpPr>
          <a:xfrm>
            <a:off x="3198726" y="1384901"/>
            <a:ext cx="380386" cy="514371"/>
            <a:chOff x="4554914" y="2636805"/>
            <a:chExt cx="299800" cy="377825"/>
          </a:xfrm>
        </p:grpSpPr>
        <p:sp>
          <p:nvSpPr>
            <p:cNvPr id="2269" name="Google Shape;2269;p21"/>
            <p:cNvSpPr/>
            <p:nvPr/>
          </p:nvSpPr>
          <p:spPr>
            <a:xfrm>
              <a:off x="4554914" y="2636805"/>
              <a:ext cx="127635" cy="377825"/>
            </a:xfrm>
            <a:custGeom>
              <a:rect b="b" l="l" r="r" t="t"/>
              <a:pathLst>
                <a:path extrusionOk="0" h="377825" w="127635">
                  <a:moveTo>
                    <a:pt x="117669" y="26384"/>
                  </a:moveTo>
                  <a:lnTo>
                    <a:pt x="109823" y="21586"/>
                  </a:lnTo>
                  <a:lnTo>
                    <a:pt x="102905" y="16573"/>
                  </a:lnTo>
                  <a:lnTo>
                    <a:pt x="96131" y="11703"/>
                  </a:lnTo>
                  <a:lnTo>
                    <a:pt x="88713" y="7334"/>
                  </a:lnTo>
                  <a:lnTo>
                    <a:pt x="73866" y="2559"/>
                  </a:lnTo>
                  <a:lnTo>
                    <a:pt x="56233" y="0"/>
                  </a:lnTo>
                  <a:lnTo>
                    <a:pt x="38457" y="154"/>
                  </a:lnTo>
                  <a:lnTo>
                    <a:pt x="2928" y="32134"/>
                  </a:lnTo>
                  <a:lnTo>
                    <a:pt x="0" y="67460"/>
                  </a:lnTo>
                  <a:lnTo>
                    <a:pt x="988" y="91154"/>
                  </a:lnTo>
                  <a:lnTo>
                    <a:pt x="7179" y="138398"/>
                  </a:lnTo>
                  <a:lnTo>
                    <a:pt x="18799" y="204215"/>
                  </a:lnTo>
                  <a:lnTo>
                    <a:pt x="25396" y="236874"/>
                  </a:lnTo>
                  <a:lnTo>
                    <a:pt x="31563" y="269462"/>
                  </a:lnTo>
                  <a:lnTo>
                    <a:pt x="38850" y="324004"/>
                  </a:lnTo>
                  <a:lnTo>
                    <a:pt x="41945" y="359378"/>
                  </a:lnTo>
                  <a:lnTo>
                    <a:pt x="42529" y="367903"/>
                  </a:lnTo>
                  <a:lnTo>
                    <a:pt x="43755" y="376142"/>
                  </a:lnTo>
                  <a:lnTo>
                    <a:pt x="44517" y="376904"/>
                  </a:lnTo>
                  <a:lnTo>
                    <a:pt x="45279" y="377666"/>
                  </a:lnTo>
                  <a:lnTo>
                    <a:pt x="50613" y="376904"/>
                  </a:lnTo>
                  <a:lnTo>
                    <a:pt x="53661" y="374618"/>
                  </a:lnTo>
                  <a:lnTo>
                    <a:pt x="58995" y="371570"/>
                  </a:lnTo>
                  <a:lnTo>
                    <a:pt x="72854" y="365652"/>
                  </a:lnTo>
                  <a:lnTo>
                    <a:pt x="86998" y="361949"/>
                  </a:lnTo>
                  <a:lnTo>
                    <a:pt x="101429" y="359247"/>
                  </a:lnTo>
                  <a:lnTo>
                    <a:pt x="116145" y="356330"/>
                  </a:lnTo>
                  <a:lnTo>
                    <a:pt x="119955" y="354806"/>
                  </a:lnTo>
                  <a:lnTo>
                    <a:pt x="123765" y="353282"/>
                  </a:lnTo>
                  <a:lnTo>
                    <a:pt x="127575" y="35252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70" name="Google Shape;2270;p2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704575" y="2704325"/>
              <a:ext cx="150139" cy="21338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71" name="Google Shape;2271;p21"/>
          <p:cNvGrpSpPr/>
          <p:nvPr/>
        </p:nvGrpSpPr>
        <p:grpSpPr>
          <a:xfrm>
            <a:off x="4091506" y="1268406"/>
            <a:ext cx="525323" cy="559323"/>
            <a:chOff x="5258549" y="2551235"/>
            <a:chExt cx="414031" cy="410844"/>
          </a:xfrm>
        </p:grpSpPr>
        <p:pic>
          <p:nvPicPr>
            <p:cNvPr id="2272" name="Google Shape;2272;p2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258549" y="2651747"/>
              <a:ext cx="212623" cy="2621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3" name="Google Shape;2273;p21"/>
            <p:cNvSpPr/>
            <p:nvPr/>
          </p:nvSpPr>
          <p:spPr>
            <a:xfrm>
              <a:off x="5498591" y="2551235"/>
              <a:ext cx="173989" cy="410844"/>
            </a:xfrm>
            <a:custGeom>
              <a:rect b="b" l="l" r="r" t="t"/>
              <a:pathLst>
                <a:path extrusionOk="0" h="410844" w="173989">
                  <a:moveTo>
                    <a:pt x="0" y="32706"/>
                  </a:moveTo>
                  <a:lnTo>
                    <a:pt x="46481" y="9084"/>
                  </a:lnTo>
                  <a:lnTo>
                    <a:pt x="100274" y="1583"/>
                  </a:lnTo>
                  <a:lnTo>
                    <a:pt x="118110" y="702"/>
                  </a:lnTo>
                  <a:lnTo>
                    <a:pt x="131087" y="0"/>
                  </a:lnTo>
                  <a:lnTo>
                    <a:pt x="171985" y="22038"/>
                  </a:lnTo>
                  <a:lnTo>
                    <a:pt x="173450" y="36325"/>
                  </a:lnTo>
                  <a:lnTo>
                    <a:pt x="172771" y="50899"/>
                  </a:lnTo>
                  <a:lnTo>
                    <a:pt x="171450" y="63186"/>
                  </a:lnTo>
                  <a:lnTo>
                    <a:pt x="167437" y="86617"/>
                  </a:lnTo>
                  <a:lnTo>
                    <a:pt x="162782" y="110049"/>
                  </a:lnTo>
                  <a:lnTo>
                    <a:pt x="158269" y="133480"/>
                  </a:lnTo>
                  <a:lnTo>
                    <a:pt x="152483" y="181367"/>
                  </a:lnTo>
                  <a:lnTo>
                    <a:pt x="150935" y="229993"/>
                  </a:lnTo>
                  <a:lnTo>
                    <a:pt x="150876" y="254448"/>
                  </a:lnTo>
                  <a:lnTo>
                    <a:pt x="151078" y="280868"/>
                  </a:lnTo>
                  <a:lnTo>
                    <a:pt x="151352" y="307502"/>
                  </a:lnTo>
                  <a:lnTo>
                    <a:pt x="151197" y="334279"/>
                  </a:lnTo>
                  <a:lnTo>
                    <a:pt x="150114" y="361128"/>
                  </a:lnTo>
                  <a:lnTo>
                    <a:pt x="149828" y="370260"/>
                  </a:lnTo>
                  <a:lnTo>
                    <a:pt x="148971" y="379321"/>
                  </a:lnTo>
                  <a:lnTo>
                    <a:pt x="147542" y="388238"/>
                  </a:lnTo>
                  <a:lnTo>
                    <a:pt x="145542" y="396942"/>
                  </a:lnTo>
                  <a:lnTo>
                    <a:pt x="144018" y="402276"/>
                  </a:lnTo>
                  <a:lnTo>
                    <a:pt x="143256" y="402276"/>
                  </a:lnTo>
                  <a:lnTo>
                    <a:pt x="139446" y="403038"/>
                  </a:lnTo>
                  <a:lnTo>
                    <a:pt x="132588" y="404562"/>
                  </a:lnTo>
                  <a:lnTo>
                    <a:pt x="124206" y="401514"/>
                  </a:lnTo>
                  <a:lnTo>
                    <a:pt x="117348" y="401514"/>
                  </a:lnTo>
                  <a:lnTo>
                    <a:pt x="104548" y="401109"/>
                  </a:lnTo>
                  <a:lnTo>
                    <a:pt x="91535" y="401133"/>
                  </a:lnTo>
                  <a:lnTo>
                    <a:pt x="78664" y="401728"/>
                  </a:lnTo>
                  <a:lnTo>
                    <a:pt x="66294" y="403038"/>
                  </a:lnTo>
                  <a:lnTo>
                    <a:pt x="55566" y="404550"/>
                  </a:lnTo>
                  <a:lnTo>
                    <a:pt x="45053" y="406562"/>
                  </a:lnTo>
                  <a:lnTo>
                    <a:pt x="34682" y="408717"/>
                  </a:lnTo>
                  <a:lnTo>
                    <a:pt x="24384" y="41065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4" name="Google Shape;2274;p21"/>
          <p:cNvGrpSpPr/>
          <p:nvPr/>
        </p:nvGrpSpPr>
        <p:grpSpPr>
          <a:xfrm>
            <a:off x="6432174" y="1268324"/>
            <a:ext cx="223353" cy="406672"/>
            <a:chOff x="7103350" y="2551176"/>
            <a:chExt cx="176035" cy="298716"/>
          </a:xfrm>
        </p:grpSpPr>
        <p:pic>
          <p:nvPicPr>
            <p:cNvPr id="2275" name="Google Shape;2275;p2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103350" y="2692133"/>
              <a:ext cx="150139" cy="1577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6" name="Google Shape;2276;p21"/>
            <p:cNvSpPr/>
            <p:nvPr/>
          </p:nvSpPr>
          <p:spPr>
            <a:xfrm>
              <a:off x="7252715" y="2551176"/>
              <a:ext cx="26670" cy="93980"/>
            </a:xfrm>
            <a:custGeom>
              <a:rect b="b" l="l" r="r" t="t"/>
              <a:pathLst>
                <a:path extrusionOk="0" h="93980" w="26670">
                  <a:moveTo>
                    <a:pt x="26670" y="0"/>
                  </a:moveTo>
                  <a:lnTo>
                    <a:pt x="18823" y="12977"/>
                  </a:lnTo>
                  <a:lnTo>
                    <a:pt x="14192" y="23241"/>
                  </a:lnTo>
                  <a:lnTo>
                    <a:pt x="11989" y="34075"/>
                  </a:lnTo>
                  <a:lnTo>
                    <a:pt x="11430" y="48768"/>
                  </a:lnTo>
                  <a:lnTo>
                    <a:pt x="11632" y="56554"/>
                  </a:lnTo>
                  <a:lnTo>
                    <a:pt x="11906" y="64769"/>
                  </a:lnTo>
                  <a:lnTo>
                    <a:pt x="11751" y="72985"/>
                  </a:lnTo>
                  <a:lnTo>
                    <a:pt x="10668" y="80772"/>
                  </a:lnTo>
                  <a:lnTo>
                    <a:pt x="9144" y="87630"/>
                  </a:lnTo>
                  <a:lnTo>
                    <a:pt x="6096" y="91440"/>
                  </a:lnTo>
                  <a:lnTo>
                    <a:pt x="0" y="9372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77" name="Google Shape;2277;p21"/>
          <p:cNvSpPr/>
          <p:nvPr/>
        </p:nvSpPr>
        <p:spPr>
          <a:xfrm>
            <a:off x="6826603" y="1455097"/>
            <a:ext cx="89515" cy="5191"/>
          </a:xfrm>
          <a:custGeom>
            <a:rect b="b" l="l" r="r" t="t"/>
            <a:pathLst>
              <a:path extrusionOk="0" h="3810" w="70484">
                <a:moveTo>
                  <a:pt x="0" y="0"/>
                </a:moveTo>
                <a:lnTo>
                  <a:pt x="11191" y="1321"/>
                </a:lnTo>
                <a:lnTo>
                  <a:pt x="22098" y="2000"/>
                </a:lnTo>
                <a:lnTo>
                  <a:pt x="33004" y="2250"/>
                </a:lnTo>
                <a:lnTo>
                  <a:pt x="44196" y="2285"/>
                </a:lnTo>
                <a:lnTo>
                  <a:pt x="50601" y="2202"/>
                </a:lnTo>
                <a:lnTo>
                  <a:pt x="57150" y="2190"/>
                </a:lnTo>
                <a:lnTo>
                  <a:pt x="63698" y="2607"/>
                </a:lnTo>
                <a:lnTo>
                  <a:pt x="70104" y="3809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8" name="Google Shape;2278;p21"/>
          <p:cNvSpPr/>
          <p:nvPr/>
        </p:nvSpPr>
        <p:spPr>
          <a:xfrm>
            <a:off x="6839173" y="1555726"/>
            <a:ext cx="95968" cy="24225"/>
          </a:xfrm>
          <a:custGeom>
            <a:rect b="b" l="l" r="r" t="t"/>
            <a:pathLst>
              <a:path extrusionOk="0" h="17780" w="75565">
                <a:moveTo>
                  <a:pt x="0" y="17525"/>
                </a:moveTo>
                <a:lnTo>
                  <a:pt x="39754" y="13025"/>
                </a:lnTo>
                <a:lnTo>
                  <a:pt x="67818" y="5333"/>
                </a:lnTo>
                <a:lnTo>
                  <a:pt x="75438" y="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79" name="Google Shape;2279;p21"/>
          <p:cNvGrpSpPr/>
          <p:nvPr/>
        </p:nvGrpSpPr>
        <p:grpSpPr>
          <a:xfrm>
            <a:off x="7269262" y="1270141"/>
            <a:ext cx="374064" cy="452128"/>
            <a:chOff x="7763077" y="2552509"/>
            <a:chExt cx="294817" cy="332105"/>
          </a:xfrm>
        </p:grpSpPr>
        <p:sp>
          <p:nvSpPr>
            <p:cNvPr id="2280" name="Google Shape;2280;p21"/>
            <p:cNvSpPr/>
            <p:nvPr/>
          </p:nvSpPr>
          <p:spPr>
            <a:xfrm>
              <a:off x="7763077" y="2552509"/>
              <a:ext cx="113029" cy="332105"/>
            </a:xfrm>
            <a:custGeom>
              <a:rect b="b" l="l" r="r" t="t"/>
              <a:pathLst>
                <a:path extrusionOk="0" h="332105" w="113029">
                  <a:moveTo>
                    <a:pt x="100762" y="16954"/>
                  </a:moveTo>
                  <a:lnTo>
                    <a:pt x="55804" y="3238"/>
                  </a:lnTo>
                  <a:lnTo>
                    <a:pt x="31992" y="0"/>
                  </a:lnTo>
                  <a:lnTo>
                    <a:pt x="19157" y="452"/>
                  </a:lnTo>
                  <a:lnTo>
                    <a:pt x="9322" y="4762"/>
                  </a:lnTo>
                  <a:lnTo>
                    <a:pt x="3071" y="13823"/>
                  </a:lnTo>
                  <a:lnTo>
                    <a:pt x="464" y="25812"/>
                  </a:lnTo>
                  <a:lnTo>
                    <a:pt x="0" y="38516"/>
                  </a:lnTo>
                  <a:lnTo>
                    <a:pt x="178" y="49720"/>
                  </a:lnTo>
                  <a:lnTo>
                    <a:pt x="4274" y="93535"/>
                  </a:lnTo>
                  <a:lnTo>
                    <a:pt x="12370" y="137350"/>
                  </a:lnTo>
                  <a:lnTo>
                    <a:pt x="16894" y="160103"/>
                  </a:lnTo>
                  <a:lnTo>
                    <a:pt x="21133" y="182784"/>
                  </a:lnTo>
                  <a:lnTo>
                    <a:pt x="27610" y="228790"/>
                  </a:lnTo>
                  <a:lnTo>
                    <a:pt x="30610" y="281832"/>
                  </a:lnTo>
                  <a:lnTo>
                    <a:pt x="30658" y="299656"/>
                  </a:lnTo>
                  <a:lnTo>
                    <a:pt x="30265" y="307419"/>
                  </a:lnTo>
                  <a:lnTo>
                    <a:pt x="29229" y="314896"/>
                  </a:lnTo>
                  <a:lnTo>
                    <a:pt x="27765" y="322373"/>
                  </a:lnTo>
                  <a:lnTo>
                    <a:pt x="26086" y="330136"/>
                  </a:lnTo>
                  <a:lnTo>
                    <a:pt x="26086" y="330898"/>
                  </a:lnTo>
                  <a:lnTo>
                    <a:pt x="26086" y="331660"/>
                  </a:lnTo>
                  <a:lnTo>
                    <a:pt x="32944" y="330136"/>
                  </a:lnTo>
                  <a:lnTo>
                    <a:pt x="80402" y="317384"/>
                  </a:lnTo>
                  <a:lnTo>
                    <a:pt x="102286" y="315658"/>
                  </a:lnTo>
                  <a:lnTo>
                    <a:pt x="106096" y="315658"/>
                  </a:lnTo>
                  <a:lnTo>
                    <a:pt x="112954" y="31413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81" name="Google Shape;2281;p2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923263" y="2649461"/>
              <a:ext cx="82071" cy="1700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2" name="Google Shape;2282;p21"/>
            <p:cNvSpPr/>
            <p:nvPr/>
          </p:nvSpPr>
          <p:spPr>
            <a:xfrm>
              <a:off x="8052815" y="2747010"/>
              <a:ext cx="5079" cy="83819"/>
            </a:xfrm>
            <a:custGeom>
              <a:rect b="b" l="l" r="r" t="t"/>
              <a:pathLst>
                <a:path extrusionOk="0" h="83819" w="5079">
                  <a:moveTo>
                    <a:pt x="0" y="0"/>
                  </a:moveTo>
                  <a:lnTo>
                    <a:pt x="4857" y="45291"/>
                  </a:lnTo>
                  <a:lnTo>
                    <a:pt x="4572" y="56769"/>
                  </a:lnTo>
                  <a:lnTo>
                    <a:pt x="3714" y="68246"/>
                  </a:lnTo>
                  <a:lnTo>
                    <a:pt x="2286" y="80010"/>
                  </a:lnTo>
                  <a:lnTo>
                    <a:pt x="2286" y="81534"/>
                  </a:lnTo>
                  <a:lnTo>
                    <a:pt x="2286" y="82296"/>
                  </a:lnTo>
                  <a:lnTo>
                    <a:pt x="1524" y="8382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3" name="Google Shape;2283;p21"/>
          <p:cNvGrpSpPr/>
          <p:nvPr/>
        </p:nvGrpSpPr>
        <p:grpSpPr>
          <a:xfrm>
            <a:off x="8001341" y="1085369"/>
            <a:ext cx="472633" cy="542899"/>
            <a:chOff x="8340076" y="2416790"/>
            <a:chExt cx="372504" cy="398780"/>
          </a:xfrm>
        </p:grpSpPr>
        <p:pic>
          <p:nvPicPr>
            <p:cNvPr id="2284" name="Google Shape;2284;p2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8340076" y="2566403"/>
              <a:ext cx="185191" cy="2057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5" name="Google Shape;2285;p21"/>
            <p:cNvSpPr/>
            <p:nvPr/>
          </p:nvSpPr>
          <p:spPr>
            <a:xfrm>
              <a:off x="8544305" y="2416790"/>
              <a:ext cx="168275" cy="398780"/>
            </a:xfrm>
            <a:custGeom>
              <a:rect b="b" l="l" r="r" t="t"/>
              <a:pathLst>
                <a:path extrusionOk="0" h="398780" w="168275">
                  <a:moveTo>
                    <a:pt x="24383" y="13227"/>
                  </a:moveTo>
                  <a:lnTo>
                    <a:pt x="66282" y="4655"/>
                  </a:lnTo>
                  <a:lnTo>
                    <a:pt x="111251" y="1226"/>
                  </a:lnTo>
                  <a:lnTo>
                    <a:pt x="141731" y="273"/>
                  </a:lnTo>
                  <a:lnTo>
                    <a:pt x="149506" y="0"/>
                  </a:lnTo>
                  <a:lnTo>
                    <a:pt x="168116" y="36564"/>
                  </a:lnTo>
                  <a:lnTo>
                    <a:pt x="167294" y="50577"/>
                  </a:lnTo>
                  <a:lnTo>
                    <a:pt x="166115" y="63519"/>
                  </a:lnTo>
                  <a:lnTo>
                    <a:pt x="163627" y="86498"/>
                  </a:lnTo>
                  <a:lnTo>
                    <a:pt x="161067" y="109620"/>
                  </a:lnTo>
                  <a:lnTo>
                    <a:pt x="158936" y="132742"/>
                  </a:lnTo>
                  <a:lnTo>
                    <a:pt x="157733" y="155721"/>
                  </a:lnTo>
                  <a:lnTo>
                    <a:pt x="157329" y="184296"/>
                  </a:lnTo>
                  <a:lnTo>
                    <a:pt x="157352" y="212871"/>
                  </a:lnTo>
                  <a:lnTo>
                    <a:pt x="159257" y="270021"/>
                  </a:lnTo>
                  <a:lnTo>
                    <a:pt x="162258" y="322099"/>
                  </a:lnTo>
                  <a:lnTo>
                    <a:pt x="163067" y="339363"/>
                  </a:lnTo>
                  <a:lnTo>
                    <a:pt x="163770" y="350555"/>
                  </a:lnTo>
                  <a:lnTo>
                    <a:pt x="164687" y="366033"/>
                  </a:lnTo>
                  <a:lnTo>
                    <a:pt x="164032" y="380940"/>
                  </a:lnTo>
                  <a:lnTo>
                    <a:pt x="131825" y="395751"/>
                  </a:lnTo>
                  <a:lnTo>
                    <a:pt x="113526" y="396537"/>
                  </a:lnTo>
                  <a:lnTo>
                    <a:pt x="95154" y="396894"/>
                  </a:lnTo>
                  <a:lnTo>
                    <a:pt x="76640" y="397252"/>
                  </a:lnTo>
                  <a:lnTo>
                    <a:pt x="57911" y="398037"/>
                  </a:lnTo>
                  <a:lnTo>
                    <a:pt x="43612" y="398466"/>
                  </a:lnTo>
                  <a:lnTo>
                    <a:pt x="29241" y="398609"/>
                  </a:lnTo>
                  <a:lnTo>
                    <a:pt x="14728" y="398466"/>
                  </a:lnTo>
                  <a:lnTo>
                    <a:pt x="0" y="398037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6" name="Google Shape;2286;p21"/>
          <p:cNvGrpSpPr/>
          <p:nvPr/>
        </p:nvGrpSpPr>
        <p:grpSpPr>
          <a:xfrm>
            <a:off x="4022868" y="3825538"/>
            <a:ext cx="5577640" cy="2275048"/>
            <a:chOff x="4022868" y="3825538"/>
            <a:chExt cx="5577640" cy="2275048"/>
          </a:xfrm>
        </p:grpSpPr>
        <p:pic>
          <p:nvPicPr>
            <p:cNvPr id="2287" name="Google Shape;2287;p21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171742" y="3825538"/>
              <a:ext cx="172125" cy="15668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88" name="Google Shape;2288;p21"/>
            <p:cNvGrpSpPr/>
            <p:nvPr/>
          </p:nvGrpSpPr>
          <p:grpSpPr>
            <a:xfrm>
              <a:off x="4022868" y="4485273"/>
              <a:ext cx="127299" cy="111864"/>
              <a:chOff x="5204460" y="4914137"/>
              <a:chExt cx="100330" cy="82168"/>
            </a:xfrm>
          </p:grpSpPr>
          <p:sp>
            <p:nvSpPr>
              <p:cNvPr id="2289" name="Google Shape;2289;p21"/>
              <p:cNvSpPr/>
              <p:nvPr/>
            </p:nvSpPr>
            <p:spPr>
              <a:xfrm>
                <a:off x="5204460" y="4914137"/>
                <a:ext cx="62864" cy="14604"/>
              </a:xfrm>
              <a:custGeom>
                <a:rect b="b" l="l" r="r" t="t"/>
                <a:pathLst>
                  <a:path extrusionOk="0" h="14604" w="62864">
                    <a:moveTo>
                      <a:pt x="0" y="0"/>
                    </a:moveTo>
                    <a:lnTo>
                      <a:pt x="38862" y="9143"/>
                    </a:lnTo>
                    <a:lnTo>
                      <a:pt x="45720" y="9905"/>
                    </a:lnTo>
                    <a:lnTo>
                      <a:pt x="56388" y="9143"/>
                    </a:lnTo>
                    <a:lnTo>
                      <a:pt x="62484" y="13715"/>
                    </a:lnTo>
                    <a:lnTo>
                      <a:pt x="62484" y="14477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0" name="Google Shape;2290;p21"/>
              <p:cNvSpPr/>
              <p:nvPr/>
            </p:nvSpPr>
            <p:spPr>
              <a:xfrm>
                <a:off x="5208270" y="4984241"/>
                <a:ext cx="96520" cy="12064"/>
              </a:xfrm>
              <a:custGeom>
                <a:rect b="b" l="l" r="r" t="t"/>
                <a:pathLst>
                  <a:path extrusionOk="0" h="12064" w="96520">
                    <a:moveTo>
                      <a:pt x="0" y="11430"/>
                    </a:moveTo>
                    <a:lnTo>
                      <a:pt x="12668" y="12025"/>
                    </a:lnTo>
                    <a:lnTo>
                      <a:pt x="24765" y="11620"/>
                    </a:lnTo>
                    <a:lnTo>
                      <a:pt x="36861" y="10358"/>
                    </a:lnTo>
                    <a:lnTo>
                      <a:pt x="49530" y="8382"/>
                    </a:lnTo>
                    <a:lnTo>
                      <a:pt x="61400" y="6858"/>
                    </a:lnTo>
                    <a:lnTo>
                      <a:pt x="73056" y="5334"/>
                    </a:lnTo>
                    <a:lnTo>
                      <a:pt x="84570" y="3238"/>
                    </a:lnTo>
                    <a:lnTo>
                      <a:pt x="96012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91" name="Google Shape;2291;p21"/>
            <p:cNvGrpSpPr/>
            <p:nvPr/>
          </p:nvGrpSpPr>
          <p:grpSpPr>
            <a:xfrm>
              <a:off x="4655428" y="4330680"/>
              <a:ext cx="330517" cy="593039"/>
              <a:chOff x="5702998" y="4800599"/>
              <a:chExt cx="260496" cy="435610"/>
            </a:xfrm>
          </p:grpSpPr>
          <p:sp>
            <p:nvSpPr>
              <p:cNvPr id="2292" name="Google Shape;2292;p21"/>
              <p:cNvSpPr/>
              <p:nvPr/>
            </p:nvSpPr>
            <p:spPr>
              <a:xfrm>
                <a:off x="5702998" y="4800599"/>
                <a:ext cx="247014" cy="435610"/>
              </a:xfrm>
              <a:custGeom>
                <a:rect b="b" l="l" r="r" t="t"/>
                <a:pathLst>
                  <a:path extrusionOk="0" h="435610" w="247014">
                    <a:moveTo>
                      <a:pt x="25717" y="0"/>
                    </a:moveTo>
                    <a:lnTo>
                      <a:pt x="2857" y="41910"/>
                    </a:lnTo>
                    <a:lnTo>
                      <a:pt x="0" y="98298"/>
                    </a:lnTo>
                    <a:lnTo>
                      <a:pt x="71" y="126563"/>
                    </a:lnTo>
                    <a:lnTo>
                      <a:pt x="2786" y="196929"/>
                    </a:lnTo>
                    <a:lnTo>
                      <a:pt x="7429" y="238887"/>
                    </a:lnTo>
                    <a:lnTo>
                      <a:pt x="14930" y="280273"/>
                    </a:lnTo>
                    <a:lnTo>
                      <a:pt x="25717" y="320802"/>
                    </a:lnTo>
                    <a:lnTo>
                      <a:pt x="49434" y="373761"/>
                    </a:lnTo>
                    <a:lnTo>
                      <a:pt x="89725" y="415290"/>
                    </a:lnTo>
                    <a:lnTo>
                      <a:pt x="127003" y="430720"/>
                    </a:lnTo>
                    <a:lnTo>
                      <a:pt x="166211" y="435292"/>
                    </a:lnTo>
                    <a:lnTo>
                      <a:pt x="206418" y="433292"/>
                    </a:lnTo>
                    <a:lnTo>
                      <a:pt x="246697" y="42900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293" name="Google Shape;2293;p2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5818619" y="4868214"/>
                <a:ext cx="108229" cy="17242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94" name="Google Shape;2294;p21"/>
              <p:cNvSpPr/>
              <p:nvPr/>
            </p:nvSpPr>
            <p:spPr>
              <a:xfrm>
                <a:off x="5957780" y="4966715"/>
                <a:ext cx="5714" cy="81914"/>
              </a:xfrm>
              <a:custGeom>
                <a:rect b="b" l="l" r="r" t="t"/>
                <a:pathLst>
                  <a:path extrusionOk="0" h="81914" w="5714">
                    <a:moveTo>
                      <a:pt x="1059" y="0"/>
                    </a:moveTo>
                    <a:lnTo>
                      <a:pt x="0" y="8512"/>
                    </a:lnTo>
                    <a:lnTo>
                      <a:pt x="11" y="15525"/>
                    </a:lnTo>
                    <a:lnTo>
                      <a:pt x="738" y="22395"/>
                    </a:lnTo>
                    <a:lnTo>
                      <a:pt x="1821" y="30479"/>
                    </a:lnTo>
                    <a:lnTo>
                      <a:pt x="3048" y="41219"/>
                    </a:lnTo>
                    <a:lnTo>
                      <a:pt x="3631" y="51815"/>
                    </a:lnTo>
                    <a:lnTo>
                      <a:pt x="4071" y="62412"/>
                    </a:lnTo>
                    <a:lnTo>
                      <a:pt x="4869" y="73151"/>
                    </a:lnTo>
                    <a:lnTo>
                      <a:pt x="4869" y="76199"/>
                    </a:lnTo>
                    <a:lnTo>
                      <a:pt x="5631" y="78485"/>
                    </a:lnTo>
                    <a:lnTo>
                      <a:pt x="5631" y="81533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95" name="Google Shape;2295;p21"/>
            <p:cNvGrpSpPr/>
            <p:nvPr/>
          </p:nvGrpSpPr>
          <p:grpSpPr>
            <a:xfrm>
              <a:off x="5099295" y="4416142"/>
              <a:ext cx="154668" cy="281796"/>
              <a:chOff x="6052839" y="4863357"/>
              <a:chExt cx="121901" cy="206990"/>
            </a:xfrm>
          </p:grpSpPr>
          <p:pic>
            <p:nvPicPr>
              <p:cNvPr id="2296" name="Google Shape;2296;p21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6052839" y="4863357"/>
                <a:ext cx="72891" cy="20166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97" name="Google Shape;2297;p21"/>
              <p:cNvSpPr/>
              <p:nvPr/>
            </p:nvSpPr>
            <p:spPr>
              <a:xfrm>
                <a:off x="6168390" y="4994147"/>
                <a:ext cx="6350" cy="76200"/>
              </a:xfrm>
              <a:custGeom>
                <a:rect b="b" l="l" r="r" t="t"/>
                <a:pathLst>
                  <a:path extrusionOk="0" h="76200" w="6350">
                    <a:moveTo>
                      <a:pt x="0" y="0"/>
                    </a:moveTo>
                    <a:lnTo>
                      <a:pt x="6096" y="43434"/>
                    </a:lnTo>
                    <a:lnTo>
                      <a:pt x="6096" y="51554"/>
                    </a:lnTo>
                    <a:lnTo>
                      <a:pt x="6096" y="59817"/>
                    </a:lnTo>
                    <a:lnTo>
                      <a:pt x="6096" y="68079"/>
                    </a:lnTo>
                    <a:lnTo>
                      <a:pt x="6096" y="7620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298" name="Google Shape;2298;p2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5455639" y="4445903"/>
              <a:ext cx="123785" cy="153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9" name="Google Shape;2299;p2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5751486" y="4345161"/>
              <a:ext cx="241736" cy="2418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0" name="Google Shape;2300;p2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6064796" y="4328790"/>
              <a:ext cx="236841" cy="2312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1" name="Google Shape;2301;p2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6513339" y="4322452"/>
              <a:ext cx="133453" cy="1514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2" name="Google Shape;2302;p21"/>
            <p:cNvSpPr/>
            <p:nvPr/>
          </p:nvSpPr>
          <p:spPr>
            <a:xfrm>
              <a:off x="6849807" y="4227029"/>
              <a:ext cx="9677" cy="176497"/>
            </a:xfrm>
            <a:custGeom>
              <a:rect b="b" l="l" r="r" t="t"/>
              <a:pathLst>
                <a:path extrusionOk="0" h="129539" w="7620">
                  <a:moveTo>
                    <a:pt x="0" y="0"/>
                  </a:moveTo>
                  <a:lnTo>
                    <a:pt x="154" y="20014"/>
                  </a:lnTo>
                  <a:lnTo>
                    <a:pt x="666" y="40100"/>
                  </a:lnTo>
                  <a:lnTo>
                    <a:pt x="1607" y="60328"/>
                  </a:lnTo>
                  <a:lnTo>
                    <a:pt x="3048" y="80772"/>
                  </a:lnTo>
                  <a:lnTo>
                    <a:pt x="3309" y="89916"/>
                  </a:lnTo>
                  <a:lnTo>
                    <a:pt x="4000" y="99059"/>
                  </a:lnTo>
                  <a:lnTo>
                    <a:pt x="4976" y="108203"/>
                  </a:lnTo>
                  <a:lnTo>
                    <a:pt x="6096" y="117348"/>
                  </a:lnTo>
                  <a:lnTo>
                    <a:pt x="6096" y="121157"/>
                  </a:lnTo>
                  <a:lnTo>
                    <a:pt x="6096" y="129539"/>
                  </a:lnTo>
                  <a:lnTo>
                    <a:pt x="7620" y="126492"/>
                  </a:lnTo>
                  <a:lnTo>
                    <a:pt x="7620" y="124968"/>
                  </a:lnTo>
                  <a:lnTo>
                    <a:pt x="7620" y="122682"/>
                  </a:lnTo>
                  <a:lnTo>
                    <a:pt x="7620" y="120396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3" name="Google Shape;2303;p21"/>
            <p:cNvSpPr/>
            <p:nvPr/>
          </p:nvSpPr>
          <p:spPr>
            <a:xfrm>
              <a:off x="7019000" y="4061044"/>
              <a:ext cx="168548" cy="408368"/>
            </a:xfrm>
            <a:custGeom>
              <a:rect b="b" l="l" r="r" t="t"/>
              <a:pathLst>
                <a:path extrusionOk="0" h="299720" w="132715">
                  <a:moveTo>
                    <a:pt x="0" y="0"/>
                  </a:moveTo>
                  <a:lnTo>
                    <a:pt x="37397" y="11144"/>
                  </a:lnTo>
                  <a:lnTo>
                    <a:pt x="80486" y="44957"/>
                  </a:lnTo>
                  <a:lnTo>
                    <a:pt x="106680" y="73913"/>
                  </a:lnTo>
                  <a:lnTo>
                    <a:pt x="124110" y="108394"/>
                  </a:lnTo>
                  <a:lnTo>
                    <a:pt x="131826" y="146303"/>
                  </a:lnTo>
                  <a:lnTo>
                    <a:pt x="132195" y="164532"/>
                  </a:lnTo>
                  <a:lnTo>
                    <a:pt x="130778" y="181832"/>
                  </a:lnTo>
                  <a:lnTo>
                    <a:pt x="114192" y="229516"/>
                  </a:lnTo>
                  <a:lnTo>
                    <a:pt x="86868" y="266699"/>
                  </a:lnTo>
                  <a:lnTo>
                    <a:pt x="51054" y="296417"/>
                  </a:lnTo>
                  <a:lnTo>
                    <a:pt x="44958" y="298703"/>
                  </a:lnTo>
                  <a:lnTo>
                    <a:pt x="44196" y="299465"/>
                  </a:lnTo>
                  <a:lnTo>
                    <a:pt x="39624" y="299465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p21"/>
            <p:cNvSpPr/>
            <p:nvPr/>
          </p:nvSpPr>
          <p:spPr>
            <a:xfrm>
              <a:off x="4201690" y="5445973"/>
              <a:ext cx="91128" cy="6056"/>
            </a:xfrm>
            <a:custGeom>
              <a:rect b="b" l="l" r="r" t="t"/>
              <a:pathLst>
                <a:path extrusionOk="0" h="4445" w="71754">
                  <a:moveTo>
                    <a:pt x="0" y="3047"/>
                  </a:moveTo>
                  <a:lnTo>
                    <a:pt x="10298" y="3583"/>
                  </a:lnTo>
                  <a:lnTo>
                    <a:pt x="20669" y="3905"/>
                  </a:lnTo>
                  <a:lnTo>
                    <a:pt x="31182" y="3798"/>
                  </a:lnTo>
                  <a:lnTo>
                    <a:pt x="41910" y="3047"/>
                  </a:lnTo>
                  <a:lnTo>
                    <a:pt x="49339" y="2035"/>
                  </a:lnTo>
                  <a:lnTo>
                    <a:pt x="56769" y="1238"/>
                  </a:lnTo>
                  <a:lnTo>
                    <a:pt x="64198" y="583"/>
                  </a:lnTo>
                  <a:lnTo>
                    <a:pt x="71628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p21"/>
            <p:cNvSpPr/>
            <p:nvPr/>
          </p:nvSpPr>
          <p:spPr>
            <a:xfrm>
              <a:off x="4207493" y="5553862"/>
              <a:ext cx="90322" cy="12978"/>
            </a:xfrm>
            <a:custGeom>
              <a:rect b="b" l="l" r="r" t="t"/>
              <a:pathLst>
                <a:path extrusionOk="0" h="9525" w="71120">
                  <a:moveTo>
                    <a:pt x="0" y="8381"/>
                  </a:moveTo>
                  <a:lnTo>
                    <a:pt x="12787" y="9203"/>
                  </a:lnTo>
                  <a:lnTo>
                    <a:pt x="25146" y="9239"/>
                  </a:lnTo>
                  <a:lnTo>
                    <a:pt x="37504" y="8274"/>
                  </a:lnTo>
                  <a:lnTo>
                    <a:pt x="50292" y="6095"/>
                  </a:lnTo>
                  <a:lnTo>
                    <a:pt x="60960" y="3809"/>
                  </a:lnTo>
                  <a:lnTo>
                    <a:pt x="64008" y="3047"/>
                  </a:lnTo>
                  <a:lnTo>
                    <a:pt x="70866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06" name="Google Shape;2306;p21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4804003" y="5373338"/>
              <a:ext cx="152789" cy="2521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7" name="Google Shape;2307;p21"/>
            <p:cNvSpPr/>
            <p:nvPr/>
          </p:nvSpPr>
          <p:spPr>
            <a:xfrm>
              <a:off x="4890065" y="5747855"/>
              <a:ext cx="395967" cy="30282"/>
            </a:xfrm>
            <a:custGeom>
              <a:rect b="b" l="l" r="r" t="t"/>
              <a:pathLst>
                <a:path extrusionOk="0" h="22225" w="311785">
                  <a:moveTo>
                    <a:pt x="4572" y="22097"/>
                  </a:moveTo>
                  <a:lnTo>
                    <a:pt x="3048" y="22097"/>
                  </a:lnTo>
                  <a:lnTo>
                    <a:pt x="1524" y="22097"/>
                  </a:lnTo>
                  <a:lnTo>
                    <a:pt x="0" y="22097"/>
                  </a:lnTo>
                  <a:lnTo>
                    <a:pt x="9144" y="21967"/>
                  </a:lnTo>
                  <a:lnTo>
                    <a:pt x="72461" y="17502"/>
                  </a:lnTo>
                  <a:lnTo>
                    <a:pt x="108204" y="14287"/>
                  </a:lnTo>
                  <a:lnTo>
                    <a:pt x="143946" y="11358"/>
                  </a:lnTo>
                  <a:lnTo>
                    <a:pt x="203144" y="8131"/>
                  </a:lnTo>
                  <a:lnTo>
                    <a:pt x="249483" y="6679"/>
                  </a:lnTo>
                  <a:lnTo>
                    <a:pt x="272796" y="6095"/>
                  </a:lnTo>
                  <a:lnTo>
                    <a:pt x="281487" y="5643"/>
                  </a:lnTo>
                  <a:lnTo>
                    <a:pt x="290322" y="5333"/>
                  </a:lnTo>
                  <a:lnTo>
                    <a:pt x="299156" y="5024"/>
                  </a:lnTo>
                  <a:lnTo>
                    <a:pt x="307848" y="4571"/>
                  </a:lnTo>
                  <a:lnTo>
                    <a:pt x="308610" y="4571"/>
                  </a:lnTo>
                  <a:lnTo>
                    <a:pt x="310896" y="3047"/>
                  </a:lnTo>
                  <a:lnTo>
                    <a:pt x="311658" y="3047"/>
                  </a:lnTo>
                  <a:lnTo>
                    <a:pt x="304800" y="3047"/>
                  </a:lnTo>
                  <a:lnTo>
                    <a:pt x="299466" y="4571"/>
                  </a:lnTo>
                  <a:lnTo>
                    <a:pt x="293370" y="5333"/>
                  </a:lnTo>
                  <a:lnTo>
                    <a:pt x="285750" y="6857"/>
                  </a:lnTo>
                  <a:lnTo>
                    <a:pt x="285750" y="5333"/>
                  </a:lnTo>
                  <a:lnTo>
                    <a:pt x="280416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08" name="Google Shape;2308;p21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4926789" y="5169942"/>
              <a:ext cx="176960" cy="1559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9" name="Google Shape;2309;p21"/>
            <p:cNvSpPr/>
            <p:nvPr/>
          </p:nvSpPr>
          <p:spPr>
            <a:xfrm>
              <a:off x="4996417" y="5533115"/>
              <a:ext cx="18547" cy="133238"/>
            </a:xfrm>
            <a:custGeom>
              <a:rect b="b" l="l" r="r" t="t"/>
              <a:pathLst>
                <a:path extrusionOk="0" h="97789" w="14604">
                  <a:moveTo>
                    <a:pt x="0" y="0"/>
                  </a:moveTo>
                  <a:lnTo>
                    <a:pt x="5334" y="39624"/>
                  </a:lnTo>
                  <a:lnTo>
                    <a:pt x="7703" y="49220"/>
                  </a:lnTo>
                  <a:lnTo>
                    <a:pt x="10001" y="58673"/>
                  </a:lnTo>
                  <a:lnTo>
                    <a:pt x="11870" y="68127"/>
                  </a:lnTo>
                  <a:lnTo>
                    <a:pt x="12954" y="77724"/>
                  </a:lnTo>
                  <a:lnTo>
                    <a:pt x="13716" y="84582"/>
                  </a:lnTo>
                  <a:lnTo>
                    <a:pt x="13716" y="90678"/>
                  </a:lnTo>
                  <a:lnTo>
                    <a:pt x="14478" y="97536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10" name="Google Shape;2310;p21"/>
            <p:cNvGrpSpPr/>
            <p:nvPr/>
          </p:nvGrpSpPr>
          <p:grpSpPr>
            <a:xfrm>
              <a:off x="5124183" y="5168506"/>
              <a:ext cx="334433" cy="484736"/>
              <a:chOff x="6072460" y="5416009"/>
              <a:chExt cx="263582" cy="356057"/>
            </a:xfrm>
          </p:grpSpPr>
          <p:pic>
            <p:nvPicPr>
              <p:cNvPr id="2311" name="Google Shape;2311;p21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6072460" y="5554395"/>
                <a:ext cx="97942" cy="21767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12" name="Google Shape;2312;p21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6183617" y="5416009"/>
                <a:ext cx="152425" cy="1080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13" name="Google Shape;2313;p21"/>
              <p:cNvSpPr/>
              <p:nvPr/>
            </p:nvSpPr>
            <p:spPr>
              <a:xfrm>
                <a:off x="6223254" y="5668517"/>
                <a:ext cx="5079" cy="81279"/>
              </a:xfrm>
              <a:custGeom>
                <a:rect b="b" l="l" r="r" t="t"/>
                <a:pathLst>
                  <a:path extrusionOk="0" h="81279" w="5079">
                    <a:moveTo>
                      <a:pt x="1524" y="0"/>
                    </a:moveTo>
                    <a:lnTo>
                      <a:pt x="2964" y="11191"/>
                    </a:lnTo>
                    <a:lnTo>
                      <a:pt x="3905" y="22097"/>
                    </a:lnTo>
                    <a:lnTo>
                      <a:pt x="4417" y="33004"/>
                    </a:lnTo>
                    <a:lnTo>
                      <a:pt x="4572" y="44195"/>
                    </a:lnTo>
                    <a:lnTo>
                      <a:pt x="4524" y="51958"/>
                    </a:lnTo>
                    <a:lnTo>
                      <a:pt x="4191" y="59435"/>
                    </a:lnTo>
                    <a:lnTo>
                      <a:pt x="3286" y="66913"/>
                    </a:lnTo>
                    <a:lnTo>
                      <a:pt x="1524" y="74675"/>
                    </a:lnTo>
                    <a:lnTo>
                      <a:pt x="0" y="80771"/>
                    </a:lnTo>
                    <a:lnTo>
                      <a:pt x="0" y="75437"/>
                    </a:lnTo>
                    <a:lnTo>
                      <a:pt x="0" y="73913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314" name="Google Shape;2314;p21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5520416" y="5396161"/>
              <a:ext cx="121851" cy="15356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15" name="Google Shape;2315;p21"/>
            <p:cNvGrpSpPr/>
            <p:nvPr/>
          </p:nvGrpSpPr>
          <p:grpSpPr>
            <a:xfrm>
              <a:off x="5814378" y="5070389"/>
              <a:ext cx="583994" cy="596968"/>
              <a:chOff x="6616433" y="5343940"/>
              <a:chExt cx="460273" cy="438496"/>
            </a:xfrm>
          </p:grpSpPr>
          <p:pic>
            <p:nvPicPr>
              <p:cNvPr id="2316" name="Google Shape;2316;p21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6616433" y="5512295"/>
                <a:ext cx="107467" cy="18823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17" name="Google Shape;2317;p21"/>
              <p:cNvSpPr/>
              <p:nvPr/>
            </p:nvSpPr>
            <p:spPr>
              <a:xfrm>
                <a:off x="6622542" y="5746241"/>
                <a:ext cx="418465" cy="36195"/>
              </a:xfrm>
              <a:custGeom>
                <a:rect b="b" l="l" r="r" t="t"/>
                <a:pathLst>
                  <a:path extrusionOk="0" h="36195" w="418465">
                    <a:moveTo>
                      <a:pt x="0" y="34289"/>
                    </a:moveTo>
                    <a:lnTo>
                      <a:pt x="24443" y="35718"/>
                    </a:lnTo>
                    <a:lnTo>
                      <a:pt x="48101" y="34861"/>
                    </a:lnTo>
                    <a:lnTo>
                      <a:pt x="71901" y="32575"/>
                    </a:lnTo>
                    <a:lnTo>
                      <a:pt x="96774" y="29717"/>
                    </a:lnTo>
                    <a:lnTo>
                      <a:pt x="129932" y="26217"/>
                    </a:lnTo>
                    <a:lnTo>
                      <a:pt x="163163" y="23431"/>
                    </a:lnTo>
                    <a:lnTo>
                      <a:pt x="196536" y="20931"/>
                    </a:lnTo>
                    <a:lnTo>
                      <a:pt x="230124" y="18287"/>
                    </a:lnTo>
                    <a:lnTo>
                      <a:pt x="259389" y="15882"/>
                    </a:lnTo>
                    <a:lnTo>
                      <a:pt x="288798" y="13334"/>
                    </a:lnTo>
                    <a:lnTo>
                      <a:pt x="318206" y="10787"/>
                    </a:lnTo>
                    <a:lnTo>
                      <a:pt x="347472" y="8381"/>
                    </a:lnTo>
                    <a:lnTo>
                      <a:pt x="363021" y="6786"/>
                    </a:lnTo>
                    <a:lnTo>
                      <a:pt x="378714" y="5333"/>
                    </a:lnTo>
                    <a:lnTo>
                      <a:pt x="394406" y="3881"/>
                    </a:lnTo>
                    <a:lnTo>
                      <a:pt x="409956" y="2285"/>
                    </a:lnTo>
                    <a:lnTo>
                      <a:pt x="411480" y="2285"/>
                    </a:lnTo>
                    <a:lnTo>
                      <a:pt x="417576" y="761"/>
                    </a:lnTo>
                    <a:lnTo>
                      <a:pt x="418338" y="761"/>
                    </a:lnTo>
                    <a:lnTo>
                      <a:pt x="411480" y="321"/>
                    </a:lnTo>
                    <a:lnTo>
                      <a:pt x="404622" y="95"/>
                    </a:lnTo>
                    <a:lnTo>
                      <a:pt x="397764" y="11"/>
                    </a:lnTo>
                    <a:lnTo>
                      <a:pt x="390906" y="0"/>
                    </a:lnTo>
                    <a:lnTo>
                      <a:pt x="382905" y="0"/>
                    </a:lnTo>
                    <a:lnTo>
                      <a:pt x="374904" y="0"/>
                    </a:lnTo>
                    <a:lnTo>
                      <a:pt x="366903" y="0"/>
                    </a:lnTo>
                    <a:lnTo>
                      <a:pt x="358902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318" name="Google Shape;2318;p21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6685013" y="5637822"/>
                <a:ext cx="104419" cy="9319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19" name="Google Shape;2319;p21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6712445" y="5374087"/>
                <a:ext cx="121945" cy="1101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20" name="Google Shape;2320;p21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6867131" y="5477517"/>
                <a:ext cx="71653" cy="1914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21" name="Google Shape;2321;p21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6960857" y="5343940"/>
                <a:ext cx="115849" cy="1087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22" name="Google Shape;2322;p21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6960857" y="5568373"/>
                <a:ext cx="83083" cy="10244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323" name="Google Shape;2323;p21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6458230" y="5285159"/>
              <a:ext cx="122818" cy="1463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4" name="Google Shape;2324;p21"/>
            <p:cNvSpPr/>
            <p:nvPr/>
          </p:nvSpPr>
          <p:spPr>
            <a:xfrm>
              <a:off x="6734756" y="5223970"/>
              <a:ext cx="33063" cy="157464"/>
            </a:xfrm>
            <a:custGeom>
              <a:rect b="b" l="l" r="r" t="t"/>
              <a:pathLst>
                <a:path extrusionOk="0" h="115570" w="26034">
                  <a:moveTo>
                    <a:pt x="0" y="0"/>
                  </a:moveTo>
                  <a:lnTo>
                    <a:pt x="15537" y="39112"/>
                  </a:lnTo>
                  <a:lnTo>
                    <a:pt x="25491" y="84832"/>
                  </a:lnTo>
                  <a:lnTo>
                    <a:pt x="25908" y="96012"/>
                  </a:lnTo>
                  <a:lnTo>
                    <a:pt x="25908" y="102870"/>
                  </a:lnTo>
                  <a:lnTo>
                    <a:pt x="25908" y="108966"/>
                  </a:lnTo>
                  <a:lnTo>
                    <a:pt x="25146" y="115062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25" name="Google Shape;2325;p21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7033487" y="5186606"/>
              <a:ext cx="145055" cy="17742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26" name="Google Shape;2326;p21"/>
            <p:cNvGrpSpPr/>
            <p:nvPr/>
          </p:nvGrpSpPr>
          <p:grpSpPr>
            <a:xfrm>
              <a:off x="7535331" y="5088993"/>
              <a:ext cx="373226" cy="287390"/>
              <a:chOff x="7972793" y="5357609"/>
              <a:chExt cx="294157" cy="211099"/>
            </a:xfrm>
          </p:grpSpPr>
          <p:pic>
            <p:nvPicPr>
              <p:cNvPr id="2327" name="Google Shape;2327;p21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7972793" y="5406853"/>
                <a:ext cx="129565" cy="15861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28" name="Google Shape;2328;p21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8139671" y="5357609"/>
                <a:ext cx="127279" cy="2110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29" name="Google Shape;2329;p21"/>
            <p:cNvGrpSpPr/>
            <p:nvPr/>
          </p:nvGrpSpPr>
          <p:grpSpPr>
            <a:xfrm>
              <a:off x="7990749" y="5117667"/>
              <a:ext cx="157126" cy="238124"/>
              <a:chOff x="8331695" y="5378671"/>
              <a:chExt cx="123838" cy="174911"/>
            </a:xfrm>
          </p:grpSpPr>
          <p:pic>
            <p:nvPicPr>
              <p:cNvPr id="2330" name="Google Shape;2330;p21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8331695" y="5378671"/>
                <a:ext cx="85464" cy="16256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31" name="Google Shape;2331;p21"/>
              <p:cNvSpPr/>
              <p:nvPr/>
            </p:nvSpPr>
            <p:spPr>
              <a:xfrm>
                <a:off x="8449818" y="5485637"/>
                <a:ext cx="5715" cy="67945"/>
              </a:xfrm>
              <a:custGeom>
                <a:rect b="b" l="l" r="r" t="t"/>
                <a:pathLst>
                  <a:path extrusionOk="0" h="67945" w="5715">
                    <a:moveTo>
                      <a:pt x="0" y="0"/>
                    </a:moveTo>
                    <a:lnTo>
                      <a:pt x="5334" y="43243"/>
                    </a:lnTo>
                    <a:lnTo>
                      <a:pt x="5334" y="50672"/>
                    </a:lnTo>
                    <a:lnTo>
                      <a:pt x="5334" y="58102"/>
                    </a:lnTo>
                    <a:lnTo>
                      <a:pt x="5334" y="65532"/>
                    </a:lnTo>
                    <a:lnTo>
                      <a:pt x="5334" y="66294"/>
                    </a:lnTo>
                    <a:lnTo>
                      <a:pt x="5334" y="67056"/>
                    </a:lnTo>
                    <a:lnTo>
                      <a:pt x="5334" y="67818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332" name="Google Shape;2332;p21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8269080" y="5039295"/>
              <a:ext cx="204997" cy="27390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33" name="Google Shape;2333;p21"/>
            <p:cNvGrpSpPr/>
            <p:nvPr/>
          </p:nvGrpSpPr>
          <p:grpSpPr>
            <a:xfrm>
              <a:off x="8536017" y="5018995"/>
              <a:ext cx="247539" cy="282706"/>
              <a:chOff x="8761463" y="5306186"/>
              <a:chExt cx="195097" cy="207658"/>
            </a:xfrm>
          </p:grpSpPr>
          <p:pic>
            <p:nvPicPr>
              <p:cNvPr id="2334" name="Google Shape;2334;p21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8761463" y="5306186"/>
                <a:ext cx="73463" cy="20765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35" name="Google Shape;2335;p21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8867381" y="5412473"/>
                <a:ext cx="89179" cy="8917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336" name="Google Shape;2336;p21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7429883" y="5792447"/>
              <a:ext cx="118950" cy="173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7" name="Google Shape;2337;p21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7759567" y="5777907"/>
              <a:ext cx="172125" cy="1774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8" name="Google Shape;2338;p21"/>
            <p:cNvSpPr/>
            <p:nvPr/>
          </p:nvSpPr>
          <p:spPr>
            <a:xfrm>
              <a:off x="7798256" y="6082417"/>
              <a:ext cx="545159" cy="18169"/>
            </a:xfrm>
            <a:custGeom>
              <a:rect b="b" l="l" r="r" t="t"/>
              <a:pathLst>
                <a:path extrusionOk="0" h="13335" w="429259">
                  <a:moveTo>
                    <a:pt x="0" y="7238"/>
                  </a:moveTo>
                  <a:lnTo>
                    <a:pt x="30420" y="7346"/>
                  </a:lnTo>
                  <a:lnTo>
                    <a:pt x="61055" y="7524"/>
                  </a:lnTo>
                  <a:lnTo>
                    <a:pt x="91832" y="7560"/>
                  </a:lnTo>
                  <a:lnTo>
                    <a:pt x="122682" y="7238"/>
                  </a:lnTo>
                  <a:lnTo>
                    <a:pt x="179141" y="5881"/>
                  </a:lnTo>
                  <a:lnTo>
                    <a:pt x="235458" y="4381"/>
                  </a:lnTo>
                  <a:lnTo>
                    <a:pt x="291774" y="3167"/>
                  </a:lnTo>
                  <a:lnTo>
                    <a:pt x="348234" y="2666"/>
                  </a:lnTo>
                  <a:lnTo>
                    <a:pt x="366426" y="1619"/>
                  </a:lnTo>
                  <a:lnTo>
                    <a:pt x="389763" y="0"/>
                  </a:lnTo>
                  <a:lnTo>
                    <a:pt x="412527" y="95"/>
                  </a:lnTo>
                  <a:lnTo>
                    <a:pt x="429006" y="4190"/>
                  </a:lnTo>
                  <a:lnTo>
                    <a:pt x="427481" y="7238"/>
                  </a:lnTo>
                  <a:lnTo>
                    <a:pt x="425958" y="13334"/>
                  </a:lnTo>
                  <a:lnTo>
                    <a:pt x="420623" y="10286"/>
                  </a:lnTo>
                  <a:lnTo>
                    <a:pt x="418338" y="8762"/>
                  </a:lnTo>
                  <a:lnTo>
                    <a:pt x="416814" y="6476"/>
                  </a:lnTo>
                  <a:lnTo>
                    <a:pt x="415290" y="495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39" name="Google Shape;2339;p21"/>
            <p:cNvGrpSpPr/>
            <p:nvPr/>
          </p:nvGrpSpPr>
          <p:grpSpPr>
            <a:xfrm>
              <a:off x="7987807" y="5738800"/>
              <a:ext cx="343979" cy="237206"/>
              <a:chOff x="8329409" y="5834907"/>
              <a:chExt cx="271106" cy="174237"/>
            </a:xfrm>
          </p:grpSpPr>
          <p:pic>
            <p:nvPicPr>
              <p:cNvPr id="2340" name="Google Shape;2340;p21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8329409" y="5834907"/>
                <a:ext cx="146329" cy="17423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41" name="Google Shape;2341;p21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8503716" y="5839193"/>
                <a:ext cx="96799" cy="1611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342" name="Google Shape;2342;p21"/>
            <p:cNvSpPr/>
            <p:nvPr/>
          </p:nvSpPr>
          <p:spPr>
            <a:xfrm>
              <a:off x="8403485" y="5882719"/>
              <a:ext cx="11290" cy="102956"/>
            </a:xfrm>
            <a:custGeom>
              <a:rect b="b" l="l" r="r" t="t"/>
              <a:pathLst>
                <a:path extrusionOk="0" h="75564" w="8890">
                  <a:moveTo>
                    <a:pt x="0" y="0"/>
                  </a:moveTo>
                  <a:lnTo>
                    <a:pt x="4202" y="9882"/>
                  </a:lnTo>
                  <a:lnTo>
                    <a:pt x="6762" y="17907"/>
                  </a:lnTo>
                  <a:lnTo>
                    <a:pt x="8036" y="25931"/>
                  </a:lnTo>
                  <a:lnTo>
                    <a:pt x="8382" y="35814"/>
                  </a:lnTo>
                  <a:lnTo>
                    <a:pt x="7858" y="44136"/>
                  </a:lnTo>
                  <a:lnTo>
                    <a:pt x="6477" y="52101"/>
                  </a:lnTo>
                  <a:lnTo>
                    <a:pt x="4524" y="59924"/>
                  </a:lnTo>
                  <a:lnTo>
                    <a:pt x="2286" y="67818"/>
                  </a:lnTo>
                  <a:lnTo>
                    <a:pt x="762" y="71628"/>
                  </a:lnTo>
                  <a:lnTo>
                    <a:pt x="762" y="72390"/>
                  </a:lnTo>
                  <a:lnTo>
                    <a:pt x="762" y="75438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43" name="Google Shape;2343;p21"/>
            <p:cNvGrpSpPr/>
            <p:nvPr/>
          </p:nvGrpSpPr>
          <p:grpSpPr>
            <a:xfrm>
              <a:off x="8589161" y="5774758"/>
              <a:ext cx="104739" cy="132265"/>
              <a:chOff x="8803385" y="5861304"/>
              <a:chExt cx="82550" cy="97154"/>
            </a:xfrm>
          </p:grpSpPr>
          <p:sp>
            <p:nvSpPr>
              <p:cNvPr id="2344" name="Google Shape;2344;p21"/>
              <p:cNvSpPr/>
              <p:nvPr/>
            </p:nvSpPr>
            <p:spPr>
              <a:xfrm>
                <a:off x="8803385" y="5889498"/>
                <a:ext cx="82550" cy="15239"/>
              </a:xfrm>
              <a:custGeom>
                <a:rect b="b" l="l" r="r" t="t"/>
                <a:pathLst>
                  <a:path extrusionOk="0" h="15239" w="82550">
                    <a:moveTo>
                      <a:pt x="0" y="14478"/>
                    </a:moveTo>
                    <a:lnTo>
                      <a:pt x="51053" y="10668"/>
                    </a:lnTo>
                    <a:lnTo>
                      <a:pt x="57840" y="9584"/>
                    </a:lnTo>
                    <a:lnTo>
                      <a:pt x="66484" y="8286"/>
                    </a:lnTo>
                    <a:lnTo>
                      <a:pt x="74842" y="6274"/>
                    </a:lnTo>
                    <a:lnTo>
                      <a:pt x="80772" y="3048"/>
                    </a:lnTo>
                    <a:lnTo>
                      <a:pt x="81534" y="1524"/>
                    </a:lnTo>
                    <a:lnTo>
                      <a:pt x="82296" y="762"/>
                    </a:lnTo>
                    <a:lnTo>
                      <a:pt x="81534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5" name="Google Shape;2345;p21"/>
              <p:cNvSpPr/>
              <p:nvPr/>
            </p:nvSpPr>
            <p:spPr>
              <a:xfrm>
                <a:off x="8847581" y="5861304"/>
                <a:ext cx="3175" cy="97154"/>
              </a:xfrm>
              <a:custGeom>
                <a:rect b="b" l="l" r="r" t="t"/>
                <a:pathLst>
                  <a:path extrusionOk="0" h="97154" w="3175">
                    <a:moveTo>
                      <a:pt x="2285" y="0"/>
                    </a:moveTo>
                    <a:lnTo>
                      <a:pt x="1214" y="9810"/>
                    </a:lnTo>
                    <a:lnTo>
                      <a:pt x="1142" y="19050"/>
                    </a:lnTo>
                    <a:lnTo>
                      <a:pt x="1643" y="28289"/>
                    </a:lnTo>
                    <a:lnTo>
                      <a:pt x="2285" y="38100"/>
                    </a:lnTo>
                    <a:lnTo>
                      <a:pt x="2702" y="48506"/>
                    </a:lnTo>
                    <a:lnTo>
                      <a:pt x="0" y="90678"/>
                    </a:lnTo>
                    <a:lnTo>
                      <a:pt x="0" y="9677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6" name="Google Shape;2346;p21"/>
            <p:cNvGrpSpPr/>
            <p:nvPr/>
          </p:nvGrpSpPr>
          <p:grpSpPr>
            <a:xfrm>
              <a:off x="8834770" y="5614965"/>
              <a:ext cx="432203" cy="275979"/>
              <a:chOff x="8996921" y="5743943"/>
              <a:chExt cx="340639" cy="202717"/>
            </a:xfrm>
          </p:grpSpPr>
          <p:pic>
            <p:nvPicPr>
              <p:cNvPr id="2347" name="Google Shape;2347;p21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8996921" y="5814047"/>
                <a:ext cx="115087" cy="11737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48" name="Google Shape;2348;p21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9153131" y="5743943"/>
                <a:ext cx="184429" cy="20271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49" name="Google Shape;2349;p21"/>
            <p:cNvGrpSpPr/>
            <p:nvPr/>
          </p:nvGrpSpPr>
          <p:grpSpPr>
            <a:xfrm>
              <a:off x="9340400" y="5590051"/>
              <a:ext cx="260108" cy="241292"/>
              <a:chOff x="9395447" y="5725655"/>
              <a:chExt cx="205003" cy="177238"/>
            </a:xfrm>
          </p:grpSpPr>
          <p:pic>
            <p:nvPicPr>
              <p:cNvPr id="2350" name="Google Shape;2350;p21"/>
              <p:cNvPicPr preferRelativeResize="0"/>
              <p:nvPr/>
            </p:nvPicPr>
            <p:blipFill rotWithShape="1">
              <a:blip r:embed="rId48">
                <a:alphaModFix/>
              </a:blip>
              <a:srcRect b="0" l="0" r="0" t="0"/>
              <a:stretch/>
            </p:blipFill>
            <p:spPr>
              <a:xfrm>
                <a:off x="9395447" y="5725655"/>
                <a:ext cx="79273" cy="1772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51" name="Google Shape;2351;p21"/>
              <p:cNvPicPr preferRelativeResize="0"/>
              <p:nvPr/>
            </p:nvPicPr>
            <p:blipFill rotWithShape="1">
              <a:blip r:embed="rId49">
                <a:alphaModFix/>
              </a:blip>
              <a:srcRect b="0" l="0" r="0" t="0"/>
              <a:stretch/>
            </p:blipFill>
            <p:spPr>
              <a:xfrm>
                <a:off x="9499079" y="5815571"/>
                <a:ext cx="101371" cy="825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352" name="Google Shape;2352;p21"/>
          <p:cNvPicPr preferRelativeResize="0"/>
          <p:nvPr/>
        </p:nvPicPr>
        <p:blipFill rotWithShape="1">
          <a:blip r:embed="rId50">
            <a:alphaModFix/>
          </a:blip>
          <a:srcRect b="0" l="0" r="0" t="0"/>
          <a:stretch/>
        </p:blipFill>
        <p:spPr>
          <a:xfrm>
            <a:off x="1336673" y="2368336"/>
            <a:ext cx="2046984" cy="14679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3" name="Google Shape;2353;p21"/>
          <p:cNvGrpSpPr/>
          <p:nvPr/>
        </p:nvGrpSpPr>
        <p:grpSpPr>
          <a:xfrm>
            <a:off x="3632278" y="2128270"/>
            <a:ext cx="4188307" cy="1513249"/>
            <a:chOff x="3632278" y="2128270"/>
            <a:chExt cx="4188307" cy="1513249"/>
          </a:xfrm>
        </p:grpSpPr>
        <p:grpSp>
          <p:nvGrpSpPr>
            <p:cNvPr id="2354" name="Google Shape;2354;p21"/>
            <p:cNvGrpSpPr/>
            <p:nvPr/>
          </p:nvGrpSpPr>
          <p:grpSpPr>
            <a:xfrm>
              <a:off x="6009218" y="3239338"/>
              <a:ext cx="254790" cy="254194"/>
              <a:chOff x="6769975" y="3998963"/>
              <a:chExt cx="200812" cy="186715"/>
            </a:xfrm>
          </p:grpSpPr>
          <p:pic>
            <p:nvPicPr>
              <p:cNvPr id="2355" name="Google Shape;2355;p21"/>
              <p:cNvPicPr preferRelativeResize="0"/>
              <p:nvPr/>
            </p:nvPicPr>
            <p:blipFill rotWithShape="1">
              <a:blip r:embed="rId51">
                <a:alphaModFix/>
              </a:blip>
              <a:srcRect b="0" l="0" r="0" t="0"/>
              <a:stretch/>
            </p:blipFill>
            <p:spPr>
              <a:xfrm>
                <a:off x="6769975" y="3998963"/>
                <a:ext cx="78130" cy="1867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56" name="Google Shape;2356;p21"/>
              <p:cNvPicPr preferRelativeResize="0"/>
              <p:nvPr/>
            </p:nvPicPr>
            <p:blipFill rotWithShape="1">
              <a:blip r:embed="rId52">
                <a:alphaModFix/>
              </a:blip>
              <a:srcRect b="0" l="0" r="0" t="0"/>
              <a:stretch/>
            </p:blipFill>
            <p:spPr>
              <a:xfrm>
                <a:off x="6881608" y="4085557"/>
                <a:ext cx="89179" cy="963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357" name="Google Shape;2357;p21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6869128" y="2713446"/>
              <a:ext cx="158590" cy="2085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8" name="Google Shape;2358;p21"/>
            <p:cNvSpPr/>
            <p:nvPr/>
          </p:nvSpPr>
          <p:spPr>
            <a:xfrm>
              <a:off x="7202319" y="2664706"/>
              <a:ext cx="28226" cy="183420"/>
            </a:xfrm>
            <a:custGeom>
              <a:rect b="b" l="l" r="r" t="t"/>
              <a:pathLst>
                <a:path extrusionOk="0" h="134620" w="22225">
                  <a:moveTo>
                    <a:pt x="297" y="0"/>
                  </a:moveTo>
                  <a:lnTo>
                    <a:pt x="4262" y="48970"/>
                  </a:lnTo>
                  <a:lnTo>
                    <a:pt x="12049" y="77295"/>
                  </a:lnTo>
                  <a:lnTo>
                    <a:pt x="15061" y="88773"/>
                  </a:lnTo>
                  <a:lnTo>
                    <a:pt x="17359" y="100250"/>
                  </a:lnTo>
                  <a:lnTo>
                    <a:pt x="18585" y="112014"/>
                  </a:lnTo>
                  <a:lnTo>
                    <a:pt x="19347" y="121157"/>
                  </a:lnTo>
                  <a:lnTo>
                    <a:pt x="21633" y="131064"/>
                  </a:lnTo>
                  <a:lnTo>
                    <a:pt x="12489" y="134112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59" name="Google Shape;2359;p21"/>
            <p:cNvGrpSpPr/>
            <p:nvPr/>
          </p:nvGrpSpPr>
          <p:grpSpPr>
            <a:xfrm>
              <a:off x="7387431" y="2128270"/>
              <a:ext cx="433153" cy="1147919"/>
              <a:chOff x="7856220" y="3182837"/>
              <a:chExt cx="341388" cy="843190"/>
            </a:xfrm>
          </p:grpSpPr>
          <p:sp>
            <p:nvSpPr>
              <p:cNvPr id="2360" name="Google Shape;2360;p21"/>
              <p:cNvSpPr/>
              <p:nvPr/>
            </p:nvSpPr>
            <p:spPr>
              <a:xfrm>
                <a:off x="7856220" y="3326892"/>
                <a:ext cx="210820" cy="699135"/>
              </a:xfrm>
              <a:custGeom>
                <a:rect b="b" l="l" r="r" t="t"/>
                <a:pathLst>
                  <a:path extrusionOk="0" h="699135" w="210820">
                    <a:moveTo>
                      <a:pt x="0" y="0"/>
                    </a:moveTo>
                    <a:lnTo>
                      <a:pt x="41683" y="24538"/>
                    </a:lnTo>
                    <a:lnTo>
                      <a:pt x="76569" y="55256"/>
                    </a:lnTo>
                    <a:lnTo>
                      <a:pt x="116264" y="97857"/>
                    </a:lnTo>
                    <a:lnTo>
                      <a:pt x="153745" y="150447"/>
                    </a:lnTo>
                    <a:lnTo>
                      <a:pt x="185868" y="213312"/>
                    </a:lnTo>
                    <a:lnTo>
                      <a:pt x="205335" y="282154"/>
                    </a:lnTo>
                    <a:lnTo>
                      <a:pt x="210431" y="355544"/>
                    </a:lnTo>
                    <a:lnTo>
                      <a:pt x="207264" y="391667"/>
                    </a:lnTo>
                    <a:lnTo>
                      <a:pt x="199322" y="430803"/>
                    </a:lnTo>
                    <a:lnTo>
                      <a:pt x="187737" y="469296"/>
                    </a:lnTo>
                    <a:lnTo>
                      <a:pt x="173724" y="507075"/>
                    </a:lnTo>
                    <a:lnTo>
                      <a:pt x="158496" y="544068"/>
                    </a:lnTo>
                    <a:lnTo>
                      <a:pt x="128873" y="604647"/>
                    </a:lnTo>
                    <a:lnTo>
                      <a:pt x="95250" y="662940"/>
                    </a:lnTo>
                    <a:lnTo>
                      <a:pt x="71139" y="693801"/>
                    </a:lnTo>
                    <a:lnTo>
                      <a:pt x="59436" y="69875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361" name="Google Shape;2361;p21"/>
              <p:cNvPicPr preferRelativeResize="0"/>
              <p:nvPr/>
            </p:nvPicPr>
            <p:blipFill rotWithShape="1">
              <a:blip r:embed="rId54">
                <a:alphaModFix/>
              </a:blip>
              <a:srcRect b="0" l="0" r="0" t="0"/>
              <a:stretch/>
            </p:blipFill>
            <p:spPr>
              <a:xfrm>
                <a:off x="8067281" y="3182837"/>
                <a:ext cx="130327" cy="1175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62" name="Google Shape;2362;p21"/>
            <p:cNvGrpSpPr/>
            <p:nvPr/>
          </p:nvGrpSpPr>
          <p:grpSpPr>
            <a:xfrm>
              <a:off x="3632278" y="3065070"/>
              <a:ext cx="185308" cy="116014"/>
              <a:chOff x="4896612" y="3870960"/>
              <a:chExt cx="146050" cy="85217"/>
            </a:xfrm>
          </p:grpSpPr>
          <p:sp>
            <p:nvSpPr>
              <p:cNvPr id="2363" name="Google Shape;2363;p21"/>
              <p:cNvSpPr/>
              <p:nvPr/>
            </p:nvSpPr>
            <p:spPr>
              <a:xfrm>
                <a:off x="4896612" y="3870960"/>
                <a:ext cx="109220" cy="10160"/>
              </a:xfrm>
              <a:custGeom>
                <a:rect b="b" l="l" r="r" t="t"/>
                <a:pathLst>
                  <a:path extrusionOk="0" h="10160" w="109220">
                    <a:moveTo>
                      <a:pt x="0" y="9906"/>
                    </a:moveTo>
                    <a:lnTo>
                      <a:pt x="42005" y="8298"/>
                    </a:lnTo>
                    <a:lnTo>
                      <a:pt x="67365" y="5179"/>
                    </a:lnTo>
                    <a:lnTo>
                      <a:pt x="78486" y="3714"/>
                    </a:lnTo>
                    <a:lnTo>
                      <a:pt x="89606" y="2678"/>
                    </a:lnTo>
                    <a:lnTo>
                      <a:pt x="100584" y="2286"/>
                    </a:lnTo>
                    <a:lnTo>
                      <a:pt x="104394" y="1524"/>
                    </a:lnTo>
                    <a:lnTo>
                      <a:pt x="108966" y="0"/>
                    </a:lnTo>
                    <a:lnTo>
                      <a:pt x="108204" y="4572"/>
                    </a:lnTo>
                    <a:lnTo>
                      <a:pt x="108204" y="5334"/>
                    </a:lnTo>
                    <a:lnTo>
                      <a:pt x="107442" y="6096"/>
                    </a:lnTo>
                    <a:lnTo>
                      <a:pt x="106680" y="6858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4" name="Google Shape;2364;p21"/>
              <p:cNvSpPr/>
              <p:nvPr/>
            </p:nvSpPr>
            <p:spPr>
              <a:xfrm>
                <a:off x="4927092" y="3940302"/>
                <a:ext cx="115570" cy="15875"/>
              </a:xfrm>
              <a:custGeom>
                <a:rect b="b" l="l" r="r" t="t"/>
                <a:pathLst>
                  <a:path extrusionOk="0" h="15875" w="115570">
                    <a:moveTo>
                      <a:pt x="0" y="12191"/>
                    </a:moveTo>
                    <a:lnTo>
                      <a:pt x="17323" y="15275"/>
                    </a:lnTo>
                    <a:lnTo>
                      <a:pt x="32861" y="15716"/>
                    </a:lnTo>
                    <a:lnTo>
                      <a:pt x="48541" y="14013"/>
                    </a:lnTo>
                    <a:lnTo>
                      <a:pt x="66294" y="10667"/>
                    </a:lnTo>
                    <a:lnTo>
                      <a:pt x="78414" y="8143"/>
                    </a:lnTo>
                    <a:lnTo>
                      <a:pt x="90678" y="5333"/>
                    </a:lnTo>
                    <a:lnTo>
                      <a:pt x="102941" y="2524"/>
                    </a:lnTo>
                    <a:lnTo>
                      <a:pt x="115062" y="0"/>
                    </a:lnTo>
                    <a:lnTo>
                      <a:pt x="112406" y="607"/>
                    </a:lnTo>
                    <a:lnTo>
                      <a:pt x="104679" y="2000"/>
                    </a:lnTo>
                    <a:lnTo>
                      <a:pt x="95666" y="3536"/>
                    </a:lnTo>
                    <a:lnTo>
                      <a:pt x="89154" y="4571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65" name="Google Shape;2365;p21"/>
            <p:cNvGrpSpPr/>
            <p:nvPr/>
          </p:nvGrpSpPr>
          <p:grpSpPr>
            <a:xfrm>
              <a:off x="4282653" y="2654273"/>
              <a:ext cx="558522" cy="987246"/>
              <a:chOff x="5409199" y="3569207"/>
              <a:chExt cx="440197" cy="725170"/>
            </a:xfrm>
          </p:grpSpPr>
          <p:sp>
            <p:nvSpPr>
              <p:cNvPr id="2366" name="Google Shape;2366;p21"/>
              <p:cNvSpPr/>
              <p:nvPr/>
            </p:nvSpPr>
            <p:spPr>
              <a:xfrm>
                <a:off x="5409199" y="3569207"/>
                <a:ext cx="220979" cy="725170"/>
              </a:xfrm>
              <a:custGeom>
                <a:rect b="b" l="l" r="r" t="t"/>
                <a:pathLst>
                  <a:path extrusionOk="0" h="725170" w="220979">
                    <a:moveTo>
                      <a:pt x="74152" y="0"/>
                    </a:moveTo>
                    <a:lnTo>
                      <a:pt x="42148" y="36576"/>
                    </a:lnTo>
                    <a:lnTo>
                      <a:pt x="24145" y="87153"/>
                    </a:lnTo>
                    <a:lnTo>
                      <a:pt x="12430" y="139446"/>
                    </a:lnTo>
                    <a:lnTo>
                      <a:pt x="5715" y="183249"/>
                    </a:lnTo>
                    <a:lnTo>
                      <a:pt x="1571" y="227552"/>
                    </a:lnTo>
                    <a:lnTo>
                      <a:pt x="0" y="271998"/>
                    </a:lnTo>
                    <a:lnTo>
                      <a:pt x="1000" y="316230"/>
                    </a:lnTo>
                    <a:lnTo>
                      <a:pt x="5203" y="362354"/>
                    </a:lnTo>
                    <a:lnTo>
                      <a:pt x="12906" y="408051"/>
                    </a:lnTo>
                    <a:lnTo>
                      <a:pt x="23610" y="453175"/>
                    </a:lnTo>
                    <a:lnTo>
                      <a:pt x="36814" y="497586"/>
                    </a:lnTo>
                    <a:lnTo>
                      <a:pt x="50244" y="535054"/>
                    </a:lnTo>
                    <a:lnTo>
                      <a:pt x="66532" y="571595"/>
                    </a:lnTo>
                    <a:lnTo>
                      <a:pt x="85677" y="606563"/>
                    </a:lnTo>
                    <a:lnTo>
                      <a:pt x="107680" y="639318"/>
                    </a:lnTo>
                    <a:lnTo>
                      <a:pt x="158353" y="689705"/>
                    </a:lnTo>
                    <a:lnTo>
                      <a:pt x="187618" y="708219"/>
                    </a:lnTo>
                    <a:lnTo>
                      <a:pt x="220456" y="72466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7" name="Google Shape;2367;p21"/>
              <p:cNvSpPr/>
              <p:nvPr/>
            </p:nvSpPr>
            <p:spPr>
              <a:xfrm>
                <a:off x="5573113" y="3728275"/>
                <a:ext cx="133350" cy="322579"/>
              </a:xfrm>
              <a:custGeom>
                <a:rect b="b" l="l" r="r" t="t"/>
                <a:pathLst>
                  <a:path extrusionOk="0" h="322579" w="133350">
                    <a:moveTo>
                      <a:pt x="132742" y="2476"/>
                    </a:moveTo>
                    <a:lnTo>
                      <a:pt x="117514" y="166"/>
                    </a:lnTo>
                    <a:lnTo>
                      <a:pt x="104644" y="0"/>
                    </a:lnTo>
                    <a:lnTo>
                      <a:pt x="91916" y="1833"/>
                    </a:lnTo>
                    <a:lnTo>
                      <a:pt x="49399" y="12763"/>
                    </a:lnTo>
                    <a:lnTo>
                      <a:pt x="8441" y="31908"/>
                    </a:lnTo>
                    <a:lnTo>
                      <a:pt x="0" y="60055"/>
                    </a:lnTo>
                    <a:lnTo>
                      <a:pt x="440" y="73723"/>
                    </a:lnTo>
                    <a:lnTo>
                      <a:pt x="1881" y="87391"/>
                    </a:lnTo>
                    <a:lnTo>
                      <a:pt x="3964" y="100774"/>
                    </a:lnTo>
                    <a:lnTo>
                      <a:pt x="7834" y="127515"/>
                    </a:lnTo>
                    <a:lnTo>
                      <a:pt x="11489" y="154114"/>
                    </a:lnTo>
                    <a:lnTo>
                      <a:pt x="15001" y="180713"/>
                    </a:lnTo>
                    <a:lnTo>
                      <a:pt x="18442" y="207454"/>
                    </a:lnTo>
                    <a:lnTo>
                      <a:pt x="20859" y="225730"/>
                    </a:lnTo>
                    <a:lnTo>
                      <a:pt x="29110" y="279844"/>
                    </a:lnTo>
                    <a:lnTo>
                      <a:pt x="37492" y="317182"/>
                    </a:lnTo>
                    <a:lnTo>
                      <a:pt x="45874" y="322516"/>
                    </a:lnTo>
                    <a:lnTo>
                      <a:pt x="50446" y="320992"/>
                    </a:lnTo>
                    <a:lnTo>
                      <a:pt x="58995" y="318075"/>
                    </a:lnTo>
                    <a:lnTo>
                      <a:pt x="67401" y="314229"/>
                    </a:lnTo>
                    <a:lnTo>
                      <a:pt x="75521" y="309955"/>
                    </a:lnTo>
                    <a:lnTo>
                      <a:pt x="83212" y="305752"/>
                    </a:lnTo>
                    <a:lnTo>
                      <a:pt x="90987" y="302716"/>
                    </a:lnTo>
                    <a:lnTo>
                      <a:pt x="98548" y="300323"/>
                    </a:lnTo>
                    <a:lnTo>
                      <a:pt x="106251" y="298358"/>
                    </a:lnTo>
                    <a:lnTo>
                      <a:pt x="114454" y="296608"/>
                    </a:lnTo>
                    <a:lnTo>
                      <a:pt x="120550" y="295084"/>
                    </a:lnTo>
                    <a:lnTo>
                      <a:pt x="120550" y="292798"/>
                    </a:lnTo>
                    <a:lnTo>
                      <a:pt x="122836" y="28670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368" name="Google Shape;2368;p21"/>
              <p:cNvPicPr preferRelativeResize="0"/>
              <p:nvPr/>
            </p:nvPicPr>
            <p:blipFill rotWithShape="1">
              <a:blip r:embed="rId55">
                <a:alphaModFix/>
              </a:blip>
              <a:srcRect b="0" l="0" r="0" t="0"/>
              <a:stretch/>
            </p:blipFill>
            <p:spPr>
              <a:xfrm>
                <a:off x="5698223" y="3752075"/>
                <a:ext cx="100609" cy="14709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69" name="Google Shape;2369;p21"/>
              <p:cNvSpPr/>
              <p:nvPr/>
            </p:nvSpPr>
            <p:spPr>
              <a:xfrm>
                <a:off x="5837967" y="3863339"/>
                <a:ext cx="11429" cy="69850"/>
              </a:xfrm>
              <a:custGeom>
                <a:rect b="b" l="l" r="r" t="t"/>
                <a:pathLst>
                  <a:path extrusionOk="0" h="69850" w="11429">
                    <a:moveTo>
                      <a:pt x="4286" y="0"/>
                    </a:moveTo>
                    <a:lnTo>
                      <a:pt x="2095" y="9001"/>
                    </a:lnTo>
                    <a:lnTo>
                      <a:pt x="476" y="17145"/>
                    </a:lnTo>
                    <a:lnTo>
                      <a:pt x="0" y="25288"/>
                    </a:lnTo>
                    <a:lnTo>
                      <a:pt x="1238" y="34290"/>
                    </a:lnTo>
                    <a:lnTo>
                      <a:pt x="3214" y="43410"/>
                    </a:lnTo>
                    <a:lnTo>
                      <a:pt x="5619" y="52387"/>
                    </a:lnTo>
                    <a:lnTo>
                      <a:pt x="8310" y="61079"/>
                    </a:lnTo>
                    <a:lnTo>
                      <a:pt x="11144" y="6934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70" name="Google Shape;2370;p21"/>
            <p:cNvGrpSpPr/>
            <p:nvPr/>
          </p:nvGrpSpPr>
          <p:grpSpPr>
            <a:xfrm>
              <a:off x="5181123" y="2656894"/>
              <a:ext cx="468924" cy="501404"/>
              <a:chOff x="6117323" y="3571136"/>
              <a:chExt cx="369581" cy="368300"/>
            </a:xfrm>
          </p:grpSpPr>
          <p:pic>
            <p:nvPicPr>
              <p:cNvPr id="2371" name="Google Shape;2371;p21"/>
              <p:cNvPicPr preferRelativeResize="0"/>
              <p:nvPr/>
            </p:nvPicPr>
            <p:blipFill rotWithShape="1">
              <a:blip r:embed="rId56">
                <a:alphaModFix/>
              </a:blip>
              <a:srcRect b="0" l="0" r="0" t="0"/>
              <a:stretch/>
            </p:blipFill>
            <p:spPr>
              <a:xfrm>
                <a:off x="6117323" y="3677113"/>
                <a:ext cx="205003" cy="25405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72" name="Google Shape;2372;p21"/>
              <p:cNvSpPr/>
              <p:nvPr/>
            </p:nvSpPr>
            <p:spPr>
              <a:xfrm>
                <a:off x="6323075" y="3571136"/>
                <a:ext cx="163829" cy="368300"/>
              </a:xfrm>
              <a:custGeom>
                <a:rect b="b" l="l" r="r" t="t"/>
                <a:pathLst>
                  <a:path extrusionOk="0" h="368300" w="163829">
                    <a:moveTo>
                      <a:pt x="0" y="29313"/>
                    </a:moveTo>
                    <a:lnTo>
                      <a:pt x="44791" y="8846"/>
                    </a:lnTo>
                    <a:lnTo>
                      <a:pt x="90297" y="738"/>
                    </a:lnTo>
                    <a:lnTo>
                      <a:pt x="105013" y="0"/>
                    </a:lnTo>
                    <a:lnTo>
                      <a:pt x="118872" y="1119"/>
                    </a:lnTo>
                    <a:lnTo>
                      <a:pt x="143256" y="32361"/>
                    </a:lnTo>
                    <a:lnTo>
                      <a:pt x="146113" y="69699"/>
                    </a:lnTo>
                    <a:lnTo>
                      <a:pt x="145827" y="88511"/>
                    </a:lnTo>
                    <a:lnTo>
                      <a:pt x="145542" y="107037"/>
                    </a:lnTo>
                    <a:lnTo>
                      <a:pt x="145815" y="129325"/>
                    </a:lnTo>
                    <a:lnTo>
                      <a:pt x="147792" y="173902"/>
                    </a:lnTo>
                    <a:lnTo>
                      <a:pt x="151447" y="214348"/>
                    </a:lnTo>
                    <a:lnTo>
                      <a:pt x="160020" y="267819"/>
                    </a:lnTo>
                    <a:lnTo>
                      <a:pt x="161901" y="281416"/>
                    </a:lnTo>
                    <a:lnTo>
                      <a:pt x="163068" y="294870"/>
                    </a:lnTo>
                    <a:lnTo>
                      <a:pt x="163663" y="308324"/>
                    </a:lnTo>
                    <a:lnTo>
                      <a:pt x="163830" y="321921"/>
                    </a:lnTo>
                    <a:lnTo>
                      <a:pt x="163544" y="330041"/>
                    </a:lnTo>
                    <a:lnTo>
                      <a:pt x="132969" y="357925"/>
                    </a:lnTo>
                    <a:lnTo>
                      <a:pt x="87820" y="368117"/>
                    </a:lnTo>
                    <a:lnTo>
                      <a:pt x="76962" y="367057"/>
                    </a:lnTo>
                    <a:lnTo>
                      <a:pt x="65532" y="363069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73" name="Google Shape;2373;p21"/>
            <p:cNvGrpSpPr/>
            <p:nvPr/>
          </p:nvGrpSpPr>
          <p:grpSpPr>
            <a:xfrm>
              <a:off x="5790473" y="2703033"/>
              <a:ext cx="246315" cy="893880"/>
              <a:chOff x="6597586" y="3605022"/>
              <a:chExt cx="194132" cy="656589"/>
            </a:xfrm>
          </p:grpSpPr>
          <p:sp>
            <p:nvSpPr>
              <p:cNvPr id="2374" name="Google Shape;2374;p21"/>
              <p:cNvSpPr/>
              <p:nvPr/>
            </p:nvSpPr>
            <p:spPr>
              <a:xfrm>
                <a:off x="6597586" y="3605022"/>
                <a:ext cx="137159" cy="656589"/>
              </a:xfrm>
              <a:custGeom>
                <a:rect b="b" l="l" r="r" t="t"/>
                <a:pathLst>
                  <a:path extrusionOk="0" h="656589" w="137159">
                    <a:moveTo>
                      <a:pt x="88963" y="7620"/>
                    </a:moveTo>
                    <a:lnTo>
                      <a:pt x="80533" y="3536"/>
                    </a:lnTo>
                    <a:lnTo>
                      <a:pt x="73532" y="1238"/>
                    </a:lnTo>
                    <a:lnTo>
                      <a:pt x="66246" y="226"/>
                    </a:lnTo>
                    <a:lnTo>
                      <a:pt x="56959" y="0"/>
                    </a:lnTo>
                    <a:lnTo>
                      <a:pt x="47755" y="619"/>
                    </a:lnTo>
                    <a:lnTo>
                      <a:pt x="15394" y="21359"/>
                    </a:lnTo>
                    <a:lnTo>
                      <a:pt x="500" y="79581"/>
                    </a:lnTo>
                    <a:lnTo>
                      <a:pt x="0" y="102870"/>
                    </a:lnTo>
                    <a:lnTo>
                      <a:pt x="928" y="126158"/>
                    </a:lnTo>
                    <a:lnTo>
                      <a:pt x="6607" y="180010"/>
                    </a:lnTo>
                    <a:lnTo>
                      <a:pt x="17537" y="242566"/>
                    </a:lnTo>
                    <a:lnTo>
                      <a:pt x="23431" y="273558"/>
                    </a:lnTo>
                    <a:lnTo>
                      <a:pt x="29146" y="303847"/>
                    </a:lnTo>
                    <a:lnTo>
                      <a:pt x="34861" y="334137"/>
                    </a:lnTo>
                    <a:lnTo>
                      <a:pt x="40576" y="364426"/>
                    </a:lnTo>
                    <a:lnTo>
                      <a:pt x="46291" y="394716"/>
                    </a:lnTo>
                    <a:lnTo>
                      <a:pt x="55911" y="449294"/>
                    </a:lnTo>
                    <a:lnTo>
                      <a:pt x="61531" y="504444"/>
                    </a:lnTo>
                    <a:lnTo>
                      <a:pt x="62769" y="548640"/>
                    </a:lnTo>
                    <a:lnTo>
                      <a:pt x="62067" y="570880"/>
                    </a:lnTo>
                    <a:lnTo>
                      <a:pt x="55721" y="621315"/>
                    </a:lnTo>
                    <a:lnTo>
                      <a:pt x="48577" y="649224"/>
                    </a:lnTo>
                    <a:lnTo>
                      <a:pt x="47815" y="652272"/>
                    </a:lnTo>
                    <a:lnTo>
                      <a:pt x="47815" y="653796"/>
                    </a:lnTo>
                    <a:lnTo>
                      <a:pt x="47815" y="656082"/>
                    </a:lnTo>
                    <a:lnTo>
                      <a:pt x="58685" y="655962"/>
                    </a:lnTo>
                    <a:lnTo>
                      <a:pt x="69627" y="655701"/>
                    </a:lnTo>
                    <a:lnTo>
                      <a:pt x="80712" y="655439"/>
                    </a:lnTo>
                    <a:lnTo>
                      <a:pt x="92011" y="655320"/>
                    </a:lnTo>
                    <a:lnTo>
                      <a:pt x="100714" y="655629"/>
                    </a:lnTo>
                    <a:lnTo>
                      <a:pt x="110204" y="656082"/>
                    </a:lnTo>
                    <a:lnTo>
                      <a:pt x="119550" y="655962"/>
                    </a:lnTo>
                    <a:lnTo>
                      <a:pt x="127825" y="654558"/>
                    </a:lnTo>
                    <a:lnTo>
                      <a:pt x="130873" y="653034"/>
                    </a:lnTo>
                    <a:lnTo>
                      <a:pt x="133921" y="651510"/>
                    </a:lnTo>
                    <a:lnTo>
                      <a:pt x="136969" y="64998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375" name="Google Shape;2375;p21"/>
              <p:cNvPicPr preferRelativeResize="0"/>
              <p:nvPr/>
            </p:nvPicPr>
            <p:blipFill rotWithShape="1">
              <a:blip r:embed="rId57">
                <a:alphaModFix/>
              </a:blip>
              <a:srcRect b="0" l="0" r="0" t="0"/>
              <a:stretch/>
            </p:blipFill>
            <p:spPr>
              <a:xfrm>
                <a:off x="6707218" y="3618725"/>
                <a:ext cx="84500" cy="16025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376" name="Google Shape;2376;p21"/>
            <p:cNvSpPr/>
            <p:nvPr/>
          </p:nvSpPr>
          <p:spPr>
            <a:xfrm>
              <a:off x="6142097" y="2770521"/>
              <a:ext cx="4024" cy="121991"/>
            </a:xfrm>
            <a:custGeom>
              <a:rect b="b" l="l" r="r" t="t"/>
              <a:pathLst>
                <a:path extrusionOk="0" h="89535" w="3175">
                  <a:moveTo>
                    <a:pt x="2285" y="0"/>
                  </a:moveTo>
                  <a:lnTo>
                    <a:pt x="2714" y="18418"/>
                  </a:lnTo>
                  <a:lnTo>
                    <a:pt x="2857" y="37052"/>
                  </a:lnTo>
                  <a:lnTo>
                    <a:pt x="2714" y="55828"/>
                  </a:lnTo>
                  <a:lnTo>
                    <a:pt x="2285" y="74676"/>
                  </a:lnTo>
                  <a:lnTo>
                    <a:pt x="2285" y="82296"/>
                  </a:lnTo>
                  <a:lnTo>
                    <a:pt x="2285" y="84582"/>
                  </a:lnTo>
                  <a:lnTo>
                    <a:pt x="0" y="89154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7" name="Google Shape;2377;p21"/>
            <p:cNvSpPr/>
            <p:nvPr/>
          </p:nvSpPr>
          <p:spPr>
            <a:xfrm>
              <a:off x="6222342" y="2598879"/>
              <a:ext cx="227419" cy="915367"/>
            </a:xfrm>
            <a:custGeom>
              <a:rect b="b" l="l" r="r" t="t"/>
              <a:pathLst>
                <a:path extrusionOk="0" h="671829" w="179070">
                  <a:moveTo>
                    <a:pt x="0" y="22443"/>
                  </a:moveTo>
                  <a:lnTo>
                    <a:pt x="35254" y="7762"/>
                  </a:lnTo>
                  <a:lnTo>
                    <a:pt x="74009" y="2440"/>
                  </a:lnTo>
                  <a:lnTo>
                    <a:pt x="108156" y="0"/>
                  </a:lnTo>
                  <a:lnTo>
                    <a:pt x="115252" y="1012"/>
                  </a:lnTo>
                  <a:lnTo>
                    <a:pt x="132588" y="48541"/>
                  </a:lnTo>
                  <a:lnTo>
                    <a:pt x="132802" y="67401"/>
                  </a:lnTo>
                  <a:lnTo>
                    <a:pt x="132588" y="85689"/>
                  </a:lnTo>
                  <a:lnTo>
                    <a:pt x="132957" y="117252"/>
                  </a:lnTo>
                  <a:lnTo>
                    <a:pt x="133981" y="180951"/>
                  </a:lnTo>
                  <a:lnTo>
                    <a:pt x="139041" y="246090"/>
                  </a:lnTo>
                  <a:lnTo>
                    <a:pt x="148709" y="312384"/>
                  </a:lnTo>
                  <a:lnTo>
                    <a:pt x="160139" y="373999"/>
                  </a:lnTo>
                  <a:lnTo>
                    <a:pt x="165735" y="402395"/>
                  </a:lnTo>
                  <a:lnTo>
                    <a:pt x="170759" y="430934"/>
                  </a:lnTo>
                  <a:lnTo>
                    <a:pt x="176700" y="483965"/>
                  </a:lnTo>
                  <a:lnTo>
                    <a:pt x="178248" y="532804"/>
                  </a:lnTo>
                  <a:lnTo>
                    <a:pt x="178308" y="557367"/>
                  </a:lnTo>
                  <a:lnTo>
                    <a:pt x="178403" y="578631"/>
                  </a:lnTo>
                  <a:lnTo>
                    <a:pt x="178498" y="600039"/>
                  </a:lnTo>
                  <a:lnTo>
                    <a:pt x="178308" y="621446"/>
                  </a:lnTo>
                  <a:lnTo>
                    <a:pt x="177546" y="642711"/>
                  </a:lnTo>
                  <a:lnTo>
                    <a:pt x="177426" y="649116"/>
                  </a:lnTo>
                  <a:lnTo>
                    <a:pt x="177165" y="655665"/>
                  </a:lnTo>
                  <a:lnTo>
                    <a:pt x="176903" y="662213"/>
                  </a:lnTo>
                  <a:lnTo>
                    <a:pt x="176784" y="668619"/>
                  </a:lnTo>
                  <a:lnTo>
                    <a:pt x="176784" y="670143"/>
                  </a:lnTo>
                  <a:lnTo>
                    <a:pt x="176784" y="670905"/>
                  </a:lnTo>
                  <a:lnTo>
                    <a:pt x="176784" y="671667"/>
                  </a:lnTo>
                  <a:lnTo>
                    <a:pt x="169164" y="671667"/>
                  </a:lnTo>
                  <a:lnTo>
                    <a:pt x="163068" y="670143"/>
                  </a:lnTo>
                  <a:lnTo>
                    <a:pt x="155448" y="670143"/>
                  </a:lnTo>
                  <a:lnTo>
                    <a:pt x="144018" y="669809"/>
                  </a:lnTo>
                  <a:lnTo>
                    <a:pt x="132588" y="669762"/>
                  </a:lnTo>
                  <a:lnTo>
                    <a:pt x="121158" y="669714"/>
                  </a:lnTo>
                  <a:lnTo>
                    <a:pt x="109728" y="669381"/>
                  </a:lnTo>
                  <a:lnTo>
                    <a:pt x="99988" y="669476"/>
                  </a:lnTo>
                  <a:lnTo>
                    <a:pt x="91821" y="669000"/>
                  </a:lnTo>
                  <a:lnTo>
                    <a:pt x="84224" y="666809"/>
                  </a:lnTo>
                  <a:lnTo>
                    <a:pt x="76200" y="661761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81" name="Shape 2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2" name="Google Shape;2382;p22"/>
          <p:cNvGrpSpPr/>
          <p:nvPr/>
        </p:nvGrpSpPr>
        <p:grpSpPr>
          <a:xfrm>
            <a:off x="1524074" y="1676335"/>
            <a:ext cx="7399102" cy="2330917"/>
            <a:chOff x="5119115" y="1912321"/>
            <a:chExt cx="4946916" cy="1561649"/>
          </a:xfrm>
        </p:grpSpPr>
        <p:pic>
          <p:nvPicPr>
            <p:cNvPr id="2383" name="Google Shape;2383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10359" y="2031479"/>
              <a:ext cx="182905" cy="188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4" name="Google Shape;2384;p22"/>
            <p:cNvSpPr/>
            <p:nvPr/>
          </p:nvSpPr>
          <p:spPr>
            <a:xfrm>
              <a:off x="8375904" y="2288095"/>
              <a:ext cx="239395" cy="12700"/>
            </a:xfrm>
            <a:custGeom>
              <a:rect b="b" l="l" r="r" t="t"/>
              <a:pathLst>
                <a:path extrusionOk="0" h="12700" w="239395">
                  <a:moveTo>
                    <a:pt x="11429" y="12382"/>
                  </a:moveTo>
                  <a:lnTo>
                    <a:pt x="3809" y="10858"/>
                  </a:lnTo>
                  <a:lnTo>
                    <a:pt x="3809" y="10096"/>
                  </a:lnTo>
                  <a:lnTo>
                    <a:pt x="0" y="10096"/>
                  </a:lnTo>
                  <a:lnTo>
                    <a:pt x="49529" y="8572"/>
                  </a:lnTo>
                  <a:lnTo>
                    <a:pt x="90201" y="4857"/>
                  </a:lnTo>
                  <a:lnTo>
                    <a:pt x="110287" y="3107"/>
                  </a:lnTo>
                  <a:lnTo>
                    <a:pt x="163544" y="381"/>
                  </a:lnTo>
                  <a:lnTo>
                    <a:pt x="197357" y="190"/>
                  </a:lnTo>
                  <a:lnTo>
                    <a:pt x="206740" y="95"/>
                  </a:lnTo>
                  <a:lnTo>
                    <a:pt x="216407" y="0"/>
                  </a:lnTo>
                  <a:lnTo>
                    <a:pt x="226075" y="190"/>
                  </a:lnTo>
                  <a:lnTo>
                    <a:pt x="235457" y="952"/>
                  </a:lnTo>
                  <a:lnTo>
                    <a:pt x="236219" y="952"/>
                  </a:lnTo>
                  <a:lnTo>
                    <a:pt x="236981" y="952"/>
                  </a:lnTo>
                  <a:lnTo>
                    <a:pt x="237743" y="952"/>
                  </a:lnTo>
                  <a:lnTo>
                    <a:pt x="239267" y="1714"/>
                  </a:lnTo>
                  <a:lnTo>
                    <a:pt x="238505" y="2476"/>
                  </a:lnTo>
                  <a:lnTo>
                    <a:pt x="233933" y="7048"/>
                  </a:lnTo>
                  <a:lnTo>
                    <a:pt x="230123" y="7048"/>
                  </a:lnTo>
                  <a:lnTo>
                    <a:pt x="224027" y="7810"/>
                  </a:lnTo>
                </a:path>
                <a:path extrusionOk="0" h="12700" w="239395">
                  <a:moveTo>
                    <a:pt x="11429" y="12382"/>
                  </a:moveTo>
                  <a:lnTo>
                    <a:pt x="10667" y="12382"/>
                  </a:lnTo>
                  <a:lnTo>
                    <a:pt x="9905" y="1238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85" name="Google Shape;2385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38959" y="2032622"/>
              <a:ext cx="113563" cy="1939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6" name="Google Shape;2386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083788" y="1912321"/>
              <a:ext cx="982243" cy="15616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87" name="Google Shape;2387;p22"/>
            <p:cNvGrpSpPr/>
            <p:nvPr/>
          </p:nvGrpSpPr>
          <p:grpSpPr>
            <a:xfrm>
              <a:off x="5804141" y="2080247"/>
              <a:ext cx="149531" cy="173240"/>
              <a:chOff x="5804141" y="2080247"/>
              <a:chExt cx="149531" cy="173240"/>
            </a:xfrm>
          </p:grpSpPr>
          <p:pic>
            <p:nvPicPr>
              <p:cNvPr id="2388" name="Google Shape;2388;p22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804141" y="2080247"/>
                <a:ext cx="96037" cy="1158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89" name="Google Shape;2389;p22"/>
              <p:cNvSpPr/>
              <p:nvPr/>
            </p:nvSpPr>
            <p:spPr>
              <a:xfrm>
                <a:off x="5949862" y="2228087"/>
                <a:ext cx="3810" cy="25400"/>
              </a:xfrm>
              <a:custGeom>
                <a:rect b="b" l="l" r="r" t="t"/>
                <a:pathLst>
                  <a:path extrusionOk="0" h="25400" w="3810">
                    <a:moveTo>
                      <a:pt x="3643" y="0"/>
                    </a:moveTo>
                    <a:lnTo>
                      <a:pt x="1666" y="8536"/>
                    </a:lnTo>
                    <a:lnTo>
                      <a:pt x="404" y="14573"/>
                    </a:lnTo>
                    <a:lnTo>
                      <a:pt x="0" y="19609"/>
                    </a:lnTo>
                    <a:lnTo>
                      <a:pt x="595" y="25146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90" name="Google Shape;2390;p22"/>
            <p:cNvGrpSpPr/>
            <p:nvPr/>
          </p:nvGrpSpPr>
          <p:grpSpPr>
            <a:xfrm>
              <a:off x="5578601" y="2167889"/>
              <a:ext cx="303784" cy="360680"/>
              <a:chOff x="5578601" y="2167889"/>
              <a:chExt cx="303784" cy="360680"/>
            </a:xfrm>
          </p:grpSpPr>
          <p:sp>
            <p:nvSpPr>
              <p:cNvPr id="2391" name="Google Shape;2391;p22"/>
              <p:cNvSpPr/>
              <p:nvPr/>
            </p:nvSpPr>
            <p:spPr>
              <a:xfrm>
                <a:off x="5578601" y="2167889"/>
                <a:ext cx="112395" cy="360680"/>
              </a:xfrm>
              <a:custGeom>
                <a:rect b="b" l="l" r="r" t="t"/>
                <a:pathLst>
                  <a:path extrusionOk="0" h="360680" w="112395">
                    <a:moveTo>
                      <a:pt x="79248" y="0"/>
                    </a:moveTo>
                    <a:lnTo>
                      <a:pt x="38100" y="3810"/>
                    </a:lnTo>
                    <a:lnTo>
                      <a:pt x="31242" y="4857"/>
                    </a:lnTo>
                    <a:lnTo>
                      <a:pt x="24384" y="5905"/>
                    </a:lnTo>
                    <a:lnTo>
                      <a:pt x="17526" y="7239"/>
                    </a:lnTo>
                    <a:lnTo>
                      <a:pt x="10668" y="9144"/>
                    </a:lnTo>
                    <a:lnTo>
                      <a:pt x="4572" y="10668"/>
                    </a:lnTo>
                    <a:lnTo>
                      <a:pt x="2286" y="16002"/>
                    </a:lnTo>
                    <a:lnTo>
                      <a:pt x="1524" y="22098"/>
                    </a:lnTo>
                    <a:lnTo>
                      <a:pt x="119" y="34909"/>
                    </a:lnTo>
                    <a:lnTo>
                      <a:pt x="0" y="48006"/>
                    </a:lnTo>
                    <a:lnTo>
                      <a:pt x="452" y="61102"/>
                    </a:lnTo>
                    <a:lnTo>
                      <a:pt x="762" y="73914"/>
                    </a:lnTo>
                    <a:lnTo>
                      <a:pt x="1166" y="97666"/>
                    </a:lnTo>
                    <a:lnTo>
                      <a:pt x="2286" y="121062"/>
                    </a:lnTo>
                    <a:lnTo>
                      <a:pt x="3976" y="144315"/>
                    </a:lnTo>
                    <a:lnTo>
                      <a:pt x="6096" y="167640"/>
                    </a:lnTo>
                    <a:lnTo>
                      <a:pt x="8048" y="192226"/>
                    </a:lnTo>
                    <a:lnTo>
                      <a:pt x="12525" y="241684"/>
                    </a:lnTo>
                    <a:lnTo>
                      <a:pt x="15478" y="286250"/>
                    </a:lnTo>
                    <a:lnTo>
                      <a:pt x="16621" y="325635"/>
                    </a:lnTo>
                    <a:lnTo>
                      <a:pt x="16764" y="345186"/>
                    </a:lnTo>
                    <a:lnTo>
                      <a:pt x="16764" y="350520"/>
                    </a:lnTo>
                    <a:lnTo>
                      <a:pt x="16764" y="355092"/>
                    </a:lnTo>
                    <a:lnTo>
                      <a:pt x="16764" y="360426"/>
                    </a:lnTo>
                    <a:lnTo>
                      <a:pt x="22860" y="359664"/>
                    </a:lnTo>
                    <a:lnTo>
                      <a:pt x="28194" y="357378"/>
                    </a:lnTo>
                    <a:lnTo>
                      <a:pt x="33528" y="355854"/>
                    </a:lnTo>
                    <a:lnTo>
                      <a:pt x="76200" y="348234"/>
                    </a:lnTo>
                    <a:lnTo>
                      <a:pt x="108204" y="346710"/>
                    </a:lnTo>
                    <a:lnTo>
                      <a:pt x="112014" y="346710"/>
                    </a:lnTo>
                    <a:lnTo>
                      <a:pt x="106680" y="34518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392" name="Google Shape;2392;p22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702033" y="2218359"/>
                <a:ext cx="147853" cy="19033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93" name="Google Shape;2393;p22"/>
              <p:cNvSpPr/>
              <p:nvPr/>
            </p:nvSpPr>
            <p:spPr>
              <a:xfrm>
                <a:off x="5728715" y="2443733"/>
                <a:ext cx="153670" cy="22860"/>
              </a:xfrm>
              <a:custGeom>
                <a:rect b="b" l="l" r="r" t="t"/>
                <a:pathLst>
                  <a:path extrusionOk="0" h="22860" w="153670">
                    <a:moveTo>
                      <a:pt x="21336" y="22860"/>
                    </a:moveTo>
                    <a:lnTo>
                      <a:pt x="69342" y="9144"/>
                    </a:lnTo>
                    <a:lnTo>
                      <a:pt x="112204" y="4321"/>
                    </a:lnTo>
                    <a:lnTo>
                      <a:pt x="126492" y="3048"/>
                    </a:lnTo>
                    <a:lnTo>
                      <a:pt x="128016" y="3048"/>
                    </a:lnTo>
                    <a:lnTo>
                      <a:pt x="129540" y="3048"/>
                    </a:lnTo>
                    <a:lnTo>
                      <a:pt x="131826" y="3048"/>
                    </a:lnTo>
                    <a:lnTo>
                      <a:pt x="124968" y="3048"/>
                    </a:lnTo>
                    <a:lnTo>
                      <a:pt x="118872" y="3048"/>
                    </a:lnTo>
                    <a:lnTo>
                      <a:pt x="112014" y="3048"/>
                    </a:lnTo>
                    <a:lnTo>
                      <a:pt x="95892" y="5000"/>
                    </a:lnTo>
                    <a:lnTo>
                      <a:pt x="79629" y="7239"/>
                    </a:lnTo>
                    <a:lnTo>
                      <a:pt x="63365" y="9477"/>
                    </a:lnTo>
                    <a:lnTo>
                      <a:pt x="23622" y="13239"/>
                    </a:lnTo>
                    <a:lnTo>
                      <a:pt x="0" y="14478"/>
                    </a:lnTo>
                    <a:lnTo>
                      <a:pt x="10739" y="14216"/>
                    </a:lnTo>
                    <a:lnTo>
                      <a:pt x="21336" y="13525"/>
                    </a:lnTo>
                    <a:lnTo>
                      <a:pt x="31932" y="12549"/>
                    </a:lnTo>
                    <a:lnTo>
                      <a:pt x="42672" y="11430"/>
                    </a:lnTo>
                    <a:lnTo>
                      <a:pt x="64269" y="9477"/>
                    </a:lnTo>
                    <a:lnTo>
                      <a:pt x="85725" y="7239"/>
                    </a:lnTo>
                    <a:lnTo>
                      <a:pt x="107180" y="5000"/>
                    </a:lnTo>
                    <a:lnTo>
                      <a:pt x="128778" y="3048"/>
                    </a:lnTo>
                    <a:lnTo>
                      <a:pt x="137160" y="2286"/>
                    </a:lnTo>
                    <a:lnTo>
                      <a:pt x="144780" y="1524"/>
                    </a:lnTo>
                    <a:lnTo>
                      <a:pt x="153162" y="0"/>
                    </a:lnTo>
                    <a:lnTo>
                      <a:pt x="146304" y="0"/>
                    </a:lnTo>
                    <a:lnTo>
                      <a:pt x="135636" y="0"/>
                    </a:lnTo>
                    <a:lnTo>
                      <a:pt x="128778" y="0"/>
                    </a:lnTo>
                    <a:lnTo>
                      <a:pt x="112204" y="511"/>
                    </a:lnTo>
                    <a:lnTo>
                      <a:pt x="95631" y="1809"/>
                    </a:lnTo>
                    <a:lnTo>
                      <a:pt x="79057" y="3536"/>
                    </a:lnTo>
                    <a:lnTo>
                      <a:pt x="62484" y="5334"/>
                    </a:lnTo>
                    <a:lnTo>
                      <a:pt x="55268" y="6369"/>
                    </a:lnTo>
                    <a:lnTo>
                      <a:pt x="47625" y="7334"/>
                    </a:lnTo>
                    <a:lnTo>
                      <a:pt x="39981" y="8441"/>
                    </a:lnTo>
                    <a:lnTo>
                      <a:pt x="32766" y="9906"/>
                    </a:lnTo>
                    <a:lnTo>
                      <a:pt x="39624" y="11430"/>
                    </a:lnTo>
                    <a:lnTo>
                      <a:pt x="46482" y="12192"/>
                    </a:lnTo>
                    <a:lnTo>
                      <a:pt x="53340" y="11430"/>
                    </a:lnTo>
                    <a:lnTo>
                      <a:pt x="57150" y="11430"/>
                    </a:lnTo>
                    <a:lnTo>
                      <a:pt x="60198" y="10668"/>
                    </a:lnTo>
                    <a:lnTo>
                      <a:pt x="64008" y="1066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94" name="Google Shape;2394;p22"/>
            <p:cNvSpPr/>
            <p:nvPr/>
          </p:nvSpPr>
          <p:spPr>
            <a:xfrm>
              <a:off x="5119115" y="2282189"/>
              <a:ext cx="71120" cy="5714"/>
            </a:xfrm>
            <a:custGeom>
              <a:rect b="b" l="l" r="r" t="t"/>
              <a:pathLst>
                <a:path extrusionOk="0" h="5714" w="71120">
                  <a:moveTo>
                    <a:pt x="0" y="0"/>
                  </a:moveTo>
                  <a:lnTo>
                    <a:pt x="11537" y="2762"/>
                  </a:lnTo>
                  <a:lnTo>
                    <a:pt x="22574" y="4381"/>
                  </a:lnTo>
                  <a:lnTo>
                    <a:pt x="33754" y="5143"/>
                  </a:lnTo>
                  <a:lnTo>
                    <a:pt x="45720" y="5333"/>
                  </a:lnTo>
                  <a:lnTo>
                    <a:pt x="54102" y="4571"/>
                  </a:lnTo>
                  <a:lnTo>
                    <a:pt x="62484" y="3809"/>
                  </a:lnTo>
                  <a:lnTo>
                    <a:pt x="70866" y="3809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p22"/>
            <p:cNvSpPr/>
            <p:nvPr/>
          </p:nvSpPr>
          <p:spPr>
            <a:xfrm>
              <a:off x="5135117" y="2364485"/>
              <a:ext cx="79375" cy="17144"/>
            </a:xfrm>
            <a:custGeom>
              <a:rect b="b" l="l" r="r" t="t"/>
              <a:pathLst>
                <a:path extrusionOk="0" h="17144" w="79375">
                  <a:moveTo>
                    <a:pt x="0" y="16763"/>
                  </a:moveTo>
                  <a:lnTo>
                    <a:pt x="48006" y="12953"/>
                  </a:lnTo>
                  <a:lnTo>
                    <a:pt x="72009" y="5453"/>
                  </a:lnTo>
                  <a:lnTo>
                    <a:pt x="79248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96" name="Google Shape;2396;p22"/>
            <p:cNvGrpSpPr/>
            <p:nvPr/>
          </p:nvGrpSpPr>
          <p:grpSpPr>
            <a:xfrm>
              <a:off x="6210287" y="2039385"/>
              <a:ext cx="234720" cy="395098"/>
              <a:chOff x="6210287" y="2039385"/>
              <a:chExt cx="234720" cy="395098"/>
            </a:xfrm>
          </p:grpSpPr>
          <p:pic>
            <p:nvPicPr>
              <p:cNvPr id="2397" name="Google Shape;2397;p22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6328206" y="2039385"/>
                <a:ext cx="116801" cy="1071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98" name="Google Shape;2398;p22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6210287" y="2187689"/>
                <a:ext cx="176809" cy="2467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399" name="Google Shape;2399;p22"/>
            <p:cNvSpPr/>
            <p:nvPr/>
          </p:nvSpPr>
          <p:spPr>
            <a:xfrm>
              <a:off x="6283452" y="2490977"/>
              <a:ext cx="133350" cy="19050"/>
            </a:xfrm>
            <a:custGeom>
              <a:rect b="b" l="l" r="r" t="t"/>
              <a:pathLst>
                <a:path extrusionOk="0" h="19050" w="133350">
                  <a:moveTo>
                    <a:pt x="0" y="19050"/>
                  </a:moveTo>
                  <a:lnTo>
                    <a:pt x="8798" y="17287"/>
                  </a:lnTo>
                  <a:lnTo>
                    <a:pt x="17240" y="16382"/>
                  </a:lnTo>
                  <a:lnTo>
                    <a:pt x="25824" y="16049"/>
                  </a:lnTo>
                  <a:lnTo>
                    <a:pt x="35052" y="16001"/>
                  </a:lnTo>
                  <a:lnTo>
                    <a:pt x="48303" y="15585"/>
                  </a:lnTo>
                  <a:lnTo>
                    <a:pt x="61626" y="14382"/>
                  </a:lnTo>
                  <a:lnTo>
                    <a:pt x="74806" y="12465"/>
                  </a:lnTo>
                  <a:lnTo>
                    <a:pt x="87630" y="9905"/>
                  </a:lnTo>
                  <a:lnTo>
                    <a:pt x="97345" y="8072"/>
                  </a:lnTo>
                  <a:lnTo>
                    <a:pt x="107061" y="6095"/>
                  </a:lnTo>
                  <a:lnTo>
                    <a:pt x="116776" y="4119"/>
                  </a:lnTo>
                  <a:lnTo>
                    <a:pt x="126492" y="2285"/>
                  </a:lnTo>
                  <a:lnTo>
                    <a:pt x="133350" y="761"/>
                  </a:lnTo>
                  <a:lnTo>
                    <a:pt x="129539" y="0"/>
                  </a:lnTo>
                  <a:lnTo>
                    <a:pt x="128016" y="3047"/>
                  </a:lnTo>
                  <a:lnTo>
                    <a:pt x="122682" y="3809"/>
                  </a:lnTo>
                  <a:lnTo>
                    <a:pt x="127254" y="8381"/>
                  </a:lnTo>
                  <a:lnTo>
                    <a:pt x="124205" y="761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0" name="Google Shape;2400;p22"/>
            <p:cNvSpPr/>
            <p:nvPr/>
          </p:nvSpPr>
          <p:spPr>
            <a:xfrm>
              <a:off x="6742938" y="2172461"/>
              <a:ext cx="8890" cy="134619"/>
            </a:xfrm>
            <a:custGeom>
              <a:rect b="b" l="l" r="r" t="t"/>
              <a:pathLst>
                <a:path extrusionOk="0" h="134619" w="8890">
                  <a:moveTo>
                    <a:pt x="6857" y="0"/>
                  </a:moveTo>
                  <a:lnTo>
                    <a:pt x="2893" y="10501"/>
                  </a:lnTo>
                  <a:lnTo>
                    <a:pt x="857" y="20002"/>
                  </a:lnTo>
                  <a:lnTo>
                    <a:pt x="107" y="29789"/>
                  </a:lnTo>
                  <a:lnTo>
                    <a:pt x="0" y="41148"/>
                  </a:lnTo>
                  <a:lnTo>
                    <a:pt x="11" y="54852"/>
                  </a:lnTo>
                  <a:lnTo>
                    <a:pt x="761" y="95250"/>
                  </a:lnTo>
                  <a:lnTo>
                    <a:pt x="4571" y="128016"/>
                  </a:lnTo>
                  <a:lnTo>
                    <a:pt x="4571" y="130302"/>
                  </a:lnTo>
                  <a:lnTo>
                    <a:pt x="3809" y="134112"/>
                  </a:lnTo>
                  <a:lnTo>
                    <a:pt x="6095" y="134112"/>
                  </a:lnTo>
                  <a:lnTo>
                    <a:pt x="7619" y="134112"/>
                  </a:lnTo>
                  <a:lnTo>
                    <a:pt x="7619" y="128016"/>
                  </a:lnTo>
                  <a:lnTo>
                    <a:pt x="8381" y="126492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01" name="Google Shape;2401;p2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814553" y="2488679"/>
              <a:ext cx="141757" cy="1912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2" name="Google Shape;2402;p2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944855" y="2836937"/>
              <a:ext cx="81630" cy="11658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03" name="Google Shape;2403;p22"/>
            <p:cNvGrpSpPr/>
            <p:nvPr/>
          </p:nvGrpSpPr>
          <p:grpSpPr>
            <a:xfrm>
              <a:off x="7013316" y="2713482"/>
              <a:ext cx="163199" cy="270510"/>
              <a:chOff x="7013316" y="2713482"/>
              <a:chExt cx="163199" cy="270510"/>
            </a:xfrm>
          </p:grpSpPr>
          <p:sp>
            <p:nvSpPr>
              <p:cNvPr id="2404" name="Google Shape;2404;p22"/>
              <p:cNvSpPr/>
              <p:nvPr/>
            </p:nvSpPr>
            <p:spPr>
              <a:xfrm>
                <a:off x="7100315" y="2713482"/>
                <a:ext cx="76200" cy="270510"/>
              </a:xfrm>
              <a:custGeom>
                <a:rect b="b" l="l" r="r" t="t"/>
                <a:pathLst>
                  <a:path extrusionOk="0" h="270510" w="76200">
                    <a:moveTo>
                      <a:pt x="0" y="0"/>
                    </a:moveTo>
                    <a:lnTo>
                      <a:pt x="25050" y="29432"/>
                    </a:lnTo>
                    <a:lnTo>
                      <a:pt x="47244" y="61721"/>
                    </a:lnTo>
                    <a:lnTo>
                      <a:pt x="64293" y="99155"/>
                    </a:lnTo>
                    <a:lnTo>
                      <a:pt x="73914" y="139445"/>
                    </a:lnTo>
                    <a:lnTo>
                      <a:pt x="75688" y="158817"/>
                    </a:lnTo>
                    <a:lnTo>
                      <a:pt x="74961" y="177260"/>
                    </a:lnTo>
                    <a:lnTo>
                      <a:pt x="55375" y="227897"/>
                    </a:lnTo>
                    <a:lnTo>
                      <a:pt x="19050" y="265938"/>
                    </a:lnTo>
                    <a:lnTo>
                      <a:pt x="9144" y="268986"/>
                    </a:lnTo>
                    <a:lnTo>
                      <a:pt x="6858" y="270510"/>
                    </a:lnTo>
                    <a:lnTo>
                      <a:pt x="762" y="26974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405" name="Google Shape;2405;p2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013316" y="2804147"/>
                <a:ext cx="84726" cy="1356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06" name="Google Shape;2406;p22"/>
            <p:cNvGrpSpPr/>
            <p:nvPr/>
          </p:nvGrpSpPr>
          <p:grpSpPr>
            <a:xfrm>
              <a:off x="7256513" y="2108441"/>
              <a:ext cx="329704" cy="230898"/>
              <a:chOff x="7256513" y="2108441"/>
              <a:chExt cx="329704" cy="230898"/>
            </a:xfrm>
          </p:grpSpPr>
          <p:pic>
            <p:nvPicPr>
              <p:cNvPr id="2407" name="Google Shape;2407;p22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256513" y="2108441"/>
                <a:ext cx="185191" cy="22938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08" name="Google Shape;2408;p22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463777" y="2114537"/>
                <a:ext cx="89179" cy="1669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09" name="Google Shape;2409;p22"/>
              <p:cNvSpPr/>
              <p:nvPr/>
            </p:nvSpPr>
            <p:spPr>
              <a:xfrm>
                <a:off x="7581138" y="2263139"/>
                <a:ext cx="5079" cy="76200"/>
              </a:xfrm>
              <a:custGeom>
                <a:rect b="b" l="l" r="r" t="t"/>
                <a:pathLst>
                  <a:path extrusionOk="0" h="76200" w="5079">
                    <a:moveTo>
                      <a:pt x="0" y="0"/>
                    </a:moveTo>
                    <a:lnTo>
                      <a:pt x="1250" y="8584"/>
                    </a:lnTo>
                    <a:lnTo>
                      <a:pt x="2571" y="17240"/>
                    </a:lnTo>
                    <a:lnTo>
                      <a:pt x="3750" y="26038"/>
                    </a:lnTo>
                    <a:lnTo>
                      <a:pt x="4572" y="35052"/>
                    </a:lnTo>
                    <a:lnTo>
                      <a:pt x="4548" y="44195"/>
                    </a:lnTo>
                    <a:lnTo>
                      <a:pt x="4381" y="53339"/>
                    </a:lnTo>
                    <a:lnTo>
                      <a:pt x="3929" y="62483"/>
                    </a:lnTo>
                    <a:lnTo>
                      <a:pt x="3048" y="71628"/>
                    </a:lnTo>
                    <a:lnTo>
                      <a:pt x="2286" y="73152"/>
                    </a:lnTo>
                    <a:lnTo>
                      <a:pt x="2286" y="74676"/>
                    </a:lnTo>
                    <a:lnTo>
                      <a:pt x="2286" y="7620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410" name="Google Shape;2410;p22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663421" y="2084819"/>
              <a:ext cx="179857" cy="23472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11" name="Google Shape;2411;p22"/>
            <p:cNvGrpSpPr/>
            <p:nvPr/>
          </p:nvGrpSpPr>
          <p:grpSpPr>
            <a:xfrm>
              <a:off x="6697871" y="2771394"/>
              <a:ext cx="253092" cy="323214"/>
              <a:chOff x="6697871" y="2771394"/>
              <a:chExt cx="253092" cy="323214"/>
            </a:xfrm>
          </p:grpSpPr>
          <p:sp>
            <p:nvSpPr>
              <p:cNvPr id="2412" name="Google Shape;2412;p22"/>
              <p:cNvSpPr/>
              <p:nvPr/>
            </p:nvSpPr>
            <p:spPr>
              <a:xfrm>
                <a:off x="6742937" y="2771394"/>
                <a:ext cx="48259" cy="323214"/>
              </a:xfrm>
              <a:custGeom>
                <a:rect b="b" l="l" r="r" t="t"/>
                <a:pathLst>
                  <a:path extrusionOk="0" h="323214" w="48259">
                    <a:moveTo>
                      <a:pt x="48005" y="0"/>
                    </a:moveTo>
                    <a:lnTo>
                      <a:pt x="38671" y="43910"/>
                    </a:lnTo>
                    <a:lnTo>
                      <a:pt x="32765" y="88392"/>
                    </a:lnTo>
                    <a:lnTo>
                      <a:pt x="29194" y="117407"/>
                    </a:lnTo>
                    <a:lnTo>
                      <a:pt x="25336" y="146208"/>
                    </a:lnTo>
                    <a:lnTo>
                      <a:pt x="21193" y="174867"/>
                    </a:lnTo>
                    <a:lnTo>
                      <a:pt x="16763" y="203454"/>
                    </a:lnTo>
                    <a:lnTo>
                      <a:pt x="13454" y="225290"/>
                    </a:lnTo>
                    <a:lnTo>
                      <a:pt x="10286" y="247269"/>
                    </a:lnTo>
                    <a:lnTo>
                      <a:pt x="7119" y="269247"/>
                    </a:lnTo>
                    <a:lnTo>
                      <a:pt x="3809" y="291084"/>
                    </a:lnTo>
                    <a:lnTo>
                      <a:pt x="2678" y="299085"/>
                    </a:lnTo>
                    <a:lnTo>
                      <a:pt x="1619" y="307086"/>
                    </a:lnTo>
                    <a:lnTo>
                      <a:pt x="702" y="315087"/>
                    </a:lnTo>
                    <a:lnTo>
                      <a:pt x="0" y="323088"/>
                    </a:lnTo>
                    <a:lnTo>
                      <a:pt x="2285" y="316230"/>
                    </a:lnTo>
                    <a:lnTo>
                      <a:pt x="3809" y="309372"/>
                    </a:lnTo>
                    <a:lnTo>
                      <a:pt x="5333" y="302514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413" name="Google Shape;2413;p22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6697871" y="2838318"/>
                <a:ext cx="141162" cy="14997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14" name="Google Shape;2414;p22"/>
              <p:cNvSpPr/>
              <p:nvPr/>
            </p:nvSpPr>
            <p:spPr>
              <a:xfrm>
                <a:off x="6867143" y="2781300"/>
                <a:ext cx="83820" cy="268605"/>
              </a:xfrm>
              <a:custGeom>
                <a:rect b="b" l="l" r="r" t="t"/>
                <a:pathLst>
                  <a:path extrusionOk="0" h="268605" w="83820">
                    <a:moveTo>
                      <a:pt x="44957" y="0"/>
                    </a:moveTo>
                    <a:lnTo>
                      <a:pt x="19776" y="44362"/>
                    </a:lnTo>
                    <a:lnTo>
                      <a:pt x="8465" y="88844"/>
                    </a:lnTo>
                    <a:lnTo>
                      <a:pt x="1297" y="144232"/>
                    </a:lnTo>
                    <a:lnTo>
                      <a:pt x="0" y="172212"/>
                    </a:lnTo>
                    <a:lnTo>
                      <a:pt x="154" y="192524"/>
                    </a:lnTo>
                    <a:lnTo>
                      <a:pt x="7608" y="232862"/>
                    </a:lnTo>
                    <a:lnTo>
                      <a:pt x="32861" y="265557"/>
                    </a:lnTo>
                    <a:lnTo>
                      <a:pt x="43017" y="268605"/>
                    </a:lnTo>
                    <a:lnTo>
                      <a:pt x="54101" y="268224"/>
                    </a:lnTo>
                    <a:lnTo>
                      <a:pt x="63245" y="265211"/>
                    </a:lnTo>
                    <a:lnTo>
                      <a:pt x="70675" y="260127"/>
                    </a:lnTo>
                    <a:lnTo>
                      <a:pt x="77247" y="253757"/>
                    </a:lnTo>
                    <a:lnTo>
                      <a:pt x="83819" y="24688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415" name="Google Shape;2415;p22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146785" y="2606789"/>
              <a:ext cx="105181" cy="9756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16" name="Google Shape;2416;p22"/>
            <p:cNvGrpSpPr/>
            <p:nvPr/>
          </p:nvGrpSpPr>
          <p:grpSpPr>
            <a:xfrm>
              <a:off x="7388529" y="2737866"/>
              <a:ext cx="120421" cy="259080"/>
              <a:chOff x="7388529" y="2737866"/>
              <a:chExt cx="120421" cy="259080"/>
            </a:xfrm>
          </p:grpSpPr>
          <p:pic>
            <p:nvPicPr>
              <p:cNvPr id="2417" name="Google Shape;2417;p22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388529" y="2781287"/>
                <a:ext cx="120421" cy="12639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18" name="Google Shape;2418;p22"/>
              <p:cNvSpPr/>
              <p:nvPr/>
            </p:nvSpPr>
            <p:spPr>
              <a:xfrm>
                <a:off x="7416545" y="2737866"/>
                <a:ext cx="59690" cy="259080"/>
              </a:xfrm>
              <a:custGeom>
                <a:rect b="b" l="l" r="r" t="t"/>
                <a:pathLst>
                  <a:path extrusionOk="0" h="259080" w="59690">
                    <a:moveTo>
                      <a:pt x="59435" y="0"/>
                    </a:moveTo>
                    <a:lnTo>
                      <a:pt x="51911" y="12394"/>
                    </a:lnTo>
                    <a:lnTo>
                      <a:pt x="47815" y="24288"/>
                    </a:lnTo>
                    <a:lnTo>
                      <a:pt x="45719" y="37183"/>
                    </a:lnTo>
                    <a:lnTo>
                      <a:pt x="44195" y="52577"/>
                    </a:lnTo>
                    <a:lnTo>
                      <a:pt x="40933" y="75307"/>
                    </a:lnTo>
                    <a:lnTo>
                      <a:pt x="32408" y="120193"/>
                    </a:lnTo>
                    <a:lnTo>
                      <a:pt x="22169" y="163068"/>
                    </a:lnTo>
                    <a:lnTo>
                      <a:pt x="16763" y="183642"/>
                    </a:lnTo>
                    <a:lnTo>
                      <a:pt x="11358" y="204215"/>
                    </a:lnTo>
                    <a:lnTo>
                      <a:pt x="6095" y="224790"/>
                    </a:lnTo>
                    <a:lnTo>
                      <a:pt x="4286" y="233362"/>
                    </a:lnTo>
                    <a:lnTo>
                      <a:pt x="2476" y="241935"/>
                    </a:lnTo>
                    <a:lnTo>
                      <a:pt x="952" y="250507"/>
                    </a:lnTo>
                    <a:lnTo>
                      <a:pt x="0" y="259079"/>
                    </a:lnTo>
                    <a:lnTo>
                      <a:pt x="6095" y="252984"/>
                    </a:lnTo>
                    <a:lnTo>
                      <a:pt x="6857" y="248411"/>
                    </a:lnTo>
                    <a:lnTo>
                      <a:pt x="10667" y="241554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19" name="Google Shape;2419;p22"/>
            <p:cNvGrpSpPr/>
            <p:nvPr/>
          </p:nvGrpSpPr>
          <p:grpSpPr>
            <a:xfrm>
              <a:off x="7577363" y="2611373"/>
              <a:ext cx="370042" cy="350723"/>
              <a:chOff x="7577363" y="2611373"/>
              <a:chExt cx="370042" cy="350723"/>
            </a:xfrm>
          </p:grpSpPr>
          <p:pic>
            <p:nvPicPr>
              <p:cNvPr id="2420" name="Google Shape;2420;p22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7577363" y="2689085"/>
                <a:ext cx="228577" cy="2730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21" name="Google Shape;2421;p22"/>
              <p:cNvSpPr/>
              <p:nvPr/>
            </p:nvSpPr>
            <p:spPr>
              <a:xfrm>
                <a:off x="7854696" y="2611373"/>
                <a:ext cx="92709" cy="299085"/>
              </a:xfrm>
              <a:custGeom>
                <a:rect b="b" l="l" r="r" t="t"/>
                <a:pathLst>
                  <a:path extrusionOk="0" h="299085" w="92709">
                    <a:moveTo>
                      <a:pt x="6857" y="0"/>
                    </a:moveTo>
                    <a:lnTo>
                      <a:pt x="16371" y="10501"/>
                    </a:lnTo>
                    <a:lnTo>
                      <a:pt x="26384" y="20574"/>
                    </a:lnTo>
                    <a:lnTo>
                      <a:pt x="36540" y="30646"/>
                    </a:lnTo>
                    <a:lnTo>
                      <a:pt x="46481" y="41148"/>
                    </a:lnTo>
                    <a:lnTo>
                      <a:pt x="76700" y="86046"/>
                    </a:lnTo>
                    <a:lnTo>
                      <a:pt x="91058" y="137255"/>
                    </a:lnTo>
                    <a:lnTo>
                      <a:pt x="92178" y="155055"/>
                    </a:lnTo>
                    <a:lnTo>
                      <a:pt x="91439" y="172211"/>
                    </a:lnTo>
                    <a:lnTo>
                      <a:pt x="72687" y="221825"/>
                    </a:lnTo>
                    <a:lnTo>
                      <a:pt x="46386" y="260604"/>
                    </a:lnTo>
                    <a:lnTo>
                      <a:pt x="26669" y="281940"/>
                    </a:lnTo>
                    <a:lnTo>
                      <a:pt x="22598" y="286273"/>
                    </a:lnTo>
                    <a:lnTo>
                      <a:pt x="17525" y="291465"/>
                    </a:lnTo>
                    <a:lnTo>
                      <a:pt x="11882" y="296084"/>
                    </a:lnTo>
                    <a:lnTo>
                      <a:pt x="6095" y="298704"/>
                    </a:lnTo>
                    <a:lnTo>
                      <a:pt x="1523" y="297942"/>
                    </a:lnTo>
                    <a:lnTo>
                      <a:pt x="0" y="296418"/>
                    </a:lnTo>
                    <a:lnTo>
                      <a:pt x="761" y="291084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422" name="Google Shape;2422;p2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53694" y="386305"/>
            <a:ext cx="2046984" cy="1467954"/>
          </a:xfrm>
          <a:prstGeom prst="rect">
            <a:avLst/>
          </a:prstGeom>
          <a:noFill/>
          <a:ln>
            <a:noFill/>
          </a:ln>
        </p:spPr>
      </p:pic>
      <p:sp>
        <p:nvSpPr>
          <p:cNvPr id="2423" name="Google Shape;2423;p22"/>
          <p:cNvSpPr txBox="1"/>
          <p:nvPr/>
        </p:nvSpPr>
        <p:spPr>
          <a:xfrm>
            <a:off x="3021568" y="4918166"/>
            <a:ext cx="441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4" name="Google Shape;2424;p22"/>
          <p:cNvSpPr/>
          <p:nvPr/>
        </p:nvSpPr>
        <p:spPr>
          <a:xfrm>
            <a:off x="2852034" y="4914900"/>
            <a:ext cx="816600" cy="8382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5" name="Google Shape;2425;p22"/>
          <p:cNvSpPr txBox="1"/>
          <p:nvPr/>
        </p:nvSpPr>
        <p:spPr>
          <a:xfrm>
            <a:off x="3021568" y="5908766"/>
            <a:ext cx="555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x’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6" name="Google Shape;2426;p22"/>
          <p:cNvSpPr/>
          <p:nvPr/>
        </p:nvSpPr>
        <p:spPr>
          <a:xfrm>
            <a:off x="2852034" y="5905500"/>
            <a:ext cx="816600" cy="8382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7" name="Google Shape;2427;p2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6199" y="5334000"/>
            <a:ext cx="1831113" cy="12826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28" name="Google Shape;2428;p22"/>
          <p:cNvCxnSpPr>
            <a:stCxn id="2424" idx="1"/>
          </p:cNvCxnSpPr>
          <p:nvPr/>
        </p:nvCxnSpPr>
        <p:spPr>
          <a:xfrm flipH="1">
            <a:off x="1875234" y="5334000"/>
            <a:ext cx="976800" cy="3777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29" name="Google Shape;2429;p22"/>
          <p:cNvCxnSpPr/>
          <p:nvPr/>
        </p:nvCxnSpPr>
        <p:spPr>
          <a:xfrm rot="10800000">
            <a:off x="1875387" y="5983475"/>
            <a:ext cx="912600" cy="3183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30" name="Google Shape;2430;p22"/>
          <p:cNvCxnSpPr>
            <a:stCxn id="2424" idx="3"/>
          </p:cNvCxnSpPr>
          <p:nvPr/>
        </p:nvCxnSpPr>
        <p:spPr>
          <a:xfrm>
            <a:off x="3668634" y="5334000"/>
            <a:ext cx="1429800" cy="306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431" name="Google Shape;2431;p22"/>
          <p:cNvCxnSpPr>
            <a:stCxn id="2426" idx="3"/>
          </p:cNvCxnSpPr>
          <p:nvPr/>
        </p:nvCxnSpPr>
        <p:spPr>
          <a:xfrm>
            <a:off x="3668634" y="6324600"/>
            <a:ext cx="1429800" cy="126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432" name="Google Shape;2432;p22"/>
          <p:cNvSpPr txBox="1"/>
          <p:nvPr/>
        </p:nvSpPr>
        <p:spPr>
          <a:xfrm>
            <a:off x="5261689" y="4948724"/>
            <a:ext cx="10710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ϕ(x)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3" name="Google Shape;2433;p22"/>
          <p:cNvSpPr/>
          <p:nvPr/>
        </p:nvSpPr>
        <p:spPr>
          <a:xfrm>
            <a:off x="5092155" y="4945458"/>
            <a:ext cx="1349400" cy="8382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4" name="Google Shape;2434;p22"/>
          <p:cNvSpPr txBox="1"/>
          <p:nvPr/>
        </p:nvSpPr>
        <p:spPr>
          <a:xfrm>
            <a:off x="5261689" y="5939324"/>
            <a:ext cx="15132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ϕ(x’)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5" name="Google Shape;2435;p22"/>
          <p:cNvSpPr/>
          <p:nvPr/>
        </p:nvSpPr>
        <p:spPr>
          <a:xfrm>
            <a:off x="5092155" y="5936058"/>
            <a:ext cx="1349400" cy="8382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6" name="Google Shape;2436;p22"/>
          <p:cNvCxnSpPr>
            <a:stCxn id="2433" idx="3"/>
          </p:cNvCxnSpPr>
          <p:nvPr/>
        </p:nvCxnSpPr>
        <p:spPr>
          <a:xfrm>
            <a:off x="6441555" y="5364558"/>
            <a:ext cx="1034700" cy="4503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37" name="Google Shape;2437;p22"/>
          <p:cNvCxnSpPr>
            <a:stCxn id="2435" idx="3"/>
          </p:cNvCxnSpPr>
          <p:nvPr/>
        </p:nvCxnSpPr>
        <p:spPr>
          <a:xfrm flipH="1" rot="10800000">
            <a:off x="6441555" y="6086658"/>
            <a:ext cx="1034700" cy="2685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38" name="Google Shape;2438;p22"/>
          <p:cNvSpPr txBox="1"/>
          <p:nvPr/>
        </p:nvSpPr>
        <p:spPr>
          <a:xfrm>
            <a:off x="7621489" y="5502242"/>
            <a:ext cx="2328000" cy="19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ϕ(x)’ ϕ(x’)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9" name="Google Shape;2439;p22"/>
          <p:cNvSpPr/>
          <p:nvPr/>
        </p:nvSpPr>
        <p:spPr>
          <a:xfrm>
            <a:off x="7451954" y="5498976"/>
            <a:ext cx="2497500" cy="8382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0" name="Google Shape;2440;p22"/>
          <p:cNvSpPr txBox="1"/>
          <p:nvPr/>
        </p:nvSpPr>
        <p:spPr>
          <a:xfrm>
            <a:off x="3929464" y="5571245"/>
            <a:ext cx="68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44" name="Shape 2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5" name="Google Shape;2445;p23"/>
          <p:cNvSpPr txBox="1"/>
          <p:nvPr/>
        </p:nvSpPr>
        <p:spPr>
          <a:xfrm>
            <a:off x="4267200" y="685800"/>
            <a:ext cx="242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Summary/Questions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6" name="Google Shape;2446;p23"/>
          <p:cNvSpPr txBox="1"/>
          <p:nvPr/>
        </p:nvSpPr>
        <p:spPr>
          <a:xfrm>
            <a:off x="1404236" y="2743200"/>
            <a:ext cx="8154900" cy="28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To capture non-linear relationships, one can “create” non-linear functions 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features.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But the number of features to create grows exponentially with the degree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of non-linearity p that we wish to capture  (d</a:t>
            </a:r>
            <a:r>
              <a:rPr b="0" baseline="30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For d =  2 and p = 2, it appears there is a trick to get around this.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Is this trick general enough to be useful  the general case as well?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(i.e., for any  d and any p?)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50" name="Shape 2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1" name="Google Shape;2451;p24"/>
          <p:cNvGrpSpPr/>
          <p:nvPr/>
        </p:nvGrpSpPr>
        <p:grpSpPr>
          <a:xfrm>
            <a:off x="609556" y="990702"/>
            <a:ext cx="8562642" cy="5781134"/>
            <a:chOff x="3431285" y="2082152"/>
            <a:chExt cx="6429375" cy="4234953"/>
          </a:xfrm>
        </p:grpSpPr>
        <p:pic>
          <p:nvPicPr>
            <p:cNvPr id="2452" name="Google Shape;2452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51363" y="2221979"/>
              <a:ext cx="189001" cy="227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3" name="Google Shape;245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91202" y="2250173"/>
              <a:ext cx="89453" cy="1489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4" name="Google Shape;2454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26267" y="2192261"/>
              <a:ext cx="242341" cy="21186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55" name="Google Shape;2455;p24"/>
            <p:cNvGrpSpPr/>
            <p:nvPr/>
          </p:nvGrpSpPr>
          <p:grpSpPr>
            <a:xfrm>
              <a:off x="5189886" y="2140349"/>
              <a:ext cx="639426" cy="219817"/>
              <a:chOff x="5189886" y="2140349"/>
              <a:chExt cx="639426" cy="219817"/>
            </a:xfrm>
          </p:grpSpPr>
          <p:sp>
            <p:nvSpPr>
              <p:cNvPr id="2456" name="Google Shape;2456;p24"/>
              <p:cNvSpPr/>
              <p:nvPr/>
            </p:nvSpPr>
            <p:spPr>
              <a:xfrm>
                <a:off x="5189886" y="2186177"/>
                <a:ext cx="97154" cy="173989"/>
              </a:xfrm>
              <a:custGeom>
                <a:rect b="b" l="l" r="r" t="t"/>
                <a:pathLst>
                  <a:path extrusionOk="0" h="173989" w="97154">
                    <a:moveTo>
                      <a:pt x="857" y="0"/>
                    </a:moveTo>
                    <a:lnTo>
                      <a:pt x="107" y="15442"/>
                    </a:lnTo>
                    <a:lnTo>
                      <a:pt x="0" y="30956"/>
                    </a:lnTo>
                    <a:lnTo>
                      <a:pt x="321" y="46612"/>
                    </a:lnTo>
                    <a:lnTo>
                      <a:pt x="857" y="62484"/>
                    </a:lnTo>
                    <a:lnTo>
                      <a:pt x="1333" y="80200"/>
                    </a:lnTo>
                    <a:lnTo>
                      <a:pt x="3905" y="133350"/>
                    </a:lnTo>
                    <a:lnTo>
                      <a:pt x="16859" y="172212"/>
                    </a:lnTo>
                    <a:lnTo>
                      <a:pt x="29051" y="173736"/>
                    </a:lnTo>
                    <a:lnTo>
                      <a:pt x="33623" y="172212"/>
                    </a:lnTo>
                    <a:lnTo>
                      <a:pt x="42755" y="169306"/>
                    </a:lnTo>
                    <a:lnTo>
                      <a:pt x="51815" y="165544"/>
                    </a:lnTo>
                    <a:lnTo>
                      <a:pt x="60733" y="161496"/>
                    </a:lnTo>
                    <a:lnTo>
                      <a:pt x="69437" y="157733"/>
                    </a:lnTo>
                    <a:lnTo>
                      <a:pt x="77057" y="154685"/>
                    </a:lnTo>
                    <a:lnTo>
                      <a:pt x="84677" y="152399"/>
                    </a:lnTo>
                    <a:lnTo>
                      <a:pt x="92297" y="150113"/>
                    </a:lnTo>
                    <a:lnTo>
                      <a:pt x="96107" y="148589"/>
                    </a:lnTo>
                    <a:lnTo>
                      <a:pt x="96107" y="147827"/>
                    </a:lnTo>
                    <a:lnTo>
                      <a:pt x="96869" y="146303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7" name="Google Shape;2457;p24"/>
              <p:cNvSpPr/>
              <p:nvPr/>
            </p:nvSpPr>
            <p:spPr>
              <a:xfrm>
                <a:off x="5205984" y="2237231"/>
                <a:ext cx="62229" cy="50800"/>
              </a:xfrm>
              <a:custGeom>
                <a:rect b="b" l="l" r="r" t="t"/>
                <a:pathLst>
                  <a:path extrusionOk="0" h="50800" w="62229">
                    <a:moveTo>
                      <a:pt x="0" y="50291"/>
                    </a:moveTo>
                    <a:lnTo>
                      <a:pt x="29467" y="25646"/>
                    </a:lnTo>
                    <a:lnTo>
                      <a:pt x="47898" y="14573"/>
                    </a:lnTo>
                    <a:lnTo>
                      <a:pt x="54006" y="10858"/>
                    </a:lnTo>
                    <a:lnTo>
                      <a:pt x="58828" y="6286"/>
                    </a:lnTo>
                    <a:lnTo>
                      <a:pt x="61721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8" name="Google Shape;2458;p24"/>
              <p:cNvSpPr/>
              <p:nvPr/>
            </p:nvSpPr>
            <p:spPr>
              <a:xfrm>
                <a:off x="5201412" y="2169413"/>
                <a:ext cx="71120" cy="30480"/>
              </a:xfrm>
              <a:custGeom>
                <a:rect b="b" l="l" r="r" t="t"/>
                <a:pathLst>
                  <a:path extrusionOk="0" h="30480" w="71120">
                    <a:moveTo>
                      <a:pt x="0" y="30479"/>
                    </a:moveTo>
                    <a:lnTo>
                      <a:pt x="41148" y="3047"/>
                    </a:lnTo>
                    <a:lnTo>
                      <a:pt x="63436" y="476"/>
                    </a:lnTo>
                    <a:lnTo>
                      <a:pt x="70866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9" name="Google Shape;2459;p24"/>
              <p:cNvSpPr/>
              <p:nvPr/>
            </p:nvSpPr>
            <p:spPr>
              <a:xfrm>
                <a:off x="5320284" y="2215895"/>
                <a:ext cx="94614" cy="102235"/>
              </a:xfrm>
              <a:custGeom>
                <a:rect b="b" l="l" r="r" t="t"/>
                <a:pathLst>
                  <a:path extrusionOk="0" h="102235" w="94614">
                    <a:moveTo>
                      <a:pt x="0" y="0"/>
                    </a:moveTo>
                    <a:lnTo>
                      <a:pt x="25146" y="38099"/>
                    </a:lnTo>
                    <a:lnTo>
                      <a:pt x="54935" y="66603"/>
                    </a:lnTo>
                    <a:lnTo>
                      <a:pt x="64770" y="76199"/>
                    </a:lnTo>
                    <a:lnTo>
                      <a:pt x="71651" y="82819"/>
                    </a:lnTo>
                    <a:lnTo>
                      <a:pt x="78676" y="89725"/>
                    </a:lnTo>
                    <a:lnTo>
                      <a:pt x="85986" y="96345"/>
                    </a:lnTo>
                    <a:lnTo>
                      <a:pt x="93726" y="102107"/>
                    </a:lnTo>
                    <a:lnTo>
                      <a:pt x="94488" y="102107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0" name="Google Shape;2460;p24"/>
              <p:cNvSpPr/>
              <p:nvPr/>
            </p:nvSpPr>
            <p:spPr>
              <a:xfrm>
                <a:off x="5328666" y="2201417"/>
                <a:ext cx="74929" cy="144144"/>
              </a:xfrm>
              <a:custGeom>
                <a:rect b="b" l="l" r="r" t="t"/>
                <a:pathLst>
                  <a:path extrusionOk="0" h="144144" w="74929">
                    <a:moveTo>
                      <a:pt x="74675" y="0"/>
                    </a:moveTo>
                    <a:lnTo>
                      <a:pt x="44195" y="35052"/>
                    </a:lnTo>
                    <a:lnTo>
                      <a:pt x="24907" y="74056"/>
                    </a:lnTo>
                    <a:lnTo>
                      <a:pt x="10096" y="109823"/>
                    </a:lnTo>
                    <a:lnTo>
                      <a:pt x="761" y="138684"/>
                    </a:lnTo>
                    <a:lnTo>
                      <a:pt x="0" y="140208"/>
                    </a:lnTo>
                    <a:lnTo>
                      <a:pt x="761" y="144018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1" name="Google Shape;2461;p24"/>
              <p:cNvSpPr/>
              <p:nvPr/>
            </p:nvSpPr>
            <p:spPr>
              <a:xfrm>
                <a:off x="5443728" y="2182367"/>
                <a:ext cx="50800" cy="147955"/>
              </a:xfrm>
              <a:custGeom>
                <a:rect b="b" l="l" r="r" t="t"/>
                <a:pathLst>
                  <a:path extrusionOk="0" h="147955" w="50800">
                    <a:moveTo>
                      <a:pt x="50291" y="0"/>
                    </a:moveTo>
                    <a:lnTo>
                      <a:pt x="29289" y="42862"/>
                    </a:lnTo>
                    <a:lnTo>
                      <a:pt x="19014" y="78736"/>
                    </a:lnTo>
                    <a:lnTo>
                      <a:pt x="13430" y="97821"/>
                    </a:lnTo>
                    <a:lnTo>
                      <a:pt x="7989" y="116764"/>
                    </a:lnTo>
                    <a:lnTo>
                      <a:pt x="3047" y="135636"/>
                    </a:lnTo>
                    <a:lnTo>
                      <a:pt x="0" y="147828"/>
                    </a:lnTo>
                    <a:lnTo>
                      <a:pt x="0" y="143256"/>
                    </a:lnTo>
                    <a:lnTo>
                      <a:pt x="4571" y="139446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2" name="Google Shape;2462;p24"/>
              <p:cNvSpPr/>
              <p:nvPr/>
            </p:nvSpPr>
            <p:spPr>
              <a:xfrm>
                <a:off x="5486400" y="2183129"/>
                <a:ext cx="59054" cy="135889"/>
              </a:xfrm>
              <a:custGeom>
                <a:rect b="b" l="l" r="r" t="t"/>
                <a:pathLst>
                  <a:path extrusionOk="0" h="135889" w="59054">
                    <a:moveTo>
                      <a:pt x="0" y="0"/>
                    </a:moveTo>
                    <a:lnTo>
                      <a:pt x="11465" y="36754"/>
                    </a:lnTo>
                    <a:lnTo>
                      <a:pt x="26955" y="76104"/>
                    </a:lnTo>
                    <a:lnTo>
                      <a:pt x="43636" y="110418"/>
                    </a:lnTo>
                    <a:lnTo>
                      <a:pt x="47720" y="118110"/>
                    </a:lnTo>
                    <a:lnTo>
                      <a:pt x="51946" y="125801"/>
                    </a:lnTo>
                    <a:lnTo>
                      <a:pt x="56388" y="133350"/>
                    </a:lnTo>
                    <a:lnTo>
                      <a:pt x="57150" y="134112"/>
                    </a:lnTo>
                    <a:lnTo>
                      <a:pt x="57912" y="134874"/>
                    </a:lnTo>
                    <a:lnTo>
                      <a:pt x="58674" y="135636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3" name="Google Shape;2463;p24"/>
              <p:cNvSpPr/>
              <p:nvPr/>
            </p:nvSpPr>
            <p:spPr>
              <a:xfrm>
                <a:off x="5458968" y="2257043"/>
                <a:ext cx="94614" cy="29210"/>
              </a:xfrm>
              <a:custGeom>
                <a:rect b="b" l="l" r="r" t="t"/>
                <a:pathLst>
                  <a:path extrusionOk="0" h="29210" w="94614">
                    <a:moveTo>
                      <a:pt x="0" y="28194"/>
                    </a:moveTo>
                    <a:lnTo>
                      <a:pt x="38683" y="25300"/>
                    </a:lnTo>
                    <a:lnTo>
                      <a:pt x="83855" y="6012"/>
                    </a:lnTo>
                    <a:lnTo>
                      <a:pt x="94488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4" name="Google Shape;2464;p24"/>
              <p:cNvSpPr/>
              <p:nvPr/>
            </p:nvSpPr>
            <p:spPr>
              <a:xfrm>
                <a:off x="5590032" y="2186939"/>
                <a:ext cx="7620" cy="121919"/>
              </a:xfrm>
              <a:custGeom>
                <a:rect b="b" l="l" r="r" t="t"/>
                <a:pathLst>
                  <a:path extrusionOk="0" h="121919" w="7620">
                    <a:moveTo>
                      <a:pt x="4572" y="0"/>
                    </a:moveTo>
                    <a:lnTo>
                      <a:pt x="1928" y="13013"/>
                    </a:lnTo>
                    <a:lnTo>
                      <a:pt x="571" y="25241"/>
                    </a:lnTo>
                    <a:lnTo>
                      <a:pt x="71" y="37611"/>
                    </a:lnTo>
                    <a:lnTo>
                      <a:pt x="0" y="51053"/>
                    </a:lnTo>
                    <a:lnTo>
                      <a:pt x="381" y="64317"/>
                    </a:lnTo>
                    <a:lnTo>
                      <a:pt x="3810" y="104394"/>
                    </a:lnTo>
                    <a:lnTo>
                      <a:pt x="5334" y="115823"/>
                    </a:lnTo>
                    <a:lnTo>
                      <a:pt x="7620" y="12192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5" name="Google Shape;2465;p24"/>
              <p:cNvSpPr/>
              <p:nvPr/>
            </p:nvSpPr>
            <p:spPr>
              <a:xfrm>
                <a:off x="5587746" y="2168651"/>
                <a:ext cx="112395" cy="125730"/>
              </a:xfrm>
              <a:custGeom>
                <a:rect b="b" l="l" r="r" t="t"/>
                <a:pathLst>
                  <a:path extrusionOk="0" h="125730" w="112395">
                    <a:moveTo>
                      <a:pt x="0" y="18287"/>
                    </a:moveTo>
                    <a:lnTo>
                      <a:pt x="14478" y="60197"/>
                    </a:lnTo>
                    <a:lnTo>
                      <a:pt x="44196" y="74675"/>
                    </a:lnTo>
                    <a:lnTo>
                      <a:pt x="52042" y="73890"/>
                    </a:lnTo>
                    <a:lnTo>
                      <a:pt x="74771" y="38861"/>
                    </a:lnTo>
                    <a:lnTo>
                      <a:pt x="83820" y="12191"/>
                    </a:lnTo>
                    <a:lnTo>
                      <a:pt x="86868" y="6095"/>
                    </a:lnTo>
                    <a:lnTo>
                      <a:pt x="90678" y="0"/>
                    </a:lnTo>
                    <a:lnTo>
                      <a:pt x="92202" y="4571"/>
                    </a:lnTo>
                    <a:lnTo>
                      <a:pt x="94488" y="12953"/>
                    </a:lnTo>
                    <a:lnTo>
                      <a:pt x="95250" y="19049"/>
                    </a:lnTo>
                    <a:lnTo>
                      <a:pt x="96273" y="33218"/>
                    </a:lnTo>
                    <a:lnTo>
                      <a:pt x="97155" y="47243"/>
                    </a:lnTo>
                    <a:lnTo>
                      <a:pt x="98036" y="61269"/>
                    </a:lnTo>
                    <a:lnTo>
                      <a:pt x="99060" y="75437"/>
                    </a:lnTo>
                    <a:lnTo>
                      <a:pt x="99548" y="85844"/>
                    </a:lnTo>
                    <a:lnTo>
                      <a:pt x="100107" y="96392"/>
                    </a:lnTo>
                    <a:lnTo>
                      <a:pt x="101095" y="106941"/>
                    </a:lnTo>
                    <a:lnTo>
                      <a:pt x="102870" y="117347"/>
                    </a:lnTo>
                    <a:lnTo>
                      <a:pt x="105156" y="124205"/>
                    </a:lnTo>
                    <a:lnTo>
                      <a:pt x="105918" y="124205"/>
                    </a:lnTo>
                    <a:lnTo>
                      <a:pt x="112014" y="125729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466" name="Google Shape;2466;p2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731751" y="2140349"/>
                <a:ext cx="97561" cy="1822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467" name="Google Shape;2467;p2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881710" y="2082152"/>
              <a:ext cx="327078" cy="236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8" name="Google Shape;2468;p24"/>
            <p:cNvSpPr/>
            <p:nvPr/>
          </p:nvSpPr>
          <p:spPr>
            <a:xfrm>
              <a:off x="4286250" y="2508504"/>
              <a:ext cx="487679" cy="24130"/>
            </a:xfrm>
            <a:custGeom>
              <a:rect b="b" l="l" r="r" t="t"/>
              <a:pathLst>
                <a:path extrusionOk="0" h="24130" w="487679">
                  <a:moveTo>
                    <a:pt x="41910" y="22860"/>
                  </a:moveTo>
                  <a:lnTo>
                    <a:pt x="31503" y="23300"/>
                  </a:lnTo>
                  <a:lnTo>
                    <a:pt x="20955" y="23526"/>
                  </a:lnTo>
                  <a:lnTo>
                    <a:pt x="10406" y="23610"/>
                  </a:lnTo>
                  <a:lnTo>
                    <a:pt x="0" y="23622"/>
                  </a:lnTo>
                  <a:lnTo>
                    <a:pt x="25729" y="23360"/>
                  </a:lnTo>
                  <a:lnTo>
                    <a:pt x="51530" y="22669"/>
                  </a:lnTo>
                  <a:lnTo>
                    <a:pt x="77473" y="21693"/>
                  </a:lnTo>
                  <a:lnTo>
                    <a:pt x="103632" y="20574"/>
                  </a:lnTo>
                  <a:lnTo>
                    <a:pt x="150054" y="18407"/>
                  </a:lnTo>
                  <a:lnTo>
                    <a:pt x="196691" y="16383"/>
                  </a:lnTo>
                  <a:lnTo>
                    <a:pt x="243470" y="14358"/>
                  </a:lnTo>
                  <a:lnTo>
                    <a:pt x="290322" y="12192"/>
                  </a:lnTo>
                  <a:lnTo>
                    <a:pt x="335018" y="10001"/>
                  </a:lnTo>
                  <a:lnTo>
                    <a:pt x="379857" y="7810"/>
                  </a:lnTo>
                  <a:lnTo>
                    <a:pt x="424695" y="5334"/>
                  </a:lnTo>
                  <a:lnTo>
                    <a:pt x="469392" y="2286"/>
                  </a:lnTo>
                  <a:lnTo>
                    <a:pt x="479298" y="1524"/>
                  </a:lnTo>
                  <a:lnTo>
                    <a:pt x="481584" y="1524"/>
                  </a:lnTo>
                  <a:lnTo>
                    <a:pt x="487680" y="0"/>
                  </a:lnTo>
                  <a:lnTo>
                    <a:pt x="480822" y="2286"/>
                  </a:lnTo>
                  <a:lnTo>
                    <a:pt x="477774" y="3810"/>
                  </a:lnTo>
                  <a:lnTo>
                    <a:pt x="470916" y="5334"/>
                  </a:lnTo>
                  <a:lnTo>
                    <a:pt x="462534" y="6858"/>
                  </a:lnTo>
                  <a:lnTo>
                    <a:pt x="460248" y="6858"/>
                  </a:lnTo>
                  <a:lnTo>
                    <a:pt x="454914" y="685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9" name="Google Shape;2469;p24"/>
            <p:cNvSpPr/>
            <p:nvPr/>
          </p:nvSpPr>
          <p:spPr>
            <a:xfrm>
              <a:off x="5130546" y="2408682"/>
              <a:ext cx="963929" cy="76200"/>
            </a:xfrm>
            <a:custGeom>
              <a:rect b="b" l="l" r="r" t="t"/>
              <a:pathLst>
                <a:path extrusionOk="0" h="76200" w="963929">
                  <a:moveTo>
                    <a:pt x="0" y="67818"/>
                  </a:moveTo>
                  <a:lnTo>
                    <a:pt x="39112" y="74890"/>
                  </a:lnTo>
                  <a:lnTo>
                    <a:pt x="76581" y="75699"/>
                  </a:lnTo>
                  <a:lnTo>
                    <a:pt x="100584" y="75247"/>
                  </a:lnTo>
                  <a:lnTo>
                    <a:pt x="148590" y="71628"/>
                  </a:lnTo>
                  <a:lnTo>
                    <a:pt x="224028" y="62007"/>
                  </a:lnTo>
                  <a:lnTo>
                    <a:pt x="261747" y="56733"/>
                  </a:lnTo>
                  <a:lnTo>
                    <a:pt x="299466" y="51816"/>
                  </a:lnTo>
                  <a:lnTo>
                    <a:pt x="345888" y="46815"/>
                  </a:lnTo>
                  <a:lnTo>
                    <a:pt x="392525" y="42100"/>
                  </a:lnTo>
                  <a:lnTo>
                    <a:pt x="439304" y="37671"/>
                  </a:lnTo>
                  <a:lnTo>
                    <a:pt x="486156" y="33528"/>
                  </a:lnTo>
                  <a:lnTo>
                    <a:pt x="536448" y="28979"/>
                  </a:lnTo>
                  <a:lnTo>
                    <a:pt x="586740" y="24574"/>
                  </a:lnTo>
                  <a:lnTo>
                    <a:pt x="637032" y="20454"/>
                  </a:lnTo>
                  <a:lnTo>
                    <a:pt x="687324" y="16764"/>
                  </a:lnTo>
                  <a:lnTo>
                    <a:pt x="731448" y="13918"/>
                  </a:lnTo>
                  <a:lnTo>
                    <a:pt x="775716" y="11144"/>
                  </a:lnTo>
                  <a:lnTo>
                    <a:pt x="819983" y="8512"/>
                  </a:lnTo>
                  <a:lnTo>
                    <a:pt x="864108" y="6096"/>
                  </a:lnTo>
                  <a:lnTo>
                    <a:pt x="885705" y="5393"/>
                  </a:lnTo>
                  <a:lnTo>
                    <a:pt x="907160" y="4476"/>
                  </a:lnTo>
                  <a:lnTo>
                    <a:pt x="928616" y="3417"/>
                  </a:lnTo>
                  <a:lnTo>
                    <a:pt x="950213" y="2286"/>
                  </a:lnTo>
                  <a:lnTo>
                    <a:pt x="952500" y="2286"/>
                  </a:lnTo>
                  <a:lnTo>
                    <a:pt x="954786" y="2286"/>
                  </a:lnTo>
                  <a:lnTo>
                    <a:pt x="957072" y="2286"/>
                  </a:lnTo>
                  <a:lnTo>
                    <a:pt x="963930" y="2286"/>
                  </a:lnTo>
                  <a:lnTo>
                    <a:pt x="947928" y="2286"/>
                  </a:lnTo>
                  <a:lnTo>
                    <a:pt x="945641" y="1524"/>
                  </a:lnTo>
                  <a:lnTo>
                    <a:pt x="943356" y="762"/>
                  </a:lnTo>
                  <a:lnTo>
                    <a:pt x="941069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70" name="Google Shape;2470;p24"/>
            <p:cNvGrpSpPr/>
            <p:nvPr/>
          </p:nvGrpSpPr>
          <p:grpSpPr>
            <a:xfrm>
              <a:off x="3431285" y="3085122"/>
              <a:ext cx="819401" cy="337138"/>
              <a:chOff x="3431285" y="3085122"/>
              <a:chExt cx="819401" cy="337138"/>
            </a:xfrm>
          </p:grpSpPr>
          <p:sp>
            <p:nvSpPr>
              <p:cNvPr id="2471" name="Google Shape;2471;p24"/>
              <p:cNvSpPr/>
              <p:nvPr/>
            </p:nvSpPr>
            <p:spPr>
              <a:xfrm>
                <a:off x="3431285" y="3200400"/>
                <a:ext cx="15239" cy="15239"/>
              </a:xfrm>
              <a:custGeom>
                <a:rect b="b" l="l" r="r" t="t"/>
                <a:pathLst>
                  <a:path extrusionOk="0" h="15239" w="15239">
                    <a:moveTo>
                      <a:pt x="0" y="3048"/>
                    </a:moveTo>
                    <a:lnTo>
                      <a:pt x="0" y="11430"/>
                    </a:lnTo>
                    <a:lnTo>
                      <a:pt x="3809" y="15240"/>
                    </a:lnTo>
                    <a:lnTo>
                      <a:pt x="12191" y="15240"/>
                    </a:lnTo>
                    <a:lnTo>
                      <a:pt x="15239" y="11430"/>
                    </a:lnTo>
                    <a:lnTo>
                      <a:pt x="15239" y="7620"/>
                    </a:lnTo>
                    <a:lnTo>
                      <a:pt x="15239" y="3048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048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2" name="Google Shape;2472;p24"/>
              <p:cNvSpPr/>
              <p:nvPr/>
            </p:nvSpPr>
            <p:spPr>
              <a:xfrm>
                <a:off x="3464051" y="3111246"/>
                <a:ext cx="36829" cy="275589"/>
              </a:xfrm>
              <a:custGeom>
                <a:rect b="b" l="l" r="r" t="t"/>
                <a:pathLst>
                  <a:path extrusionOk="0" h="275589" w="36829">
                    <a:moveTo>
                      <a:pt x="0" y="0"/>
                    </a:moveTo>
                    <a:lnTo>
                      <a:pt x="11251" y="47684"/>
                    </a:lnTo>
                    <a:lnTo>
                      <a:pt x="16883" y="88022"/>
                    </a:lnTo>
                    <a:lnTo>
                      <a:pt x="22074" y="136338"/>
                    </a:lnTo>
                    <a:lnTo>
                      <a:pt x="24384" y="160782"/>
                    </a:lnTo>
                    <a:lnTo>
                      <a:pt x="26789" y="180784"/>
                    </a:lnTo>
                    <a:lnTo>
                      <a:pt x="31884" y="220789"/>
                    </a:lnTo>
                    <a:lnTo>
                      <a:pt x="36433" y="266509"/>
                    </a:lnTo>
                    <a:lnTo>
                      <a:pt x="36576" y="275082"/>
                    </a:lnTo>
                    <a:lnTo>
                      <a:pt x="36576" y="267462"/>
                    </a:lnTo>
                    <a:lnTo>
                      <a:pt x="36576" y="263652"/>
                    </a:lnTo>
                    <a:lnTo>
                      <a:pt x="36576" y="25603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473" name="Google Shape;2473;p24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3450906" y="3085122"/>
                <a:ext cx="395943" cy="3371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74" name="Google Shape;2474;p24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3870185" y="3217663"/>
                <a:ext cx="183667" cy="11533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75" name="Google Shape;2475;p24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4085831" y="3191243"/>
                <a:ext cx="164855" cy="12575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76" name="Google Shape;2476;p24"/>
            <p:cNvGrpSpPr/>
            <p:nvPr/>
          </p:nvGrpSpPr>
          <p:grpSpPr>
            <a:xfrm>
              <a:off x="4248912" y="3132582"/>
              <a:ext cx="219817" cy="168910"/>
              <a:chOff x="4248912" y="3132582"/>
              <a:chExt cx="219817" cy="168910"/>
            </a:xfrm>
          </p:grpSpPr>
          <p:sp>
            <p:nvSpPr>
              <p:cNvPr id="2477" name="Google Shape;2477;p24"/>
              <p:cNvSpPr/>
              <p:nvPr/>
            </p:nvSpPr>
            <p:spPr>
              <a:xfrm>
                <a:off x="4304442" y="3208782"/>
                <a:ext cx="17145" cy="92710"/>
              </a:xfrm>
              <a:custGeom>
                <a:rect b="b" l="l" r="r" t="t"/>
                <a:pathLst>
                  <a:path extrusionOk="0" h="92710" w="17145">
                    <a:moveTo>
                      <a:pt x="95" y="0"/>
                    </a:moveTo>
                    <a:lnTo>
                      <a:pt x="11" y="9608"/>
                    </a:lnTo>
                    <a:lnTo>
                      <a:pt x="0" y="19145"/>
                    </a:lnTo>
                    <a:lnTo>
                      <a:pt x="416" y="28825"/>
                    </a:lnTo>
                    <a:lnTo>
                      <a:pt x="1619" y="38862"/>
                    </a:lnTo>
                    <a:lnTo>
                      <a:pt x="4012" y="48017"/>
                    </a:lnTo>
                    <a:lnTo>
                      <a:pt x="6476" y="57245"/>
                    </a:lnTo>
                    <a:lnTo>
                      <a:pt x="8798" y="66615"/>
                    </a:lnTo>
                    <a:lnTo>
                      <a:pt x="10763" y="76200"/>
                    </a:lnTo>
                    <a:lnTo>
                      <a:pt x="13811" y="92202"/>
                    </a:lnTo>
                    <a:lnTo>
                      <a:pt x="15335" y="90678"/>
                    </a:lnTo>
                    <a:lnTo>
                      <a:pt x="16097" y="89154"/>
                    </a:lnTo>
                    <a:lnTo>
                      <a:pt x="16859" y="87630"/>
                    </a:lnTo>
                    <a:lnTo>
                      <a:pt x="16859" y="8610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8" name="Google Shape;2478;p24"/>
              <p:cNvSpPr/>
              <p:nvPr/>
            </p:nvSpPr>
            <p:spPr>
              <a:xfrm>
                <a:off x="4248912" y="3136392"/>
                <a:ext cx="15239" cy="13335"/>
              </a:xfrm>
              <a:custGeom>
                <a:rect b="b" l="l" r="r" t="t"/>
                <a:pathLst>
                  <a:path extrusionOk="0" h="13335" w="15239">
                    <a:moveTo>
                      <a:pt x="15239" y="12953"/>
                    </a:moveTo>
                    <a:lnTo>
                      <a:pt x="8465" y="9001"/>
                    </a:lnTo>
                    <a:lnTo>
                      <a:pt x="4476" y="7048"/>
                    </a:lnTo>
                    <a:lnTo>
                      <a:pt x="2059" y="481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9" name="Google Shape;2479;p24"/>
              <p:cNvSpPr/>
              <p:nvPr/>
            </p:nvSpPr>
            <p:spPr>
              <a:xfrm>
                <a:off x="4354830" y="3185160"/>
                <a:ext cx="99060" cy="98425"/>
              </a:xfrm>
              <a:custGeom>
                <a:rect b="b" l="l" r="r" t="t"/>
                <a:pathLst>
                  <a:path extrusionOk="0" h="98425" w="99060">
                    <a:moveTo>
                      <a:pt x="57150" y="70103"/>
                    </a:moveTo>
                    <a:lnTo>
                      <a:pt x="63293" y="32027"/>
                    </a:lnTo>
                    <a:lnTo>
                      <a:pt x="63055" y="25336"/>
                    </a:lnTo>
                    <a:lnTo>
                      <a:pt x="61960" y="18930"/>
                    </a:lnTo>
                    <a:lnTo>
                      <a:pt x="59435" y="12953"/>
                    </a:lnTo>
                    <a:lnTo>
                      <a:pt x="54863" y="3809"/>
                    </a:lnTo>
                    <a:lnTo>
                      <a:pt x="48005" y="0"/>
                    </a:lnTo>
                    <a:lnTo>
                      <a:pt x="38099" y="0"/>
                    </a:lnTo>
                    <a:lnTo>
                      <a:pt x="12191" y="28955"/>
                    </a:lnTo>
                    <a:lnTo>
                      <a:pt x="1905" y="67317"/>
                    </a:lnTo>
                    <a:lnTo>
                      <a:pt x="0" y="91439"/>
                    </a:lnTo>
                    <a:lnTo>
                      <a:pt x="3048" y="98297"/>
                    </a:lnTo>
                    <a:lnTo>
                      <a:pt x="39564" y="80486"/>
                    </a:lnTo>
                    <a:lnTo>
                      <a:pt x="53851" y="40886"/>
                    </a:lnTo>
                    <a:lnTo>
                      <a:pt x="54102" y="28193"/>
                    </a:lnTo>
                    <a:lnTo>
                      <a:pt x="54102" y="25907"/>
                    </a:lnTo>
                    <a:lnTo>
                      <a:pt x="54102" y="24383"/>
                    </a:lnTo>
                    <a:lnTo>
                      <a:pt x="54102" y="30479"/>
                    </a:lnTo>
                    <a:lnTo>
                      <a:pt x="53339" y="32003"/>
                    </a:lnTo>
                    <a:lnTo>
                      <a:pt x="66639" y="76676"/>
                    </a:lnTo>
                    <a:lnTo>
                      <a:pt x="82986" y="87927"/>
                    </a:lnTo>
                    <a:lnTo>
                      <a:pt x="88773" y="87153"/>
                    </a:lnTo>
                    <a:lnTo>
                      <a:pt x="93987" y="83950"/>
                    </a:lnTo>
                    <a:lnTo>
                      <a:pt x="99060" y="79247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0" name="Google Shape;2480;p24"/>
              <p:cNvSpPr/>
              <p:nvPr/>
            </p:nvSpPr>
            <p:spPr>
              <a:xfrm>
                <a:off x="4452854" y="3132582"/>
                <a:ext cx="15875" cy="140970"/>
              </a:xfrm>
              <a:custGeom>
                <a:rect b="b" l="l" r="r" t="t"/>
                <a:pathLst>
                  <a:path extrusionOk="0" h="140970" w="15875">
                    <a:moveTo>
                      <a:pt x="3321" y="0"/>
                    </a:moveTo>
                    <a:lnTo>
                      <a:pt x="1357" y="12918"/>
                    </a:lnTo>
                    <a:lnTo>
                      <a:pt x="178" y="25622"/>
                    </a:lnTo>
                    <a:lnTo>
                      <a:pt x="0" y="38469"/>
                    </a:lnTo>
                    <a:lnTo>
                      <a:pt x="1035" y="51816"/>
                    </a:lnTo>
                    <a:lnTo>
                      <a:pt x="2678" y="65412"/>
                    </a:lnTo>
                    <a:lnTo>
                      <a:pt x="5036" y="78867"/>
                    </a:lnTo>
                    <a:lnTo>
                      <a:pt x="7679" y="92321"/>
                    </a:lnTo>
                    <a:lnTo>
                      <a:pt x="10179" y="105918"/>
                    </a:lnTo>
                    <a:lnTo>
                      <a:pt x="11001" y="114502"/>
                    </a:lnTo>
                    <a:lnTo>
                      <a:pt x="11608" y="123729"/>
                    </a:lnTo>
                    <a:lnTo>
                      <a:pt x="12644" y="132814"/>
                    </a:lnTo>
                    <a:lnTo>
                      <a:pt x="14751" y="140970"/>
                    </a:lnTo>
                    <a:lnTo>
                      <a:pt x="15513" y="14097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81" name="Google Shape;2481;p24"/>
            <p:cNvGrpSpPr/>
            <p:nvPr/>
          </p:nvGrpSpPr>
          <p:grpSpPr>
            <a:xfrm>
              <a:off x="4755629" y="3047238"/>
              <a:ext cx="399789" cy="247650"/>
              <a:chOff x="4755629" y="3047238"/>
              <a:chExt cx="399789" cy="247650"/>
            </a:xfrm>
          </p:grpSpPr>
          <p:pic>
            <p:nvPicPr>
              <p:cNvPr id="2482" name="Google Shape;2482;p24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4755629" y="3112947"/>
                <a:ext cx="309397" cy="1644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83" name="Google Shape;2483;p24"/>
              <p:cNvSpPr/>
              <p:nvPr/>
            </p:nvSpPr>
            <p:spPr>
              <a:xfrm>
                <a:off x="5057394" y="3047238"/>
                <a:ext cx="6350" cy="247650"/>
              </a:xfrm>
              <a:custGeom>
                <a:rect b="b" l="l" r="r" t="t"/>
                <a:pathLst>
                  <a:path extrusionOk="0" h="247650" w="6350">
                    <a:moveTo>
                      <a:pt x="3048" y="0"/>
                    </a:moveTo>
                    <a:lnTo>
                      <a:pt x="1285" y="16347"/>
                    </a:lnTo>
                    <a:lnTo>
                      <a:pt x="381" y="32480"/>
                    </a:lnTo>
                    <a:lnTo>
                      <a:pt x="47" y="48756"/>
                    </a:lnTo>
                    <a:lnTo>
                      <a:pt x="0" y="65532"/>
                    </a:lnTo>
                    <a:lnTo>
                      <a:pt x="500" y="85093"/>
                    </a:lnTo>
                    <a:lnTo>
                      <a:pt x="1714" y="104870"/>
                    </a:lnTo>
                    <a:lnTo>
                      <a:pt x="3214" y="124789"/>
                    </a:lnTo>
                    <a:lnTo>
                      <a:pt x="4572" y="144780"/>
                    </a:lnTo>
                    <a:lnTo>
                      <a:pt x="5131" y="162948"/>
                    </a:lnTo>
                    <a:lnTo>
                      <a:pt x="5619" y="180975"/>
                    </a:lnTo>
                    <a:lnTo>
                      <a:pt x="5965" y="199001"/>
                    </a:lnTo>
                    <a:lnTo>
                      <a:pt x="6096" y="217170"/>
                    </a:lnTo>
                    <a:lnTo>
                      <a:pt x="5655" y="225040"/>
                    </a:lnTo>
                    <a:lnTo>
                      <a:pt x="5429" y="232695"/>
                    </a:lnTo>
                    <a:lnTo>
                      <a:pt x="5345" y="240208"/>
                    </a:lnTo>
                    <a:lnTo>
                      <a:pt x="5334" y="24765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484" name="Google Shape;2484;p24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5051285" y="3122568"/>
                <a:ext cx="104133" cy="9003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485" name="Google Shape;2485;p24"/>
            <p:cNvSpPr/>
            <p:nvPr/>
          </p:nvSpPr>
          <p:spPr>
            <a:xfrm>
              <a:off x="3489959" y="3403853"/>
              <a:ext cx="1662429" cy="134620"/>
            </a:xfrm>
            <a:custGeom>
              <a:rect b="b" l="l" r="r" t="t"/>
              <a:pathLst>
                <a:path extrusionOk="0" h="134620" w="1662429">
                  <a:moveTo>
                    <a:pt x="0" y="134112"/>
                  </a:moveTo>
                  <a:lnTo>
                    <a:pt x="41040" y="128968"/>
                  </a:lnTo>
                  <a:lnTo>
                    <a:pt x="86046" y="128754"/>
                  </a:lnTo>
                  <a:lnTo>
                    <a:pt x="116681" y="128587"/>
                  </a:lnTo>
                  <a:lnTo>
                    <a:pt x="178308" y="127254"/>
                  </a:lnTo>
                  <a:lnTo>
                    <a:pt x="253365" y="124301"/>
                  </a:lnTo>
                  <a:lnTo>
                    <a:pt x="328422" y="119633"/>
                  </a:lnTo>
                  <a:lnTo>
                    <a:pt x="379978" y="115457"/>
                  </a:lnTo>
                  <a:lnTo>
                    <a:pt x="431467" y="110854"/>
                  </a:lnTo>
                  <a:lnTo>
                    <a:pt x="482916" y="105957"/>
                  </a:lnTo>
                  <a:lnTo>
                    <a:pt x="534353" y="100901"/>
                  </a:lnTo>
                  <a:lnTo>
                    <a:pt x="585802" y="95818"/>
                  </a:lnTo>
                  <a:lnTo>
                    <a:pt x="637291" y="90842"/>
                  </a:lnTo>
                  <a:lnTo>
                    <a:pt x="688848" y="86105"/>
                  </a:lnTo>
                  <a:lnTo>
                    <a:pt x="739902" y="81971"/>
                  </a:lnTo>
                  <a:lnTo>
                    <a:pt x="790956" y="77921"/>
                  </a:lnTo>
                  <a:lnTo>
                    <a:pt x="842010" y="73913"/>
                  </a:lnTo>
                  <a:lnTo>
                    <a:pt x="893063" y="69906"/>
                  </a:lnTo>
                  <a:lnTo>
                    <a:pt x="944118" y="65856"/>
                  </a:lnTo>
                  <a:lnTo>
                    <a:pt x="995172" y="61721"/>
                  </a:lnTo>
                  <a:lnTo>
                    <a:pt x="1046607" y="57538"/>
                  </a:lnTo>
                  <a:lnTo>
                    <a:pt x="1098042" y="53396"/>
                  </a:lnTo>
                  <a:lnTo>
                    <a:pt x="1149477" y="49339"/>
                  </a:lnTo>
                  <a:lnTo>
                    <a:pt x="1200911" y="45409"/>
                  </a:lnTo>
                  <a:lnTo>
                    <a:pt x="1252346" y="41648"/>
                  </a:lnTo>
                  <a:lnTo>
                    <a:pt x="1303782" y="38099"/>
                  </a:lnTo>
                  <a:lnTo>
                    <a:pt x="1356348" y="34206"/>
                  </a:lnTo>
                  <a:lnTo>
                    <a:pt x="1408842" y="30384"/>
                  </a:lnTo>
                  <a:lnTo>
                    <a:pt x="1461194" y="26419"/>
                  </a:lnTo>
                  <a:lnTo>
                    <a:pt x="1513332" y="22097"/>
                  </a:lnTo>
                  <a:lnTo>
                    <a:pt x="1542919" y="19681"/>
                  </a:lnTo>
                  <a:lnTo>
                    <a:pt x="1601521" y="14275"/>
                  </a:lnTo>
                  <a:lnTo>
                    <a:pt x="1646301" y="9524"/>
                  </a:lnTo>
                  <a:lnTo>
                    <a:pt x="1654040" y="8429"/>
                  </a:lnTo>
                  <a:lnTo>
                    <a:pt x="1661922" y="7619"/>
                  </a:lnTo>
                  <a:lnTo>
                    <a:pt x="1651813" y="7179"/>
                  </a:lnTo>
                  <a:lnTo>
                    <a:pt x="1643348" y="5810"/>
                  </a:lnTo>
                  <a:lnTo>
                    <a:pt x="1635025" y="3440"/>
                  </a:lnTo>
                  <a:lnTo>
                    <a:pt x="1625346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86" name="Google Shape;2486;p2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988033" y="3564528"/>
              <a:ext cx="240055" cy="2035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7" name="Google Shape;2487;p2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8514253" y="3547859"/>
              <a:ext cx="427828" cy="13642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88" name="Google Shape;2488;p24"/>
            <p:cNvGrpSpPr/>
            <p:nvPr/>
          </p:nvGrpSpPr>
          <p:grpSpPr>
            <a:xfrm>
              <a:off x="9230093" y="3438143"/>
              <a:ext cx="108229" cy="280035"/>
              <a:chOff x="9230093" y="3438143"/>
              <a:chExt cx="108229" cy="280035"/>
            </a:xfrm>
          </p:grpSpPr>
          <p:sp>
            <p:nvSpPr>
              <p:cNvPr id="2489" name="Google Shape;2489;p24"/>
              <p:cNvSpPr/>
              <p:nvPr/>
            </p:nvSpPr>
            <p:spPr>
              <a:xfrm>
                <a:off x="9230868" y="3438143"/>
                <a:ext cx="20320" cy="280035"/>
              </a:xfrm>
              <a:custGeom>
                <a:rect b="b" l="l" r="r" t="t"/>
                <a:pathLst>
                  <a:path extrusionOk="0" h="280035" w="20320">
                    <a:moveTo>
                      <a:pt x="0" y="0"/>
                    </a:moveTo>
                    <a:lnTo>
                      <a:pt x="9322" y="52506"/>
                    </a:lnTo>
                    <a:lnTo>
                      <a:pt x="13763" y="98238"/>
                    </a:lnTo>
                    <a:lnTo>
                      <a:pt x="16144" y="155078"/>
                    </a:lnTo>
                    <a:lnTo>
                      <a:pt x="16764" y="183642"/>
                    </a:lnTo>
                    <a:lnTo>
                      <a:pt x="17335" y="202620"/>
                    </a:lnTo>
                    <a:lnTo>
                      <a:pt x="17907" y="221742"/>
                    </a:lnTo>
                    <a:lnTo>
                      <a:pt x="18478" y="240863"/>
                    </a:lnTo>
                    <a:lnTo>
                      <a:pt x="19050" y="259842"/>
                    </a:lnTo>
                    <a:lnTo>
                      <a:pt x="19050" y="266700"/>
                    </a:lnTo>
                    <a:lnTo>
                      <a:pt x="19812" y="273558"/>
                    </a:lnTo>
                    <a:lnTo>
                      <a:pt x="19812" y="27965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490" name="Google Shape;2490;p24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9230093" y="3506711"/>
                <a:ext cx="108229" cy="10746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491" name="Google Shape;2491;p2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9451073" y="3468611"/>
              <a:ext cx="153187" cy="1697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2" name="Google Shape;2492;p24"/>
            <p:cNvSpPr/>
            <p:nvPr/>
          </p:nvSpPr>
          <p:spPr>
            <a:xfrm>
              <a:off x="9687306" y="3461003"/>
              <a:ext cx="10795" cy="120650"/>
            </a:xfrm>
            <a:custGeom>
              <a:rect b="b" l="l" r="r" t="t"/>
              <a:pathLst>
                <a:path extrusionOk="0" h="120650" w="10795">
                  <a:moveTo>
                    <a:pt x="0" y="0"/>
                  </a:moveTo>
                  <a:lnTo>
                    <a:pt x="1273" y="11882"/>
                  </a:lnTo>
                  <a:lnTo>
                    <a:pt x="2762" y="23622"/>
                  </a:lnTo>
                  <a:lnTo>
                    <a:pt x="4393" y="35361"/>
                  </a:lnTo>
                  <a:lnTo>
                    <a:pt x="6096" y="47244"/>
                  </a:lnTo>
                  <a:lnTo>
                    <a:pt x="8167" y="63412"/>
                  </a:lnTo>
                  <a:lnTo>
                    <a:pt x="10096" y="81153"/>
                  </a:lnTo>
                  <a:lnTo>
                    <a:pt x="10596" y="98893"/>
                  </a:lnTo>
                  <a:lnTo>
                    <a:pt x="8382" y="115062"/>
                  </a:lnTo>
                  <a:lnTo>
                    <a:pt x="6096" y="118872"/>
                  </a:lnTo>
                  <a:lnTo>
                    <a:pt x="5334" y="120396"/>
                  </a:lnTo>
                  <a:lnTo>
                    <a:pt x="1524" y="118872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93" name="Google Shape;2493;p24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881615" y="4701527"/>
              <a:ext cx="223291" cy="1303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4" name="Google Shape;2494;p2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791169" y="4762761"/>
              <a:ext cx="340151" cy="2023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5" name="Google Shape;2495;p2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5342083" y="4705337"/>
              <a:ext cx="206467" cy="2080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96" name="Google Shape;2496;p24"/>
            <p:cNvGrpSpPr/>
            <p:nvPr/>
          </p:nvGrpSpPr>
          <p:grpSpPr>
            <a:xfrm>
              <a:off x="5946504" y="4661141"/>
              <a:ext cx="577752" cy="201955"/>
              <a:chOff x="5946504" y="4661141"/>
              <a:chExt cx="577752" cy="201955"/>
            </a:xfrm>
          </p:grpSpPr>
          <p:pic>
            <p:nvPicPr>
              <p:cNvPr id="2497" name="Google Shape;2497;p24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5946504" y="4661141"/>
                <a:ext cx="339305" cy="20195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98" name="Google Shape;2498;p24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6307061" y="4708385"/>
                <a:ext cx="217195" cy="11052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499" name="Google Shape;2499;p24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6839699" y="4618469"/>
              <a:ext cx="190811" cy="1532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0" name="Google Shape;2500;p24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250929" y="4557509"/>
              <a:ext cx="193061" cy="1720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1" name="Google Shape;2501;p24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7597413" y="4569986"/>
              <a:ext cx="162807" cy="1194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2" name="Google Shape;2502;p24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8103857" y="4422635"/>
              <a:ext cx="82321" cy="7165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03" name="Google Shape;2503;p24"/>
            <p:cNvGrpSpPr/>
            <p:nvPr/>
          </p:nvGrpSpPr>
          <p:grpSpPr>
            <a:xfrm>
              <a:off x="8238731" y="4382261"/>
              <a:ext cx="431317" cy="305498"/>
              <a:chOff x="8238731" y="4382261"/>
              <a:chExt cx="431317" cy="305498"/>
            </a:xfrm>
          </p:grpSpPr>
          <p:pic>
            <p:nvPicPr>
              <p:cNvPr id="2504" name="Google Shape;2504;p24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8238731" y="4382261"/>
                <a:ext cx="308622" cy="2179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05" name="Google Shape;2505;p24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8570713" y="4399775"/>
                <a:ext cx="99335" cy="15864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06" name="Google Shape;2506;p24"/>
              <p:cNvSpPr/>
              <p:nvPr/>
            </p:nvSpPr>
            <p:spPr>
              <a:xfrm>
                <a:off x="8247887" y="4650295"/>
                <a:ext cx="391795" cy="37464"/>
              </a:xfrm>
              <a:custGeom>
                <a:rect b="b" l="l" r="r" t="t"/>
                <a:pathLst>
                  <a:path extrusionOk="0" h="37464" w="391795">
                    <a:moveTo>
                      <a:pt x="13716" y="36766"/>
                    </a:moveTo>
                    <a:lnTo>
                      <a:pt x="29027" y="37016"/>
                    </a:lnTo>
                    <a:lnTo>
                      <a:pt x="44196" y="35909"/>
                    </a:lnTo>
                    <a:lnTo>
                      <a:pt x="59364" y="34087"/>
                    </a:lnTo>
                    <a:lnTo>
                      <a:pt x="74676" y="32194"/>
                    </a:lnTo>
                    <a:lnTo>
                      <a:pt x="100512" y="29908"/>
                    </a:lnTo>
                    <a:lnTo>
                      <a:pt x="152471" y="25336"/>
                    </a:lnTo>
                    <a:lnTo>
                      <a:pt x="206883" y="20502"/>
                    </a:lnTo>
                    <a:lnTo>
                      <a:pt x="264033" y="14263"/>
                    </a:lnTo>
                    <a:lnTo>
                      <a:pt x="292608" y="10858"/>
                    </a:lnTo>
                    <a:lnTo>
                      <a:pt x="311919" y="8572"/>
                    </a:lnTo>
                    <a:lnTo>
                      <a:pt x="331089" y="6286"/>
                    </a:lnTo>
                    <a:lnTo>
                      <a:pt x="350258" y="4000"/>
                    </a:lnTo>
                    <a:lnTo>
                      <a:pt x="369570" y="1714"/>
                    </a:lnTo>
                    <a:lnTo>
                      <a:pt x="375666" y="190"/>
                    </a:lnTo>
                    <a:lnTo>
                      <a:pt x="382524" y="190"/>
                    </a:lnTo>
                    <a:lnTo>
                      <a:pt x="388620" y="190"/>
                    </a:lnTo>
                    <a:lnTo>
                      <a:pt x="387858" y="190"/>
                    </a:lnTo>
                    <a:lnTo>
                      <a:pt x="380547" y="95"/>
                    </a:lnTo>
                    <a:lnTo>
                      <a:pt x="373380" y="0"/>
                    </a:lnTo>
                    <a:lnTo>
                      <a:pt x="366212" y="190"/>
                    </a:lnTo>
                    <a:lnTo>
                      <a:pt x="358902" y="952"/>
                    </a:lnTo>
                    <a:lnTo>
                      <a:pt x="344614" y="2905"/>
                    </a:lnTo>
                    <a:lnTo>
                      <a:pt x="330327" y="5143"/>
                    </a:lnTo>
                    <a:lnTo>
                      <a:pt x="316039" y="7381"/>
                    </a:lnTo>
                    <a:lnTo>
                      <a:pt x="301752" y="9334"/>
                    </a:lnTo>
                    <a:lnTo>
                      <a:pt x="278189" y="11941"/>
                    </a:lnTo>
                    <a:lnTo>
                      <a:pt x="254412" y="14192"/>
                    </a:lnTo>
                    <a:lnTo>
                      <a:pt x="230493" y="16299"/>
                    </a:lnTo>
                    <a:lnTo>
                      <a:pt x="206502" y="18478"/>
                    </a:lnTo>
                    <a:lnTo>
                      <a:pt x="178379" y="20621"/>
                    </a:lnTo>
                    <a:lnTo>
                      <a:pt x="150114" y="22479"/>
                    </a:lnTo>
                    <a:lnTo>
                      <a:pt x="121848" y="24050"/>
                    </a:lnTo>
                    <a:lnTo>
                      <a:pt x="93726" y="25336"/>
                    </a:lnTo>
                    <a:lnTo>
                      <a:pt x="74425" y="26241"/>
                    </a:lnTo>
                    <a:lnTo>
                      <a:pt x="55340" y="26860"/>
                    </a:lnTo>
                    <a:lnTo>
                      <a:pt x="36397" y="27479"/>
                    </a:lnTo>
                    <a:lnTo>
                      <a:pt x="17526" y="28384"/>
                    </a:lnTo>
                    <a:lnTo>
                      <a:pt x="11430" y="28384"/>
                    </a:lnTo>
                    <a:lnTo>
                      <a:pt x="5334" y="29146"/>
                    </a:lnTo>
                    <a:lnTo>
                      <a:pt x="0" y="29146"/>
                    </a:lnTo>
                    <a:lnTo>
                      <a:pt x="13716" y="29122"/>
                    </a:lnTo>
                    <a:lnTo>
                      <a:pt x="27432" y="28956"/>
                    </a:lnTo>
                    <a:lnTo>
                      <a:pt x="41148" y="28503"/>
                    </a:lnTo>
                    <a:lnTo>
                      <a:pt x="54864" y="27622"/>
                    </a:lnTo>
                    <a:lnTo>
                      <a:pt x="89737" y="24586"/>
                    </a:lnTo>
                    <a:lnTo>
                      <a:pt x="124682" y="22193"/>
                    </a:lnTo>
                    <a:lnTo>
                      <a:pt x="159769" y="20228"/>
                    </a:lnTo>
                    <a:lnTo>
                      <a:pt x="195072" y="18478"/>
                    </a:lnTo>
                    <a:lnTo>
                      <a:pt x="221480" y="16883"/>
                    </a:lnTo>
                    <a:lnTo>
                      <a:pt x="248031" y="15430"/>
                    </a:lnTo>
                    <a:lnTo>
                      <a:pt x="274581" y="13977"/>
                    </a:lnTo>
                    <a:lnTo>
                      <a:pt x="300990" y="12382"/>
                    </a:lnTo>
                    <a:lnTo>
                      <a:pt x="318135" y="11120"/>
                    </a:lnTo>
                    <a:lnTo>
                      <a:pt x="335280" y="9715"/>
                    </a:lnTo>
                    <a:lnTo>
                      <a:pt x="352425" y="8310"/>
                    </a:lnTo>
                    <a:lnTo>
                      <a:pt x="369570" y="7048"/>
                    </a:lnTo>
                    <a:lnTo>
                      <a:pt x="376428" y="6286"/>
                    </a:lnTo>
                    <a:lnTo>
                      <a:pt x="383286" y="5524"/>
                    </a:lnTo>
                    <a:lnTo>
                      <a:pt x="390144" y="4762"/>
                    </a:lnTo>
                    <a:lnTo>
                      <a:pt x="390906" y="4762"/>
                    </a:lnTo>
                    <a:lnTo>
                      <a:pt x="391668" y="4762"/>
                    </a:lnTo>
                    <a:lnTo>
                      <a:pt x="370641" y="5167"/>
                    </a:lnTo>
                    <a:lnTo>
                      <a:pt x="349758" y="6286"/>
                    </a:lnTo>
                    <a:lnTo>
                      <a:pt x="328874" y="7977"/>
                    </a:lnTo>
                    <a:lnTo>
                      <a:pt x="307848" y="10096"/>
                    </a:lnTo>
                    <a:lnTo>
                      <a:pt x="285559" y="12382"/>
                    </a:lnTo>
                    <a:lnTo>
                      <a:pt x="263271" y="14668"/>
                    </a:lnTo>
                    <a:lnTo>
                      <a:pt x="240982" y="16954"/>
                    </a:lnTo>
                    <a:lnTo>
                      <a:pt x="218694" y="19240"/>
                    </a:lnTo>
                    <a:lnTo>
                      <a:pt x="194238" y="21359"/>
                    </a:lnTo>
                    <a:lnTo>
                      <a:pt x="169926" y="23050"/>
                    </a:lnTo>
                    <a:lnTo>
                      <a:pt x="145613" y="24169"/>
                    </a:lnTo>
                    <a:lnTo>
                      <a:pt x="121158" y="24574"/>
                    </a:lnTo>
                    <a:lnTo>
                      <a:pt x="116586" y="24574"/>
                    </a:lnTo>
                    <a:lnTo>
                      <a:pt x="111252" y="24574"/>
                    </a:lnTo>
                    <a:lnTo>
                      <a:pt x="105918" y="24574"/>
                    </a:lnTo>
                    <a:lnTo>
                      <a:pt x="110490" y="26860"/>
                    </a:lnTo>
                    <a:lnTo>
                      <a:pt x="117348" y="26098"/>
                    </a:lnTo>
                    <a:lnTo>
                      <a:pt x="124206" y="26098"/>
                    </a:lnTo>
                    <a:lnTo>
                      <a:pt x="168306" y="24860"/>
                    </a:lnTo>
                    <a:lnTo>
                      <a:pt x="211836" y="20764"/>
                    </a:lnTo>
                    <a:lnTo>
                      <a:pt x="263271" y="14763"/>
                    </a:lnTo>
                    <a:lnTo>
                      <a:pt x="288988" y="11870"/>
                    </a:lnTo>
                    <a:lnTo>
                      <a:pt x="314706" y="9334"/>
                    </a:lnTo>
                    <a:lnTo>
                      <a:pt x="329695" y="7846"/>
                    </a:lnTo>
                    <a:lnTo>
                      <a:pt x="344900" y="6572"/>
                    </a:lnTo>
                    <a:lnTo>
                      <a:pt x="360247" y="5155"/>
                    </a:lnTo>
                    <a:lnTo>
                      <a:pt x="375666" y="3238"/>
                    </a:lnTo>
                    <a:lnTo>
                      <a:pt x="377190" y="3238"/>
                    </a:lnTo>
                    <a:lnTo>
                      <a:pt x="381000" y="2476"/>
                    </a:lnTo>
                    <a:lnTo>
                      <a:pt x="381762" y="2476"/>
                    </a:lnTo>
                    <a:lnTo>
                      <a:pt x="375666" y="1714"/>
                    </a:lnTo>
                    <a:lnTo>
                      <a:pt x="365760" y="1714"/>
                    </a:lnTo>
                    <a:lnTo>
                      <a:pt x="358902" y="1714"/>
                    </a:lnTo>
                    <a:lnTo>
                      <a:pt x="355092" y="952"/>
                    </a:lnTo>
                    <a:lnTo>
                      <a:pt x="350520" y="952"/>
                    </a:lnTo>
                    <a:lnTo>
                      <a:pt x="346710" y="952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507" name="Google Shape;2507;p24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8734031" y="4344911"/>
              <a:ext cx="64033" cy="7851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08" name="Google Shape;2508;p24"/>
            <p:cNvGrpSpPr/>
            <p:nvPr/>
          </p:nvGrpSpPr>
          <p:grpSpPr>
            <a:xfrm>
              <a:off x="9044926" y="4317479"/>
              <a:ext cx="775729" cy="211861"/>
              <a:chOff x="9044926" y="4317479"/>
              <a:chExt cx="775729" cy="211861"/>
            </a:xfrm>
          </p:grpSpPr>
          <p:pic>
            <p:nvPicPr>
              <p:cNvPr id="2509" name="Google Shape;2509;p24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9044926" y="4328540"/>
                <a:ext cx="285775" cy="200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10" name="Google Shape;2510;p24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9352584" y="4317479"/>
                <a:ext cx="186143" cy="17451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11" name="Google Shape;2511;p24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9558538" y="4343196"/>
                <a:ext cx="212694" cy="1188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12" name="Google Shape;2512;p24"/>
              <p:cNvSpPr/>
              <p:nvPr/>
            </p:nvSpPr>
            <p:spPr>
              <a:xfrm>
                <a:off x="9801605" y="4402074"/>
                <a:ext cx="19050" cy="10160"/>
              </a:xfrm>
              <a:custGeom>
                <a:rect b="b" l="l" r="r" t="t"/>
                <a:pathLst>
                  <a:path extrusionOk="0" h="10160" w="19050">
                    <a:moveTo>
                      <a:pt x="19050" y="9905"/>
                    </a:moveTo>
                    <a:lnTo>
                      <a:pt x="12954" y="6857"/>
                    </a:lnTo>
                    <a:lnTo>
                      <a:pt x="6096" y="3047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13" name="Google Shape;2513;p24"/>
            <p:cNvGrpSpPr/>
            <p:nvPr/>
          </p:nvGrpSpPr>
          <p:grpSpPr>
            <a:xfrm>
              <a:off x="4518052" y="3796284"/>
              <a:ext cx="412100" cy="268604"/>
              <a:chOff x="4518052" y="3796284"/>
              <a:chExt cx="412100" cy="268604"/>
            </a:xfrm>
          </p:grpSpPr>
          <p:pic>
            <p:nvPicPr>
              <p:cNvPr id="2514" name="Google Shape;2514;p24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4518052" y="3837419"/>
                <a:ext cx="138542" cy="2050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15" name="Google Shape;2515;p24"/>
              <p:cNvSpPr/>
              <p:nvPr/>
            </p:nvSpPr>
            <p:spPr>
              <a:xfrm>
                <a:off x="4686300" y="3796284"/>
                <a:ext cx="62864" cy="268604"/>
              </a:xfrm>
              <a:custGeom>
                <a:rect b="b" l="l" r="r" t="t"/>
                <a:pathLst>
                  <a:path extrusionOk="0" h="268604" w="62864">
                    <a:moveTo>
                      <a:pt x="22860" y="0"/>
                    </a:moveTo>
                    <a:lnTo>
                      <a:pt x="6786" y="49077"/>
                    </a:lnTo>
                    <a:lnTo>
                      <a:pt x="2250" y="92213"/>
                    </a:lnTo>
                    <a:lnTo>
                      <a:pt x="178" y="142815"/>
                    </a:lnTo>
                    <a:lnTo>
                      <a:pt x="0" y="168402"/>
                    </a:lnTo>
                    <a:lnTo>
                      <a:pt x="285" y="188511"/>
                    </a:lnTo>
                    <a:lnTo>
                      <a:pt x="5143" y="228730"/>
                    </a:lnTo>
                    <a:lnTo>
                      <a:pt x="23050" y="264604"/>
                    </a:lnTo>
                    <a:lnTo>
                      <a:pt x="31789" y="268557"/>
                    </a:lnTo>
                    <a:lnTo>
                      <a:pt x="42672" y="268224"/>
                    </a:lnTo>
                    <a:lnTo>
                      <a:pt x="53340" y="263652"/>
                    </a:lnTo>
                    <a:lnTo>
                      <a:pt x="57150" y="261365"/>
                    </a:lnTo>
                    <a:lnTo>
                      <a:pt x="62484" y="25374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516" name="Google Shape;2516;p24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4762487" y="3845039"/>
                <a:ext cx="167665" cy="18671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517" name="Google Shape;2517;p24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4994135" y="3724643"/>
              <a:ext cx="140233" cy="2004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8" name="Google Shape;2518;p24"/>
            <p:cNvSpPr/>
            <p:nvPr/>
          </p:nvSpPr>
          <p:spPr>
            <a:xfrm>
              <a:off x="5187696" y="3653790"/>
              <a:ext cx="103504" cy="300354"/>
            </a:xfrm>
            <a:custGeom>
              <a:rect b="b" l="l" r="r" t="t"/>
              <a:pathLst>
                <a:path extrusionOk="0" h="300354" w="103504">
                  <a:moveTo>
                    <a:pt x="0" y="0"/>
                  </a:moveTo>
                  <a:lnTo>
                    <a:pt x="43183" y="24538"/>
                  </a:lnTo>
                  <a:lnTo>
                    <a:pt x="79438" y="70485"/>
                  </a:lnTo>
                  <a:lnTo>
                    <a:pt x="95250" y="108965"/>
                  </a:lnTo>
                  <a:lnTo>
                    <a:pt x="103155" y="159638"/>
                  </a:lnTo>
                  <a:lnTo>
                    <a:pt x="101143" y="185475"/>
                  </a:lnTo>
                  <a:lnTo>
                    <a:pt x="86427" y="228123"/>
                  </a:lnTo>
                  <a:lnTo>
                    <a:pt x="51816" y="273558"/>
                  </a:lnTo>
                  <a:lnTo>
                    <a:pt x="20574" y="300228"/>
                  </a:lnTo>
                  <a:lnTo>
                    <a:pt x="20574" y="299466"/>
                  </a:lnTo>
                  <a:lnTo>
                    <a:pt x="20574" y="298704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19" name="Google Shape;2519;p24"/>
            <p:cNvGrpSpPr/>
            <p:nvPr/>
          </p:nvGrpSpPr>
          <p:grpSpPr>
            <a:xfrm>
              <a:off x="5478780" y="3795522"/>
              <a:ext cx="75819" cy="77343"/>
              <a:chOff x="5478780" y="3795522"/>
              <a:chExt cx="75819" cy="77343"/>
            </a:xfrm>
          </p:grpSpPr>
          <p:sp>
            <p:nvSpPr>
              <p:cNvPr id="2520" name="Google Shape;2520;p24"/>
              <p:cNvSpPr/>
              <p:nvPr/>
            </p:nvSpPr>
            <p:spPr>
              <a:xfrm>
                <a:off x="5478780" y="3795522"/>
                <a:ext cx="55245" cy="5714"/>
              </a:xfrm>
              <a:custGeom>
                <a:rect b="b" l="l" r="r" t="t"/>
                <a:pathLst>
                  <a:path extrusionOk="0" h="5714" w="55245">
                    <a:moveTo>
                      <a:pt x="0" y="5334"/>
                    </a:moveTo>
                    <a:lnTo>
                      <a:pt x="43434" y="0"/>
                    </a:lnTo>
                    <a:lnTo>
                      <a:pt x="50292" y="0"/>
                    </a:lnTo>
                    <a:lnTo>
                      <a:pt x="51053" y="0"/>
                    </a:lnTo>
                    <a:lnTo>
                      <a:pt x="54864" y="457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1" name="Google Shape;2521;p24"/>
              <p:cNvSpPr/>
              <p:nvPr/>
            </p:nvSpPr>
            <p:spPr>
              <a:xfrm>
                <a:off x="5480304" y="3859530"/>
                <a:ext cx="74295" cy="13335"/>
              </a:xfrm>
              <a:custGeom>
                <a:rect b="b" l="l" r="r" t="t"/>
                <a:pathLst>
                  <a:path extrusionOk="0" h="13335" w="74295">
                    <a:moveTo>
                      <a:pt x="0" y="12953"/>
                    </a:moveTo>
                    <a:lnTo>
                      <a:pt x="12215" y="12430"/>
                    </a:lnTo>
                    <a:lnTo>
                      <a:pt x="24002" y="11048"/>
                    </a:lnTo>
                    <a:lnTo>
                      <a:pt x="35790" y="9096"/>
                    </a:lnTo>
                    <a:lnTo>
                      <a:pt x="48006" y="6857"/>
                    </a:lnTo>
                    <a:lnTo>
                      <a:pt x="53232" y="6250"/>
                    </a:lnTo>
                    <a:lnTo>
                      <a:pt x="61245" y="5429"/>
                    </a:lnTo>
                    <a:lnTo>
                      <a:pt x="69115" y="4179"/>
                    </a:lnTo>
                    <a:lnTo>
                      <a:pt x="73914" y="2285"/>
                    </a:lnTo>
                    <a:lnTo>
                      <a:pt x="73914" y="1523"/>
                    </a:lnTo>
                    <a:lnTo>
                      <a:pt x="73914" y="761"/>
                    </a:lnTo>
                    <a:lnTo>
                      <a:pt x="73914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22" name="Google Shape;2522;p24"/>
            <p:cNvGrpSpPr/>
            <p:nvPr/>
          </p:nvGrpSpPr>
          <p:grpSpPr>
            <a:xfrm>
              <a:off x="5954649" y="3621786"/>
              <a:ext cx="489077" cy="463803"/>
              <a:chOff x="5954649" y="3621786"/>
              <a:chExt cx="489077" cy="463803"/>
            </a:xfrm>
          </p:grpSpPr>
          <p:sp>
            <p:nvSpPr>
              <p:cNvPr id="2523" name="Google Shape;2523;p24"/>
              <p:cNvSpPr/>
              <p:nvPr/>
            </p:nvSpPr>
            <p:spPr>
              <a:xfrm>
                <a:off x="5954649" y="3642360"/>
                <a:ext cx="195579" cy="443229"/>
              </a:xfrm>
              <a:custGeom>
                <a:rect b="b" l="l" r="r" t="t"/>
                <a:pathLst>
                  <a:path extrusionOk="0" h="443229" w="195579">
                    <a:moveTo>
                      <a:pt x="72771" y="0"/>
                    </a:moveTo>
                    <a:lnTo>
                      <a:pt x="43517" y="35575"/>
                    </a:lnTo>
                    <a:lnTo>
                      <a:pt x="26181" y="77854"/>
                    </a:lnTo>
                    <a:lnTo>
                      <a:pt x="11013" y="133457"/>
                    </a:lnTo>
                    <a:lnTo>
                      <a:pt x="1857" y="193440"/>
                    </a:lnTo>
                    <a:lnTo>
                      <a:pt x="0" y="225837"/>
                    </a:lnTo>
                    <a:lnTo>
                      <a:pt x="1000" y="258091"/>
                    </a:lnTo>
                    <a:lnTo>
                      <a:pt x="14632" y="317742"/>
                    </a:lnTo>
                    <a:lnTo>
                      <a:pt x="43326" y="369820"/>
                    </a:lnTo>
                    <a:lnTo>
                      <a:pt x="80605" y="409705"/>
                    </a:lnTo>
                    <a:lnTo>
                      <a:pt x="124467" y="435399"/>
                    </a:lnTo>
                    <a:lnTo>
                      <a:pt x="164056" y="442817"/>
                    </a:lnTo>
                    <a:lnTo>
                      <a:pt x="175355" y="443103"/>
                    </a:lnTo>
                    <a:lnTo>
                      <a:pt x="185082" y="442817"/>
                    </a:lnTo>
                    <a:lnTo>
                      <a:pt x="195453" y="441959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524" name="Google Shape;2524;p24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6109703" y="3768839"/>
                <a:ext cx="133375" cy="133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25" name="Google Shape;2525;p24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6198095" y="3639299"/>
                <a:ext cx="65557" cy="9756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26" name="Google Shape;2526;p24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6307823" y="3733787"/>
                <a:ext cx="128041" cy="13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27" name="Google Shape;2527;p24"/>
              <p:cNvSpPr/>
              <p:nvPr/>
            </p:nvSpPr>
            <p:spPr>
              <a:xfrm>
                <a:off x="6429756" y="3621786"/>
                <a:ext cx="13970" cy="74929"/>
              </a:xfrm>
              <a:custGeom>
                <a:rect b="b" l="l" r="r" t="t"/>
                <a:pathLst>
                  <a:path extrusionOk="0" h="74929" w="13970">
                    <a:moveTo>
                      <a:pt x="13715" y="0"/>
                    </a:moveTo>
                    <a:lnTo>
                      <a:pt x="12251" y="11191"/>
                    </a:lnTo>
                    <a:lnTo>
                      <a:pt x="11144" y="22098"/>
                    </a:lnTo>
                    <a:lnTo>
                      <a:pt x="10179" y="33004"/>
                    </a:lnTo>
                    <a:lnTo>
                      <a:pt x="9143" y="44196"/>
                    </a:lnTo>
                    <a:lnTo>
                      <a:pt x="7929" y="51958"/>
                    </a:lnTo>
                    <a:lnTo>
                      <a:pt x="6286" y="60007"/>
                    </a:lnTo>
                    <a:lnTo>
                      <a:pt x="3786" y="67770"/>
                    </a:lnTo>
                    <a:lnTo>
                      <a:pt x="0" y="7467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528" name="Google Shape;2528;p24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6569188" y="3706355"/>
              <a:ext cx="130327" cy="1303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9" name="Google Shape;2529;p24"/>
            <p:cNvSpPr/>
            <p:nvPr/>
          </p:nvSpPr>
          <p:spPr>
            <a:xfrm>
              <a:off x="6809231" y="3667505"/>
              <a:ext cx="11429" cy="110489"/>
            </a:xfrm>
            <a:custGeom>
              <a:rect b="b" l="l" r="r" t="t"/>
              <a:pathLst>
                <a:path extrusionOk="0" h="110489" w="11429">
                  <a:moveTo>
                    <a:pt x="0" y="0"/>
                  </a:moveTo>
                  <a:lnTo>
                    <a:pt x="6536" y="41148"/>
                  </a:lnTo>
                  <a:lnTo>
                    <a:pt x="9453" y="88403"/>
                  </a:lnTo>
                  <a:lnTo>
                    <a:pt x="9906" y="99822"/>
                  </a:lnTo>
                  <a:lnTo>
                    <a:pt x="10036" y="102715"/>
                  </a:lnTo>
                  <a:lnTo>
                    <a:pt x="10382" y="107537"/>
                  </a:lnTo>
                  <a:lnTo>
                    <a:pt x="10870" y="110216"/>
                  </a:lnTo>
                  <a:lnTo>
                    <a:pt x="11430" y="10668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30" name="Google Shape;2530;p24"/>
            <p:cNvGrpSpPr/>
            <p:nvPr/>
          </p:nvGrpSpPr>
          <p:grpSpPr>
            <a:xfrm>
              <a:off x="6922770" y="3362693"/>
              <a:ext cx="209562" cy="480580"/>
              <a:chOff x="6922770" y="3362693"/>
              <a:chExt cx="209562" cy="480580"/>
            </a:xfrm>
          </p:grpSpPr>
          <p:sp>
            <p:nvSpPr>
              <p:cNvPr id="2531" name="Google Shape;2531;p24"/>
              <p:cNvSpPr/>
              <p:nvPr/>
            </p:nvSpPr>
            <p:spPr>
              <a:xfrm>
                <a:off x="6922770" y="3544823"/>
                <a:ext cx="95884" cy="298450"/>
              </a:xfrm>
              <a:custGeom>
                <a:rect b="b" l="l" r="r" t="t"/>
                <a:pathLst>
                  <a:path extrusionOk="0" h="298450" w="95884">
                    <a:moveTo>
                      <a:pt x="0" y="0"/>
                    </a:moveTo>
                    <a:lnTo>
                      <a:pt x="36861" y="14466"/>
                    </a:lnTo>
                    <a:lnTo>
                      <a:pt x="71818" y="57911"/>
                    </a:lnTo>
                    <a:lnTo>
                      <a:pt x="87630" y="95249"/>
                    </a:lnTo>
                    <a:lnTo>
                      <a:pt x="94678" y="136397"/>
                    </a:lnTo>
                    <a:lnTo>
                      <a:pt x="95345" y="157400"/>
                    </a:lnTo>
                    <a:lnTo>
                      <a:pt x="93726" y="177545"/>
                    </a:lnTo>
                    <a:lnTo>
                      <a:pt x="80962" y="219265"/>
                    </a:lnTo>
                    <a:lnTo>
                      <a:pt x="60198" y="257556"/>
                    </a:lnTo>
                    <a:lnTo>
                      <a:pt x="32658" y="291203"/>
                    </a:lnTo>
                    <a:lnTo>
                      <a:pt x="20574" y="297942"/>
                    </a:lnTo>
                    <a:lnTo>
                      <a:pt x="18288" y="297942"/>
                    </a:lnTo>
                    <a:lnTo>
                      <a:pt x="16002" y="297942"/>
                    </a:lnTo>
                    <a:lnTo>
                      <a:pt x="13716" y="29794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532" name="Google Shape;2532;p24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7033247" y="3362693"/>
                <a:ext cx="99085" cy="18214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533" name="Google Shape;2533;p24"/>
            <p:cNvSpPr/>
            <p:nvPr/>
          </p:nvSpPr>
          <p:spPr>
            <a:xfrm>
              <a:off x="6223253" y="4019359"/>
              <a:ext cx="566420" cy="50164"/>
            </a:xfrm>
            <a:custGeom>
              <a:rect b="b" l="l" r="r" t="t"/>
              <a:pathLst>
                <a:path extrusionOk="0" h="50164" w="566420">
                  <a:moveTo>
                    <a:pt x="0" y="39814"/>
                  </a:moveTo>
                  <a:lnTo>
                    <a:pt x="16013" y="41564"/>
                  </a:lnTo>
                  <a:lnTo>
                    <a:pt x="32099" y="42386"/>
                  </a:lnTo>
                  <a:lnTo>
                    <a:pt x="48327" y="42493"/>
                  </a:lnTo>
                  <a:lnTo>
                    <a:pt x="64769" y="42100"/>
                  </a:lnTo>
                  <a:lnTo>
                    <a:pt x="95750" y="40624"/>
                  </a:lnTo>
                  <a:lnTo>
                    <a:pt x="126873" y="37718"/>
                  </a:lnTo>
                  <a:lnTo>
                    <a:pt x="157995" y="33956"/>
                  </a:lnTo>
                  <a:lnTo>
                    <a:pt x="188976" y="29908"/>
                  </a:lnTo>
                  <a:lnTo>
                    <a:pt x="232540" y="24800"/>
                  </a:lnTo>
                  <a:lnTo>
                    <a:pt x="276320" y="19907"/>
                  </a:lnTo>
                  <a:lnTo>
                    <a:pt x="320242" y="15442"/>
                  </a:lnTo>
                  <a:lnTo>
                    <a:pt x="364236" y="11620"/>
                  </a:lnTo>
                  <a:lnTo>
                    <a:pt x="413861" y="8000"/>
                  </a:lnTo>
                  <a:lnTo>
                    <a:pt x="464058" y="5524"/>
                  </a:lnTo>
                  <a:lnTo>
                    <a:pt x="478917" y="4941"/>
                  </a:lnTo>
                  <a:lnTo>
                    <a:pt x="493776" y="4286"/>
                  </a:lnTo>
                  <a:lnTo>
                    <a:pt x="508635" y="3488"/>
                  </a:lnTo>
                  <a:lnTo>
                    <a:pt x="523494" y="2476"/>
                  </a:lnTo>
                  <a:lnTo>
                    <a:pt x="531876" y="2476"/>
                  </a:lnTo>
                  <a:lnTo>
                    <a:pt x="539496" y="952"/>
                  </a:lnTo>
                  <a:lnTo>
                    <a:pt x="547116" y="952"/>
                  </a:lnTo>
                  <a:lnTo>
                    <a:pt x="547878" y="952"/>
                  </a:lnTo>
                  <a:lnTo>
                    <a:pt x="539055" y="190"/>
                  </a:lnTo>
                  <a:lnTo>
                    <a:pt x="529875" y="0"/>
                  </a:lnTo>
                  <a:lnTo>
                    <a:pt x="520553" y="95"/>
                  </a:lnTo>
                  <a:lnTo>
                    <a:pt x="511302" y="190"/>
                  </a:lnTo>
                  <a:lnTo>
                    <a:pt x="489584" y="95"/>
                  </a:lnTo>
                  <a:lnTo>
                    <a:pt x="446150" y="190"/>
                  </a:lnTo>
                  <a:lnTo>
                    <a:pt x="393001" y="2928"/>
                  </a:lnTo>
                  <a:lnTo>
                    <a:pt x="330136" y="8024"/>
                  </a:lnTo>
                  <a:lnTo>
                    <a:pt x="261556" y="14537"/>
                  </a:lnTo>
                  <a:lnTo>
                    <a:pt x="187261" y="22752"/>
                  </a:lnTo>
                  <a:lnTo>
                    <a:pt x="150114" y="26860"/>
                  </a:lnTo>
                  <a:lnTo>
                    <a:pt x="92202" y="34194"/>
                  </a:lnTo>
                  <a:lnTo>
                    <a:pt x="34290" y="42100"/>
                  </a:lnTo>
                  <a:lnTo>
                    <a:pt x="22860" y="44386"/>
                  </a:lnTo>
                  <a:lnTo>
                    <a:pt x="19812" y="44386"/>
                  </a:lnTo>
                  <a:lnTo>
                    <a:pt x="12954" y="45910"/>
                  </a:lnTo>
                  <a:lnTo>
                    <a:pt x="17216" y="47470"/>
                  </a:lnTo>
                  <a:lnTo>
                    <a:pt x="24193" y="48672"/>
                  </a:lnTo>
                  <a:lnTo>
                    <a:pt x="32027" y="49446"/>
                  </a:lnTo>
                  <a:lnTo>
                    <a:pt x="38862" y="49720"/>
                  </a:lnTo>
                  <a:lnTo>
                    <a:pt x="67639" y="49303"/>
                  </a:lnTo>
                  <a:lnTo>
                    <a:pt x="124051" y="46184"/>
                  </a:lnTo>
                  <a:lnTo>
                    <a:pt x="191261" y="40064"/>
                  </a:lnTo>
                  <a:lnTo>
                    <a:pt x="230123" y="36290"/>
                  </a:lnTo>
                  <a:lnTo>
                    <a:pt x="268986" y="32373"/>
                  </a:lnTo>
                  <a:lnTo>
                    <a:pt x="307848" y="28384"/>
                  </a:lnTo>
                  <a:lnTo>
                    <a:pt x="344304" y="24979"/>
                  </a:lnTo>
                  <a:lnTo>
                    <a:pt x="416933" y="18740"/>
                  </a:lnTo>
                  <a:lnTo>
                    <a:pt x="477523" y="15049"/>
                  </a:lnTo>
                  <a:lnTo>
                    <a:pt x="526363" y="12763"/>
                  </a:lnTo>
                  <a:lnTo>
                    <a:pt x="550926" y="11620"/>
                  </a:lnTo>
                  <a:lnTo>
                    <a:pt x="556260" y="11620"/>
                  </a:lnTo>
                  <a:lnTo>
                    <a:pt x="560832" y="10858"/>
                  </a:lnTo>
                  <a:lnTo>
                    <a:pt x="566166" y="10858"/>
                  </a:lnTo>
                  <a:lnTo>
                    <a:pt x="558879" y="10691"/>
                  </a:lnTo>
                  <a:lnTo>
                    <a:pt x="552450" y="10096"/>
                  </a:lnTo>
                  <a:lnTo>
                    <a:pt x="546020" y="8929"/>
                  </a:lnTo>
                  <a:lnTo>
                    <a:pt x="538734" y="7048"/>
                  </a:lnTo>
                </a:path>
              </a:pathLst>
            </a:custGeom>
            <a:noFill/>
            <a:ln cap="flat" cmpd="sng" w="152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34" name="Google Shape;2534;p24"/>
            <p:cNvGrpSpPr/>
            <p:nvPr/>
          </p:nvGrpSpPr>
          <p:grpSpPr>
            <a:xfrm>
              <a:off x="8329707" y="4886705"/>
              <a:ext cx="1530953" cy="1373885"/>
              <a:chOff x="8329707" y="4886705"/>
              <a:chExt cx="1530953" cy="1373885"/>
            </a:xfrm>
          </p:grpSpPr>
          <p:sp>
            <p:nvSpPr>
              <p:cNvPr id="2535" name="Google Shape;2535;p24"/>
              <p:cNvSpPr/>
              <p:nvPr/>
            </p:nvSpPr>
            <p:spPr>
              <a:xfrm>
                <a:off x="8329707" y="5049011"/>
                <a:ext cx="69850" cy="1211579"/>
              </a:xfrm>
              <a:custGeom>
                <a:rect b="b" l="l" r="r" t="t"/>
                <a:pathLst>
                  <a:path extrusionOk="0" h="1211579" w="69850">
                    <a:moveTo>
                      <a:pt x="4286" y="0"/>
                    </a:moveTo>
                    <a:lnTo>
                      <a:pt x="1035" y="14847"/>
                    </a:lnTo>
                    <a:lnTo>
                      <a:pt x="0" y="29051"/>
                    </a:lnTo>
                    <a:lnTo>
                      <a:pt x="535" y="43398"/>
                    </a:lnTo>
                    <a:lnTo>
                      <a:pt x="2000" y="58674"/>
                    </a:lnTo>
                    <a:lnTo>
                      <a:pt x="4536" y="79807"/>
                    </a:lnTo>
                    <a:lnTo>
                      <a:pt x="7429" y="100869"/>
                    </a:lnTo>
                    <a:lnTo>
                      <a:pt x="10465" y="121789"/>
                    </a:lnTo>
                    <a:lnTo>
                      <a:pt x="13430" y="142494"/>
                    </a:lnTo>
                    <a:lnTo>
                      <a:pt x="19430" y="190119"/>
                    </a:lnTo>
                    <a:lnTo>
                      <a:pt x="22574" y="237744"/>
                    </a:lnTo>
                    <a:lnTo>
                      <a:pt x="24574" y="290703"/>
                    </a:lnTo>
                    <a:lnTo>
                      <a:pt x="24860" y="343662"/>
                    </a:lnTo>
                    <a:lnTo>
                      <a:pt x="24634" y="368688"/>
                    </a:lnTo>
                    <a:lnTo>
                      <a:pt x="24193" y="393573"/>
                    </a:lnTo>
                    <a:lnTo>
                      <a:pt x="23895" y="418457"/>
                    </a:lnTo>
                    <a:lnTo>
                      <a:pt x="24884" y="465772"/>
                    </a:lnTo>
                    <a:lnTo>
                      <a:pt x="29884" y="510349"/>
                    </a:lnTo>
                    <a:lnTo>
                      <a:pt x="33242" y="532638"/>
                    </a:lnTo>
                    <a:lnTo>
                      <a:pt x="36385" y="556533"/>
                    </a:lnTo>
                    <a:lnTo>
                      <a:pt x="40957" y="604325"/>
                    </a:lnTo>
                    <a:lnTo>
                      <a:pt x="43517" y="654498"/>
                    </a:lnTo>
                    <a:lnTo>
                      <a:pt x="45493" y="706766"/>
                    </a:lnTo>
                    <a:lnTo>
                      <a:pt x="46196" y="733044"/>
                    </a:lnTo>
                    <a:lnTo>
                      <a:pt x="46922" y="757058"/>
                    </a:lnTo>
                    <a:lnTo>
                      <a:pt x="48005" y="781145"/>
                    </a:lnTo>
                    <a:lnTo>
                      <a:pt x="49518" y="805374"/>
                    </a:lnTo>
                    <a:lnTo>
                      <a:pt x="51530" y="829818"/>
                    </a:lnTo>
                    <a:lnTo>
                      <a:pt x="53244" y="850392"/>
                    </a:lnTo>
                    <a:lnTo>
                      <a:pt x="54959" y="870966"/>
                    </a:lnTo>
                    <a:lnTo>
                      <a:pt x="56673" y="891540"/>
                    </a:lnTo>
                    <a:lnTo>
                      <a:pt x="58388" y="912114"/>
                    </a:lnTo>
                    <a:lnTo>
                      <a:pt x="59400" y="931104"/>
                    </a:lnTo>
                    <a:lnTo>
                      <a:pt x="60852" y="969656"/>
                    </a:lnTo>
                    <a:lnTo>
                      <a:pt x="62293" y="1020413"/>
                    </a:lnTo>
                    <a:lnTo>
                      <a:pt x="62829" y="1036331"/>
                    </a:lnTo>
                    <a:lnTo>
                      <a:pt x="63722" y="1052322"/>
                    </a:lnTo>
                    <a:lnTo>
                      <a:pt x="65091" y="1063632"/>
                    </a:lnTo>
                    <a:lnTo>
                      <a:pt x="66674" y="1074801"/>
                    </a:lnTo>
                    <a:lnTo>
                      <a:pt x="68115" y="1085969"/>
                    </a:lnTo>
                    <a:lnTo>
                      <a:pt x="69818" y="1126998"/>
                    </a:lnTo>
                    <a:lnTo>
                      <a:pt x="69258" y="1133856"/>
                    </a:lnTo>
                    <a:lnTo>
                      <a:pt x="68770" y="1140714"/>
                    </a:lnTo>
                    <a:lnTo>
                      <a:pt x="68425" y="1147572"/>
                    </a:lnTo>
                    <a:lnTo>
                      <a:pt x="68294" y="1154430"/>
                    </a:lnTo>
                    <a:lnTo>
                      <a:pt x="68294" y="1167133"/>
                    </a:lnTo>
                    <a:lnTo>
                      <a:pt x="68294" y="1180052"/>
                    </a:lnTo>
                    <a:lnTo>
                      <a:pt x="68294" y="1193113"/>
                    </a:lnTo>
                    <a:lnTo>
                      <a:pt x="68294" y="1206246"/>
                    </a:lnTo>
                    <a:lnTo>
                      <a:pt x="68294" y="1207770"/>
                    </a:lnTo>
                    <a:lnTo>
                      <a:pt x="68294" y="1210056"/>
                    </a:lnTo>
                    <a:lnTo>
                      <a:pt x="68294" y="1211580"/>
                    </a:lnTo>
                    <a:lnTo>
                      <a:pt x="66008" y="1208532"/>
                    </a:lnTo>
                    <a:lnTo>
                      <a:pt x="60674" y="1200912"/>
                    </a:lnTo>
                    <a:lnTo>
                      <a:pt x="58388" y="119634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6" name="Google Shape;2536;p24"/>
              <p:cNvSpPr/>
              <p:nvPr/>
            </p:nvSpPr>
            <p:spPr>
              <a:xfrm>
                <a:off x="8330945" y="4886705"/>
                <a:ext cx="1529715" cy="120650"/>
              </a:xfrm>
              <a:custGeom>
                <a:rect b="b" l="l" r="r" t="t"/>
                <a:pathLst>
                  <a:path extrusionOk="0" h="120650" w="1529715">
                    <a:moveTo>
                      <a:pt x="0" y="120395"/>
                    </a:moveTo>
                    <a:lnTo>
                      <a:pt x="11775" y="117478"/>
                    </a:lnTo>
                    <a:lnTo>
                      <a:pt x="23336" y="115347"/>
                    </a:lnTo>
                    <a:lnTo>
                      <a:pt x="35040" y="113645"/>
                    </a:lnTo>
                    <a:lnTo>
                      <a:pt x="47244" y="112013"/>
                    </a:lnTo>
                    <a:lnTo>
                      <a:pt x="66805" y="108715"/>
                    </a:lnTo>
                    <a:lnTo>
                      <a:pt x="86582" y="105632"/>
                    </a:lnTo>
                    <a:lnTo>
                      <a:pt x="106501" y="102691"/>
                    </a:lnTo>
                    <a:lnTo>
                      <a:pt x="126492" y="99821"/>
                    </a:lnTo>
                    <a:lnTo>
                      <a:pt x="154614" y="95511"/>
                    </a:lnTo>
                    <a:lnTo>
                      <a:pt x="182880" y="91630"/>
                    </a:lnTo>
                    <a:lnTo>
                      <a:pt x="211145" y="88034"/>
                    </a:lnTo>
                    <a:lnTo>
                      <a:pt x="239268" y="84581"/>
                    </a:lnTo>
                    <a:lnTo>
                      <a:pt x="273569" y="80450"/>
                    </a:lnTo>
                    <a:lnTo>
                      <a:pt x="307943" y="76104"/>
                    </a:lnTo>
                    <a:lnTo>
                      <a:pt x="342459" y="71616"/>
                    </a:lnTo>
                    <a:lnTo>
                      <a:pt x="377190" y="67055"/>
                    </a:lnTo>
                    <a:lnTo>
                      <a:pt x="426455" y="60444"/>
                    </a:lnTo>
                    <a:lnTo>
                      <a:pt x="475911" y="54299"/>
                    </a:lnTo>
                    <a:lnTo>
                      <a:pt x="525494" y="48577"/>
                    </a:lnTo>
                    <a:lnTo>
                      <a:pt x="575140" y="43236"/>
                    </a:lnTo>
                    <a:lnTo>
                      <a:pt x="624787" y="38234"/>
                    </a:lnTo>
                    <a:lnTo>
                      <a:pt x="674370" y="33527"/>
                    </a:lnTo>
                    <a:lnTo>
                      <a:pt x="720090" y="29908"/>
                    </a:lnTo>
                    <a:lnTo>
                      <a:pt x="765810" y="26860"/>
                    </a:lnTo>
                    <a:lnTo>
                      <a:pt x="811530" y="24098"/>
                    </a:lnTo>
                    <a:lnTo>
                      <a:pt x="857250" y="21335"/>
                    </a:lnTo>
                    <a:lnTo>
                      <a:pt x="900112" y="18728"/>
                    </a:lnTo>
                    <a:lnTo>
                      <a:pt x="942975" y="16478"/>
                    </a:lnTo>
                    <a:lnTo>
                      <a:pt x="985837" y="14370"/>
                    </a:lnTo>
                    <a:lnTo>
                      <a:pt x="1028700" y="12191"/>
                    </a:lnTo>
                    <a:lnTo>
                      <a:pt x="1075419" y="9473"/>
                    </a:lnTo>
                    <a:lnTo>
                      <a:pt x="1122285" y="6900"/>
                    </a:lnTo>
                    <a:lnTo>
                      <a:pt x="1169261" y="4620"/>
                    </a:lnTo>
                    <a:lnTo>
                      <a:pt x="1216310" y="2779"/>
                    </a:lnTo>
                    <a:lnTo>
                      <a:pt x="1263396" y="1523"/>
                    </a:lnTo>
                    <a:lnTo>
                      <a:pt x="1303972" y="761"/>
                    </a:lnTo>
                    <a:lnTo>
                      <a:pt x="1344548" y="571"/>
                    </a:lnTo>
                    <a:lnTo>
                      <a:pt x="1385125" y="666"/>
                    </a:lnTo>
                    <a:lnTo>
                      <a:pt x="1425702" y="761"/>
                    </a:lnTo>
                    <a:lnTo>
                      <a:pt x="1463897" y="857"/>
                    </a:lnTo>
                    <a:lnTo>
                      <a:pt x="1502664" y="1523"/>
                    </a:lnTo>
                    <a:lnTo>
                      <a:pt x="1511046" y="2285"/>
                    </a:lnTo>
                    <a:lnTo>
                      <a:pt x="1519428" y="2285"/>
                    </a:lnTo>
                    <a:lnTo>
                      <a:pt x="1527810" y="3047"/>
                    </a:lnTo>
                    <a:lnTo>
                      <a:pt x="1528572" y="3047"/>
                    </a:lnTo>
                    <a:lnTo>
                      <a:pt x="1529334" y="3047"/>
                    </a:lnTo>
                    <a:lnTo>
                      <a:pt x="1520428" y="2786"/>
                    </a:lnTo>
                    <a:lnTo>
                      <a:pt x="1511808" y="2095"/>
                    </a:lnTo>
                    <a:lnTo>
                      <a:pt x="1503187" y="1119"/>
                    </a:lnTo>
                    <a:lnTo>
                      <a:pt x="1494282" y="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7" name="Google Shape;2537;p24"/>
              <p:cNvSpPr/>
              <p:nvPr/>
            </p:nvSpPr>
            <p:spPr>
              <a:xfrm>
                <a:off x="8767571" y="5208174"/>
                <a:ext cx="737234" cy="70485"/>
              </a:xfrm>
              <a:custGeom>
                <a:rect b="b" l="l" r="r" t="t"/>
                <a:pathLst>
                  <a:path extrusionOk="0" h="70485" w="737234">
                    <a:moveTo>
                      <a:pt x="0" y="70199"/>
                    </a:moveTo>
                    <a:lnTo>
                      <a:pt x="54221" y="69877"/>
                    </a:lnTo>
                    <a:lnTo>
                      <a:pt x="102107" y="68139"/>
                    </a:lnTo>
                    <a:lnTo>
                      <a:pt x="161543" y="64400"/>
                    </a:lnTo>
                    <a:lnTo>
                      <a:pt x="235839" y="57007"/>
                    </a:lnTo>
                    <a:lnTo>
                      <a:pt x="280416" y="51911"/>
                    </a:lnTo>
                    <a:lnTo>
                      <a:pt x="324993" y="46815"/>
                    </a:lnTo>
                    <a:lnTo>
                      <a:pt x="369570" y="42005"/>
                    </a:lnTo>
                    <a:lnTo>
                      <a:pt x="418159" y="37004"/>
                    </a:lnTo>
                    <a:lnTo>
                      <a:pt x="466820" y="32289"/>
                    </a:lnTo>
                    <a:lnTo>
                      <a:pt x="515623" y="27860"/>
                    </a:lnTo>
                    <a:lnTo>
                      <a:pt x="564642" y="23717"/>
                    </a:lnTo>
                    <a:lnTo>
                      <a:pt x="596193" y="20835"/>
                    </a:lnTo>
                    <a:lnTo>
                      <a:pt x="627888" y="17811"/>
                    </a:lnTo>
                    <a:lnTo>
                      <a:pt x="659582" y="14501"/>
                    </a:lnTo>
                    <a:lnTo>
                      <a:pt x="691134" y="10763"/>
                    </a:lnTo>
                    <a:lnTo>
                      <a:pt x="701921" y="10001"/>
                    </a:lnTo>
                    <a:lnTo>
                      <a:pt x="714565" y="9239"/>
                    </a:lnTo>
                    <a:lnTo>
                      <a:pt x="726924" y="7334"/>
                    </a:lnTo>
                    <a:lnTo>
                      <a:pt x="736854" y="3143"/>
                    </a:lnTo>
                    <a:lnTo>
                      <a:pt x="736854" y="2381"/>
                    </a:lnTo>
                    <a:lnTo>
                      <a:pt x="736854" y="1619"/>
                    </a:lnTo>
                    <a:lnTo>
                      <a:pt x="724733" y="416"/>
                    </a:lnTo>
                    <a:lnTo>
                      <a:pt x="712469" y="0"/>
                    </a:lnTo>
                    <a:lnTo>
                      <a:pt x="700206" y="11"/>
                    </a:lnTo>
                    <a:lnTo>
                      <a:pt x="688086" y="95"/>
                    </a:lnTo>
                    <a:lnTo>
                      <a:pt x="674346" y="95"/>
                    </a:lnTo>
                    <a:lnTo>
                      <a:pt x="663892" y="95"/>
                    </a:lnTo>
                    <a:lnTo>
                      <a:pt x="654867" y="95"/>
                    </a:lnTo>
                    <a:lnTo>
                      <a:pt x="645414" y="95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8" name="Google Shape;2538;p24"/>
              <p:cNvSpPr/>
              <p:nvPr/>
            </p:nvSpPr>
            <p:spPr>
              <a:xfrm>
                <a:off x="8765285" y="5217413"/>
                <a:ext cx="773429" cy="94614"/>
              </a:xfrm>
              <a:custGeom>
                <a:rect b="b" l="l" r="r" t="t"/>
                <a:pathLst>
                  <a:path extrusionOk="0" h="94614" w="773429">
                    <a:moveTo>
                      <a:pt x="11429" y="89154"/>
                    </a:moveTo>
                    <a:lnTo>
                      <a:pt x="7619" y="89154"/>
                    </a:lnTo>
                    <a:lnTo>
                      <a:pt x="3809" y="89154"/>
                    </a:lnTo>
                    <a:lnTo>
                      <a:pt x="0" y="89154"/>
                    </a:lnTo>
                    <a:lnTo>
                      <a:pt x="9834" y="89963"/>
                    </a:lnTo>
                    <a:lnTo>
                      <a:pt x="19811" y="91059"/>
                    </a:lnTo>
                    <a:lnTo>
                      <a:pt x="29789" y="92154"/>
                    </a:lnTo>
                    <a:lnTo>
                      <a:pt x="39623" y="92964"/>
                    </a:lnTo>
                    <a:lnTo>
                      <a:pt x="67055" y="93809"/>
                    </a:lnTo>
                    <a:lnTo>
                      <a:pt x="94487" y="94011"/>
                    </a:lnTo>
                    <a:lnTo>
                      <a:pt x="121919" y="93499"/>
                    </a:lnTo>
                    <a:lnTo>
                      <a:pt x="149351" y="92202"/>
                    </a:lnTo>
                    <a:lnTo>
                      <a:pt x="193357" y="88141"/>
                    </a:lnTo>
                    <a:lnTo>
                      <a:pt x="237362" y="83153"/>
                    </a:lnTo>
                    <a:lnTo>
                      <a:pt x="281368" y="77735"/>
                    </a:lnTo>
                    <a:lnTo>
                      <a:pt x="325373" y="72390"/>
                    </a:lnTo>
                    <a:lnTo>
                      <a:pt x="371665" y="66936"/>
                    </a:lnTo>
                    <a:lnTo>
                      <a:pt x="417956" y="61912"/>
                    </a:lnTo>
                    <a:lnTo>
                      <a:pt x="464248" y="57173"/>
                    </a:lnTo>
                    <a:lnTo>
                      <a:pt x="510539" y="52578"/>
                    </a:lnTo>
                    <a:lnTo>
                      <a:pt x="545972" y="49125"/>
                    </a:lnTo>
                    <a:lnTo>
                      <a:pt x="581405" y="45529"/>
                    </a:lnTo>
                    <a:lnTo>
                      <a:pt x="652271" y="37338"/>
                    </a:lnTo>
                    <a:lnTo>
                      <a:pt x="696658" y="31242"/>
                    </a:lnTo>
                    <a:lnTo>
                      <a:pt x="739901" y="22859"/>
                    </a:lnTo>
                    <a:lnTo>
                      <a:pt x="745593" y="21728"/>
                    </a:lnTo>
                    <a:lnTo>
                      <a:pt x="755141" y="19526"/>
                    </a:lnTo>
                    <a:lnTo>
                      <a:pt x="764119" y="16323"/>
                    </a:lnTo>
                    <a:lnTo>
                      <a:pt x="768095" y="12192"/>
                    </a:lnTo>
                    <a:lnTo>
                      <a:pt x="768095" y="9143"/>
                    </a:lnTo>
                    <a:lnTo>
                      <a:pt x="765047" y="7619"/>
                    </a:lnTo>
                    <a:lnTo>
                      <a:pt x="763523" y="5333"/>
                    </a:lnTo>
                    <a:lnTo>
                      <a:pt x="766571" y="3047"/>
                    </a:lnTo>
                    <a:lnTo>
                      <a:pt x="767333" y="2285"/>
                    </a:lnTo>
                    <a:lnTo>
                      <a:pt x="773429" y="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9" name="Google Shape;2539;p24"/>
              <p:cNvSpPr/>
              <p:nvPr/>
            </p:nvSpPr>
            <p:spPr>
              <a:xfrm>
                <a:off x="9561575" y="5205983"/>
                <a:ext cx="21590" cy="5714"/>
              </a:xfrm>
              <a:custGeom>
                <a:rect b="b" l="l" r="r" t="t"/>
                <a:pathLst>
                  <a:path extrusionOk="0" h="5714" w="21590">
                    <a:moveTo>
                      <a:pt x="21335" y="5333"/>
                    </a:moveTo>
                    <a:lnTo>
                      <a:pt x="9143" y="2285"/>
                    </a:lnTo>
                    <a:lnTo>
                      <a:pt x="6857" y="1523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152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0" name="Google Shape;2540;p24"/>
            <p:cNvGrpSpPr/>
            <p:nvPr/>
          </p:nvGrpSpPr>
          <p:grpSpPr>
            <a:xfrm>
              <a:off x="4130040" y="5504389"/>
              <a:ext cx="260616" cy="186239"/>
              <a:chOff x="4130040" y="5504389"/>
              <a:chExt cx="260616" cy="186239"/>
            </a:xfrm>
          </p:grpSpPr>
          <p:sp>
            <p:nvSpPr>
              <p:cNvPr id="2541" name="Google Shape;2541;p24"/>
              <p:cNvSpPr/>
              <p:nvPr/>
            </p:nvSpPr>
            <p:spPr>
              <a:xfrm>
                <a:off x="4144518" y="5548884"/>
                <a:ext cx="14604" cy="72389"/>
              </a:xfrm>
              <a:custGeom>
                <a:rect b="b" l="l" r="r" t="t"/>
                <a:pathLst>
                  <a:path extrusionOk="0" h="72389" w="14604">
                    <a:moveTo>
                      <a:pt x="0" y="0"/>
                    </a:moveTo>
                    <a:lnTo>
                      <a:pt x="9144" y="41909"/>
                    </a:lnTo>
                    <a:lnTo>
                      <a:pt x="11430" y="48767"/>
                    </a:lnTo>
                    <a:lnTo>
                      <a:pt x="12192" y="57911"/>
                    </a:lnTo>
                    <a:lnTo>
                      <a:pt x="12192" y="60959"/>
                    </a:lnTo>
                    <a:lnTo>
                      <a:pt x="14478" y="70865"/>
                    </a:lnTo>
                    <a:lnTo>
                      <a:pt x="11430" y="72389"/>
                    </a:lnTo>
                    <a:lnTo>
                      <a:pt x="10668" y="71627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2" name="Google Shape;2542;p24"/>
              <p:cNvSpPr/>
              <p:nvPr/>
            </p:nvSpPr>
            <p:spPr>
              <a:xfrm>
                <a:off x="4130040" y="5508498"/>
                <a:ext cx="15239" cy="15239"/>
              </a:xfrm>
              <a:custGeom>
                <a:rect b="b" l="l" r="r" t="t"/>
                <a:pathLst>
                  <a:path extrusionOk="0" h="15239" w="15239">
                    <a:moveTo>
                      <a:pt x="0" y="3809"/>
                    </a:moveTo>
                    <a:lnTo>
                      <a:pt x="0" y="12191"/>
                    </a:lnTo>
                    <a:lnTo>
                      <a:pt x="3809" y="15239"/>
                    </a:lnTo>
                    <a:lnTo>
                      <a:pt x="12191" y="15239"/>
                    </a:lnTo>
                    <a:lnTo>
                      <a:pt x="15239" y="12191"/>
                    </a:lnTo>
                    <a:lnTo>
                      <a:pt x="15239" y="7619"/>
                    </a:lnTo>
                    <a:lnTo>
                      <a:pt x="15239" y="3809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809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543" name="Google Shape;2543;p24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4197096" y="5504389"/>
                <a:ext cx="193560" cy="18623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544" name="Google Shape;2544;p24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4854689" y="5374373"/>
              <a:ext cx="129565" cy="24538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45" name="Google Shape;2545;p24"/>
            <p:cNvGrpSpPr/>
            <p:nvPr/>
          </p:nvGrpSpPr>
          <p:grpSpPr>
            <a:xfrm>
              <a:off x="5151392" y="5380481"/>
              <a:ext cx="119373" cy="300989"/>
              <a:chOff x="5151392" y="5380481"/>
              <a:chExt cx="119373" cy="300989"/>
            </a:xfrm>
          </p:grpSpPr>
          <p:pic>
            <p:nvPicPr>
              <p:cNvPr id="2546" name="Google Shape;2546;p24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5151392" y="5449049"/>
                <a:ext cx="119373" cy="1333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47" name="Google Shape;2547;p24"/>
              <p:cNvSpPr/>
              <p:nvPr/>
            </p:nvSpPr>
            <p:spPr>
              <a:xfrm>
                <a:off x="5184647" y="5380481"/>
                <a:ext cx="46989" cy="300989"/>
              </a:xfrm>
              <a:custGeom>
                <a:rect b="b" l="l" r="r" t="t"/>
                <a:pathLst>
                  <a:path extrusionOk="0" h="300989" w="46989">
                    <a:moveTo>
                      <a:pt x="46481" y="0"/>
                    </a:moveTo>
                    <a:lnTo>
                      <a:pt x="41719" y="16704"/>
                    </a:lnTo>
                    <a:lnTo>
                      <a:pt x="39242" y="33051"/>
                    </a:lnTo>
                    <a:lnTo>
                      <a:pt x="37909" y="49827"/>
                    </a:lnTo>
                    <a:lnTo>
                      <a:pt x="36575" y="67817"/>
                    </a:lnTo>
                    <a:lnTo>
                      <a:pt x="32861" y="95238"/>
                    </a:lnTo>
                    <a:lnTo>
                      <a:pt x="28574" y="122586"/>
                    </a:lnTo>
                    <a:lnTo>
                      <a:pt x="23717" y="149792"/>
                    </a:lnTo>
                    <a:lnTo>
                      <a:pt x="18287" y="176783"/>
                    </a:lnTo>
                    <a:lnTo>
                      <a:pt x="13858" y="200227"/>
                    </a:lnTo>
                    <a:lnTo>
                      <a:pt x="5857" y="247399"/>
                    </a:lnTo>
                    <a:lnTo>
                      <a:pt x="571" y="285464"/>
                    </a:lnTo>
                    <a:lnTo>
                      <a:pt x="0" y="300227"/>
                    </a:lnTo>
                    <a:lnTo>
                      <a:pt x="0" y="300989"/>
                    </a:lnTo>
                    <a:lnTo>
                      <a:pt x="761" y="299465"/>
                    </a:lnTo>
                    <a:lnTo>
                      <a:pt x="1523" y="297179"/>
                    </a:lnTo>
                    <a:lnTo>
                      <a:pt x="2285" y="295655"/>
                    </a:lnTo>
                    <a:lnTo>
                      <a:pt x="3047" y="293369"/>
                    </a:lnTo>
                    <a:lnTo>
                      <a:pt x="4571" y="291083"/>
                    </a:lnTo>
                    <a:lnTo>
                      <a:pt x="5333" y="288035"/>
                    </a:lnTo>
                    <a:lnTo>
                      <a:pt x="6857" y="281939"/>
                    </a:lnTo>
                    <a:lnTo>
                      <a:pt x="7619" y="275843"/>
                    </a:lnTo>
                    <a:lnTo>
                      <a:pt x="7619" y="268985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548" name="Google Shape;2548;p24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5642597" y="5252453"/>
              <a:ext cx="169951" cy="304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9" name="Google Shape;2549;p24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5933681" y="5401805"/>
              <a:ext cx="249199" cy="1173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0" name="Google Shape;2550;p24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6305537" y="5243976"/>
              <a:ext cx="232328" cy="2683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1" name="Google Shape;2551;p24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6946689" y="5305031"/>
              <a:ext cx="384573" cy="17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2" name="Google Shape;2552;p24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7584173" y="5217401"/>
              <a:ext cx="390931" cy="19433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53" name="Google Shape;2553;p24"/>
            <p:cNvGrpSpPr/>
            <p:nvPr/>
          </p:nvGrpSpPr>
          <p:grpSpPr>
            <a:xfrm>
              <a:off x="8648687" y="5003279"/>
              <a:ext cx="859561" cy="231673"/>
              <a:chOff x="8648687" y="5003279"/>
              <a:chExt cx="859561" cy="231673"/>
            </a:xfrm>
          </p:grpSpPr>
          <p:pic>
            <p:nvPicPr>
              <p:cNvPr id="2554" name="Google Shape;2554;p24"/>
              <p:cNvPicPr preferRelativeResize="0"/>
              <p:nvPr/>
            </p:nvPicPr>
            <p:blipFill rotWithShape="1">
              <a:blip r:embed="rId48">
                <a:alphaModFix/>
              </a:blip>
              <a:srcRect b="0" l="0" r="0" t="0"/>
              <a:stretch/>
            </p:blipFill>
            <p:spPr>
              <a:xfrm>
                <a:off x="8648687" y="5065763"/>
                <a:ext cx="100609" cy="16766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55" name="Google Shape;2555;p24"/>
              <p:cNvPicPr preferRelativeResize="0"/>
              <p:nvPr/>
            </p:nvPicPr>
            <p:blipFill rotWithShape="1">
              <a:blip r:embed="rId49">
                <a:alphaModFix/>
              </a:blip>
              <a:srcRect b="0" l="0" r="0" t="0"/>
              <a:stretch/>
            </p:blipFill>
            <p:spPr>
              <a:xfrm>
                <a:off x="8769083" y="5106149"/>
                <a:ext cx="101371" cy="12880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56" name="Google Shape;2556;p24"/>
              <p:cNvPicPr preferRelativeResize="0"/>
              <p:nvPr/>
            </p:nvPicPr>
            <p:blipFill rotWithShape="1">
              <a:blip r:embed="rId50">
                <a:alphaModFix/>
              </a:blip>
              <a:srcRect b="0" l="0" r="0" t="0"/>
              <a:stretch/>
            </p:blipFill>
            <p:spPr>
              <a:xfrm>
                <a:off x="8890622" y="5063477"/>
                <a:ext cx="219100" cy="15166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57" name="Google Shape;2557;p24"/>
              <p:cNvPicPr preferRelativeResize="0"/>
              <p:nvPr/>
            </p:nvPicPr>
            <p:blipFill rotWithShape="1">
              <a:blip r:embed="rId51">
                <a:alphaModFix/>
              </a:blip>
              <a:srcRect b="0" l="0" r="0" t="0"/>
              <a:stretch/>
            </p:blipFill>
            <p:spPr>
              <a:xfrm>
                <a:off x="9142725" y="5045284"/>
                <a:ext cx="124731" cy="1221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58" name="Google Shape;2558;p24"/>
              <p:cNvPicPr preferRelativeResize="0"/>
              <p:nvPr/>
            </p:nvPicPr>
            <p:blipFill rotWithShape="1">
              <a:blip r:embed="rId52">
                <a:alphaModFix/>
              </a:blip>
              <a:srcRect b="0" l="0" r="0" t="0"/>
              <a:stretch/>
            </p:blipFill>
            <p:spPr>
              <a:xfrm>
                <a:off x="9310865" y="5025282"/>
                <a:ext cx="84607" cy="1182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59" name="Google Shape;2559;p24"/>
              <p:cNvPicPr preferRelativeResize="0"/>
              <p:nvPr/>
            </p:nvPicPr>
            <p:blipFill rotWithShape="1">
              <a:blip r:embed="rId53">
                <a:alphaModFix/>
              </a:blip>
              <a:srcRect b="0" l="0" r="0" t="0"/>
              <a:stretch/>
            </p:blipFill>
            <p:spPr>
              <a:xfrm>
                <a:off x="9418307" y="5003279"/>
                <a:ext cx="89941" cy="14404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60" name="Google Shape;2560;p24"/>
            <p:cNvGrpSpPr/>
            <p:nvPr/>
          </p:nvGrpSpPr>
          <p:grpSpPr>
            <a:xfrm>
              <a:off x="5490959" y="5902439"/>
              <a:ext cx="528662" cy="287204"/>
              <a:chOff x="5490959" y="5902439"/>
              <a:chExt cx="528662" cy="287204"/>
            </a:xfrm>
          </p:grpSpPr>
          <p:pic>
            <p:nvPicPr>
              <p:cNvPr id="2561" name="Google Shape;2561;p24"/>
              <p:cNvPicPr preferRelativeResize="0"/>
              <p:nvPr/>
            </p:nvPicPr>
            <p:blipFill rotWithShape="1">
              <a:blip r:embed="rId54">
                <a:alphaModFix/>
              </a:blip>
              <a:srcRect b="0" l="0" r="0" t="0"/>
              <a:stretch/>
            </p:blipFill>
            <p:spPr>
              <a:xfrm>
                <a:off x="5490959" y="5992355"/>
                <a:ext cx="108991" cy="1684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62" name="Google Shape;2562;p24"/>
              <p:cNvPicPr preferRelativeResize="0"/>
              <p:nvPr/>
            </p:nvPicPr>
            <p:blipFill rotWithShape="1">
              <a:blip r:embed="rId55">
                <a:alphaModFix/>
              </a:blip>
              <a:srcRect b="0" l="0" r="0" t="0"/>
              <a:stretch/>
            </p:blipFill>
            <p:spPr>
              <a:xfrm>
                <a:off x="5622106" y="5951969"/>
                <a:ext cx="220160" cy="2376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63" name="Google Shape;2563;p24"/>
              <p:cNvPicPr preferRelativeResize="0"/>
              <p:nvPr/>
            </p:nvPicPr>
            <p:blipFill rotWithShape="1">
              <a:blip r:embed="rId56">
                <a:alphaModFix/>
              </a:blip>
              <a:srcRect b="0" l="0" r="0" t="0"/>
              <a:stretch/>
            </p:blipFill>
            <p:spPr>
              <a:xfrm>
                <a:off x="5873483" y="5902439"/>
                <a:ext cx="146138" cy="20728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564" name="Google Shape;2564;p24"/>
            <p:cNvSpPr/>
            <p:nvPr/>
          </p:nvSpPr>
          <p:spPr>
            <a:xfrm>
              <a:off x="6076950" y="5871209"/>
              <a:ext cx="81279" cy="257810"/>
            </a:xfrm>
            <a:custGeom>
              <a:rect b="b" l="l" r="r" t="t"/>
              <a:pathLst>
                <a:path extrusionOk="0" h="257810" w="81279">
                  <a:moveTo>
                    <a:pt x="0" y="0"/>
                  </a:moveTo>
                  <a:lnTo>
                    <a:pt x="33432" y="20788"/>
                  </a:lnTo>
                  <a:lnTo>
                    <a:pt x="64579" y="56006"/>
                  </a:lnTo>
                  <a:lnTo>
                    <a:pt x="81057" y="106501"/>
                  </a:lnTo>
                  <a:lnTo>
                    <a:pt x="80962" y="126206"/>
                  </a:lnTo>
                  <a:lnTo>
                    <a:pt x="71628" y="163829"/>
                  </a:lnTo>
                  <a:lnTo>
                    <a:pt x="52006" y="200882"/>
                  </a:lnTo>
                  <a:lnTo>
                    <a:pt x="26670" y="233934"/>
                  </a:lnTo>
                  <a:lnTo>
                    <a:pt x="10918" y="251829"/>
                  </a:lnTo>
                  <a:lnTo>
                    <a:pt x="5334" y="25755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p24"/>
            <p:cNvSpPr/>
            <p:nvPr/>
          </p:nvSpPr>
          <p:spPr>
            <a:xfrm>
              <a:off x="6307073" y="5977890"/>
              <a:ext cx="70485" cy="1270"/>
            </a:xfrm>
            <a:custGeom>
              <a:rect b="b" l="l" r="r" t="t"/>
              <a:pathLst>
                <a:path extrusionOk="0" h="1270" w="70485">
                  <a:moveTo>
                    <a:pt x="0" y="0"/>
                  </a:moveTo>
                  <a:lnTo>
                    <a:pt x="10739" y="869"/>
                  </a:lnTo>
                  <a:lnTo>
                    <a:pt x="21336" y="1238"/>
                  </a:lnTo>
                  <a:lnTo>
                    <a:pt x="31932" y="1178"/>
                  </a:lnTo>
                  <a:lnTo>
                    <a:pt x="42672" y="761"/>
                  </a:lnTo>
                  <a:lnTo>
                    <a:pt x="49530" y="642"/>
                  </a:lnTo>
                  <a:lnTo>
                    <a:pt x="56387" y="380"/>
                  </a:lnTo>
                  <a:lnTo>
                    <a:pt x="63245" y="119"/>
                  </a:lnTo>
                  <a:lnTo>
                    <a:pt x="70104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6" name="Google Shape;2566;p24"/>
            <p:cNvSpPr/>
            <p:nvPr/>
          </p:nvSpPr>
          <p:spPr>
            <a:xfrm>
              <a:off x="6323076" y="6038850"/>
              <a:ext cx="55879" cy="2539"/>
            </a:xfrm>
            <a:custGeom>
              <a:rect b="b" l="l" r="r" t="t"/>
              <a:pathLst>
                <a:path extrusionOk="0" h="2539" w="55879">
                  <a:moveTo>
                    <a:pt x="0" y="0"/>
                  </a:moveTo>
                  <a:lnTo>
                    <a:pt x="10048" y="1000"/>
                  </a:lnTo>
                  <a:lnTo>
                    <a:pt x="19812" y="1714"/>
                  </a:lnTo>
                  <a:lnTo>
                    <a:pt x="29575" y="2143"/>
                  </a:lnTo>
                  <a:lnTo>
                    <a:pt x="39624" y="2286"/>
                  </a:lnTo>
                  <a:lnTo>
                    <a:pt x="44196" y="2286"/>
                  </a:lnTo>
                  <a:lnTo>
                    <a:pt x="54102" y="1524"/>
                  </a:lnTo>
                  <a:lnTo>
                    <a:pt x="55626" y="76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67" name="Google Shape;2567;p24"/>
            <p:cNvGrpSpPr/>
            <p:nvPr/>
          </p:nvGrpSpPr>
          <p:grpSpPr>
            <a:xfrm>
              <a:off x="6671297" y="5720321"/>
              <a:ext cx="440461" cy="428003"/>
              <a:chOff x="6671297" y="5720321"/>
              <a:chExt cx="440461" cy="428003"/>
            </a:xfrm>
          </p:grpSpPr>
          <p:pic>
            <p:nvPicPr>
              <p:cNvPr id="2568" name="Google Shape;2568;p24"/>
              <p:cNvPicPr preferRelativeResize="0"/>
              <p:nvPr/>
            </p:nvPicPr>
            <p:blipFill rotWithShape="1">
              <a:blip r:embed="rId57">
                <a:alphaModFix/>
              </a:blip>
              <a:srcRect b="0" l="0" r="0" t="0"/>
              <a:stretch/>
            </p:blipFill>
            <p:spPr>
              <a:xfrm>
                <a:off x="6671297" y="5912154"/>
                <a:ext cx="110610" cy="16404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69" name="Google Shape;2569;p24"/>
              <p:cNvSpPr/>
              <p:nvPr/>
            </p:nvSpPr>
            <p:spPr>
              <a:xfrm>
                <a:off x="6710934" y="5849874"/>
                <a:ext cx="43815" cy="298450"/>
              </a:xfrm>
              <a:custGeom>
                <a:rect b="b" l="l" r="r" t="t"/>
                <a:pathLst>
                  <a:path extrusionOk="0" h="298450" w="43815">
                    <a:moveTo>
                      <a:pt x="43433" y="0"/>
                    </a:moveTo>
                    <a:lnTo>
                      <a:pt x="33968" y="14061"/>
                    </a:lnTo>
                    <a:lnTo>
                      <a:pt x="30003" y="28479"/>
                    </a:lnTo>
                    <a:lnTo>
                      <a:pt x="28753" y="44469"/>
                    </a:lnTo>
                    <a:lnTo>
                      <a:pt x="27431" y="63246"/>
                    </a:lnTo>
                    <a:lnTo>
                      <a:pt x="24241" y="93083"/>
                    </a:lnTo>
                    <a:lnTo>
                      <a:pt x="21335" y="123063"/>
                    </a:lnTo>
                    <a:lnTo>
                      <a:pt x="18430" y="153042"/>
                    </a:lnTo>
                    <a:lnTo>
                      <a:pt x="15239" y="182880"/>
                    </a:lnTo>
                    <a:lnTo>
                      <a:pt x="12382" y="205859"/>
                    </a:lnTo>
                    <a:lnTo>
                      <a:pt x="9524" y="228981"/>
                    </a:lnTo>
                    <a:lnTo>
                      <a:pt x="6667" y="252102"/>
                    </a:lnTo>
                    <a:lnTo>
                      <a:pt x="3809" y="275082"/>
                    </a:lnTo>
                    <a:lnTo>
                      <a:pt x="3809" y="276606"/>
                    </a:lnTo>
                    <a:lnTo>
                      <a:pt x="0" y="294894"/>
                    </a:lnTo>
                    <a:lnTo>
                      <a:pt x="761" y="297180"/>
                    </a:lnTo>
                    <a:lnTo>
                      <a:pt x="3047" y="297834"/>
                    </a:lnTo>
                    <a:lnTo>
                      <a:pt x="5333" y="292131"/>
                    </a:lnTo>
                    <a:lnTo>
                      <a:pt x="7619" y="283999"/>
                    </a:lnTo>
                    <a:lnTo>
                      <a:pt x="9905" y="277368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570" name="Google Shape;2570;p24"/>
              <p:cNvPicPr preferRelativeResize="0"/>
              <p:nvPr/>
            </p:nvPicPr>
            <p:blipFill rotWithShape="1">
              <a:blip r:embed="rId58">
                <a:alphaModFix/>
              </a:blip>
              <a:srcRect b="0" l="0" r="0" t="0"/>
              <a:stretch/>
            </p:blipFill>
            <p:spPr>
              <a:xfrm>
                <a:off x="6823697" y="5720321"/>
                <a:ext cx="288061" cy="3683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71" name="Google Shape;2571;p24"/>
            <p:cNvGrpSpPr/>
            <p:nvPr/>
          </p:nvGrpSpPr>
          <p:grpSpPr>
            <a:xfrm>
              <a:off x="7214603" y="5739384"/>
              <a:ext cx="426097" cy="318528"/>
              <a:chOff x="7214603" y="5739384"/>
              <a:chExt cx="426097" cy="318528"/>
            </a:xfrm>
          </p:grpSpPr>
          <p:pic>
            <p:nvPicPr>
              <p:cNvPr id="2572" name="Google Shape;2572;p24"/>
              <p:cNvPicPr preferRelativeResize="0"/>
              <p:nvPr/>
            </p:nvPicPr>
            <p:blipFill rotWithShape="1">
              <a:blip r:embed="rId59">
                <a:alphaModFix/>
              </a:blip>
              <a:srcRect b="0" l="0" r="0" t="0"/>
              <a:stretch/>
            </p:blipFill>
            <p:spPr>
              <a:xfrm>
                <a:off x="7214603" y="5816333"/>
                <a:ext cx="94513" cy="2415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73" name="Google Shape;2573;p24"/>
              <p:cNvPicPr preferRelativeResize="0"/>
              <p:nvPr/>
            </p:nvPicPr>
            <p:blipFill rotWithShape="1">
              <a:blip r:embed="rId60">
                <a:alphaModFix/>
              </a:blip>
              <a:srcRect b="0" l="0" r="0" t="0"/>
              <a:stretch/>
            </p:blipFill>
            <p:spPr>
              <a:xfrm>
                <a:off x="7337082" y="5791949"/>
                <a:ext cx="196061" cy="220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74" name="Google Shape;2574;p24"/>
              <p:cNvSpPr/>
              <p:nvPr/>
            </p:nvSpPr>
            <p:spPr>
              <a:xfrm>
                <a:off x="7546085" y="5739384"/>
                <a:ext cx="94615" cy="297179"/>
              </a:xfrm>
              <a:custGeom>
                <a:rect b="b" l="l" r="r" t="t"/>
                <a:pathLst>
                  <a:path extrusionOk="0" h="297179" w="94615">
                    <a:moveTo>
                      <a:pt x="38861" y="0"/>
                    </a:moveTo>
                    <a:lnTo>
                      <a:pt x="68651" y="42433"/>
                    </a:lnTo>
                    <a:lnTo>
                      <a:pt x="84093" y="81557"/>
                    </a:lnTo>
                    <a:lnTo>
                      <a:pt x="93023" y="127896"/>
                    </a:lnTo>
                    <a:lnTo>
                      <a:pt x="94487" y="151638"/>
                    </a:lnTo>
                    <a:lnTo>
                      <a:pt x="93940" y="174283"/>
                    </a:lnTo>
                    <a:lnTo>
                      <a:pt x="83129" y="216146"/>
                    </a:lnTo>
                    <a:lnTo>
                      <a:pt x="63877" y="250626"/>
                    </a:lnTo>
                    <a:lnTo>
                      <a:pt x="28193" y="287274"/>
                    </a:lnTo>
                    <a:lnTo>
                      <a:pt x="7834" y="296703"/>
                    </a:lnTo>
                    <a:lnTo>
                      <a:pt x="0" y="294894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75" name="Google Shape;2575;p24"/>
            <p:cNvGrpSpPr/>
            <p:nvPr/>
          </p:nvGrpSpPr>
          <p:grpSpPr>
            <a:xfrm>
              <a:off x="8640508" y="5444489"/>
              <a:ext cx="692976" cy="249936"/>
              <a:chOff x="8640508" y="5444489"/>
              <a:chExt cx="692976" cy="249936"/>
            </a:xfrm>
          </p:grpSpPr>
          <p:sp>
            <p:nvSpPr>
              <p:cNvPr id="2576" name="Google Shape;2576;p24"/>
              <p:cNvSpPr/>
              <p:nvPr/>
            </p:nvSpPr>
            <p:spPr>
              <a:xfrm>
                <a:off x="8640508" y="5483542"/>
                <a:ext cx="69215" cy="150495"/>
              </a:xfrm>
              <a:custGeom>
                <a:rect b="b" l="l" r="r" t="t"/>
                <a:pathLst>
                  <a:path extrusionOk="0" h="150495" w="69215">
                    <a:moveTo>
                      <a:pt x="50863" y="10477"/>
                    </a:moveTo>
                    <a:lnTo>
                      <a:pt x="41481" y="3810"/>
                    </a:lnTo>
                    <a:lnTo>
                      <a:pt x="34099" y="0"/>
                    </a:lnTo>
                    <a:lnTo>
                      <a:pt x="27289" y="1047"/>
                    </a:lnTo>
                    <a:lnTo>
                      <a:pt x="6762" y="39433"/>
                    </a:lnTo>
                    <a:lnTo>
                      <a:pt x="166" y="88415"/>
                    </a:lnTo>
                    <a:lnTo>
                      <a:pt x="0" y="105346"/>
                    </a:lnTo>
                    <a:lnTo>
                      <a:pt x="2405" y="121705"/>
                    </a:lnTo>
                    <a:lnTo>
                      <a:pt x="8953" y="136207"/>
                    </a:lnTo>
                    <a:lnTo>
                      <a:pt x="16978" y="143482"/>
                    </a:lnTo>
                    <a:lnTo>
                      <a:pt x="27431" y="148113"/>
                    </a:lnTo>
                    <a:lnTo>
                      <a:pt x="38742" y="150030"/>
                    </a:lnTo>
                    <a:lnTo>
                      <a:pt x="49339" y="149161"/>
                    </a:lnTo>
                    <a:lnTo>
                      <a:pt x="59245" y="143827"/>
                    </a:lnTo>
                    <a:lnTo>
                      <a:pt x="63055" y="142303"/>
                    </a:lnTo>
                    <a:lnTo>
                      <a:pt x="69151" y="136969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7" name="Google Shape;2577;p24"/>
              <p:cNvSpPr/>
              <p:nvPr/>
            </p:nvSpPr>
            <p:spPr>
              <a:xfrm>
                <a:off x="8720995" y="5532119"/>
                <a:ext cx="57150" cy="86360"/>
              </a:xfrm>
              <a:custGeom>
                <a:rect b="b" l="l" r="r" t="t"/>
                <a:pathLst>
                  <a:path extrusionOk="0" h="86360" w="57150">
                    <a:moveTo>
                      <a:pt x="3905" y="15239"/>
                    </a:moveTo>
                    <a:lnTo>
                      <a:pt x="845" y="28217"/>
                    </a:lnTo>
                    <a:lnTo>
                      <a:pt x="0" y="39623"/>
                    </a:lnTo>
                    <a:lnTo>
                      <a:pt x="1869" y="51030"/>
                    </a:lnTo>
                    <a:lnTo>
                      <a:pt x="23026" y="83510"/>
                    </a:lnTo>
                    <a:lnTo>
                      <a:pt x="31337" y="86105"/>
                    </a:lnTo>
                    <a:lnTo>
                      <a:pt x="39421" y="85498"/>
                    </a:lnTo>
                    <a:lnTo>
                      <a:pt x="46291" y="81819"/>
                    </a:lnTo>
                    <a:lnTo>
                      <a:pt x="51589" y="75711"/>
                    </a:lnTo>
                    <a:lnTo>
                      <a:pt x="54959" y="67817"/>
                    </a:lnTo>
                    <a:lnTo>
                      <a:pt x="56995" y="56518"/>
                    </a:lnTo>
                    <a:lnTo>
                      <a:pt x="56388" y="44862"/>
                    </a:lnTo>
                    <a:lnTo>
                      <a:pt x="33813" y="9429"/>
                    </a:lnTo>
                    <a:lnTo>
                      <a:pt x="7715" y="0"/>
                    </a:lnTo>
                    <a:lnTo>
                      <a:pt x="6953" y="3047"/>
                    </a:lnTo>
                    <a:lnTo>
                      <a:pt x="6953" y="9143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8" name="Google Shape;2578;p24"/>
              <p:cNvSpPr/>
              <p:nvPr/>
            </p:nvSpPr>
            <p:spPr>
              <a:xfrm>
                <a:off x="8801100" y="5512307"/>
                <a:ext cx="139700" cy="101600"/>
              </a:xfrm>
              <a:custGeom>
                <a:rect b="b" l="l" r="r" t="t"/>
                <a:pathLst>
                  <a:path extrusionOk="0" h="101600" w="139700">
                    <a:moveTo>
                      <a:pt x="0" y="33528"/>
                    </a:moveTo>
                    <a:lnTo>
                      <a:pt x="2988" y="43684"/>
                    </a:lnTo>
                    <a:lnTo>
                      <a:pt x="6191" y="53625"/>
                    </a:lnTo>
                    <a:lnTo>
                      <a:pt x="9536" y="63424"/>
                    </a:lnTo>
                    <a:lnTo>
                      <a:pt x="12954" y="73152"/>
                    </a:lnTo>
                    <a:lnTo>
                      <a:pt x="15240" y="81534"/>
                    </a:lnTo>
                    <a:lnTo>
                      <a:pt x="18288" y="89154"/>
                    </a:lnTo>
                    <a:lnTo>
                      <a:pt x="21336" y="96774"/>
                    </a:lnTo>
                    <a:lnTo>
                      <a:pt x="19812" y="91440"/>
                    </a:lnTo>
                    <a:lnTo>
                      <a:pt x="13989" y="55328"/>
                    </a:lnTo>
                    <a:lnTo>
                      <a:pt x="14478" y="45720"/>
                    </a:lnTo>
                    <a:lnTo>
                      <a:pt x="16002" y="34290"/>
                    </a:lnTo>
                    <a:lnTo>
                      <a:pt x="24384" y="32004"/>
                    </a:lnTo>
                    <a:lnTo>
                      <a:pt x="34290" y="32004"/>
                    </a:lnTo>
                    <a:lnTo>
                      <a:pt x="71377" y="54959"/>
                    </a:lnTo>
                    <a:lnTo>
                      <a:pt x="84582" y="79248"/>
                    </a:lnTo>
                    <a:lnTo>
                      <a:pt x="82296" y="78486"/>
                    </a:lnTo>
                    <a:lnTo>
                      <a:pt x="81534" y="80772"/>
                    </a:lnTo>
                    <a:lnTo>
                      <a:pt x="72390" y="78486"/>
                    </a:lnTo>
                    <a:lnTo>
                      <a:pt x="70866" y="71628"/>
                    </a:lnTo>
                    <a:lnTo>
                      <a:pt x="68580" y="62484"/>
                    </a:lnTo>
                    <a:lnTo>
                      <a:pt x="66805" y="51054"/>
                    </a:lnTo>
                    <a:lnTo>
                      <a:pt x="66389" y="39052"/>
                    </a:lnTo>
                    <a:lnTo>
                      <a:pt x="67829" y="27336"/>
                    </a:lnTo>
                    <a:lnTo>
                      <a:pt x="102870" y="0"/>
                    </a:lnTo>
                    <a:lnTo>
                      <a:pt x="112859" y="2655"/>
                    </a:lnTo>
                    <a:lnTo>
                      <a:pt x="135802" y="38159"/>
                    </a:lnTo>
                    <a:lnTo>
                      <a:pt x="139446" y="76200"/>
                    </a:lnTo>
                    <a:lnTo>
                      <a:pt x="139434" y="82379"/>
                    </a:lnTo>
                    <a:lnTo>
                      <a:pt x="139350" y="91916"/>
                    </a:lnTo>
                    <a:lnTo>
                      <a:pt x="139124" y="99881"/>
                    </a:lnTo>
                    <a:lnTo>
                      <a:pt x="138684" y="10134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9" name="Google Shape;2579;p24"/>
              <p:cNvSpPr/>
              <p:nvPr/>
            </p:nvSpPr>
            <p:spPr>
              <a:xfrm>
                <a:off x="8964168" y="5458205"/>
                <a:ext cx="91440" cy="236220"/>
              </a:xfrm>
              <a:custGeom>
                <a:rect b="b" l="l" r="r" t="t"/>
                <a:pathLst>
                  <a:path extrusionOk="0" h="236220" w="91440">
                    <a:moveTo>
                      <a:pt x="0" y="0"/>
                    </a:moveTo>
                    <a:lnTo>
                      <a:pt x="964" y="14739"/>
                    </a:lnTo>
                    <a:lnTo>
                      <a:pt x="2571" y="29337"/>
                    </a:lnTo>
                    <a:lnTo>
                      <a:pt x="4607" y="43934"/>
                    </a:lnTo>
                    <a:lnTo>
                      <a:pt x="6858" y="58674"/>
                    </a:lnTo>
                    <a:lnTo>
                      <a:pt x="9906" y="82105"/>
                    </a:lnTo>
                    <a:lnTo>
                      <a:pt x="12382" y="105537"/>
                    </a:lnTo>
                    <a:lnTo>
                      <a:pt x="14573" y="128968"/>
                    </a:lnTo>
                    <a:lnTo>
                      <a:pt x="16764" y="152400"/>
                    </a:lnTo>
                    <a:lnTo>
                      <a:pt x="17954" y="170354"/>
                    </a:lnTo>
                    <a:lnTo>
                      <a:pt x="19431" y="188595"/>
                    </a:lnTo>
                    <a:lnTo>
                      <a:pt x="21478" y="206835"/>
                    </a:lnTo>
                    <a:lnTo>
                      <a:pt x="24384" y="224790"/>
                    </a:lnTo>
                    <a:lnTo>
                      <a:pt x="25146" y="230124"/>
                    </a:lnTo>
                    <a:lnTo>
                      <a:pt x="26670" y="233172"/>
                    </a:lnTo>
                    <a:lnTo>
                      <a:pt x="27432" y="236220"/>
                    </a:lnTo>
                    <a:lnTo>
                      <a:pt x="27277" y="224325"/>
                    </a:lnTo>
                    <a:lnTo>
                      <a:pt x="21776" y="169914"/>
                    </a:lnTo>
                    <a:lnTo>
                      <a:pt x="18954" y="151542"/>
                    </a:lnTo>
                    <a:lnTo>
                      <a:pt x="16561" y="133028"/>
                    </a:lnTo>
                    <a:lnTo>
                      <a:pt x="15240" y="114300"/>
                    </a:lnTo>
                    <a:lnTo>
                      <a:pt x="15132" y="103560"/>
                    </a:lnTo>
                    <a:lnTo>
                      <a:pt x="16097" y="93535"/>
                    </a:lnTo>
                    <a:lnTo>
                      <a:pt x="20062" y="84939"/>
                    </a:lnTo>
                    <a:lnTo>
                      <a:pt x="28956" y="78486"/>
                    </a:lnTo>
                    <a:lnTo>
                      <a:pt x="38397" y="75902"/>
                    </a:lnTo>
                    <a:lnTo>
                      <a:pt x="49625" y="74961"/>
                    </a:lnTo>
                    <a:lnTo>
                      <a:pt x="60995" y="75592"/>
                    </a:lnTo>
                    <a:lnTo>
                      <a:pt x="91440" y="104393"/>
                    </a:lnTo>
                    <a:lnTo>
                      <a:pt x="88046" y="116455"/>
                    </a:lnTo>
                    <a:lnTo>
                      <a:pt x="80295" y="126587"/>
                    </a:lnTo>
                    <a:lnTo>
                      <a:pt x="70115" y="135147"/>
                    </a:lnTo>
                    <a:lnTo>
                      <a:pt x="59436" y="142494"/>
                    </a:lnTo>
                    <a:lnTo>
                      <a:pt x="48994" y="149733"/>
                    </a:lnTo>
                    <a:lnTo>
                      <a:pt x="37623" y="155257"/>
                    </a:lnTo>
                    <a:lnTo>
                      <a:pt x="26110" y="157067"/>
                    </a:lnTo>
                    <a:lnTo>
                      <a:pt x="15240" y="15316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0" name="Google Shape;2580;p24"/>
              <p:cNvSpPr/>
              <p:nvPr/>
            </p:nvSpPr>
            <p:spPr>
              <a:xfrm>
                <a:off x="9085028" y="5490209"/>
                <a:ext cx="122554" cy="99695"/>
              </a:xfrm>
              <a:custGeom>
                <a:rect b="b" l="l" r="r" t="t"/>
                <a:pathLst>
                  <a:path extrusionOk="0" h="99695" w="122554">
                    <a:moveTo>
                      <a:pt x="1821" y="12954"/>
                    </a:moveTo>
                    <a:lnTo>
                      <a:pt x="833" y="24514"/>
                    </a:lnTo>
                    <a:lnTo>
                      <a:pt x="202" y="36290"/>
                    </a:lnTo>
                    <a:lnTo>
                      <a:pt x="0" y="48208"/>
                    </a:lnTo>
                    <a:lnTo>
                      <a:pt x="297" y="60198"/>
                    </a:lnTo>
                    <a:lnTo>
                      <a:pt x="15537" y="96774"/>
                    </a:lnTo>
                    <a:lnTo>
                      <a:pt x="24407" y="99655"/>
                    </a:lnTo>
                    <a:lnTo>
                      <a:pt x="33349" y="98679"/>
                    </a:lnTo>
                    <a:lnTo>
                      <a:pt x="61448" y="66770"/>
                    </a:lnTo>
                    <a:lnTo>
                      <a:pt x="67448" y="21336"/>
                    </a:lnTo>
                    <a:lnTo>
                      <a:pt x="66698" y="11239"/>
                    </a:lnTo>
                    <a:lnTo>
                      <a:pt x="64305" y="2286"/>
                    </a:lnTo>
                    <a:lnTo>
                      <a:pt x="62781" y="762"/>
                    </a:lnTo>
                    <a:lnTo>
                      <a:pt x="62781" y="0"/>
                    </a:lnTo>
                    <a:lnTo>
                      <a:pt x="61257" y="0"/>
                    </a:lnTo>
                    <a:lnTo>
                      <a:pt x="60055" y="8905"/>
                    </a:lnTo>
                    <a:lnTo>
                      <a:pt x="59638" y="17526"/>
                    </a:lnTo>
                    <a:lnTo>
                      <a:pt x="59650" y="26146"/>
                    </a:lnTo>
                    <a:lnTo>
                      <a:pt x="65520" y="70413"/>
                    </a:lnTo>
                    <a:lnTo>
                      <a:pt x="93678" y="90951"/>
                    </a:lnTo>
                    <a:lnTo>
                      <a:pt x="101643" y="89916"/>
                    </a:lnTo>
                    <a:lnTo>
                      <a:pt x="108608" y="86594"/>
                    </a:lnTo>
                    <a:lnTo>
                      <a:pt x="113930" y="81629"/>
                    </a:lnTo>
                    <a:lnTo>
                      <a:pt x="118252" y="75664"/>
                    </a:lnTo>
                    <a:lnTo>
                      <a:pt x="122217" y="6934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1" name="Google Shape;2581;p24"/>
              <p:cNvSpPr/>
              <p:nvPr/>
            </p:nvSpPr>
            <p:spPr>
              <a:xfrm>
                <a:off x="9205722" y="5444489"/>
                <a:ext cx="8890" cy="154939"/>
              </a:xfrm>
              <a:custGeom>
                <a:rect b="b" l="l" r="r" t="t"/>
                <a:pathLst>
                  <a:path extrusionOk="0" h="154939" w="8890">
                    <a:moveTo>
                      <a:pt x="5333" y="17526"/>
                    </a:moveTo>
                    <a:lnTo>
                      <a:pt x="3809" y="11430"/>
                    </a:lnTo>
                    <a:lnTo>
                      <a:pt x="1523" y="6096"/>
                    </a:lnTo>
                    <a:lnTo>
                      <a:pt x="0" y="0"/>
                    </a:lnTo>
                    <a:lnTo>
                      <a:pt x="2285" y="48006"/>
                    </a:lnTo>
                    <a:lnTo>
                      <a:pt x="3964" y="65151"/>
                    </a:lnTo>
                    <a:lnTo>
                      <a:pt x="5429" y="82296"/>
                    </a:lnTo>
                    <a:lnTo>
                      <a:pt x="6465" y="99441"/>
                    </a:lnTo>
                    <a:lnTo>
                      <a:pt x="6857" y="116586"/>
                    </a:lnTo>
                    <a:lnTo>
                      <a:pt x="7417" y="126182"/>
                    </a:lnTo>
                    <a:lnTo>
                      <a:pt x="7905" y="135636"/>
                    </a:lnTo>
                    <a:lnTo>
                      <a:pt x="8251" y="145089"/>
                    </a:lnTo>
                    <a:lnTo>
                      <a:pt x="8381" y="15468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2" name="Google Shape;2582;p24"/>
              <p:cNvSpPr/>
              <p:nvPr/>
            </p:nvSpPr>
            <p:spPr>
              <a:xfrm>
                <a:off x="9206484" y="5504687"/>
                <a:ext cx="127000" cy="74929"/>
              </a:xfrm>
              <a:custGeom>
                <a:rect b="b" l="l" r="r" t="t"/>
                <a:pathLst>
                  <a:path extrusionOk="0" h="74929" w="127000">
                    <a:moveTo>
                      <a:pt x="0" y="1524"/>
                    </a:moveTo>
                    <a:lnTo>
                      <a:pt x="12251" y="1738"/>
                    </a:lnTo>
                    <a:lnTo>
                      <a:pt x="24860" y="2095"/>
                    </a:lnTo>
                    <a:lnTo>
                      <a:pt x="37611" y="2166"/>
                    </a:lnTo>
                    <a:lnTo>
                      <a:pt x="50292" y="1524"/>
                    </a:lnTo>
                    <a:lnTo>
                      <a:pt x="54102" y="762"/>
                    </a:lnTo>
                    <a:lnTo>
                      <a:pt x="58674" y="0"/>
                    </a:lnTo>
                    <a:lnTo>
                      <a:pt x="62484" y="0"/>
                    </a:lnTo>
                    <a:lnTo>
                      <a:pt x="62484" y="5334"/>
                    </a:lnTo>
                    <a:lnTo>
                      <a:pt x="60960" y="9144"/>
                    </a:lnTo>
                    <a:lnTo>
                      <a:pt x="59436" y="15240"/>
                    </a:lnTo>
                    <a:lnTo>
                      <a:pt x="57995" y="23943"/>
                    </a:lnTo>
                    <a:lnTo>
                      <a:pt x="57054" y="32861"/>
                    </a:lnTo>
                    <a:lnTo>
                      <a:pt x="56542" y="41921"/>
                    </a:lnTo>
                    <a:lnTo>
                      <a:pt x="56388" y="51054"/>
                    </a:lnTo>
                    <a:lnTo>
                      <a:pt x="56816" y="58804"/>
                    </a:lnTo>
                    <a:lnTo>
                      <a:pt x="58674" y="65627"/>
                    </a:lnTo>
                    <a:lnTo>
                      <a:pt x="62817" y="70877"/>
                    </a:lnTo>
                    <a:lnTo>
                      <a:pt x="70104" y="73914"/>
                    </a:lnTo>
                    <a:lnTo>
                      <a:pt x="80557" y="74485"/>
                    </a:lnTo>
                    <a:lnTo>
                      <a:pt x="90297" y="72199"/>
                    </a:lnTo>
                    <a:lnTo>
                      <a:pt x="99464" y="67913"/>
                    </a:lnTo>
                    <a:lnTo>
                      <a:pt x="108204" y="62484"/>
                    </a:lnTo>
                    <a:lnTo>
                      <a:pt x="118110" y="54864"/>
                    </a:lnTo>
                    <a:lnTo>
                      <a:pt x="121157" y="52578"/>
                    </a:lnTo>
                    <a:lnTo>
                      <a:pt x="126492" y="4648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3" name="Google Shape;2583;p24"/>
              <p:cNvSpPr/>
              <p:nvPr/>
            </p:nvSpPr>
            <p:spPr>
              <a:xfrm>
                <a:off x="9246870" y="5485530"/>
                <a:ext cx="83184" cy="32385"/>
              </a:xfrm>
              <a:custGeom>
                <a:rect b="b" l="l" r="r" t="t"/>
                <a:pathLst>
                  <a:path extrusionOk="0" h="32385" w="83184">
                    <a:moveTo>
                      <a:pt x="28955" y="22205"/>
                    </a:moveTo>
                    <a:lnTo>
                      <a:pt x="41481" y="28896"/>
                    </a:lnTo>
                    <a:lnTo>
                      <a:pt x="52006" y="32301"/>
                    </a:lnTo>
                    <a:lnTo>
                      <a:pt x="62817" y="31420"/>
                    </a:lnTo>
                    <a:lnTo>
                      <a:pt x="76199" y="25253"/>
                    </a:lnTo>
                    <a:lnTo>
                      <a:pt x="81141" y="20788"/>
                    </a:lnTo>
                    <a:lnTo>
                      <a:pt x="83153" y="15823"/>
                    </a:lnTo>
                    <a:lnTo>
                      <a:pt x="81879" y="11001"/>
                    </a:lnTo>
                    <a:lnTo>
                      <a:pt x="76961" y="6965"/>
                    </a:lnTo>
                    <a:lnTo>
                      <a:pt x="64579" y="2357"/>
                    </a:lnTo>
                    <a:lnTo>
                      <a:pt x="51625" y="392"/>
                    </a:lnTo>
                    <a:lnTo>
                      <a:pt x="38385" y="0"/>
                    </a:lnTo>
                    <a:lnTo>
                      <a:pt x="25145" y="107"/>
                    </a:lnTo>
                    <a:lnTo>
                      <a:pt x="18323" y="273"/>
                    </a:lnTo>
                    <a:lnTo>
                      <a:pt x="12287" y="869"/>
                    </a:lnTo>
                    <a:lnTo>
                      <a:pt x="6393" y="2035"/>
                    </a:lnTo>
                    <a:lnTo>
                      <a:pt x="0" y="3917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84" name="Google Shape;2584;p24"/>
            <p:cNvGrpSpPr/>
            <p:nvPr/>
          </p:nvGrpSpPr>
          <p:grpSpPr>
            <a:xfrm>
              <a:off x="9547085" y="5401818"/>
              <a:ext cx="115230" cy="255270"/>
              <a:chOff x="9547085" y="5401818"/>
              <a:chExt cx="115230" cy="255270"/>
            </a:xfrm>
          </p:grpSpPr>
          <p:pic>
            <p:nvPicPr>
              <p:cNvPr id="2585" name="Google Shape;2585;p24"/>
              <p:cNvPicPr preferRelativeResize="0"/>
              <p:nvPr/>
            </p:nvPicPr>
            <p:blipFill rotWithShape="1">
              <a:blip r:embed="rId61">
                <a:alphaModFix/>
              </a:blip>
              <a:srcRect b="0" l="0" r="0" t="0"/>
              <a:stretch/>
            </p:blipFill>
            <p:spPr>
              <a:xfrm>
                <a:off x="9547085" y="5442917"/>
                <a:ext cx="115230" cy="1266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86" name="Google Shape;2586;p24"/>
              <p:cNvSpPr/>
              <p:nvPr/>
            </p:nvSpPr>
            <p:spPr>
              <a:xfrm>
                <a:off x="9569196" y="5401818"/>
                <a:ext cx="63500" cy="255270"/>
              </a:xfrm>
              <a:custGeom>
                <a:rect b="b" l="l" r="r" t="t"/>
                <a:pathLst>
                  <a:path extrusionOk="0" h="255270" w="63500">
                    <a:moveTo>
                      <a:pt x="63246" y="0"/>
                    </a:moveTo>
                    <a:lnTo>
                      <a:pt x="57721" y="41814"/>
                    </a:lnTo>
                    <a:lnTo>
                      <a:pt x="51054" y="83058"/>
                    </a:lnTo>
                    <a:lnTo>
                      <a:pt x="40100" y="130587"/>
                    </a:lnTo>
                    <a:lnTo>
                      <a:pt x="27432" y="177546"/>
                    </a:lnTo>
                    <a:lnTo>
                      <a:pt x="22764" y="193548"/>
                    </a:lnTo>
                    <a:lnTo>
                      <a:pt x="18097" y="209550"/>
                    </a:lnTo>
                    <a:lnTo>
                      <a:pt x="13716" y="225552"/>
                    </a:lnTo>
                    <a:lnTo>
                      <a:pt x="9906" y="241554"/>
                    </a:lnTo>
                    <a:lnTo>
                      <a:pt x="8382" y="246126"/>
                    </a:lnTo>
                    <a:lnTo>
                      <a:pt x="7620" y="250698"/>
                    </a:lnTo>
                    <a:lnTo>
                      <a:pt x="6858" y="255270"/>
                    </a:lnTo>
                    <a:lnTo>
                      <a:pt x="5572" y="248769"/>
                    </a:lnTo>
                    <a:lnTo>
                      <a:pt x="4000" y="242697"/>
                    </a:lnTo>
                    <a:lnTo>
                      <a:pt x="2143" y="236624"/>
                    </a:lnTo>
                    <a:lnTo>
                      <a:pt x="0" y="23012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587" name="Google Shape;2587;p24"/>
            <p:cNvPicPr preferRelativeResize="0"/>
            <p:nvPr/>
          </p:nvPicPr>
          <p:blipFill rotWithShape="1">
            <a:blip r:embed="rId62">
              <a:alphaModFix/>
            </a:blip>
            <a:srcRect b="0" l="0" r="0" t="0"/>
            <a:stretch/>
          </p:blipFill>
          <p:spPr>
            <a:xfrm>
              <a:off x="8682215" y="5769089"/>
              <a:ext cx="218719" cy="15121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88" name="Google Shape;2588;p24"/>
            <p:cNvGrpSpPr/>
            <p:nvPr/>
          </p:nvGrpSpPr>
          <p:grpSpPr>
            <a:xfrm>
              <a:off x="9152369" y="5844527"/>
              <a:ext cx="412267" cy="231673"/>
              <a:chOff x="9152369" y="5844527"/>
              <a:chExt cx="412267" cy="231673"/>
            </a:xfrm>
          </p:grpSpPr>
          <p:pic>
            <p:nvPicPr>
              <p:cNvPr id="2589" name="Google Shape;2589;p24"/>
              <p:cNvPicPr preferRelativeResize="0"/>
              <p:nvPr/>
            </p:nvPicPr>
            <p:blipFill rotWithShape="1">
              <a:blip r:embed="rId63">
                <a:alphaModFix/>
              </a:blip>
              <a:srcRect b="0" l="0" r="0" t="0"/>
              <a:stretch/>
            </p:blipFill>
            <p:spPr>
              <a:xfrm>
                <a:off x="9152369" y="5844527"/>
                <a:ext cx="118349" cy="23167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90" name="Google Shape;2590;p24"/>
              <p:cNvSpPr/>
              <p:nvPr/>
            </p:nvSpPr>
            <p:spPr>
              <a:xfrm>
                <a:off x="9321545" y="5897118"/>
                <a:ext cx="50800" cy="12700"/>
              </a:xfrm>
              <a:custGeom>
                <a:rect b="b" l="l" r="r" t="t"/>
                <a:pathLst>
                  <a:path extrusionOk="0" h="12700" w="50800">
                    <a:moveTo>
                      <a:pt x="0" y="5334"/>
                    </a:moveTo>
                    <a:lnTo>
                      <a:pt x="41910" y="2286"/>
                    </a:lnTo>
                    <a:lnTo>
                      <a:pt x="49530" y="0"/>
                    </a:lnTo>
                    <a:lnTo>
                      <a:pt x="50292" y="7620"/>
                    </a:lnTo>
                    <a:lnTo>
                      <a:pt x="50292" y="9144"/>
                    </a:lnTo>
                    <a:lnTo>
                      <a:pt x="50292" y="10668"/>
                    </a:lnTo>
                    <a:lnTo>
                      <a:pt x="50292" y="1219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591" name="Google Shape;2591;p24"/>
              <p:cNvPicPr preferRelativeResize="0"/>
              <p:nvPr/>
            </p:nvPicPr>
            <p:blipFill rotWithShape="1">
              <a:blip r:embed="rId64">
                <a:alphaModFix/>
              </a:blip>
              <a:srcRect b="0" l="0" r="0" t="0"/>
              <a:stretch/>
            </p:blipFill>
            <p:spPr>
              <a:xfrm>
                <a:off x="9315437" y="5852028"/>
                <a:ext cx="249199" cy="17540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92" name="Google Shape;2592;p24"/>
            <p:cNvGrpSpPr/>
            <p:nvPr/>
          </p:nvGrpSpPr>
          <p:grpSpPr>
            <a:xfrm>
              <a:off x="9263633" y="6131051"/>
              <a:ext cx="102615" cy="186054"/>
              <a:chOff x="9263633" y="6131051"/>
              <a:chExt cx="102615" cy="186054"/>
            </a:xfrm>
          </p:grpSpPr>
          <p:sp>
            <p:nvSpPr>
              <p:cNvPr id="2593" name="Google Shape;2593;p24"/>
              <p:cNvSpPr/>
              <p:nvPr/>
            </p:nvSpPr>
            <p:spPr>
              <a:xfrm>
                <a:off x="9263633" y="6131051"/>
                <a:ext cx="6984" cy="186054"/>
              </a:xfrm>
              <a:custGeom>
                <a:rect b="b" l="l" r="r" t="t"/>
                <a:pathLst>
                  <a:path extrusionOk="0" h="186054" w="6984">
                    <a:moveTo>
                      <a:pt x="761" y="0"/>
                    </a:moveTo>
                    <a:lnTo>
                      <a:pt x="59" y="16799"/>
                    </a:lnTo>
                    <a:lnTo>
                      <a:pt x="857" y="33242"/>
                    </a:lnTo>
                    <a:lnTo>
                      <a:pt x="2369" y="49827"/>
                    </a:lnTo>
                    <a:lnTo>
                      <a:pt x="3809" y="67055"/>
                    </a:lnTo>
                    <a:lnTo>
                      <a:pt x="5762" y="89915"/>
                    </a:lnTo>
                    <a:lnTo>
                      <a:pt x="6857" y="112775"/>
                    </a:lnTo>
                    <a:lnTo>
                      <a:pt x="6810" y="135635"/>
                    </a:lnTo>
                    <a:lnTo>
                      <a:pt x="5333" y="158495"/>
                    </a:lnTo>
                    <a:lnTo>
                      <a:pt x="4179" y="165675"/>
                    </a:lnTo>
                    <a:lnTo>
                      <a:pt x="2952" y="172497"/>
                    </a:lnTo>
                    <a:lnTo>
                      <a:pt x="1583" y="179177"/>
                    </a:lnTo>
                    <a:lnTo>
                      <a:pt x="0" y="185927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4" name="Google Shape;2594;p24"/>
              <p:cNvSpPr/>
              <p:nvPr/>
            </p:nvSpPr>
            <p:spPr>
              <a:xfrm>
                <a:off x="9265919" y="6163663"/>
                <a:ext cx="100329" cy="69214"/>
              </a:xfrm>
              <a:custGeom>
                <a:rect b="b" l="l" r="r" t="t"/>
                <a:pathLst>
                  <a:path extrusionOk="0" h="69214" w="100329">
                    <a:moveTo>
                      <a:pt x="15240" y="13108"/>
                    </a:moveTo>
                    <a:lnTo>
                      <a:pt x="51780" y="1000"/>
                    </a:lnTo>
                    <a:lnTo>
                      <a:pt x="75390" y="0"/>
                    </a:lnTo>
                    <a:lnTo>
                      <a:pt x="85344" y="631"/>
                    </a:lnTo>
                    <a:lnTo>
                      <a:pt x="94154" y="3690"/>
                    </a:lnTo>
                    <a:lnTo>
                      <a:pt x="99822" y="10822"/>
                    </a:lnTo>
                    <a:lnTo>
                      <a:pt x="99155" y="21419"/>
                    </a:lnTo>
                    <a:lnTo>
                      <a:pt x="55923" y="53089"/>
                    </a:lnTo>
                    <a:lnTo>
                      <a:pt x="6096" y="68734"/>
                    </a:lnTo>
                    <a:lnTo>
                      <a:pt x="0" y="68734"/>
                    </a:lnTo>
                    <a:lnTo>
                      <a:pt x="6858" y="60352"/>
                    </a:lnTo>
                    <a:lnTo>
                      <a:pt x="9906" y="5578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95" name="Google Shape;2595;p24"/>
            <p:cNvGrpSpPr/>
            <p:nvPr/>
          </p:nvGrpSpPr>
          <p:grpSpPr>
            <a:xfrm>
              <a:off x="9423641" y="6121133"/>
              <a:ext cx="308876" cy="169189"/>
              <a:chOff x="9423641" y="6121133"/>
              <a:chExt cx="308876" cy="169189"/>
            </a:xfrm>
          </p:grpSpPr>
          <p:pic>
            <p:nvPicPr>
              <p:cNvPr id="2596" name="Google Shape;2596;p24"/>
              <p:cNvPicPr preferRelativeResize="0"/>
              <p:nvPr/>
            </p:nvPicPr>
            <p:blipFill rotWithShape="1">
              <a:blip r:embed="rId65">
                <a:alphaModFix/>
              </a:blip>
              <a:srcRect b="0" l="0" r="0" t="0"/>
              <a:stretch/>
            </p:blipFill>
            <p:spPr>
              <a:xfrm>
                <a:off x="9423641" y="6143231"/>
                <a:ext cx="118135" cy="823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97" name="Google Shape;2597;p24"/>
              <p:cNvPicPr preferRelativeResize="0"/>
              <p:nvPr/>
            </p:nvPicPr>
            <p:blipFill rotWithShape="1">
              <a:blip r:embed="rId66">
                <a:alphaModFix/>
              </a:blip>
              <a:srcRect b="0" l="0" r="0" t="0"/>
              <a:stretch/>
            </p:blipFill>
            <p:spPr>
              <a:xfrm>
                <a:off x="9578993" y="6121133"/>
                <a:ext cx="106800" cy="1691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98" name="Google Shape;2598;p24"/>
              <p:cNvSpPr/>
              <p:nvPr/>
            </p:nvSpPr>
            <p:spPr>
              <a:xfrm>
                <a:off x="9718547" y="6198870"/>
                <a:ext cx="13970" cy="3175"/>
              </a:xfrm>
              <a:custGeom>
                <a:rect b="b" l="l" r="r" t="t"/>
                <a:pathLst>
                  <a:path extrusionOk="0" h="3175" w="13970">
                    <a:moveTo>
                      <a:pt x="13716" y="3047"/>
                    </a:moveTo>
                    <a:lnTo>
                      <a:pt x="9144" y="1523"/>
                    </a:lnTo>
                    <a:lnTo>
                      <a:pt x="4572" y="761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02" name="Shape 2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3" name="Google Shape;2603;p25"/>
          <p:cNvGrpSpPr/>
          <p:nvPr/>
        </p:nvGrpSpPr>
        <p:grpSpPr>
          <a:xfrm>
            <a:off x="304830" y="1142986"/>
            <a:ext cx="9319736" cy="5281825"/>
            <a:chOff x="1062311" y="2020811"/>
            <a:chExt cx="8561999" cy="4405559"/>
          </a:xfrm>
        </p:grpSpPr>
        <p:sp>
          <p:nvSpPr>
            <p:cNvPr id="2604" name="Google Shape;2604;p25"/>
            <p:cNvSpPr/>
            <p:nvPr/>
          </p:nvSpPr>
          <p:spPr>
            <a:xfrm>
              <a:off x="4877561" y="2373629"/>
              <a:ext cx="447039" cy="26035"/>
            </a:xfrm>
            <a:custGeom>
              <a:rect b="b" l="l" r="r" t="t"/>
              <a:pathLst>
                <a:path extrusionOk="0" h="26035" w="447039">
                  <a:moveTo>
                    <a:pt x="0" y="20574"/>
                  </a:moveTo>
                  <a:lnTo>
                    <a:pt x="14751" y="24300"/>
                  </a:lnTo>
                  <a:lnTo>
                    <a:pt x="29432" y="25812"/>
                  </a:lnTo>
                  <a:lnTo>
                    <a:pt x="44255" y="26038"/>
                  </a:lnTo>
                  <a:lnTo>
                    <a:pt x="59436" y="25908"/>
                  </a:lnTo>
                  <a:lnTo>
                    <a:pt x="89154" y="24026"/>
                  </a:lnTo>
                  <a:lnTo>
                    <a:pt x="118872" y="21145"/>
                  </a:lnTo>
                  <a:lnTo>
                    <a:pt x="148590" y="17978"/>
                  </a:lnTo>
                  <a:lnTo>
                    <a:pt x="178308" y="15240"/>
                  </a:lnTo>
                  <a:lnTo>
                    <a:pt x="222313" y="11834"/>
                  </a:lnTo>
                  <a:lnTo>
                    <a:pt x="266319" y="8572"/>
                  </a:lnTo>
                  <a:lnTo>
                    <a:pt x="310324" y="5595"/>
                  </a:lnTo>
                  <a:lnTo>
                    <a:pt x="354330" y="3047"/>
                  </a:lnTo>
                  <a:lnTo>
                    <a:pt x="394335" y="1714"/>
                  </a:lnTo>
                  <a:lnTo>
                    <a:pt x="434340" y="1523"/>
                  </a:lnTo>
                  <a:lnTo>
                    <a:pt x="438150" y="1523"/>
                  </a:lnTo>
                  <a:lnTo>
                    <a:pt x="446531" y="1523"/>
                  </a:lnTo>
                  <a:lnTo>
                    <a:pt x="441959" y="1523"/>
                  </a:lnTo>
                  <a:lnTo>
                    <a:pt x="433268" y="1607"/>
                  </a:lnTo>
                  <a:lnTo>
                    <a:pt x="424433" y="1619"/>
                  </a:lnTo>
                  <a:lnTo>
                    <a:pt x="415599" y="1202"/>
                  </a:lnTo>
                  <a:lnTo>
                    <a:pt x="406908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5" name="Google Shape;2605;p25"/>
            <p:cNvSpPr/>
            <p:nvPr/>
          </p:nvSpPr>
          <p:spPr>
            <a:xfrm>
              <a:off x="5641085" y="2281427"/>
              <a:ext cx="937259" cy="77469"/>
            </a:xfrm>
            <a:custGeom>
              <a:rect b="b" l="l" r="r" t="t"/>
              <a:pathLst>
                <a:path extrusionOk="0" h="77469" w="937259">
                  <a:moveTo>
                    <a:pt x="0" y="76962"/>
                  </a:moveTo>
                  <a:lnTo>
                    <a:pt x="17145" y="76128"/>
                  </a:lnTo>
                  <a:lnTo>
                    <a:pt x="34290" y="74866"/>
                  </a:lnTo>
                  <a:lnTo>
                    <a:pt x="51435" y="73318"/>
                  </a:lnTo>
                  <a:lnTo>
                    <a:pt x="68580" y="71628"/>
                  </a:lnTo>
                  <a:lnTo>
                    <a:pt x="97285" y="68901"/>
                  </a:lnTo>
                  <a:lnTo>
                    <a:pt x="126206" y="66389"/>
                  </a:lnTo>
                  <a:lnTo>
                    <a:pt x="155269" y="64019"/>
                  </a:lnTo>
                  <a:lnTo>
                    <a:pt x="184404" y="61721"/>
                  </a:lnTo>
                  <a:lnTo>
                    <a:pt x="226254" y="57400"/>
                  </a:lnTo>
                  <a:lnTo>
                    <a:pt x="268319" y="53435"/>
                  </a:lnTo>
                  <a:lnTo>
                    <a:pt x="310526" y="49613"/>
                  </a:lnTo>
                  <a:lnTo>
                    <a:pt x="352806" y="45719"/>
                  </a:lnTo>
                  <a:lnTo>
                    <a:pt x="401252" y="41600"/>
                  </a:lnTo>
                  <a:lnTo>
                    <a:pt x="449484" y="37337"/>
                  </a:lnTo>
                  <a:lnTo>
                    <a:pt x="497574" y="33075"/>
                  </a:lnTo>
                  <a:lnTo>
                    <a:pt x="545592" y="28955"/>
                  </a:lnTo>
                  <a:lnTo>
                    <a:pt x="599313" y="24622"/>
                  </a:lnTo>
                  <a:lnTo>
                    <a:pt x="653034" y="20573"/>
                  </a:lnTo>
                  <a:lnTo>
                    <a:pt x="706755" y="16525"/>
                  </a:lnTo>
                  <a:lnTo>
                    <a:pt x="760476" y="12191"/>
                  </a:lnTo>
                  <a:lnTo>
                    <a:pt x="792027" y="9905"/>
                  </a:lnTo>
                  <a:lnTo>
                    <a:pt x="823722" y="7619"/>
                  </a:lnTo>
                  <a:lnTo>
                    <a:pt x="855416" y="5333"/>
                  </a:lnTo>
                  <a:lnTo>
                    <a:pt x="886968" y="3047"/>
                  </a:lnTo>
                  <a:lnTo>
                    <a:pt x="899541" y="2369"/>
                  </a:lnTo>
                  <a:lnTo>
                    <a:pt x="912113" y="1619"/>
                  </a:lnTo>
                  <a:lnTo>
                    <a:pt x="924686" y="1012"/>
                  </a:lnTo>
                  <a:lnTo>
                    <a:pt x="937260" y="761"/>
                  </a:lnTo>
                  <a:lnTo>
                    <a:pt x="935736" y="761"/>
                  </a:lnTo>
                  <a:lnTo>
                    <a:pt x="922782" y="2285"/>
                  </a:lnTo>
                  <a:lnTo>
                    <a:pt x="918972" y="3047"/>
                  </a:lnTo>
                  <a:lnTo>
                    <a:pt x="908804" y="5274"/>
                  </a:lnTo>
                  <a:lnTo>
                    <a:pt x="898779" y="7143"/>
                  </a:lnTo>
                  <a:lnTo>
                    <a:pt x="888753" y="8298"/>
                  </a:lnTo>
                  <a:lnTo>
                    <a:pt x="878586" y="8381"/>
                  </a:lnTo>
                  <a:lnTo>
                    <a:pt x="869441" y="6857"/>
                  </a:lnTo>
                  <a:lnTo>
                    <a:pt x="866394" y="6095"/>
                  </a:lnTo>
                  <a:lnTo>
                    <a:pt x="863346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6" name="Google Shape;2606;p25"/>
            <p:cNvSpPr/>
            <p:nvPr/>
          </p:nvSpPr>
          <p:spPr>
            <a:xfrm>
              <a:off x="6715506" y="2231135"/>
              <a:ext cx="13334" cy="3175"/>
            </a:xfrm>
            <a:custGeom>
              <a:rect b="b" l="l" r="r" t="t"/>
              <a:pathLst>
                <a:path extrusionOk="0" h="3175" w="13334">
                  <a:moveTo>
                    <a:pt x="12953" y="3048"/>
                  </a:moveTo>
                  <a:lnTo>
                    <a:pt x="9143" y="2286"/>
                  </a:lnTo>
                  <a:lnTo>
                    <a:pt x="4571" y="762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07" name="Google Shape;2607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475713" y="2672416"/>
              <a:ext cx="229387" cy="16680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08" name="Google Shape;2608;p25"/>
            <p:cNvGrpSpPr/>
            <p:nvPr/>
          </p:nvGrpSpPr>
          <p:grpSpPr>
            <a:xfrm>
              <a:off x="8951200" y="2622374"/>
              <a:ext cx="475882" cy="184084"/>
              <a:chOff x="8951200" y="2622374"/>
              <a:chExt cx="475882" cy="184084"/>
            </a:xfrm>
          </p:grpSpPr>
          <p:pic>
            <p:nvPicPr>
              <p:cNvPr id="2609" name="Google Shape;2609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8951200" y="2657081"/>
                <a:ext cx="189763" cy="1493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10" name="Google Shape;2610;p2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9173704" y="2654795"/>
                <a:ext cx="138995" cy="9984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11" name="Google Shape;2611;p2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9334486" y="2622374"/>
                <a:ext cx="92596" cy="12617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612" name="Google Shape;2612;p25"/>
            <p:cNvGrpSpPr/>
            <p:nvPr/>
          </p:nvGrpSpPr>
          <p:grpSpPr>
            <a:xfrm>
              <a:off x="9188183" y="2939545"/>
              <a:ext cx="436127" cy="158878"/>
              <a:chOff x="9188183" y="2939545"/>
              <a:chExt cx="436127" cy="158878"/>
            </a:xfrm>
          </p:grpSpPr>
          <p:pic>
            <p:nvPicPr>
              <p:cNvPr id="2613" name="Google Shape;2613;p25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9188183" y="2939545"/>
                <a:ext cx="151663" cy="1588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14" name="Google Shape;2614;p2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9365729" y="2995314"/>
                <a:ext cx="107467" cy="7479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15" name="Google Shape;2615;p25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9508223" y="2964333"/>
                <a:ext cx="116087" cy="10385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616" name="Google Shape;2616;p25"/>
            <p:cNvGrpSpPr/>
            <p:nvPr/>
          </p:nvGrpSpPr>
          <p:grpSpPr>
            <a:xfrm>
              <a:off x="4453115" y="4043159"/>
              <a:ext cx="719353" cy="228625"/>
              <a:chOff x="4453115" y="4043159"/>
              <a:chExt cx="719353" cy="228625"/>
            </a:xfrm>
          </p:grpSpPr>
          <p:pic>
            <p:nvPicPr>
              <p:cNvPr id="2617" name="Google Shape;2617;p25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4453115" y="4050779"/>
                <a:ext cx="154711" cy="22100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18" name="Google Shape;2618;p25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4635995" y="4043159"/>
                <a:ext cx="272023" cy="2240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19" name="Google Shape;2619;p25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4931651" y="4053827"/>
                <a:ext cx="240817" cy="15775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620" name="Google Shape;2620;p25"/>
            <p:cNvGrpSpPr/>
            <p:nvPr/>
          </p:nvGrpSpPr>
          <p:grpSpPr>
            <a:xfrm>
              <a:off x="5391899" y="3955374"/>
              <a:ext cx="586003" cy="217350"/>
              <a:chOff x="5391899" y="3955374"/>
              <a:chExt cx="586003" cy="217350"/>
            </a:xfrm>
          </p:grpSpPr>
          <p:pic>
            <p:nvPicPr>
              <p:cNvPr id="2621" name="Google Shape;2621;p25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5391899" y="3983723"/>
                <a:ext cx="264439" cy="1890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22" name="Google Shape;2622;p25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5686793" y="3972293"/>
                <a:ext cx="107467" cy="1608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23" name="Google Shape;2623;p25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5817857" y="3955374"/>
                <a:ext cx="160045" cy="16285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624" name="Google Shape;2624;p25"/>
            <p:cNvGrpSpPr/>
            <p:nvPr/>
          </p:nvGrpSpPr>
          <p:grpSpPr>
            <a:xfrm>
              <a:off x="6249911" y="3861041"/>
              <a:ext cx="888993" cy="276631"/>
              <a:chOff x="6249911" y="3861041"/>
              <a:chExt cx="888993" cy="276631"/>
            </a:xfrm>
          </p:grpSpPr>
          <p:pic>
            <p:nvPicPr>
              <p:cNvPr id="2625" name="Google Shape;2625;p25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6249911" y="3929597"/>
                <a:ext cx="218957" cy="2080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26" name="Google Shape;2626;p25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6506038" y="3949433"/>
                <a:ext cx="110824" cy="13947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27" name="Google Shape;2627;p25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6647675" y="3900665"/>
                <a:ext cx="165379" cy="15968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28" name="Google Shape;2628;p25"/>
              <p:cNvSpPr/>
              <p:nvPr/>
            </p:nvSpPr>
            <p:spPr>
              <a:xfrm>
                <a:off x="6841235" y="3930396"/>
                <a:ext cx="3175" cy="104139"/>
              </a:xfrm>
              <a:custGeom>
                <a:rect b="b" l="l" r="r" t="t"/>
                <a:pathLst>
                  <a:path extrusionOk="0" h="104139" w="3175">
                    <a:moveTo>
                      <a:pt x="2285" y="0"/>
                    </a:moveTo>
                    <a:lnTo>
                      <a:pt x="2393" y="11429"/>
                    </a:lnTo>
                    <a:lnTo>
                      <a:pt x="2571" y="22859"/>
                    </a:lnTo>
                    <a:lnTo>
                      <a:pt x="2607" y="34290"/>
                    </a:lnTo>
                    <a:lnTo>
                      <a:pt x="2285" y="45720"/>
                    </a:lnTo>
                    <a:lnTo>
                      <a:pt x="1404" y="56459"/>
                    </a:lnTo>
                    <a:lnTo>
                      <a:pt x="952" y="67055"/>
                    </a:lnTo>
                    <a:lnTo>
                      <a:pt x="785" y="77652"/>
                    </a:lnTo>
                    <a:lnTo>
                      <a:pt x="761" y="88392"/>
                    </a:lnTo>
                    <a:lnTo>
                      <a:pt x="761" y="94488"/>
                    </a:lnTo>
                    <a:lnTo>
                      <a:pt x="0" y="99060"/>
                    </a:lnTo>
                    <a:lnTo>
                      <a:pt x="2285" y="10363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629" name="Google Shape;2629;p25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6881585" y="3919715"/>
                <a:ext cx="88810" cy="1162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30" name="Google Shape;2630;p25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6994385" y="3861041"/>
                <a:ext cx="144519" cy="16537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631" name="Google Shape;2631;p2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7957553" y="4530839"/>
              <a:ext cx="71653" cy="7060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32" name="Google Shape;2632;p25"/>
            <p:cNvGrpSpPr/>
            <p:nvPr/>
          </p:nvGrpSpPr>
          <p:grpSpPr>
            <a:xfrm>
              <a:off x="6719303" y="3092861"/>
              <a:ext cx="451129" cy="213468"/>
              <a:chOff x="6719303" y="3092861"/>
              <a:chExt cx="451129" cy="213468"/>
            </a:xfrm>
          </p:grpSpPr>
          <p:pic>
            <p:nvPicPr>
              <p:cNvPr id="2633" name="Google Shape;2633;p25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6719303" y="3167930"/>
                <a:ext cx="139471" cy="1383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34" name="Google Shape;2634;p25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6894301" y="3147178"/>
                <a:ext cx="121445" cy="1507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35" name="Google Shape;2635;p25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7053821" y="3092861"/>
                <a:ext cx="116611" cy="8469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636" name="Google Shape;2636;p25"/>
            <p:cNvGrpSpPr/>
            <p:nvPr/>
          </p:nvGrpSpPr>
          <p:grpSpPr>
            <a:xfrm>
              <a:off x="3564623" y="2936748"/>
              <a:ext cx="451891" cy="300989"/>
              <a:chOff x="3564623" y="2936748"/>
              <a:chExt cx="451891" cy="300989"/>
            </a:xfrm>
          </p:grpSpPr>
          <p:pic>
            <p:nvPicPr>
              <p:cNvPr id="2637" name="Google Shape;2637;p25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3564623" y="2996171"/>
                <a:ext cx="128041" cy="21624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38" name="Google Shape;2638;p25"/>
              <p:cNvSpPr/>
              <p:nvPr/>
            </p:nvSpPr>
            <p:spPr>
              <a:xfrm>
                <a:off x="3743705" y="2936748"/>
                <a:ext cx="90170" cy="300989"/>
              </a:xfrm>
              <a:custGeom>
                <a:rect b="b" l="l" r="r" t="t"/>
                <a:pathLst>
                  <a:path extrusionOk="0" h="300989" w="90170">
                    <a:moveTo>
                      <a:pt x="26670" y="7620"/>
                    </a:moveTo>
                    <a:lnTo>
                      <a:pt x="23622" y="5334"/>
                    </a:lnTo>
                    <a:lnTo>
                      <a:pt x="19812" y="2286"/>
                    </a:lnTo>
                    <a:lnTo>
                      <a:pt x="16002" y="0"/>
                    </a:lnTo>
                    <a:lnTo>
                      <a:pt x="6286" y="43243"/>
                    </a:lnTo>
                    <a:lnTo>
                      <a:pt x="2286" y="87630"/>
                    </a:lnTo>
                    <a:lnTo>
                      <a:pt x="0" y="151923"/>
                    </a:lnTo>
                    <a:lnTo>
                      <a:pt x="1214" y="183963"/>
                    </a:lnTo>
                    <a:lnTo>
                      <a:pt x="7846" y="235148"/>
                    </a:lnTo>
                    <a:lnTo>
                      <a:pt x="19252" y="274153"/>
                    </a:lnTo>
                    <a:lnTo>
                      <a:pt x="53494" y="300835"/>
                    </a:lnTo>
                    <a:lnTo>
                      <a:pt x="62484" y="298704"/>
                    </a:lnTo>
                    <a:lnTo>
                      <a:pt x="70735" y="293917"/>
                    </a:lnTo>
                    <a:lnTo>
                      <a:pt x="77628" y="287845"/>
                    </a:lnTo>
                    <a:lnTo>
                      <a:pt x="83808" y="280916"/>
                    </a:lnTo>
                    <a:lnTo>
                      <a:pt x="89916" y="273558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639" name="Google Shape;2639;p25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3835895" y="2997695"/>
                <a:ext cx="180619" cy="21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640" name="Google Shape;2640;p25"/>
            <p:cNvGrpSpPr/>
            <p:nvPr/>
          </p:nvGrpSpPr>
          <p:grpSpPr>
            <a:xfrm>
              <a:off x="4106345" y="2817876"/>
              <a:ext cx="304745" cy="350519"/>
              <a:chOff x="4106345" y="2817876"/>
              <a:chExt cx="304745" cy="350519"/>
            </a:xfrm>
          </p:grpSpPr>
          <p:pic>
            <p:nvPicPr>
              <p:cNvPr id="2641" name="Google Shape;2641;p25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4106345" y="2977883"/>
                <a:ext cx="144864" cy="14023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42" name="Google Shape;2642;p25"/>
              <p:cNvSpPr/>
              <p:nvPr/>
            </p:nvSpPr>
            <p:spPr>
              <a:xfrm>
                <a:off x="4239768" y="2871978"/>
                <a:ext cx="12700" cy="76200"/>
              </a:xfrm>
              <a:custGeom>
                <a:rect b="b" l="l" r="r" t="t"/>
                <a:pathLst>
                  <a:path extrusionOk="0" h="76200" w="12700">
                    <a:moveTo>
                      <a:pt x="12191" y="0"/>
                    </a:moveTo>
                    <a:lnTo>
                      <a:pt x="9965" y="10953"/>
                    </a:lnTo>
                    <a:lnTo>
                      <a:pt x="8667" y="21335"/>
                    </a:lnTo>
                    <a:lnTo>
                      <a:pt x="7798" y="31718"/>
                    </a:lnTo>
                    <a:lnTo>
                      <a:pt x="6857" y="42672"/>
                    </a:lnTo>
                    <a:lnTo>
                      <a:pt x="761" y="73914"/>
                    </a:lnTo>
                    <a:lnTo>
                      <a:pt x="761" y="74676"/>
                    </a:lnTo>
                    <a:lnTo>
                      <a:pt x="0" y="7620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3" name="Google Shape;2643;p25"/>
              <p:cNvSpPr/>
              <p:nvPr/>
            </p:nvSpPr>
            <p:spPr>
              <a:xfrm>
                <a:off x="4307586" y="2817876"/>
                <a:ext cx="103504" cy="350519"/>
              </a:xfrm>
              <a:custGeom>
                <a:rect b="b" l="l" r="r" t="t"/>
                <a:pathLst>
                  <a:path extrusionOk="0" h="350519" w="103504">
                    <a:moveTo>
                      <a:pt x="0" y="0"/>
                    </a:moveTo>
                    <a:lnTo>
                      <a:pt x="37076" y="35683"/>
                    </a:lnTo>
                    <a:lnTo>
                      <a:pt x="72580" y="79057"/>
                    </a:lnTo>
                    <a:lnTo>
                      <a:pt x="90678" y="113537"/>
                    </a:lnTo>
                    <a:lnTo>
                      <a:pt x="101536" y="158781"/>
                    </a:lnTo>
                    <a:lnTo>
                      <a:pt x="102893" y="182225"/>
                    </a:lnTo>
                    <a:lnTo>
                      <a:pt x="102108" y="205740"/>
                    </a:lnTo>
                    <a:lnTo>
                      <a:pt x="91535" y="258889"/>
                    </a:lnTo>
                    <a:lnTo>
                      <a:pt x="70104" y="308610"/>
                    </a:lnTo>
                    <a:lnTo>
                      <a:pt x="42672" y="346221"/>
                    </a:lnTo>
                    <a:lnTo>
                      <a:pt x="28956" y="350520"/>
                    </a:lnTo>
                    <a:lnTo>
                      <a:pt x="27432" y="349758"/>
                    </a:lnTo>
                    <a:lnTo>
                      <a:pt x="25146" y="348996"/>
                    </a:lnTo>
                    <a:lnTo>
                      <a:pt x="23622" y="34823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44" name="Google Shape;2644;p25"/>
            <p:cNvGrpSpPr/>
            <p:nvPr/>
          </p:nvGrpSpPr>
          <p:grpSpPr>
            <a:xfrm>
              <a:off x="4659630" y="2975610"/>
              <a:ext cx="102870" cy="68326"/>
              <a:chOff x="4659630" y="2975610"/>
              <a:chExt cx="102870" cy="68326"/>
            </a:xfrm>
          </p:grpSpPr>
          <p:sp>
            <p:nvSpPr>
              <p:cNvPr id="2645" name="Google Shape;2645;p25"/>
              <p:cNvSpPr/>
              <p:nvPr/>
            </p:nvSpPr>
            <p:spPr>
              <a:xfrm>
                <a:off x="4672584" y="2975610"/>
                <a:ext cx="62864" cy="11430"/>
              </a:xfrm>
              <a:custGeom>
                <a:rect b="b" l="l" r="r" t="t"/>
                <a:pathLst>
                  <a:path extrusionOk="0" h="11430" w="62864">
                    <a:moveTo>
                      <a:pt x="0" y="0"/>
                    </a:moveTo>
                    <a:lnTo>
                      <a:pt x="10179" y="1321"/>
                    </a:lnTo>
                    <a:lnTo>
                      <a:pt x="20288" y="2000"/>
                    </a:lnTo>
                    <a:lnTo>
                      <a:pt x="30539" y="2250"/>
                    </a:lnTo>
                    <a:lnTo>
                      <a:pt x="41148" y="2285"/>
                    </a:lnTo>
                    <a:lnTo>
                      <a:pt x="48006" y="2285"/>
                    </a:lnTo>
                    <a:lnTo>
                      <a:pt x="60198" y="761"/>
                    </a:lnTo>
                    <a:lnTo>
                      <a:pt x="62484" y="8381"/>
                    </a:lnTo>
                    <a:lnTo>
                      <a:pt x="62484" y="9905"/>
                    </a:lnTo>
                    <a:lnTo>
                      <a:pt x="62484" y="10667"/>
                    </a:lnTo>
                    <a:lnTo>
                      <a:pt x="62484" y="11429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6" name="Google Shape;2646;p25"/>
              <p:cNvSpPr/>
              <p:nvPr/>
            </p:nvSpPr>
            <p:spPr>
              <a:xfrm>
                <a:off x="4659630" y="3038856"/>
                <a:ext cx="102870" cy="5080"/>
              </a:xfrm>
              <a:custGeom>
                <a:rect b="b" l="l" r="r" t="t"/>
                <a:pathLst>
                  <a:path extrusionOk="0" h="5080" w="102870">
                    <a:moveTo>
                      <a:pt x="0" y="3048"/>
                    </a:moveTo>
                    <a:lnTo>
                      <a:pt x="15859" y="4655"/>
                    </a:lnTo>
                    <a:lnTo>
                      <a:pt x="30861" y="5048"/>
                    </a:lnTo>
                    <a:lnTo>
                      <a:pt x="45862" y="4441"/>
                    </a:lnTo>
                    <a:lnTo>
                      <a:pt x="61722" y="3048"/>
                    </a:lnTo>
                    <a:lnTo>
                      <a:pt x="72009" y="2571"/>
                    </a:lnTo>
                    <a:lnTo>
                      <a:pt x="82296" y="2095"/>
                    </a:lnTo>
                    <a:lnTo>
                      <a:pt x="92582" y="1333"/>
                    </a:lnTo>
                    <a:lnTo>
                      <a:pt x="102870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47" name="Google Shape;2647;p25"/>
            <p:cNvGrpSpPr/>
            <p:nvPr/>
          </p:nvGrpSpPr>
          <p:grpSpPr>
            <a:xfrm>
              <a:off x="5429725" y="2900934"/>
              <a:ext cx="380346" cy="271144"/>
              <a:chOff x="5429725" y="2900934"/>
              <a:chExt cx="380346" cy="271144"/>
            </a:xfrm>
          </p:grpSpPr>
          <p:pic>
            <p:nvPicPr>
              <p:cNvPr id="2648" name="Google Shape;2648;p25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5429725" y="2948260"/>
                <a:ext cx="93513" cy="1661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49" name="Google Shape;2649;p25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5555729" y="2942069"/>
                <a:ext cx="121183" cy="15928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50" name="Google Shape;2650;p25"/>
              <p:cNvSpPr/>
              <p:nvPr/>
            </p:nvSpPr>
            <p:spPr>
              <a:xfrm>
                <a:off x="5703248" y="2900934"/>
                <a:ext cx="10795" cy="271144"/>
              </a:xfrm>
              <a:custGeom>
                <a:rect b="b" l="l" r="r" t="t"/>
                <a:pathLst>
                  <a:path extrusionOk="0" h="271144" w="10795">
                    <a:moveTo>
                      <a:pt x="10227" y="0"/>
                    </a:moveTo>
                    <a:lnTo>
                      <a:pt x="6536" y="16775"/>
                    </a:lnTo>
                    <a:lnTo>
                      <a:pt x="5274" y="32480"/>
                    </a:lnTo>
                    <a:lnTo>
                      <a:pt x="5726" y="48327"/>
                    </a:lnTo>
                    <a:lnTo>
                      <a:pt x="7179" y="65532"/>
                    </a:lnTo>
                    <a:lnTo>
                      <a:pt x="9001" y="102667"/>
                    </a:lnTo>
                    <a:lnTo>
                      <a:pt x="9751" y="139731"/>
                    </a:lnTo>
                    <a:lnTo>
                      <a:pt x="9215" y="176653"/>
                    </a:lnTo>
                    <a:lnTo>
                      <a:pt x="7179" y="213360"/>
                    </a:lnTo>
                    <a:lnTo>
                      <a:pt x="5072" y="232671"/>
                    </a:lnTo>
                    <a:lnTo>
                      <a:pt x="1750" y="255269"/>
                    </a:lnTo>
                    <a:lnTo>
                      <a:pt x="0" y="271010"/>
                    </a:lnTo>
                    <a:lnTo>
                      <a:pt x="2607" y="269748"/>
                    </a:lnTo>
                    <a:lnTo>
                      <a:pt x="3369" y="267462"/>
                    </a:lnTo>
                    <a:lnTo>
                      <a:pt x="4131" y="265176"/>
                    </a:lnTo>
                    <a:lnTo>
                      <a:pt x="4893" y="26289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651" name="Google Shape;2651;p25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5695365" y="2963548"/>
                <a:ext cx="114706" cy="829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652" name="Google Shape;2652;p25"/>
            <p:cNvSpPr/>
            <p:nvPr/>
          </p:nvSpPr>
          <p:spPr>
            <a:xfrm>
              <a:off x="5898165" y="2708910"/>
              <a:ext cx="191135" cy="869950"/>
            </a:xfrm>
            <a:custGeom>
              <a:rect b="b" l="l" r="r" t="t"/>
              <a:pathLst>
                <a:path extrusionOk="0" h="869950" w="191135">
                  <a:moveTo>
                    <a:pt x="139922" y="0"/>
                  </a:moveTo>
                  <a:lnTo>
                    <a:pt x="132814" y="15882"/>
                  </a:lnTo>
                  <a:lnTo>
                    <a:pt x="125348" y="31623"/>
                  </a:lnTo>
                  <a:lnTo>
                    <a:pt x="117740" y="47363"/>
                  </a:lnTo>
                  <a:lnTo>
                    <a:pt x="110204" y="63246"/>
                  </a:lnTo>
                  <a:lnTo>
                    <a:pt x="90523" y="107096"/>
                  </a:lnTo>
                  <a:lnTo>
                    <a:pt x="72770" y="151733"/>
                  </a:lnTo>
                  <a:lnTo>
                    <a:pt x="57161" y="197084"/>
                  </a:lnTo>
                  <a:lnTo>
                    <a:pt x="43910" y="243078"/>
                  </a:lnTo>
                  <a:lnTo>
                    <a:pt x="31206" y="294203"/>
                  </a:lnTo>
                  <a:lnTo>
                    <a:pt x="20573" y="345757"/>
                  </a:lnTo>
                  <a:lnTo>
                    <a:pt x="12084" y="397597"/>
                  </a:lnTo>
                  <a:lnTo>
                    <a:pt x="5810" y="449580"/>
                  </a:lnTo>
                  <a:lnTo>
                    <a:pt x="1869" y="498383"/>
                  </a:lnTo>
                  <a:lnTo>
                    <a:pt x="0" y="547401"/>
                  </a:lnTo>
                  <a:lnTo>
                    <a:pt x="1416" y="596276"/>
                  </a:lnTo>
                  <a:lnTo>
                    <a:pt x="7334" y="644652"/>
                  </a:lnTo>
                  <a:lnTo>
                    <a:pt x="28955" y="717042"/>
                  </a:lnTo>
                  <a:lnTo>
                    <a:pt x="66008" y="782574"/>
                  </a:lnTo>
                  <a:lnTo>
                    <a:pt x="102298" y="824674"/>
                  </a:lnTo>
                  <a:lnTo>
                    <a:pt x="146018" y="858774"/>
                  </a:lnTo>
                  <a:lnTo>
                    <a:pt x="169354" y="869632"/>
                  </a:lnTo>
                  <a:lnTo>
                    <a:pt x="180201" y="869275"/>
                  </a:lnTo>
                  <a:lnTo>
                    <a:pt x="190976" y="863346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3" name="Google Shape;2653;p25"/>
            <p:cNvSpPr/>
            <p:nvPr/>
          </p:nvSpPr>
          <p:spPr>
            <a:xfrm>
              <a:off x="6194297" y="2875026"/>
              <a:ext cx="160020" cy="18414"/>
            </a:xfrm>
            <a:custGeom>
              <a:rect b="b" l="l" r="r" t="t"/>
              <a:pathLst>
                <a:path extrusionOk="0" h="18414" w="160020">
                  <a:moveTo>
                    <a:pt x="0" y="18287"/>
                  </a:moveTo>
                  <a:lnTo>
                    <a:pt x="43434" y="17049"/>
                  </a:lnTo>
                  <a:lnTo>
                    <a:pt x="86868" y="12953"/>
                  </a:lnTo>
                  <a:lnTo>
                    <a:pt x="102881" y="11275"/>
                  </a:lnTo>
                  <a:lnTo>
                    <a:pt x="118967" y="9810"/>
                  </a:lnTo>
                  <a:lnTo>
                    <a:pt x="135195" y="8774"/>
                  </a:lnTo>
                  <a:lnTo>
                    <a:pt x="151638" y="8381"/>
                  </a:lnTo>
                  <a:lnTo>
                    <a:pt x="156210" y="8381"/>
                  </a:lnTo>
                  <a:lnTo>
                    <a:pt x="160020" y="8381"/>
                  </a:lnTo>
                  <a:lnTo>
                    <a:pt x="156972" y="8381"/>
                  </a:lnTo>
                  <a:lnTo>
                    <a:pt x="152400" y="9905"/>
                  </a:lnTo>
                  <a:lnTo>
                    <a:pt x="151638" y="5333"/>
                  </a:lnTo>
                  <a:lnTo>
                    <a:pt x="151638" y="3047"/>
                  </a:lnTo>
                  <a:lnTo>
                    <a:pt x="151638" y="1523"/>
                  </a:lnTo>
                  <a:lnTo>
                    <a:pt x="151638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54" name="Google Shape;2654;p25"/>
            <p:cNvGrpSpPr/>
            <p:nvPr/>
          </p:nvGrpSpPr>
          <p:grpSpPr>
            <a:xfrm>
              <a:off x="6456616" y="2756916"/>
              <a:ext cx="39115" cy="187452"/>
              <a:chOff x="6456616" y="2756916"/>
              <a:chExt cx="39115" cy="187452"/>
            </a:xfrm>
          </p:grpSpPr>
          <p:sp>
            <p:nvSpPr>
              <p:cNvPr id="2655" name="Google Shape;2655;p25"/>
              <p:cNvSpPr/>
              <p:nvPr/>
            </p:nvSpPr>
            <p:spPr>
              <a:xfrm>
                <a:off x="6456616" y="2761488"/>
                <a:ext cx="7620" cy="182880"/>
              </a:xfrm>
              <a:custGeom>
                <a:rect b="b" l="l" r="r" t="t"/>
                <a:pathLst>
                  <a:path extrusionOk="0" h="182880" w="7620">
                    <a:moveTo>
                      <a:pt x="571" y="0"/>
                    </a:moveTo>
                    <a:lnTo>
                      <a:pt x="142" y="13727"/>
                    </a:lnTo>
                    <a:lnTo>
                      <a:pt x="0" y="27527"/>
                    </a:lnTo>
                    <a:lnTo>
                      <a:pt x="142" y="41469"/>
                    </a:lnTo>
                    <a:lnTo>
                      <a:pt x="571" y="55626"/>
                    </a:lnTo>
                    <a:lnTo>
                      <a:pt x="1393" y="73342"/>
                    </a:lnTo>
                    <a:lnTo>
                      <a:pt x="2571" y="91059"/>
                    </a:lnTo>
                    <a:lnTo>
                      <a:pt x="3893" y="108775"/>
                    </a:lnTo>
                    <a:lnTo>
                      <a:pt x="5143" y="126492"/>
                    </a:lnTo>
                    <a:lnTo>
                      <a:pt x="6143" y="137219"/>
                    </a:lnTo>
                    <a:lnTo>
                      <a:pt x="6858" y="147732"/>
                    </a:lnTo>
                    <a:lnTo>
                      <a:pt x="7286" y="158103"/>
                    </a:lnTo>
                    <a:lnTo>
                      <a:pt x="7429" y="168402"/>
                    </a:lnTo>
                    <a:lnTo>
                      <a:pt x="7429" y="169164"/>
                    </a:lnTo>
                    <a:lnTo>
                      <a:pt x="7429" y="182880"/>
                    </a:lnTo>
                    <a:lnTo>
                      <a:pt x="7429" y="174498"/>
                    </a:lnTo>
                    <a:lnTo>
                      <a:pt x="7429" y="172212"/>
                    </a:lnTo>
                    <a:lnTo>
                      <a:pt x="7429" y="169926"/>
                    </a:lnTo>
                    <a:lnTo>
                      <a:pt x="7429" y="16764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6" name="Google Shape;2656;p25"/>
              <p:cNvSpPr/>
              <p:nvPr/>
            </p:nvSpPr>
            <p:spPr>
              <a:xfrm>
                <a:off x="6483667" y="2756916"/>
                <a:ext cx="12064" cy="177800"/>
              </a:xfrm>
              <a:custGeom>
                <a:rect b="b" l="l" r="r" t="t"/>
                <a:pathLst>
                  <a:path extrusionOk="0" h="177800" w="12064">
                    <a:moveTo>
                      <a:pt x="3238" y="0"/>
                    </a:moveTo>
                    <a:lnTo>
                      <a:pt x="761" y="13346"/>
                    </a:lnTo>
                    <a:lnTo>
                      <a:pt x="0" y="25622"/>
                    </a:lnTo>
                    <a:lnTo>
                      <a:pt x="666" y="38040"/>
                    </a:lnTo>
                    <a:lnTo>
                      <a:pt x="2476" y="51816"/>
                    </a:lnTo>
                    <a:lnTo>
                      <a:pt x="4595" y="67829"/>
                    </a:lnTo>
                    <a:lnTo>
                      <a:pt x="6286" y="83915"/>
                    </a:lnTo>
                    <a:lnTo>
                      <a:pt x="7405" y="100143"/>
                    </a:lnTo>
                    <a:lnTo>
                      <a:pt x="7810" y="116586"/>
                    </a:lnTo>
                    <a:lnTo>
                      <a:pt x="6965" y="137862"/>
                    </a:lnTo>
                    <a:lnTo>
                      <a:pt x="5048" y="161639"/>
                    </a:lnTo>
                    <a:lnTo>
                      <a:pt x="4702" y="177557"/>
                    </a:lnTo>
                    <a:lnTo>
                      <a:pt x="8572" y="175260"/>
                    </a:lnTo>
                    <a:lnTo>
                      <a:pt x="9334" y="173736"/>
                    </a:lnTo>
                    <a:lnTo>
                      <a:pt x="10858" y="171450"/>
                    </a:lnTo>
                    <a:lnTo>
                      <a:pt x="11620" y="16992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657" name="Google Shape;2657;p25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6611480" y="2759951"/>
              <a:ext cx="139852" cy="1158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8" name="Google Shape;2658;p25"/>
            <p:cNvSpPr/>
            <p:nvPr/>
          </p:nvSpPr>
          <p:spPr>
            <a:xfrm>
              <a:off x="6813042" y="2798064"/>
              <a:ext cx="68579" cy="14605"/>
            </a:xfrm>
            <a:custGeom>
              <a:rect b="b" l="l" r="r" t="t"/>
              <a:pathLst>
                <a:path extrusionOk="0" h="14605" w="68579">
                  <a:moveTo>
                    <a:pt x="0" y="14477"/>
                  </a:moveTo>
                  <a:lnTo>
                    <a:pt x="11644" y="14180"/>
                  </a:lnTo>
                  <a:lnTo>
                    <a:pt x="22860" y="13239"/>
                  </a:lnTo>
                  <a:lnTo>
                    <a:pt x="34075" y="11584"/>
                  </a:lnTo>
                  <a:lnTo>
                    <a:pt x="45720" y="9143"/>
                  </a:lnTo>
                  <a:lnTo>
                    <a:pt x="51816" y="8381"/>
                  </a:lnTo>
                  <a:lnTo>
                    <a:pt x="61722" y="7619"/>
                  </a:lnTo>
                  <a:lnTo>
                    <a:pt x="67056" y="5333"/>
                  </a:lnTo>
                  <a:lnTo>
                    <a:pt x="68580" y="4571"/>
                  </a:lnTo>
                  <a:lnTo>
                    <a:pt x="67818" y="2285"/>
                  </a:lnTo>
                  <a:lnTo>
                    <a:pt x="68580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59" name="Google Shape;2659;p25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6940283" y="2641079"/>
              <a:ext cx="153187" cy="19890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60" name="Google Shape;2660;p25"/>
            <p:cNvGrpSpPr/>
            <p:nvPr/>
          </p:nvGrpSpPr>
          <p:grpSpPr>
            <a:xfrm>
              <a:off x="7159751" y="2615184"/>
              <a:ext cx="62230" cy="219201"/>
              <a:chOff x="7159751" y="2615184"/>
              <a:chExt cx="62230" cy="219201"/>
            </a:xfrm>
          </p:grpSpPr>
          <p:sp>
            <p:nvSpPr>
              <p:cNvPr id="2661" name="Google Shape;2661;p25"/>
              <p:cNvSpPr/>
              <p:nvPr/>
            </p:nvSpPr>
            <p:spPr>
              <a:xfrm>
                <a:off x="7159751" y="2615184"/>
                <a:ext cx="13334" cy="199389"/>
              </a:xfrm>
              <a:custGeom>
                <a:rect b="b" l="l" r="r" t="t"/>
                <a:pathLst>
                  <a:path extrusionOk="0" h="199389" w="13334">
                    <a:moveTo>
                      <a:pt x="0" y="0"/>
                    </a:moveTo>
                    <a:lnTo>
                      <a:pt x="190" y="17609"/>
                    </a:lnTo>
                    <a:lnTo>
                      <a:pt x="1524" y="35147"/>
                    </a:lnTo>
                    <a:lnTo>
                      <a:pt x="3429" y="52828"/>
                    </a:lnTo>
                    <a:lnTo>
                      <a:pt x="5334" y="70866"/>
                    </a:lnTo>
                    <a:lnTo>
                      <a:pt x="6334" y="88141"/>
                    </a:lnTo>
                    <a:lnTo>
                      <a:pt x="7048" y="105632"/>
                    </a:lnTo>
                    <a:lnTo>
                      <a:pt x="7477" y="123265"/>
                    </a:lnTo>
                    <a:lnTo>
                      <a:pt x="7620" y="140970"/>
                    </a:lnTo>
                    <a:lnTo>
                      <a:pt x="7739" y="152852"/>
                    </a:lnTo>
                    <a:lnTo>
                      <a:pt x="8001" y="164592"/>
                    </a:lnTo>
                    <a:lnTo>
                      <a:pt x="8262" y="176331"/>
                    </a:lnTo>
                    <a:lnTo>
                      <a:pt x="8382" y="188214"/>
                    </a:lnTo>
                    <a:lnTo>
                      <a:pt x="7620" y="198882"/>
                    </a:lnTo>
                    <a:lnTo>
                      <a:pt x="11430" y="196596"/>
                    </a:lnTo>
                    <a:lnTo>
                      <a:pt x="12192" y="195072"/>
                    </a:lnTo>
                    <a:lnTo>
                      <a:pt x="12954" y="192786"/>
                    </a:lnTo>
                    <a:lnTo>
                      <a:pt x="12954" y="19126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2" name="Google Shape;2662;p25"/>
              <p:cNvSpPr/>
              <p:nvPr/>
            </p:nvSpPr>
            <p:spPr>
              <a:xfrm>
                <a:off x="7209281" y="2623566"/>
                <a:ext cx="12700" cy="210819"/>
              </a:xfrm>
              <a:custGeom>
                <a:rect b="b" l="l" r="r" t="t"/>
                <a:pathLst>
                  <a:path extrusionOk="0" h="210819" w="12700">
                    <a:moveTo>
                      <a:pt x="12192" y="0"/>
                    </a:moveTo>
                    <a:lnTo>
                      <a:pt x="10429" y="12334"/>
                    </a:lnTo>
                    <a:lnTo>
                      <a:pt x="9525" y="24384"/>
                    </a:lnTo>
                    <a:lnTo>
                      <a:pt x="9191" y="36433"/>
                    </a:lnTo>
                    <a:lnTo>
                      <a:pt x="9144" y="48768"/>
                    </a:lnTo>
                    <a:lnTo>
                      <a:pt x="9334" y="74592"/>
                    </a:lnTo>
                    <a:lnTo>
                      <a:pt x="9525" y="100488"/>
                    </a:lnTo>
                    <a:lnTo>
                      <a:pt x="7620" y="151638"/>
                    </a:lnTo>
                    <a:lnTo>
                      <a:pt x="3048" y="198882"/>
                    </a:lnTo>
                    <a:lnTo>
                      <a:pt x="3048" y="201168"/>
                    </a:lnTo>
                    <a:lnTo>
                      <a:pt x="0" y="210311"/>
                    </a:lnTo>
                    <a:lnTo>
                      <a:pt x="2286" y="204215"/>
                    </a:lnTo>
                    <a:lnTo>
                      <a:pt x="3048" y="201930"/>
                    </a:lnTo>
                    <a:lnTo>
                      <a:pt x="3810" y="200406"/>
                    </a:lnTo>
                    <a:lnTo>
                      <a:pt x="4572" y="19812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63" name="Google Shape;2663;p25"/>
            <p:cNvGrpSpPr/>
            <p:nvPr/>
          </p:nvGrpSpPr>
          <p:grpSpPr>
            <a:xfrm>
              <a:off x="3803332" y="3489960"/>
              <a:ext cx="375488" cy="499884"/>
              <a:chOff x="3803332" y="3489960"/>
              <a:chExt cx="375488" cy="499884"/>
            </a:xfrm>
          </p:grpSpPr>
          <p:sp>
            <p:nvSpPr>
              <p:cNvPr id="2664" name="Google Shape;2664;p25"/>
              <p:cNvSpPr/>
              <p:nvPr/>
            </p:nvSpPr>
            <p:spPr>
              <a:xfrm>
                <a:off x="3803332" y="3489960"/>
                <a:ext cx="316864" cy="452754"/>
              </a:xfrm>
              <a:custGeom>
                <a:rect b="b" l="l" r="r" t="t"/>
                <a:pathLst>
                  <a:path extrusionOk="0" h="452754" w="316864">
                    <a:moveTo>
                      <a:pt x="1333" y="0"/>
                    </a:moveTo>
                    <a:lnTo>
                      <a:pt x="95" y="15644"/>
                    </a:lnTo>
                    <a:lnTo>
                      <a:pt x="0" y="30861"/>
                    </a:lnTo>
                    <a:lnTo>
                      <a:pt x="1333" y="46077"/>
                    </a:lnTo>
                    <a:lnTo>
                      <a:pt x="10322" y="86725"/>
                    </a:lnTo>
                    <a:lnTo>
                      <a:pt x="25919" y="135874"/>
                    </a:lnTo>
                    <a:lnTo>
                      <a:pt x="46303" y="189130"/>
                    </a:lnTo>
                    <a:lnTo>
                      <a:pt x="72901" y="246495"/>
                    </a:lnTo>
                    <a:lnTo>
                      <a:pt x="103798" y="299358"/>
                    </a:lnTo>
                    <a:lnTo>
                      <a:pt x="139850" y="346864"/>
                    </a:lnTo>
                    <a:lnTo>
                      <a:pt x="180260" y="384321"/>
                    </a:lnTo>
                    <a:lnTo>
                      <a:pt x="223599" y="411444"/>
                    </a:lnTo>
                    <a:lnTo>
                      <a:pt x="262699" y="428005"/>
                    </a:lnTo>
                    <a:lnTo>
                      <a:pt x="279273" y="433577"/>
                    </a:lnTo>
                    <a:lnTo>
                      <a:pt x="295560" y="439721"/>
                    </a:lnTo>
                    <a:lnTo>
                      <a:pt x="310705" y="447293"/>
                    </a:lnTo>
                    <a:lnTo>
                      <a:pt x="316801" y="451103"/>
                    </a:lnTo>
                    <a:lnTo>
                      <a:pt x="305371" y="452627"/>
                    </a:lnTo>
                    <a:lnTo>
                      <a:pt x="298513" y="452627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665" name="Google Shape;2665;p25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4078211" y="3875519"/>
                <a:ext cx="100609" cy="1143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666" name="Google Shape;2666;p25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3601961" y="5426951"/>
              <a:ext cx="304063" cy="15547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67" name="Google Shape;2667;p25"/>
            <p:cNvGrpSpPr/>
            <p:nvPr/>
          </p:nvGrpSpPr>
          <p:grpSpPr>
            <a:xfrm>
              <a:off x="4816601" y="2120431"/>
              <a:ext cx="493268" cy="202397"/>
              <a:chOff x="4816601" y="2120431"/>
              <a:chExt cx="493268" cy="202397"/>
            </a:xfrm>
          </p:grpSpPr>
          <p:sp>
            <p:nvSpPr>
              <p:cNvPr id="2668" name="Google Shape;2668;p25"/>
              <p:cNvSpPr/>
              <p:nvPr/>
            </p:nvSpPr>
            <p:spPr>
              <a:xfrm>
                <a:off x="4816601" y="2167889"/>
                <a:ext cx="32385" cy="154939"/>
              </a:xfrm>
              <a:custGeom>
                <a:rect b="b" l="l" r="r" t="t"/>
                <a:pathLst>
                  <a:path extrusionOk="0" h="154939" w="32385">
                    <a:moveTo>
                      <a:pt x="0" y="0"/>
                    </a:moveTo>
                    <a:lnTo>
                      <a:pt x="3667" y="13835"/>
                    </a:lnTo>
                    <a:lnTo>
                      <a:pt x="7620" y="27813"/>
                    </a:lnTo>
                    <a:lnTo>
                      <a:pt x="11572" y="41790"/>
                    </a:lnTo>
                    <a:lnTo>
                      <a:pt x="15240" y="55626"/>
                    </a:lnTo>
                    <a:lnTo>
                      <a:pt x="19526" y="71508"/>
                    </a:lnTo>
                    <a:lnTo>
                      <a:pt x="23241" y="87249"/>
                    </a:lnTo>
                    <a:lnTo>
                      <a:pt x="30075" y="126872"/>
                    </a:lnTo>
                    <a:lnTo>
                      <a:pt x="32004" y="150876"/>
                    </a:lnTo>
                    <a:lnTo>
                      <a:pt x="32004" y="154686"/>
                    </a:lnTo>
                    <a:lnTo>
                      <a:pt x="31242" y="14859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9" name="Google Shape;2669;p25"/>
              <p:cNvSpPr/>
              <p:nvPr/>
            </p:nvSpPr>
            <p:spPr>
              <a:xfrm>
                <a:off x="4821173" y="2135885"/>
                <a:ext cx="174625" cy="158750"/>
              </a:xfrm>
              <a:custGeom>
                <a:rect b="b" l="l" r="r" t="t"/>
                <a:pathLst>
                  <a:path extrusionOk="0" h="158750" w="174625">
                    <a:moveTo>
                      <a:pt x="0" y="32003"/>
                    </a:moveTo>
                    <a:lnTo>
                      <a:pt x="40386" y="57911"/>
                    </a:lnTo>
                    <a:lnTo>
                      <a:pt x="73914" y="84581"/>
                    </a:lnTo>
                    <a:lnTo>
                      <a:pt x="79081" y="89927"/>
                    </a:lnTo>
                    <a:lnTo>
                      <a:pt x="84391" y="95345"/>
                    </a:lnTo>
                    <a:lnTo>
                      <a:pt x="89987" y="100333"/>
                    </a:lnTo>
                    <a:lnTo>
                      <a:pt x="96012" y="104393"/>
                    </a:lnTo>
                    <a:lnTo>
                      <a:pt x="103632" y="108965"/>
                    </a:lnTo>
                    <a:lnTo>
                      <a:pt x="105156" y="100583"/>
                    </a:lnTo>
                    <a:lnTo>
                      <a:pt x="107442" y="95249"/>
                    </a:lnTo>
                    <a:lnTo>
                      <a:pt x="116871" y="57316"/>
                    </a:lnTo>
                    <a:lnTo>
                      <a:pt x="123634" y="23717"/>
                    </a:lnTo>
                    <a:lnTo>
                      <a:pt x="125849" y="13656"/>
                    </a:lnTo>
                    <a:lnTo>
                      <a:pt x="128778" y="3809"/>
                    </a:lnTo>
                    <a:lnTo>
                      <a:pt x="129539" y="0"/>
                    </a:lnTo>
                    <a:lnTo>
                      <a:pt x="130302" y="0"/>
                    </a:lnTo>
                    <a:lnTo>
                      <a:pt x="132588" y="7619"/>
                    </a:lnTo>
                    <a:lnTo>
                      <a:pt x="134874" y="15239"/>
                    </a:lnTo>
                    <a:lnTo>
                      <a:pt x="137160" y="22859"/>
                    </a:lnTo>
                    <a:lnTo>
                      <a:pt x="142410" y="41028"/>
                    </a:lnTo>
                    <a:lnTo>
                      <a:pt x="147732" y="59054"/>
                    </a:lnTo>
                    <a:lnTo>
                      <a:pt x="152911" y="77081"/>
                    </a:lnTo>
                    <a:lnTo>
                      <a:pt x="157734" y="95249"/>
                    </a:lnTo>
                    <a:lnTo>
                      <a:pt x="161032" y="106239"/>
                    </a:lnTo>
                    <a:lnTo>
                      <a:pt x="164115" y="117443"/>
                    </a:lnTo>
                    <a:lnTo>
                      <a:pt x="167056" y="128789"/>
                    </a:lnTo>
                    <a:lnTo>
                      <a:pt x="169926" y="140207"/>
                    </a:lnTo>
                    <a:lnTo>
                      <a:pt x="170854" y="146375"/>
                    </a:lnTo>
                    <a:lnTo>
                      <a:pt x="172212" y="153542"/>
                    </a:lnTo>
                    <a:lnTo>
                      <a:pt x="173569" y="158424"/>
                    </a:lnTo>
                    <a:lnTo>
                      <a:pt x="174498" y="157733"/>
                    </a:lnTo>
                    <a:lnTo>
                      <a:pt x="174498" y="155447"/>
                    </a:lnTo>
                    <a:lnTo>
                      <a:pt x="174498" y="153923"/>
                    </a:lnTo>
                    <a:lnTo>
                      <a:pt x="174498" y="151637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0" name="Google Shape;2670;p25"/>
              <p:cNvSpPr/>
              <p:nvPr/>
            </p:nvSpPr>
            <p:spPr>
              <a:xfrm>
                <a:off x="5017007" y="2169949"/>
                <a:ext cx="84454" cy="95885"/>
              </a:xfrm>
              <a:custGeom>
                <a:rect b="b" l="l" r="r" t="t"/>
                <a:pathLst>
                  <a:path extrusionOk="0" h="95885" w="84454">
                    <a:moveTo>
                      <a:pt x="19812" y="4036"/>
                    </a:moveTo>
                    <a:lnTo>
                      <a:pt x="3702" y="43338"/>
                    </a:lnTo>
                    <a:lnTo>
                      <a:pt x="22431" y="84653"/>
                    </a:lnTo>
                    <a:lnTo>
                      <a:pt x="43434" y="95476"/>
                    </a:lnTo>
                    <a:lnTo>
                      <a:pt x="52268" y="95250"/>
                    </a:lnTo>
                    <a:lnTo>
                      <a:pt x="82581" y="62233"/>
                    </a:lnTo>
                    <a:lnTo>
                      <a:pt x="84308" y="51315"/>
                    </a:lnTo>
                    <a:lnTo>
                      <a:pt x="83820" y="40612"/>
                    </a:lnTo>
                    <a:lnTo>
                      <a:pt x="52578" y="6322"/>
                    </a:lnTo>
                    <a:lnTo>
                      <a:pt x="19895" y="0"/>
                    </a:lnTo>
                    <a:lnTo>
                      <a:pt x="9144" y="226"/>
                    </a:lnTo>
                    <a:lnTo>
                      <a:pt x="1524" y="988"/>
                    </a:lnTo>
                    <a:lnTo>
                      <a:pt x="0" y="2512"/>
                    </a:lnTo>
                    <a:lnTo>
                      <a:pt x="3048" y="556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1" name="Google Shape;2671;p25"/>
              <p:cNvSpPr/>
              <p:nvPr/>
            </p:nvSpPr>
            <p:spPr>
              <a:xfrm>
                <a:off x="5128926" y="2145791"/>
                <a:ext cx="15875" cy="131444"/>
              </a:xfrm>
              <a:custGeom>
                <a:rect b="b" l="l" r="r" t="t"/>
                <a:pathLst>
                  <a:path extrusionOk="0" h="131444" w="15875">
                    <a:moveTo>
                      <a:pt x="4667" y="0"/>
                    </a:moveTo>
                    <a:lnTo>
                      <a:pt x="797" y="12739"/>
                    </a:lnTo>
                    <a:lnTo>
                      <a:pt x="0" y="23050"/>
                    </a:lnTo>
                    <a:lnTo>
                      <a:pt x="1345" y="33647"/>
                    </a:lnTo>
                    <a:lnTo>
                      <a:pt x="3905" y="47244"/>
                    </a:lnTo>
                    <a:lnTo>
                      <a:pt x="6155" y="60507"/>
                    </a:lnTo>
                    <a:lnTo>
                      <a:pt x="8191" y="73913"/>
                    </a:lnTo>
                    <a:lnTo>
                      <a:pt x="9798" y="87320"/>
                    </a:lnTo>
                    <a:lnTo>
                      <a:pt x="10763" y="100584"/>
                    </a:lnTo>
                    <a:lnTo>
                      <a:pt x="10489" y="107918"/>
                    </a:lnTo>
                    <a:lnTo>
                      <a:pt x="10287" y="116395"/>
                    </a:lnTo>
                    <a:lnTo>
                      <a:pt x="11084" y="124587"/>
                    </a:lnTo>
                    <a:lnTo>
                      <a:pt x="13811" y="131064"/>
                    </a:lnTo>
                    <a:lnTo>
                      <a:pt x="14573" y="131064"/>
                    </a:lnTo>
                    <a:lnTo>
                      <a:pt x="15335" y="13106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2" name="Google Shape;2672;p25"/>
              <p:cNvSpPr/>
              <p:nvPr/>
            </p:nvSpPr>
            <p:spPr>
              <a:xfrm>
                <a:off x="5125973" y="2120431"/>
                <a:ext cx="92710" cy="131444"/>
              </a:xfrm>
              <a:custGeom>
                <a:rect b="b" l="l" r="r" t="t"/>
                <a:pathLst>
                  <a:path extrusionOk="0" h="131444" w="92710">
                    <a:moveTo>
                      <a:pt x="0" y="13930"/>
                    </a:moveTo>
                    <a:lnTo>
                      <a:pt x="2393" y="4714"/>
                    </a:lnTo>
                    <a:lnTo>
                      <a:pt x="6000" y="785"/>
                    </a:lnTo>
                    <a:lnTo>
                      <a:pt x="12322" y="0"/>
                    </a:lnTo>
                    <a:lnTo>
                      <a:pt x="22859" y="214"/>
                    </a:lnTo>
                    <a:lnTo>
                      <a:pt x="31730" y="357"/>
                    </a:lnTo>
                    <a:lnTo>
                      <a:pt x="62960" y="22312"/>
                    </a:lnTo>
                    <a:lnTo>
                      <a:pt x="63448" y="30146"/>
                    </a:lnTo>
                    <a:lnTo>
                      <a:pt x="61722" y="37552"/>
                    </a:lnTo>
                    <a:lnTo>
                      <a:pt x="56899" y="45600"/>
                    </a:lnTo>
                    <a:lnTo>
                      <a:pt x="50006" y="53363"/>
                    </a:lnTo>
                    <a:lnTo>
                      <a:pt x="42112" y="60269"/>
                    </a:lnTo>
                    <a:lnTo>
                      <a:pt x="34290" y="65746"/>
                    </a:lnTo>
                    <a:lnTo>
                      <a:pt x="29718" y="69556"/>
                    </a:lnTo>
                    <a:lnTo>
                      <a:pt x="23622" y="71080"/>
                    </a:lnTo>
                    <a:lnTo>
                      <a:pt x="22860" y="77176"/>
                    </a:lnTo>
                    <a:lnTo>
                      <a:pt x="22860" y="83272"/>
                    </a:lnTo>
                    <a:lnTo>
                      <a:pt x="38862" y="90892"/>
                    </a:lnTo>
                    <a:lnTo>
                      <a:pt x="42672" y="92416"/>
                    </a:lnTo>
                    <a:lnTo>
                      <a:pt x="50792" y="96762"/>
                    </a:lnTo>
                    <a:lnTo>
                      <a:pt x="89154" y="120610"/>
                    </a:lnTo>
                    <a:lnTo>
                      <a:pt x="91440" y="127468"/>
                    </a:lnTo>
                    <a:lnTo>
                      <a:pt x="91440" y="129754"/>
                    </a:lnTo>
                    <a:lnTo>
                      <a:pt x="90678" y="130516"/>
                    </a:lnTo>
                    <a:lnTo>
                      <a:pt x="92202" y="131278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3" name="Google Shape;2673;p25"/>
              <p:cNvSpPr/>
              <p:nvPr/>
            </p:nvSpPr>
            <p:spPr>
              <a:xfrm>
                <a:off x="5242559" y="2148077"/>
                <a:ext cx="67310" cy="110489"/>
              </a:xfrm>
              <a:custGeom>
                <a:rect b="b" l="l" r="r" t="t"/>
                <a:pathLst>
                  <a:path extrusionOk="0" h="110489" w="67310">
                    <a:moveTo>
                      <a:pt x="2286" y="0"/>
                    </a:moveTo>
                    <a:lnTo>
                      <a:pt x="71" y="11239"/>
                    </a:lnTo>
                    <a:lnTo>
                      <a:pt x="0" y="20193"/>
                    </a:lnTo>
                    <a:lnTo>
                      <a:pt x="1643" y="29146"/>
                    </a:lnTo>
                    <a:lnTo>
                      <a:pt x="4572" y="40386"/>
                    </a:lnTo>
                    <a:lnTo>
                      <a:pt x="6834" y="50113"/>
                    </a:lnTo>
                    <a:lnTo>
                      <a:pt x="8953" y="59912"/>
                    </a:lnTo>
                    <a:lnTo>
                      <a:pt x="10787" y="69853"/>
                    </a:lnTo>
                    <a:lnTo>
                      <a:pt x="12192" y="80010"/>
                    </a:lnTo>
                    <a:lnTo>
                      <a:pt x="12954" y="88392"/>
                    </a:lnTo>
                    <a:lnTo>
                      <a:pt x="12192" y="96774"/>
                    </a:lnTo>
                    <a:lnTo>
                      <a:pt x="15240" y="104394"/>
                    </a:lnTo>
                    <a:lnTo>
                      <a:pt x="17526" y="109728"/>
                    </a:lnTo>
                    <a:lnTo>
                      <a:pt x="23622" y="109728"/>
                    </a:lnTo>
                    <a:lnTo>
                      <a:pt x="28194" y="110489"/>
                    </a:lnTo>
                    <a:lnTo>
                      <a:pt x="36576" y="110489"/>
                    </a:lnTo>
                    <a:lnTo>
                      <a:pt x="42672" y="109728"/>
                    </a:lnTo>
                    <a:lnTo>
                      <a:pt x="50292" y="107442"/>
                    </a:lnTo>
                    <a:lnTo>
                      <a:pt x="53340" y="105918"/>
                    </a:lnTo>
                    <a:lnTo>
                      <a:pt x="64008" y="102869"/>
                    </a:lnTo>
                    <a:lnTo>
                      <a:pt x="66294" y="99822"/>
                    </a:lnTo>
                    <a:lnTo>
                      <a:pt x="67056" y="97535"/>
                    </a:lnTo>
                    <a:lnTo>
                      <a:pt x="67056" y="96773"/>
                    </a:lnTo>
                    <a:lnTo>
                      <a:pt x="67056" y="95249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4" name="Google Shape;2674;p25"/>
              <p:cNvSpPr/>
              <p:nvPr/>
            </p:nvSpPr>
            <p:spPr>
              <a:xfrm>
                <a:off x="5260847" y="2167889"/>
                <a:ext cx="33654" cy="24764"/>
              </a:xfrm>
              <a:custGeom>
                <a:rect b="b" l="l" r="r" t="t"/>
                <a:pathLst>
                  <a:path extrusionOk="0" h="24764" w="33654">
                    <a:moveTo>
                      <a:pt x="0" y="24384"/>
                    </a:moveTo>
                    <a:lnTo>
                      <a:pt x="32765" y="2286"/>
                    </a:lnTo>
                    <a:lnTo>
                      <a:pt x="33527" y="1524"/>
                    </a:lnTo>
                    <a:lnTo>
                      <a:pt x="32765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5" name="Google Shape;2675;p25"/>
              <p:cNvSpPr/>
              <p:nvPr/>
            </p:nvSpPr>
            <p:spPr>
              <a:xfrm>
                <a:off x="5244083" y="2134361"/>
                <a:ext cx="50800" cy="21589"/>
              </a:xfrm>
              <a:custGeom>
                <a:rect b="b" l="l" r="r" t="t"/>
                <a:pathLst>
                  <a:path extrusionOk="0" h="21589" w="50800">
                    <a:moveTo>
                      <a:pt x="0" y="21336"/>
                    </a:moveTo>
                    <a:lnTo>
                      <a:pt x="10620" y="16132"/>
                    </a:lnTo>
                    <a:lnTo>
                      <a:pt x="20954" y="11715"/>
                    </a:lnTo>
                    <a:lnTo>
                      <a:pt x="31289" y="7727"/>
                    </a:lnTo>
                    <a:lnTo>
                      <a:pt x="41909" y="3810"/>
                    </a:lnTo>
                    <a:lnTo>
                      <a:pt x="44957" y="2286"/>
                    </a:lnTo>
                    <a:lnTo>
                      <a:pt x="47243" y="1524"/>
                    </a:lnTo>
                    <a:lnTo>
                      <a:pt x="50291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76" name="Google Shape;2676;p25"/>
            <p:cNvGrpSpPr/>
            <p:nvPr/>
          </p:nvGrpSpPr>
          <p:grpSpPr>
            <a:xfrm>
              <a:off x="5619749" y="2073282"/>
              <a:ext cx="554100" cy="196334"/>
              <a:chOff x="5619749" y="2073282"/>
              <a:chExt cx="554100" cy="196334"/>
            </a:xfrm>
          </p:grpSpPr>
          <p:sp>
            <p:nvSpPr>
              <p:cNvPr id="2677" name="Google Shape;2677;p25"/>
              <p:cNvSpPr/>
              <p:nvPr/>
            </p:nvSpPr>
            <p:spPr>
              <a:xfrm>
                <a:off x="5622797" y="2111502"/>
                <a:ext cx="100964" cy="158114"/>
              </a:xfrm>
              <a:custGeom>
                <a:rect b="b" l="l" r="r" t="t"/>
                <a:pathLst>
                  <a:path extrusionOk="0" h="158114" w="100964">
                    <a:moveTo>
                      <a:pt x="0" y="0"/>
                    </a:moveTo>
                    <a:lnTo>
                      <a:pt x="1273" y="14168"/>
                    </a:lnTo>
                    <a:lnTo>
                      <a:pt x="2762" y="28194"/>
                    </a:lnTo>
                    <a:lnTo>
                      <a:pt x="4393" y="42219"/>
                    </a:lnTo>
                    <a:lnTo>
                      <a:pt x="6096" y="56388"/>
                    </a:lnTo>
                    <a:lnTo>
                      <a:pt x="7000" y="73544"/>
                    </a:lnTo>
                    <a:lnTo>
                      <a:pt x="7620" y="90773"/>
                    </a:lnTo>
                    <a:lnTo>
                      <a:pt x="8239" y="108144"/>
                    </a:lnTo>
                    <a:lnTo>
                      <a:pt x="9144" y="125730"/>
                    </a:lnTo>
                    <a:lnTo>
                      <a:pt x="23848" y="157793"/>
                    </a:lnTo>
                    <a:lnTo>
                      <a:pt x="31146" y="157257"/>
                    </a:lnTo>
                    <a:lnTo>
                      <a:pt x="68770" y="146875"/>
                    </a:lnTo>
                    <a:lnTo>
                      <a:pt x="95250" y="135635"/>
                    </a:lnTo>
                    <a:lnTo>
                      <a:pt x="100584" y="134111"/>
                    </a:lnTo>
                    <a:lnTo>
                      <a:pt x="99060" y="128777"/>
                    </a:lnTo>
                    <a:lnTo>
                      <a:pt x="98298" y="128015"/>
                    </a:lnTo>
                    <a:lnTo>
                      <a:pt x="97536" y="127253"/>
                    </a:lnTo>
                    <a:lnTo>
                      <a:pt x="96774" y="125729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8" name="Google Shape;2678;p25"/>
              <p:cNvSpPr/>
              <p:nvPr/>
            </p:nvSpPr>
            <p:spPr>
              <a:xfrm>
                <a:off x="5641085" y="2157222"/>
                <a:ext cx="37464" cy="38100"/>
              </a:xfrm>
              <a:custGeom>
                <a:rect b="b" l="l" r="r" t="t"/>
                <a:pathLst>
                  <a:path extrusionOk="0" h="38100" w="37464">
                    <a:moveTo>
                      <a:pt x="0" y="38100"/>
                    </a:moveTo>
                    <a:lnTo>
                      <a:pt x="4369" y="27943"/>
                    </a:lnTo>
                    <a:lnTo>
                      <a:pt x="9239" y="22002"/>
                    </a:lnTo>
                    <a:lnTo>
                      <a:pt x="15966" y="17633"/>
                    </a:lnTo>
                    <a:lnTo>
                      <a:pt x="25907" y="12191"/>
                    </a:lnTo>
                    <a:lnTo>
                      <a:pt x="31241" y="8381"/>
                    </a:lnTo>
                    <a:lnTo>
                      <a:pt x="36575" y="6095"/>
                    </a:lnTo>
                    <a:lnTo>
                      <a:pt x="37337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9" name="Google Shape;2679;p25"/>
              <p:cNvSpPr/>
              <p:nvPr/>
            </p:nvSpPr>
            <p:spPr>
              <a:xfrm>
                <a:off x="5619749" y="2102358"/>
                <a:ext cx="66039" cy="22225"/>
              </a:xfrm>
              <a:custGeom>
                <a:rect b="b" l="l" r="r" t="t"/>
                <a:pathLst>
                  <a:path extrusionOk="0" h="22225" w="66039">
                    <a:moveTo>
                      <a:pt x="0" y="22098"/>
                    </a:moveTo>
                    <a:lnTo>
                      <a:pt x="41148" y="762"/>
                    </a:lnTo>
                    <a:lnTo>
                      <a:pt x="54102" y="0"/>
                    </a:lnTo>
                    <a:lnTo>
                      <a:pt x="57150" y="0"/>
                    </a:lnTo>
                    <a:lnTo>
                      <a:pt x="65532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0" name="Google Shape;2680;p25"/>
              <p:cNvSpPr/>
              <p:nvPr/>
            </p:nvSpPr>
            <p:spPr>
              <a:xfrm>
                <a:off x="5742431" y="2125218"/>
                <a:ext cx="80010" cy="110489"/>
              </a:xfrm>
              <a:custGeom>
                <a:rect b="b" l="l" r="r" t="t"/>
                <a:pathLst>
                  <a:path extrusionOk="0" h="110489" w="80010">
                    <a:moveTo>
                      <a:pt x="0" y="0"/>
                    </a:moveTo>
                    <a:lnTo>
                      <a:pt x="20574" y="35051"/>
                    </a:lnTo>
                    <a:lnTo>
                      <a:pt x="28432" y="45589"/>
                    </a:lnTo>
                    <a:lnTo>
                      <a:pt x="36004" y="56483"/>
                    </a:lnTo>
                    <a:lnTo>
                      <a:pt x="43291" y="67520"/>
                    </a:lnTo>
                    <a:lnTo>
                      <a:pt x="50292" y="78485"/>
                    </a:lnTo>
                    <a:lnTo>
                      <a:pt x="55030" y="86487"/>
                    </a:lnTo>
                    <a:lnTo>
                      <a:pt x="60198" y="95630"/>
                    </a:lnTo>
                    <a:lnTo>
                      <a:pt x="65936" y="104203"/>
                    </a:lnTo>
                    <a:lnTo>
                      <a:pt x="72390" y="110489"/>
                    </a:lnTo>
                    <a:lnTo>
                      <a:pt x="76200" y="110489"/>
                    </a:lnTo>
                    <a:lnTo>
                      <a:pt x="76962" y="110489"/>
                    </a:lnTo>
                    <a:lnTo>
                      <a:pt x="80010" y="110489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1" name="Google Shape;2681;p25"/>
              <p:cNvSpPr/>
              <p:nvPr/>
            </p:nvSpPr>
            <p:spPr>
              <a:xfrm>
                <a:off x="5753099" y="2111502"/>
                <a:ext cx="62864" cy="138430"/>
              </a:xfrm>
              <a:custGeom>
                <a:rect b="b" l="l" r="r" t="t"/>
                <a:pathLst>
                  <a:path extrusionOk="0" h="138430" w="62864">
                    <a:moveTo>
                      <a:pt x="62484" y="0"/>
                    </a:moveTo>
                    <a:lnTo>
                      <a:pt x="37409" y="42326"/>
                    </a:lnTo>
                    <a:lnTo>
                      <a:pt x="25193" y="72390"/>
                    </a:lnTo>
                    <a:lnTo>
                      <a:pt x="19621" y="86106"/>
                    </a:lnTo>
                    <a:lnTo>
                      <a:pt x="13763" y="99822"/>
                    </a:lnTo>
                    <a:lnTo>
                      <a:pt x="7620" y="113538"/>
                    </a:lnTo>
                    <a:lnTo>
                      <a:pt x="5250" y="119598"/>
                    </a:lnTo>
                    <a:lnTo>
                      <a:pt x="2952" y="125444"/>
                    </a:lnTo>
                    <a:lnTo>
                      <a:pt x="1083" y="131433"/>
                    </a:lnTo>
                    <a:lnTo>
                      <a:pt x="0" y="13792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2" name="Google Shape;2682;p25"/>
              <p:cNvSpPr/>
              <p:nvPr/>
            </p:nvSpPr>
            <p:spPr>
              <a:xfrm>
                <a:off x="5844539" y="2106168"/>
                <a:ext cx="43179" cy="131444"/>
              </a:xfrm>
              <a:custGeom>
                <a:rect b="b" l="l" r="r" t="t"/>
                <a:pathLst>
                  <a:path extrusionOk="0" h="131444" w="43179">
                    <a:moveTo>
                      <a:pt x="42672" y="0"/>
                    </a:moveTo>
                    <a:lnTo>
                      <a:pt x="33099" y="12823"/>
                    </a:lnTo>
                    <a:lnTo>
                      <a:pt x="27241" y="24288"/>
                    </a:lnTo>
                    <a:lnTo>
                      <a:pt x="23383" y="36754"/>
                    </a:lnTo>
                    <a:lnTo>
                      <a:pt x="19812" y="52577"/>
                    </a:lnTo>
                    <a:lnTo>
                      <a:pt x="15680" y="70163"/>
                    </a:lnTo>
                    <a:lnTo>
                      <a:pt x="11334" y="87534"/>
                    </a:lnTo>
                    <a:lnTo>
                      <a:pt x="6846" y="104763"/>
                    </a:lnTo>
                    <a:lnTo>
                      <a:pt x="2286" y="121920"/>
                    </a:lnTo>
                    <a:lnTo>
                      <a:pt x="0" y="127254"/>
                    </a:lnTo>
                    <a:lnTo>
                      <a:pt x="0" y="128016"/>
                    </a:lnTo>
                    <a:lnTo>
                      <a:pt x="0" y="13106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3" name="Google Shape;2683;p25"/>
              <p:cNvSpPr/>
              <p:nvPr/>
            </p:nvSpPr>
            <p:spPr>
              <a:xfrm>
                <a:off x="5871971" y="2119122"/>
                <a:ext cx="59054" cy="127000"/>
              </a:xfrm>
              <a:custGeom>
                <a:rect b="b" l="l" r="r" t="t"/>
                <a:pathLst>
                  <a:path extrusionOk="0" h="127000" w="59054">
                    <a:moveTo>
                      <a:pt x="0" y="0"/>
                    </a:moveTo>
                    <a:lnTo>
                      <a:pt x="21109" y="36968"/>
                    </a:lnTo>
                    <a:lnTo>
                      <a:pt x="36576" y="76580"/>
                    </a:lnTo>
                    <a:lnTo>
                      <a:pt x="41457" y="89725"/>
                    </a:lnTo>
                    <a:lnTo>
                      <a:pt x="46482" y="102870"/>
                    </a:lnTo>
                    <a:lnTo>
                      <a:pt x="49351" y="109025"/>
                    </a:lnTo>
                    <a:lnTo>
                      <a:pt x="52292" y="114966"/>
                    </a:lnTo>
                    <a:lnTo>
                      <a:pt x="55375" y="120765"/>
                    </a:lnTo>
                    <a:lnTo>
                      <a:pt x="58674" y="12649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4" name="Google Shape;2684;p25"/>
              <p:cNvSpPr/>
              <p:nvPr/>
            </p:nvSpPr>
            <p:spPr>
              <a:xfrm>
                <a:off x="5859017" y="2177034"/>
                <a:ext cx="74929" cy="26669"/>
              </a:xfrm>
              <a:custGeom>
                <a:rect b="b" l="l" r="r" t="t"/>
                <a:pathLst>
                  <a:path extrusionOk="0" h="26669" w="74929">
                    <a:moveTo>
                      <a:pt x="0" y="26670"/>
                    </a:moveTo>
                    <a:lnTo>
                      <a:pt x="11680" y="22026"/>
                    </a:lnTo>
                    <a:lnTo>
                      <a:pt x="23717" y="18097"/>
                    </a:lnTo>
                    <a:lnTo>
                      <a:pt x="35897" y="14454"/>
                    </a:lnTo>
                    <a:lnTo>
                      <a:pt x="48006" y="10668"/>
                    </a:lnTo>
                    <a:lnTo>
                      <a:pt x="56352" y="7286"/>
                    </a:lnTo>
                    <a:lnTo>
                      <a:pt x="62769" y="4762"/>
                    </a:lnTo>
                    <a:lnTo>
                      <a:pt x="68472" y="2524"/>
                    </a:lnTo>
                    <a:lnTo>
                      <a:pt x="74676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5" name="Google Shape;2685;p25"/>
              <p:cNvSpPr/>
              <p:nvPr/>
            </p:nvSpPr>
            <p:spPr>
              <a:xfrm>
                <a:off x="5967698" y="2119122"/>
                <a:ext cx="8254" cy="100964"/>
              </a:xfrm>
              <a:custGeom>
                <a:rect b="b" l="l" r="r" t="t"/>
                <a:pathLst>
                  <a:path extrusionOk="0" h="100964" w="8254">
                    <a:moveTo>
                      <a:pt x="3333" y="0"/>
                    </a:moveTo>
                    <a:lnTo>
                      <a:pt x="631" y="13644"/>
                    </a:lnTo>
                    <a:lnTo>
                      <a:pt x="0" y="25146"/>
                    </a:lnTo>
                    <a:lnTo>
                      <a:pt x="654" y="36647"/>
                    </a:lnTo>
                    <a:lnTo>
                      <a:pt x="1809" y="50292"/>
                    </a:lnTo>
                    <a:lnTo>
                      <a:pt x="2845" y="61150"/>
                    </a:lnTo>
                    <a:lnTo>
                      <a:pt x="3809" y="72009"/>
                    </a:lnTo>
                    <a:lnTo>
                      <a:pt x="4917" y="82867"/>
                    </a:lnTo>
                    <a:lnTo>
                      <a:pt x="6381" y="93726"/>
                    </a:lnTo>
                    <a:lnTo>
                      <a:pt x="7143" y="97536"/>
                    </a:lnTo>
                    <a:lnTo>
                      <a:pt x="7143" y="98298"/>
                    </a:lnTo>
                    <a:lnTo>
                      <a:pt x="7905" y="10058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6" name="Google Shape;2686;p25"/>
              <p:cNvSpPr/>
              <p:nvPr/>
            </p:nvSpPr>
            <p:spPr>
              <a:xfrm>
                <a:off x="5971793" y="2107692"/>
                <a:ext cx="86995" cy="113664"/>
              </a:xfrm>
              <a:custGeom>
                <a:rect b="b" l="l" r="r" t="t"/>
                <a:pathLst>
                  <a:path extrusionOk="0" h="113664" w="86995">
                    <a:moveTo>
                      <a:pt x="0" y="22860"/>
                    </a:moveTo>
                    <a:lnTo>
                      <a:pt x="9370" y="27205"/>
                    </a:lnTo>
                    <a:lnTo>
                      <a:pt x="18383" y="31908"/>
                    </a:lnTo>
                    <a:lnTo>
                      <a:pt x="27539" y="36468"/>
                    </a:lnTo>
                    <a:lnTo>
                      <a:pt x="37338" y="40386"/>
                    </a:lnTo>
                    <a:lnTo>
                      <a:pt x="44446" y="42291"/>
                    </a:lnTo>
                    <a:lnTo>
                      <a:pt x="53054" y="43624"/>
                    </a:lnTo>
                    <a:lnTo>
                      <a:pt x="61233" y="42957"/>
                    </a:lnTo>
                    <a:lnTo>
                      <a:pt x="67056" y="38862"/>
                    </a:lnTo>
                    <a:lnTo>
                      <a:pt x="71628" y="32766"/>
                    </a:lnTo>
                    <a:lnTo>
                      <a:pt x="69342" y="22860"/>
                    </a:lnTo>
                    <a:lnTo>
                      <a:pt x="69342" y="16002"/>
                    </a:lnTo>
                    <a:lnTo>
                      <a:pt x="69342" y="11430"/>
                    </a:lnTo>
                    <a:lnTo>
                      <a:pt x="69342" y="2286"/>
                    </a:lnTo>
                    <a:lnTo>
                      <a:pt x="69342" y="0"/>
                    </a:lnTo>
                    <a:lnTo>
                      <a:pt x="71342" y="8120"/>
                    </a:lnTo>
                    <a:lnTo>
                      <a:pt x="72771" y="16383"/>
                    </a:lnTo>
                    <a:lnTo>
                      <a:pt x="73628" y="24645"/>
                    </a:lnTo>
                    <a:lnTo>
                      <a:pt x="73914" y="32766"/>
                    </a:lnTo>
                    <a:lnTo>
                      <a:pt x="74806" y="45779"/>
                    </a:lnTo>
                    <a:lnTo>
                      <a:pt x="75342" y="58578"/>
                    </a:lnTo>
                    <a:lnTo>
                      <a:pt x="75735" y="71235"/>
                    </a:lnTo>
                    <a:lnTo>
                      <a:pt x="76200" y="83820"/>
                    </a:lnTo>
                    <a:lnTo>
                      <a:pt x="75949" y="90582"/>
                    </a:lnTo>
                    <a:lnTo>
                      <a:pt x="75914" y="98488"/>
                    </a:lnTo>
                    <a:lnTo>
                      <a:pt x="77164" y="106108"/>
                    </a:lnTo>
                    <a:lnTo>
                      <a:pt x="80772" y="112014"/>
                    </a:lnTo>
                    <a:lnTo>
                      <a:pt x="83820" y="112776"/>
                    </a:lnTo>
                    <a:lnTo>
                      <a:pt x="84582" y="113538"/>
                    </a:lnTo>
                    <a:lnTo>
                      <a:pt x="86868" y="11277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7" name="Google Shape;2687;p25"/>
              <p:cNvSpPr/>
              <p:nvPr/>
            </p:nvSpPr>
            <p:spPr>
              <a:xfrm>
                <a:off x="6097428" y="2091690"/>
                <a:ext cx="16510" cy="140335"/>
              </a:xfrm>
              <a:custGeom>
                <a:rect b="b" l="l" r="r" t="t"/>
                <a:pathLst>
                  <a:path extrusionOk="0" h="140335" w="16510">
                    <a:moveTo>
                      <a:pt x="1619" y="0"/>
                    </a:moveTo>
                    <a:lnTo>
                      <a:pt x="345" y="12192"/>
                    </a:lnTo>
                    <a:lnTo>
                      <a:pt x="0" y="23241"/>
                    </a:lnTo>
                    <a:lnTo>
                      <a:pt x="654" y="34290"/>
                    </a:lnTo>
                    <a:lnTo>
                      <a:pt x="2381" y="46482"/>
                    </a:lnTo>
                    <a:lnTo>
                      <a:pt x="4833" y="60317"/>
                    </a:lnTo>
                    <a:lnTo>
                      <a:pt x="6572" y="74295"/>
                    </a:lnTo>
                    <a:lnTo>
                      <a:pt x="7739" y="88272"/>
                    </a:lnTo>
                    <a:lnTo>
                      <a:pt x="8477" y="102107"/>
                    </a:lnTo>
                    <a:lnTo>
                      <a:pt x="8429" y="110394"/>
                    </a:lnTo>
                    <a:lnTo>
                      <a:pt x="8096" y="120967"/>
                    </a:lnTo>
                    <a:lnTo>
                      <a:pt x="8905" y="131254"/>
                    </a:lnTo>
                    <a:lnTo>
                      <a:pt x="12287" y="138684"/>
                    </a:lnTo>
                    <a:lnTo>
                      <a:pt x="14573" y="139446"/>
                    </a:lnTo>
                    <a:lnTo>
                      <a:pt x="14573" y="140208"/>
                    </a:lnTo>
                    <a:lnTo>
                      <a:pt x="16097" y="13944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8" name="Google Shape;2688;p25"/>
              <p:cNvSpPr/>
              <p:nvPr/>
            </p:nvSpPr>
            <p:spPr>
              <a:xfrm>
                <a:off x="6083045" y="2073282"/>
                <a:ext cx="90804" cy="84455"/>
              </a:xfrm>
              <a:custGeom>
                <a:rect b="b" l="l" r="r" t="t"/>
                <a:pathLst>
                  <a:path extrusionOk="0" h="84455" w="90804">
                    <a:moveTo>
                      <a:pt x="10667" y="32123"/>
                    </a:moveTo>
                    <a:lnTo>
                      <a:pt x="38099" y="690"/>
                    </a:lnTo>
                    <a:lnTo>
                      <a:pt x="51101" y="0"/>
                    </a:lnTo>
                    <a:lnTo>
                      <a:pt x="63245" y="881"/>
                    </a:lnTo>
                    <a:lnTo>
                      <a:pt x="73532" y="3750"/>
                    </a:lnTo>
                    <a:lnTo>
                      <a:pt x="82105" y="8977"/>
                    </a:lnTo>
                    <a:lnTo>
                      <a:pt x="88106" y="16633"/>
                    </a:lnTo>
                    <a:lnTo>
                      <a:pt x="90677" y="26789"/>
                    </a:lnTo>
                    <a:lnTo>
                      <a:pt x="87546" y="38826"/>
                    </a:lnTo>
                    <a:lnTo>
                      <a:pt x="54863" y="63365"/>
                    </a:lnTo>
                    <a:lnTo>
                      <a:pt x="16930" y="80724"/>
                    </a:lnTo>
                    <a:lnTo>
                      <a:pt x="3809" y="83939"/>
                    </a:lnTo>
                    <a:lnTo>
                      <a:pt x="2285" y="83939"/>
                    </a:lnTo>
                    <a:lnTo>
                      <a:pt x="1523" y="83939"/>
                    </a:lnTo>
                    <a:lnTo>
                      <a:pt x="0" y="83939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689" name="Google Shape;2689;p25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6251435" y="2020811"/>
              <a:ext cx="296443" cy="1944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0" name="Google Shape;2690;p25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7270991" y="2510301"/>
              <a:ext cx="103657" cy="1239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1" name="Google Shape;2691;p25"/>
            <p:cNvSpPr/>
            <p:nvPr/>
          </p:nvSpPr>
          <p:spPr>
            <a:xfrm>
              <a:off x="6467855" y="2989326"/>
              <a:ext cx="769620" cy="66675"/>
            </a:xfrm>
            <a:custGeom>
              <a:rect b="b" l="l" r="r" t="t"/>
              <a:pathLst>
                <a:path extrusionOk="0" h="66675" w="769620">
                  <a:moveTo>
                    <a:pt x="0" y="66294"/>
                  </a:moveTo>
                  <a:lnTo>
                    <a:pt x="12501" y="59543"/>
                  </a:lnTo>
                  <a:lnTo>
                    <a:pt x="24574" y="55721"/>
                  </a:lnTo>
                  <a:lnTo>
                    <a:pt x="37504" y="53756"/>
                  </a:lnTo>
                  <a:lnTo>
                    <a:pt x="52577" y="52578"/>
                  </a:lnTo>
                  <a:lnTo>
                    <a:pt x="103285" y="48030"/>
                  </a:lnTo>
                  <a:lnTo>
                    <a:pt x="153993" y="43555"/>
                  </a:lnTo>
                  <a:lnTo>
                    <a:pt x="204700" y="39186"/>
                  </a:lnTo>
                  <a:lnTo>
                    <a:pt x="255408" y="34958"/>
                  </a:lnTo>
                  <a:lnTo>
                    <a:pt x="306116" y="30905"/>
                  </a:lnTo>
                  <a:lnTo>
                    <a:pt x="356823" y="27062"/>
                  </a:lnTo>
                  <a:lnTo>
                    <a:pt x="407531" y="23463"/>
                  </a:lnTo>
                  <a:lnTo>
                    <a:pt x="458239" y="20142"/>
                  </a:lnTo>
                  <a:lnTo>
                    <a:pt x="508946" y="17133"/>
                  </a:lnTo>
                  <a:lnTo>
                    <a:pt x="559654" y="14472"/>
                  </a:lnTo>
                  <a:lnTo>
                    <a:pt x="610362" y="12192"/>
                  </a:lnTo>
                  <a:lnTo>
                    <a:pt x="642937" y="10953"/>
                  </a:lnTo>
                  <a:lnTo>
                    <a:pt x="675513" y="9715"/>
                  </a:lnTo>
                  <a:lnTo>
                    <a:pt x="708088" y="8763"/>
                  </a:lnTo>
                  <a:lnTo>
                    <a:pt x="740664" y="8382"/>
                  </a:lnTo>
                  <a:lnTo>
                    <a:pt x="747652" y="7941"/>
                  </a:lnTo>
                  <a:lnTo>
                    <a:pt x="754856" y="7715"/>
                  </a:lnTo>
                  <a:lnTo>
                    <a:pt x="762202" y="7631"/>
                  </a:lnTo>
                  <a:lnTo>
                    <a:pt x="769620" y="7620"/>
                  </a:lnTo>
                  <a:lnTo>
                    <a:pt x="763428" y="7048"/>
                  </a:lnTo>
                  <a:lnTo>
                    <a:pt x="756666" y="6477"/>
                  </a:lnTo>
                  <a:lnTo>
                    <a:pt x="749903" y="5905"/>
                  </a:lnTo>
                  <a:lnTo>
                    <a:pt x="743712" y="5334"/>
                  </a:lnTo>
                  <a:lnTo>
                    <a:pt x="734115" y="4500"/>
                  </a:lnTo>
                  <a:lnTo>
                    <a:pt x="724662" y="3238"/>
                  </a:lnTo>
                  <a:lnTo>
                    <a:pt x="715208" y="1690"/>
                  </a:lnTo>
                  <a:lnTo>
                    <a:pt x="705612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2" name="Google Shape;2692;p25"/>
            <p:cNvSpPr/>
            <p:nvPr/>
          </p:nvSpPr>
          <p:spPr>
            <a:xfrm>
              <a:off x="7533131" y="2375916"/>
              <a:ext cx="216534" cy="989329"/>
            </a:xfrm>
            <a:custGeom>
              <a:rect b="b" l="l" r="r" t="t"/>
              <a:pathLst>
                <a:path extrusionOk="0" h="989329" w="216534">
                  <a:moveTo>
                    <a:pt x="0" y="0"/>
                  </a:moveTo>
                  <a:lnTo>
                    <a:pt x="32956" y="21145"/>
                  </a:lnTo>
                  <a:lnTo>
                    <a:pt x="60198" y="50291"/>
                  </a:lnTo>
                  <a:lnTo>
                    <a:pt x="101155" y="106584"/>
                  </a:lnTo>
                  <a:lnTo>
                    <a:pt x="136398" y="166877"/>
                  </a:lnTo>
                  <a:lnTo>
                    <a:pt x="154936" y="204454"/>
                  </a:lnTo>
                  <a:lnTo>
                    <a:pt x="171545" y="242887"/>
                  </a:lnTo>
                  <a:lnTo>
                    <a:pt x="186011" y="282178"/>
                  </a:lnTo>
                  <a:lnTo>
                    <a:pt x="198120" y="322325"/>
                  </a:lnTo>
                  <a:lnTo>
                    <a:pt x="206763" y="360521"/>
                  </a:lnTo>
                  <a:lnTo>
                    <a:pt x="212407" y="398716"/>
                  </a:lnTo>
                  <a:lnTo>
                    <a:pt x="215479" y="437197"/>
                  </a:lnTo>
                  <a:lnTo>
                    <a:pt x="216408" y="476250"/>
                  </a:lnTo>
                  <a:lnTo>
                    <a:pt x="214514" y="517576"/>
                  </a:lnTo>
                  <a:lnTo>
                    <a:pt x="209264" y="558260"/>
                  </a:lnTo>
                  <a:lnTo>
                    <a:pt x="201298" y="598515"/>
                  </a:lnTo>
                  <a:lnTo>
                    <a:pt x="191262" y="638556"/>
                  </a:lnTo>
                  <a:lnTo>
                    <a:pt x="179712" y="677715"/>
                  </a:lnTo>
                  <a:lnTo>
                    <a:pt x="166878" y="716375"/>
                  </a:lnTo>
                  <a:lnTo>
                    <a:pt x="152900" y="754606"/>
                  </a:lnTo>
                  <a:lnTo>
                    <a:pt x="137922" y="792480"/>
                  </a:lnTo>
                  <a:lnTo>
                    <a:pt x="111537" y="854773"/>
                  </a:lnTo>
                  <a:lnTo>
                    <a:pt x="82296" y="915924"/>
                  </a:lnTo>
                  <a:lnTo>
                    <a:pt x="74366" y="931354"/>
                  </a:lnTo>
                  <a:lnTo>
                    <a:pt x="66294" y="947356"/>
                  </a:lnTo>
                  <a:lnTo>
                    <a:pt x="57650" y="963072"/>
                  </a:lnTo>
                  <a:lnTo>
                    <a:pt x="48006" y="977646"/>
                  </a:lnTo>
                  <a:lnTo>
                    <a:pt x="44958" y="982218"/>
                  </a:lnTo>
                  <a:lnTo>
                    <a:pt x="36576" y="989076"/>
                  </a:lnTo>
                  <a:lnTo>
                    <a:pt x="31242" y="984504"/>
                  </a:lnTo>
                  <a:lnTo>
                    <a:pt x="24384" y="975360"/>
                  </a:lnTo>
                  <a:lnTo>
                    <a:pt x="22098" y="971550"/>
                  </a:lnTo>
                  <a:lnTo>
                    <a:pt x="19050" y="964691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93" name="Google Shape;2693;p25"/>
            <p:cNvGrpSpPr/>
            <p:nvPr/>
          </p:nvGrpSpPr>
          <p:grpSpPr>
            <a:xfrm>
              <a:off x="3581399" y="4753355"/>
              <a:ext cx="282320" cy="120014"/>
              <a:chOff x="3581399" y="4753355"/>
              <a:chExt cx="282320" cy="120014"/>
            </a:xfrm>
          </p:grpSpPr>
          <p:sp>
            <p:nvSpPr>
              <p:cNvPr id="2694" name="Google Shape;2694;p25"/>
              <p:cNvSpPr/>
              <p:nvPr/>
            </p:nvSpPr>
            <p:spPr>
              <a:xfrm>
                <a:off x="3581399" y="4814315"/>
                <a:ext cx="212089" cy="13335"/>
              </a:xfrm>
              <a:custGeom>
                <a:rect b="b" l="l" r="r" t="t"/>
                <a:pathLst>
                  <a:path extrusionOk="0" h="13335" w="212089">
                    <a:moveTo>
                      <a:pt x="0" y="10668"/>
                    </a:moveTo>
                    <a:lnTo>
                      <a:pt x="16002" y="11989"/>
                    </a:lnTo>
                    <a:lnTo>
                      <a:pt x="32004" y="12668"/>
                    </a:lnTo>
                    <a:lnTo>
                      <a:pt x="48006" y="12918"/>
                    </a:lnTo>
                    <a:lnTo>
                      <a:pt x="64008" y="12954"/>
                    </a:lnTo>
                    <a:lnTo>
                      <a:pt x="85594" y="12918"/>
                    </a:lnTo>
                    <a:lnTo>
                      <a:pt x="128194" y="11989"/>
                    </a:lnTo>
                    <a:lnTo>
                      <a:pt x="176307" y="7239"/>
                    </a:lnTo>
                    <a:lnTo>
                      <a:pt x="189535" y="5310"/>
                    </a:lnTo>
                    <a:lnTo>
                      <a:pt x="202692" y="3810"/>
                    </a:lnTo>
                    <a:lnTo>
                      <a:pt x="205740" y="3810"/>
                    </a:lnTo>
                    <a:lnTo>
                      <a:pt x="208788" y="3810"/>
                    </a:lnTo>
                    <a:lnTo>
                      <a:pt x="211836" y="3048"/>
                    </a:lnTo>
                    <a:lnTo>
                      <a:pt x="205740" y="4572"/>
                    </a:lnTo>
                    <a:lnTo>
                      <a:pt x="200406" y="6096"/>
                    </a:lnTo>
                    <a:lnTo>
                      <a:pt x="194310" y="6096"/>
                    </a:lnTo>
                    <a:lnTo>
                      <a:pt x="186690" y="6858"/>
                    </a:lnTo>
                    <a:lnTo>
                      <a:pt x="187452" y="6096"/>
                    </a:lnTo>
                    <a:lnTo>
                      <a:pt x="182880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5" name="Google Shape;2695;p25"/>
              <p:cNvSpPr/>
              <p:nvPr/>
            </p:nvSpPr>
            <p:spPr>
              <a:xfrm>
                <a:off x="3762755" y="4753355"/>
                <a:ext cx="100964" cy="120014"/>
              </a:xfrm>
              <a:custGeom>
                <a:rect b="b" l="l" r="r" t="t"/>
                <a:pathLst>
                  <a:path extrusionOk="0" h="120014" w="100964">
                    <a:moveTo>
                      <a:pt x="0" y="0"/>
                    </a:moveTo>
                    <a:lnTo>
                      <a:pt x="11430" y="4333"/>
                    </a:lnTo>
                    <a:lnTo>
                      <a:pt x="22860" y="8381"/>
                    </a:lnTo>
                    <a:lnTo>
                      <a:pt x="34290" y="12430"/>
                    </a:lnTo>
                    <a:lnTo>
                      <a:pt x="45720" y="16763"/>
                    </a:lnTo>
                    <a:lnTo>
                      <a:pt x="82296" y="33527"/>
                    </a:lnTo>
                    <a:lnTo>
                      <a:pt x="87630" y="36575"/>
                    </a:lnTo>
                    <a:lnTo>
                      <a:pt x="93726" y="39623"/>
                    </a:lnTo>
                    <a:lnTo>
                      <a:pt x="98298" y="44195"/>
                    </a:lnTo>
                    <a:lnTo>
                      <a:pt x="100584" y="48005"/>
                    </a:lnTo>
                    <a:lnTo>
                      <a:pt x="99822" y="48767"/>
                    </a:lnTo>
                    <a:lnTo>
                      <a:pt x="96774" y="51815"/>
                    </a:lnTo>
                    <a:lnTo>
                      <a:pt x="90820" y="57280"/>
                    </a:lnTo>
                    <a:lnTo>
                      <a:pt x="84582" y="62388"/>
                    </a:lnTo>
                    <a:lnTo>
                      <a:pt x="78343" y="67353"/>
                    </a:lnTo>
                    <a:lnTo>
                      <a:pt x="72390" y="72389"/>
                    </a:lnTo>
                    <a:lnTo>
                      <a:pt x="63507" y="79831"/>
                    </a:lnTo>
                    <a:lnTo>
                      <a:pt x="55054" y="87344"/>
                    </a:lnTo>
                    <a:lnTo>
                      <a:pt x="46886" y="94999"/>
                    </a:lnTo>
                    <a:lnTo>
                      <a:pt x="38862" y="102870"/>
                    </a:lnTo>
                    <a:lnTo>
                      <a:pt x="34147" y="106989"/>
                    </a:lnTo>
                    <a:lnTo>
                      <a:pt x="29146" y="111823"/>
                    </a:lnTo>
                    <a:lnTo>
                      <a:pt x="23860" y="116371"/>
                    </a:lnTo>
                    <a:lnTo>
                      <a:pt x="18288" y="119634"/>
                    </a:lnTo>
                    <a:lnTo>
                      <a:pt x="17526" y="119634"/>
                    </a:lnTo>
                    <a:lnTo>
                      <a:pt x="16764" y="11963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696" name="Google Shape;2696;p25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4260472" y="4735055"/>
              <a:ext cx="372500" cy="2195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7" name="Google Shape;2697;p25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4991849" y="4739627"/>
              <a:ext cx="357034" cy="19871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98" name="Google Shape;2698;p25"/>
            <p:cNvGrpSpPr/>
            <p:nvPr/>
          </p:nvGrpSpPr>
          <p:grpSpPr>
            <a:xfrm>
              <a:off x="5880508" y="4661903"/>
              <a:ext cx="616590" cy="223981"/>
              <a:chOff x="5880508" y="4661903"/>
              <a:chExt cx="616590" cy="223981"/>
            </a:xfrm>
          </p:grpSpPr>
          <p:pic>
            <p:nvPicPr>
              <p:cNvPr id="2699" name="Google Shape;2699;p25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5880508" y="4661903"/>
                <a:ext cx="242555" cy="2239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00" name="Google Shape;2700;p25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6148351" y="4739246"/>
                <a:ext cx="81892" cy="1036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01" name="Google Shape;2701;p25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6252721" y="4712957"/>
                <a:ext cx="125231" cy="13228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02" name="Google Shape;2702;p25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6400025" y="4714636"/>
                <a:ext cx="97073" cy="12331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703" name="Google Shape;2703;p25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6783311" y="4644377"/>
              <a:ext cx="174523" cy="1775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4" name="Google Shape;2704;p25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7150595" y="4619231"/>
              <a:ext cx="222648" cy="1829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5" name="Google Shape;2705;p25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7663421" y="4654509"/>
              <a:ext cx="150139" cy="13695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06" name="Google Shape;2706;p25"/>
            <p:cNvGrpSpPr/>
            <p:nvPr/>
          </p:nvGrpSpPr>
          <p:grpSpPr>
            <a:xfrm>
              <a:off x="8042135" y="4456925"/>
              <a:ext cx="568120" cy="335305"/>
              <a:chOff x="8042135" y="4456925"/>
              <a:chExt cx="568120" cy="335305"/>
            </a:xfrm>
          </p:grpSpPr>
          <p:pic>
            <p:nvPicPr>
              <p:cNvPr id="2707" name="Google Shape;2707;p25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8042135" y="4593323"/>
                <a:ext cx="109753" cy="1600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08" name="Google Shape;2708;p25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8184153" y="4547603"/>
                <a:ext cx="174237" cy="20119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09" name="Google Shape;2709;p25"/>
              <p:cNvSpPr/>
              <p:nvPr/>
            </p:nvSpPr>
            <p:spPr>
              <a:xfrm>
                <a:off x="8397240" y="4639817"/>
                <a:ext cx="16509" cy="74929"/>
              </a:xfrm>
              <a:custGeom>
                <a:rect b="b" l="l" r="r" t="t"/>
                <a:pathLst>
                  <a:path extrusionOk="0" h="74929" w="16509">
                    <a:moveTo>
                      <a:pt x="5333" y="0"/>
                    </a:moveTo>
                    <a:lnTo>
                      <a:pt x="2893" y="11977"/>
                    </a:lnTo>
                    <a:lnTo>
                      <a:pt x="1238" y="23241"/>
                    </a:lnTo>
                    <a:lnTo>
                      <a:pt x="297" y="34504"/>
                    </a:lnTo>
                    <a:lnTo>
                      <a:pt x="0" y="46482"/>
                    </a:lnTo>
                    <a:lnTo>
                      <a:pt x="0" y="53304"/>
                    </a:lnTo>
                    <a:lnTo>
                      <a:pt x="571" y="59912"/>
                    </a:lnTo>
                    <a:lnTo>
                      <a:pt x="2571" y="66091"/>
                    </a:lnTo>
                    <a:lnTo>
                      <a:pt x="6857" y="71628"/>
                    </a:lnTo>
                    <a:lnTo>
                      <a:pt x="9905" y="74676"/>
                    </a:lnTo>
                    <a:lnTo>
                      <a:pt x="12953" y="72390"/>
                    </a:lnTo>
                    <a:lnTo>
                      <a:pt x="16001" y="71628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0" name="Google Shape;2710;p25"/>
              <p:cNvSpPr/>
              <p:nvPr/>
            </p:nvSpPr>
            <p:spPr>
              <a:xfrm>
                <a:off x="8404098" y="4545329"/>
                <a:ext cx="13970" cy="3810"/>
              </a:xfrm>
              <a:custGeom>
                <a:rect b="b" l="l" r="r" t="t"/>
                <a:pathLst>
                  <a:path extrusionOk="0" h="3810" w="13970">
                    <a:moveTo>
                      <a:pt x="13716" y="3809"/>
                    </a:moveTo>
                    <a:lnTo>
                      <a:pt x="9144" y="3047"/>
                    </a:lnTo>
                    <a:lnTo>
                      <a:pt x="4572" y="1523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711" name="Google Shape;2711;p25"/>
              <p:cNvPicPr preferRelativeResize="0"/>
              <p:nvPr/>
            </p:nvPicPr>
            <p:blipFill rotWithShape="1">
              <a:blip r:embed="rId48">
                <a:alphaModFix/>
              </a:blip>
              <a:srcRect b="0" l="0" r="0" t="0"/>
              <a:stretch/>
            </p:blipFill>
            <p:spPr>
              <a:xfrm>
                <a:off x="8450567" y="4570463"/>
                <a:ext cx="119075" cy="2217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12" name="Google Shape;2712;p25"/>
              <p:cNvPicPr preferRelativeResize="0"/>
              <p:nvPr/>
            </p:nvPicPr>
            <p:blipFill rotWithShape="1">
              <a:blip r:embed="rId49">
                <a:alphaModFix/>
              </a:blip>
              <a:srcRect b="0" l="0" r="0" t="0"/>
              <a:stretch/>
            </p:blipFill>
            <p:spPr>
              <a:xfrm>
                <a:off x="8531339" y="4456925"/>
                <a:ext cx="78916" cy="747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713" name="Google Shape;2713;p25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8741484" y="4514075"/>
              <a:ext cx="383239" cy="2377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4" name="Google Shape;2714;p25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3847325" y="2749283"/>
              <a:ext cx="80797" cy="161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5" name="Google Shape;2715;p25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3805963" y="2346185"/>
              <a:ext cx="183119" cy="31864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16" name="Google Shape;2716;p25"/>
            <p:cNvGrpSpPr/>
            <p:nvPr/>
          </p:nvGrpSpPr>
          <p:grpSpPr>
            <a:xfrm>
              <a:off x="4167365" y="2273795"/>
              <a:ext cx="229386" cy="525043"/>
              <a:chOff x="4167365" y="2273795"/>
              <a:chExt cx="229386" cy="525043"/>
            </a:xfrm>
          </p:grpSpPr>
          <p:pic>
            <p:nvPicPr>
              <p:cNvPr id="2717" name="Google Shape;2717;p25"/>
              <p:cNvPicPr preferRelativeResize="0"/>
              <p:nvPr/>
            </p:nvPicPr>
            <p:blipFill rotWithShape="1">
              <a:blip r:embed="rId53">
                <a:alphaModFix/>
              </a:blip>
              <a:srcRect b="0" l="0" r="0" t="0"/>
              <a:stretch/>
            </p:blipFill>
            <p:spPr>
              <a:xfrm>
                <a:off x="4167365" y="2644889"/>
                <a:ext cx="65557" cy="1539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18" name="Google Shape;2718;p25"/>
              <p:cNvPicPr preferRelativeResize="0"/>
              <p:nvPr/>
            </p:nvPicPr>
            <p:blipFill rotWithShape="1">
              <a:blip r:embed="rId54">
                <a:alphaModFix/>
              </a:blip>
              <a:srcRect b="0" l="0" r="0" t="0"/>
              <a:stretch/>
            </p:blipFill>
            <p:spPr>
              <a:xfrm>
                <a:off x="4217204" y="2413241"/>
                <a:ext cx="179547" cy="1882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19" name="Google Shape;2719;p25"/>
              <p:cNvPicPr preferRelativeResize="0"/>
              <p:nvPr/>
            </p:nvPicPr>
            <p:blipFill rotWithShape="1">
              <a:blip r:embed="rId55">
                <a:alphaModFix/>
              </a:blip>
              <a:srcRect b="0" l="0" r="0" t="0"/>
              <a:stretch/>
            </p:blipFill>
            <p:spPr>
              <a:xfrm>
                <a:off x="4310621" y="2273795"/>
                <a:ext cx="70129" cy="952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720" name="Google Shape;2720;p25"/>
            <p:cNvGrpSpPr/>
            <p:nvPr/>
          </p:nvGrpSpPr>
          <p:grpSpPr>
            <a:xfrm>
              <a:off x="4584941" y="5377421"/>
              <a:ext cx="1184173" cy="225577"/>
              <a:chOff x="4584941" y="5377421"/>
              <a:chExt cx="1184173" cy="225577"/>
            </a:xfrm>
          </p:grpSpPr>
          <p:pic>
            <p:nvPicPr>
              <p:cNvPr id="2721" name="Google Shape;2721;p25"/>
              <p:cNvPicPr preferRelativeResize="0"/>
              <p:nvPr/>
            </p:nvPicPr>
            <p:blipFill rotWithShape="1">
              <a:blip r:embed="rId56">
                <a:alphaModFix/>
              </a:blip>
              <a:srcRect b="0" l="0" r="0" t="0"/>
              <a:stretch/>
            </p:blipFill>
            <p:spPr>
              <a:xfrm>
                <a:off x="4584941" y="5413997"/>
                <a:ext cx="254759" cy="1890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22" name="Google Shape;2722;p25"/>
              <p:cNvPicPr preferRelativeResize="0"/>
              <p:nvPr/>
            </p:nvPicPr>
            <p:blipFill rotWithShape="1">
              <a:blip r:embed="rId57">
                <a:alphaModFix/>
              </a:blip>
              <a:srcRect b="0" l="0" r="0" t="0"/>
              <a:stretch/>
            </p:blipFill>
            <p:spPr>
              <a:xfrm>
                <a:off x="4862309" y="5413235"/>
                <a:ext cx="372643" cy="1752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23" name="Google Shape;2723;p25"/>
              <p:cNvPicPr preferRelativeResize="0"/>
              <p:nvPr/>
            </p:nvPicPr>
            <p:blipFill rotWithShape="1">
              <a:blip r:embed="rId58">
                <a:alphaModFix/>
              </a:blip>
              <a:srcRect b="0" l="0" r="0" t="0"/>
              <a:stretch/>
            </p:blipFill>
            <p:spPr>
              <a:xfrm>
                <a:off x="5254013" y="5388851"/>
                <a:ext cx="194299" cy="1661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24" name="Google Shape;2724;p25"/>
              <p:cNvPicPr preferRelativeResize="0"/>
              <p:nvPr/>
            </p:nvPicPr>
            <p:blipFill rotWithShape="1">
              <a:blip r:embed="rId59">
                <a:alphaModFix/>
              </a:blip>
              <a:srcRect b="0" l="0" r="0" t="0"/>
              <a:stretch/>
            </p:blipFill>
            <p:spPr>
              <a:xfrm>
                <a:off x="5474957" y="5377421"/>
                <a:ext cx="294157" cy="22100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725" name="Google Shape;2725;p25"/>
            <p:cNvPicPr preferRelativeResize="0"/>
            <p:nvPr/>
          </p:nvPicPr>
          <p:blipFill rotWithShape="1">
            <a:blip r:embed="rId60">
              <a:alphaModFix/>
            </a:blip>
            <a:srcRect b="0" l="0" r="0" t="0"/>
            <a:stretch/>
          </p:blipFill>
          <p:spPr>
            <a:xfrm>
              <a:off x="5836145" y="5503151"/>
              <a:ext cx="91465" cy="9146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26" name="Google Shape;2726;p25"/>
            <p:cNvGrpSpPr/>
            <p:nvPr/>
          </p:nvGrpSpPr>
          <p:grpSpPr>
            <a:xfrm>
              <a:off x="6304584" y="5339334"/>
              <a:ext cx="113658" cy="285750"/>
              <a:chOff x="6304584" y="5339334"/>
              <a:chExt cx="113658" cy="285750"/>
            </a:xfrm>
          </p:grpSpPr>
          <p:pic>
            <p:nvPicPr>
              <p:cNvPr id="2727" name="Google Shape;2727;p25"/>
              <p:cNvPicPr preferRelativeResize="0"/>
              <p:nvPr/>
            </p:nvPicPr>
            <p:blipFill rotWithShape="1">
              <a:blip r:embed="rId61">
                <a:alphaModFix/>
              </a:blip>
              <a:srcRect b="0" l="0" r="0" t="0"/>
              <a:stretch/>
            </p:blipFill>
            <p:spPr>
              <a:xfrm>
                <a:off x="6304584" y="5392661"/>
                <a:ext cx="113658" cy="1425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28" name="Google Shape;2728;p25"/>
              <p:cNvSpPr/>
              <p:nvPr/>
            </p:nvSpPr>
            <p:spPr>
              <a:xfrm>
                <a:off x="6307836" y="5339334"/>
                <a:ext cx="78739" cy="285750"/>
              </a:xfrm>
              <a:custGeom>
                <a:rect b="b" l="l" r="r" t="t"/>
                <a:pathLst>
                  <a:path extrusionOk="0" h="285750" w="78739">
                    <a:moveTo>
                      <a:pt x="78486" y="0"/>
                    </a:moveTo>
                    <a:lnTo>
                      <a:pt x="72080" y="17490"/>
                    </a:lnTo>
                    <a:lnTo>
                      <a:pt x="67246" y="34766"/>
                    </a:lnTo>
                    <a:lnTo>
                      <a:pt x="63269" y="52185"/>
                    </a:lnTo>
                    <a:lnTo>
                      <a:pt x="59436" y="70104"/>
                    </a:lnTo>
                    <a:lnTo>
                      <a:pt x="53697" y="95690"/>
                    </a:lnTo>
                    <a:lnTo>
                      <a:pt x="41648" y="146292"/>
                    </a:lnTo>
                    <a:lnTo>
                      <a:pt x="29075" y="193036"/>
                    </a:lnTo>
                    <a:lnTo>
                      <a:pt x="15978" y="235636"/>
                    </a:lnTo>
                    <a:lnTo>
                      <a:pt x="4286" y="271272"/>
                    </a:lnTo>
                    <a:lnTo>
                      <a:pt x="1964" y="278439"/>
                    </a:lnTo>
                    <a:lnTo>
                      <a:pt x="0" y="285750"/>
                    </a:lnTo>
                    <a:lnTo>
                      <a:pt x="4964" y="280570"/>
                    </a:lnTo>
                    <a:lnTo>
                      <a:pt x="8858" y="275177"/>
                    </a:lnTo>
                    <a:lnTo>
                      <a:pt x="12322" y="269355"/>
                    </a:lnTo>
                    <a:lnTo>
                      <a:pt x="16002" y="26289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29" name="Google Shape;2729;p25"/>
            <p:cNvGrpSpPr/>
            <p:nvPr/>
          </p:nvGrpSpPr>
          <p:grpSpPr>
            <a:xfrm>
              <a:off x="6677406" y="5370576"/>
              <a:ext cx="150126" cy="132600"/>
              <a:chOff x="6677406" y="5370576"/>
              <a:chExt cx="150126" cy="132600"/>
            </a:xfrm>
          </p:grpSpPr>
          <p:sp>
            <p:nvSpPr>
              <p:cNvPr id="2730" name="Google Shape;2730;p25"/>
              <p:cNvSpPr/>
              <p:nvPr/>
            </p:nvSpPr>
            <p:spPr>
              <a:xfrm>
                <a:off x="6696456" y="5437632"/>
                <a:ext cx="14604" cy="56514"/>
              </a:xfrm>
              <a:custGeom>
                <a:rect b="b" l="l" r="r" t="t"/>
                <a:pathLst>
                  <a:path extrusionOk="0" h="56514" w="14604">
                    <a:moveTo>
                      <a:pt x="0" y="0"/>
                    </a:moveTo>
                    <a:lnTo>
                      <a:pt x="7405" y="12263"/>
                    </a:lnTo>
                    <a:lnTo>
                      <a:pt x="11811" y="21526"/>
                    </a:lnTo>
                    <a:lnTo>
                      <a:pt x="13930" y="31075"/>
                    </a:lnTo>
                    <a:lnTo>
                      <a:pt x="14478" y="44196"/>
                    </a:lnTo>
                    <a:lnTo>
                      <a:pt x="14478" y="52577"/>
                    </a:lnTo>
                    <a:lnTo>
                      <a:pt x="13716" y="51053"/>
                    </a:lnTo>
                    <a:lnTo>
                      <a:pt x="10668" y="56388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1" name="Google Shape;2731;p25"/>
              <p:cNvSpPr/>
              <p:nvPr/>
            </p:nvSpPr>
            <p:spPr>
              <a:xfrm>
                <a:off x="6677406" y="5370576"/>
                <a:ext cx="15240" cy="15239"/>
              </a:xfrm>
              <a:custGeom>
                <a:rect b="b" l="l" r="r" t="t"/>
                <a:pathLst>
                  <a:path extrusionOk="0" h="15239" w="15240">
                    <a:moveTo>
                      <a:pt x="0" y="3810"/>
                    </a:moveTo>
                    <a:lnTo>
                      <a:pt x="0" y="12192"/>
                    </a:lnTo>
                    <a:lnTo>
                      <a:pt x="3048" y="15240"/>
                    </a:lnTo>
                    <a:lnTo>
                      <a:pt x="11430" y="15240"/>
                    </a:lnTo>
                    <a:lnTo>
                      <a:pt x="15240" y="12192"/>
                    </a:lnTo>
                    <a:lnTo>
                      <a:pt x="15240" y="7620"/>
                    </a:lnTo>
                    <a:lnTo>
                      <a:pt x="15240" y="3810"/>
                    </a:lnTo>
                    <a:lnTo>
                      <a:pt x="11430" y="0"/>
                    </a:lnTo>
                    <a:lnTo>
                      <a:pt x="3048" y="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732" name="Google Shape;2732;p25"/>
              <p:cNvPicPr preferRelativeResize="0"/>
              <p:nvPr/>
            </p:nvPicPr>
            <p:blipFill rotWithShape="1">
              <a:blip r:embed="rId62">
                <a:alphaModFix/>
              </a:blip>
              <a:srcRect b="0" l="0" r="0" t="0"/>
              <a:stretch/>
            </p:blipFill>
            <p:spPr>
              <a:xfrm>
                <a:off x="6740639" y="5394947"/>
                <a:ext cx="86893" cy="10822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733" name="Google Shape;2733;p25"/>
            <p:cNvPicPr preferRelativeResize="0"/>
            <p:nvPr/>
          </p:nvPicPr>
          <p:blipFill rotWithShape="1">
            <a:blip r:embed="rId63">
              <a:alphaModFix/>
            </a:blip>
            <a:srcRect b="0" l="0" r="0" t="0"/>
            <a:stretch/>
          </p:blipFill>
          <p:spPr>
            <a:xfrm>
              <a:off x="7061441" y="5282171"/>
              <a:ext cx="389407" cy="1958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4" name="Google Shape;2734;p25"/>
            <p:cNvPicPr preferRelativeResize="0"/>
            <p:nvPr/>
          </p:nvPicPr>
          <p:blipFill rotWithShape="1">
            <a:blip r:embed="rId64">
              <a:alphaModFix/>
            </a:blip>
            <a:srcRect b="0" l="0" r="0" t="0"/>
            <a:stretch/>
          </p:blipFill>
          <p:spPr>
            <a:xfrm>
              <a:off x="7731238" y="5254084"/>
              <a:ext cx="379810" cy="16205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35" name="Google Shape;2735;p25"/>
            <p:cNvGrpSpPr/>
            <p:nvPr/>
          </p:nvGrpSpPr>
          <p:grpSpPr>
            <a:xfrm>
              <a:off x="8534101" y="5177028"/>
              <a:ext cx="474275" cy="249554"/>
              <a:chOff x="8534101" y="5177028"/>
              <a:chExt cx="474275" cy="249554"/>
            </a:xfrm>
          </p:grpSpPr>
          <p:pic>
            <p:nvPicPr>
              <p:cNvPr id="2736" name="Google Shape;2736;p25"/>
              <p:cNvPicPr preferRelativeResize="0"/>
              <p:nvPr/>
            </p:nvPicPr>
            <p:blipFill rotWithShape="1">
              <a:blip r:embed="rId65">
                <a:alphaModFix/>
              </a:blip>
              <a:srcRect b="0" l="0" r="0" t="0"/>
              <a:stretch/>
            </p:blipFill>
            <p:spPr>
              <a:xfrm>
                <a:off x="8534101" y="5217496"/>
                <a:ext cx="293681" cy="14775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37" name="Google Shape;2737;p25"/>
              <p:cNvSpPr/>
              <p:nvPr/>
            </p:nvSpPr>
            <p:spPr>
              <a:xfrm>
                <a:off x="8825579" y="5177028"/>
                <a:ext cx="96520" cy="249554"/>
              </a:xfrm>
              <a:custGeom>
                <a:rect b="b" l="l" r="r" t="t"/>
                <a:pathLst>
                  <a:path extrusionOk="0" h="249554" w="96520">
                    <a:moveTo>
                      <a:pt x="11334" y="19050"/>
                    </a:moveTo>
                    <a:lnTo>
                      <a:pt x="10572" y="13716"/>
                    </a:lnTo>
                    <a:lnTo>
                      <a:pt x="7524" y="3810"/>
                    </a:lnTo>
                    <a:lnTo>
                      <a:pt x="6000" y="0"/>
                    </a:lnTo>
                    <a:lnTo>
                      <a:pt x="5881" y="25705"/>
                    </a:lnTo>
                    <a:lnTo>
                      <a:pt x="5619" y="51339"/>
                    </a:lnTo>
                    <a:lnTo>
                      <a:pt x="5357" y="76831"/>
                    </a:lnTo>
                    <a:lnTo>
                      <a:pt x="5238" y="102107"/>
                    </a:lnTo>
                    <a:lnTo>
                      <a:pt x="4417" y="127134"/>
                    </a:lnTo>
                    <a:lnTo>
                      <a:pt x="3238" y="152019"/>
                    </a:lnTo>
                    <a:lnTo>
                      <a:pt x="1916" y="176903"/>
                    </a:lnTo>
                    <a:lnTo>
                      <a:pt x="666" y="201930"/>
                    </a:lnTo>
                    <a:lnTo>
                      <a:pt x="154" y="213598"/>
                    </a:lnTo>
                    <a:lnTo>
                      <a:pt x="0" y="225552"/>
                    </a:lnTo>
                    <a:lnTo>
                      <a:pt x="559" y="237505"/>
                    </a:lnTo>
                    <a:lnTo>
                      <a:pt x="2190" y="249174"/>
                    </a:lnTo>
                    <a:lnTo>
                      <a:pt x="8882" y="244173"/>
                    </a:lnTo>
                    <a:lnTo>
                      <a:pt x="21919" y="196596"/>
                    </a:lnTo>
                    <a:lnTo>
                      <a:pt x="23562" y="155447"/>
                    </a:lnTo>
                    <a:lnTo>
                      <a:pt x="23526" y="134874"/>
                    </a:lnTo>
                    <a:lnTo>
                      <a:pt x="23133" y="123241"/>
                    </a:lnTo>
                    <a:lnTo>
                      <a:pt x="22098" y="112109"/>
                    </a:lnTo>
                    <a:lnTo>
                      <a:pt x="20633" y="101119"/>
                    </a:lnTo>
                    <a:lnTo>
                      <a:pt x="18954" y="89916"/>
                    </a:lnTo>
                    <a:lnTo>
                      <a:pt x="18954" y="88392"/>
                    </a:lnTo>
                    <a:lnTo>
                      <a:pt x="18954" y="87630"/>
                    </a:lnTo>
                    <a:lnTo>
                      <a:pt x="18954" y="86868"/>
                    </a:lnTo>
                    <a:lnTo>
                      <a:pt x="27312" y="85117"/>
                    </a:lnTo>
                    <a:lnTo>
                      <a:pt x="36099" y="84296"/>
                    </a:lnTo>
                    <a:lnTo>
                      <a:pt x="44886" y="84189"/>
                    </a:lnTo>
                    <a:lnTo>
                      <a:pt x="53244" y="84581"/>
                    </a:lnTo>
                    <a:lnTo>
                      <a:pt x="93630" y="100583"/>
                    </a:lnTo>
                    <a:lnTo>
                      <a:pt x="96095" y="109025"/>
                    </a:lnTo>
                    <a:lnTo>
                      <a:pt x="93345" y="116109"/>
                    </a:lnTo>
                    <a:lnTo>
                      <a:pt x="57626" y="137160"/>
                    </a:lnTo>
                    <a:lnTo>
                      <a:pt x="34194" y="143256"/>
                    </a:lnTo>
                    <a:lnTo>
                      <a:pt x="28860" y="143256"/>
                    </a:lnTo>
                    <a:lnTo>
                      <a:pt x="27336" y="143256"/>
                    </a:lnTo>
                    <a:lnTo>
                      <a:pt x="34194" y="138684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738" name="Google Shape;2738;p25"/>
              <p:cNvPicPr preferRelativeResize="0"/>
              <p:nvPr/>
            </p:nvPicPr>
            <p:blipFill rotWithShape="1">
              <a:blip r:embed="rId66">
                <a:alphaModFix/>
              </a:blip>
              <a:srcRect b="0" l="0" r="0" t="0"/>
              <a:stretch/>
            </p:blipFill>
            <p:spPr>
              <a:xfrm>
                <a:off x="8889479" y="5197113"/>
                <a:ext cx="118897" cy="11771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739" name="Google Shape;2739;p25"/>
            <p:cNvPicPr preferRelativeResize="0"/>
            <p:nvPr/>
          </p:nvPicPr>
          <p:blipFill rotWithShape="1">
            <a:blip r:embed="rId67">
              <a:alphaModFix/>
            </a:blip>
            <a:srcRect b="0" l="0" r="0" t="0"/>
            <a:stretch/>
          </p:blipFill>
          <p:spPr>
            <a:xfrm>
              <a:off x="9258287" y="5125961"/>
              <a:ext cx="197383" cy="1214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0" name="Google Shape;2740;p25"/>
            <p:cNvPicPr preferRelativeResize="0"/>
            <p:nvPr/>
          </p:nvPicPr>
          <p:blipFill rotWithShape="1">
            <a:blip r:embed="rId68">
              <a:alphaModFix/>
            </a:blip>
            <a:srcRect b="0" l="0" r="0" t="0"/>
            <a:stretch/>
          </p:blipFill>
          <p:spPr>
            <a:xfrm>
              <a:off x="4983467" y="5860529"/>
              <a:ext cx="173761" cy="2126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1" name="Google Shape;2741;p25"/>
            <p:cNvPicPr preferRelativeResize="0"/>
            <p:nvPr/>
          </p:nvPicPr>
          <p:blipFill rotWithShape="1">
            <a:blip r:embed="rId69">
              <a:alphaModFix/>
            </a:blip>
            <a:srcRect b="0" l="0" r="0" t="0"/>
            <a:stretch/>
          </p:blipFill>
          <p:spPr>
            <a:xfrm>
              <a:off x="5622154" y="5897867"/>
              <a:ext cx="213254" cy="155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2" name="Google Shape;2742;p25"/>
            <p:cNvPicPr preferRelativeResize="0"/>
            <p:nvPr/>
          </p:nvPicPr>
          <p:blipFill rotWithShape="1">
            <a:blip r:embed="rId70">
              <a:alphaModFix/>
            </a:blip>
            <a:srcRect b="0" l="0" r="0" t="0"/>
            <a:stretch/>
          </p:blipFill>
          <p:spPr>
            <a:xfrm>
              <a:off x="6134087" y="5807951"/>
              <a:ext cx="88417" cy="7165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43" name="Google Shape;2743;p25"/>
            <p:cNvGrpSpPr/>
            <p:nvPr/>
          </p:nvGrpSpPr>
          <p:grpSpPr>
            <a:xfrm>
              <a:off x="6286499" y="5810237"/>
              <a:ext cx="732295" cy="200163"/>
              <a:chOff x="6286499" y="5810237"/>
              <a:chExt cx="732295" cy="200163"/>
            </a:xfrm>
          </p:grpSpPr>
          <p:sp>
            <p:nvSpPr>
              <p:cNvPr id="2744" name="Google Shape;2744;p25"/>
              <p:cNvSpPr/>
              <p:nvPr/>
            </p:nvSpPr>
            <p:spPr>
              <a:xfrm>
                <a:off x="6286499" y="5830823"/>
                <a:ext cx="17779" cy="1270"/>
              </a:xfrm>
              <a:custGeom>
                <a:rect b="b" l="l" r="r" t="t"/>
                <a:pathLst>
                  <a:path extrusionOk="0" h="1270" w="17779">
                    <a:moveTo>
                      <a:pt x="0" y="762"/>
                    </a:moveTo>
                    <a:lnTo>
                      <a:pt x="5334" y="762"/>
                    </a:lnTo>
                    <a:lnTo>
                      <a:pt x="11430" y="762"/>
                    </a:lnTo>
                    <a:lnTo>
                      <a:pt x="17526" y="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5" name="Google Shape;2745;p25"/>
              <p:cNvSpPr/>
              <p:nvPr/>
            </p:nvSpPr>
            <p:spPr>
              <a:xfrm>
                <a:off x="6292595" y="5887211"/>
                <a:ext cx="10160" cy="123189"/>
              </a:xfrm>
              <a:custGeom>
                <a:rect b="b" l="l" r="r" t="t"/>
                <a:pathLst>
                  <a:path extrusionOk="0" h="123189" w="10160">
                    <a:moveTo>
                      <a:pt x="0" y="0"/>
                    </a:moveTo>
                    <a:lnTo>
                      <a:pt x="809" y="12453"/>
                    </a:lnTo>
                    <a:lnTo>
                      <a:pt x="1905" y="24764"/>
                    </a:lnTo>
                    <a:lnTo>
                      <a:pt x="3000" y="37076"/>
                    </a:lnTo>
                    <a:lnTo>
                      <a:pt x="3810" y="49529"/>
                    </a:lnTo>
                    <a:lnTo>
                      <a:pt x="4036" y="65198"/>
                    </a:lnTo>
                    <a:lnTo>
                      <a:pt x="3905" y="81152"/>
                    </a:lnTo>
                    <a:lnTo>
                      <a:pt x="3917" y="97107"/>
                    </a:lnTo>
                    <a:lnTo>
                      <a:pt x="4572" y="112775"/>
                    </a:lnTo>
                    <a:lnTo>
                      <a:pt x="4572" y="119633"/>
                    </a:lnTo>
                    <a:lnTo>
                      <a:pt x="4572" y="121157"/>
                    </a:lnTo>
                    <a:lnTo>
                      <a:pt x="9906" y="122681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746" name="Google Shape;2746;p25"/>
              <p:cNvPicPr preferRelativeResize="0"/>
              <p:nvPr/>
            </p:nvPicPr>
            <p:blipFill rotWithShape="1">
              <a:blip r:embed="rId71">
                <a:alphaModFix/>
              </a:blip>
              <a:srcRect b="0" l="0" r="0" t="0"/>
              <a:stretch/>
            </p:blipFill>
            <p:spPr>
              <a:xfrm>
                <a:off x="6352304" y="5903201"/>
                <a:ext cx="80511" cy="9756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47" name="Google Shape;2747;p25"/>
              <p:cNvPicPr preferRelativeResize="0"/>
              <p:nvPr/>
            </p:nvPicPr>
            <p:blipFill rotWithShape="1">
              <a:blip r:embed="rId72">
                <a:alphaModFix/>
              </a:blip>
              <a:srcRect b="0" l="0" r="0" t="0"/>
              <a:stretch/>
            </p:blipFill>
            <p:spPr>
              <a:xfrm>
                <a:off x="6467652" y="5850158"/>
                <a:ext cx="121373" cy="1429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48" name="Google Shape;2748;p25"/>
              <p:cNvPicPr preferRelativeResize="0"/>
              <p:nvPr/>
            </p:nvPicPr>
            <p:blipFill rotWithShape="1">
              <a:blip r:embed="rId73">
                <a:alphaModFix/>
              </a:blip>
              <a:srcRect b="0" l="0" r="0" t="0"/>
              <a:stretch/>
            </p:blipFill>
            <p:spPr>
              <a:xfrm>
                <a:off x="6621767" y="5901069"/>
                <a:ext cx="82035" cy="905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49" name="Google Shape;2749;p25"/>
              <p:cNvSpPr/>
              <p:nvPr/>
            </p:nvSpPr>
            <p:spPr>
              <a:xfrm>
                <a:off x="6707885" y="5834633"/>
                <a:ext cx="15240" cy="15239"/>
              </a:xfrm>
              <a:custGeom>
                <a:rect b="b" l="l" r="r" t="t"/>
                <a:pathLst>
                  <a:path extrusionOk="0" h="15239" w="15240">
                    <a:moveTo>
                      <a:pt x="0" y="3047"/>
                    </a:moveTo>
                    <a:lnTo>
                      <a:pt x="0" y="11429"/>
                    </a:lnTo>
                    <a:lnTo>
                      <a:pt x="3048" y="15239"/>
                    </a:lnTo>
                    <a:lnTo>
                      <a:pt x="11430" y="15239"/>
                    </a:lnTo>
                    <a:lnTo>
                      <a:pt x="15240" y="11429"/>
                    </a:lnTo>
                    <a:lnTo>
                      <a:pt x="15240" y="7619"/>
                    </a:lnTo>
                    <a:lnTo>
                      <a:pt x="15240" y="3047"/>
                    </a:lnTo>
                    <a:lnTo>
                      <a:pt x="11430" y="0"/>
                    </a:lnTo>
                    <a:lnTo>
                      <a:pt x="3048" y="0"/>
                    </a:lnTo>
                    <a:lnTo>
                      <a:pt x="0" y="3047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0" name="Google Shape;2750;p25"/>
              <p:cNvSpPr/>
              <p:nvPr/>
            </p:nvSpPr>
            <p:spPr>
              <a:xfrm>
                <a:off x="6734555" y="5910833"/>
                <a:ext cx="2540" cy="67310"/>
              </a:xfrm>
              <a:custGeom>
                <a:rect b="b" l="l" r="r" t="t"/>
                <a:pathLst>
                  <a:path extrusionOk="0" h="67310" w="2540">
                    <a:moveTo>
                      <a:pt x="0" y="0"/>
                    </a:moveTo>
                    <a:lnTo>
                      <a:pt x="333" y="11429"/>
                    </a:lnTo>
                    <a:lnTo>
                      <a:pt x="381" y="22859"/>
                    </a:lnTo>
                    <a:lnTo>
                      <a:pt x="428" y="34290"/>
                    </a:lnTo>
                    <a:lnTo>
                      <a:pt x="762" y="45720"/>
                    </a:lnTo>
                    <a:lnTo>
                      <a:pt x="762" y="52577"/>
                    </a:lnTo>
                    <a:lnTo>
                      <a:pt x="1524" y="61722"/>
                    </a:lnTo>
                    <a:lnTo>
                      <a:pt x="2286" y="6705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751" name="Google Shape;2751;p25"/>
              <p:cNvPicPr preferRelativeResize="0"/>
              <p:nvPr/>
            </p:nvPicPr>
            <p:blipFill rotWithShape="1">
              <a:blip r:embed="rId74">
                <a:alphaModFix/>
              </a:blip>
              <a:srcRect b="0" l="0" r="0" t="0"/>
              <a:stretch/>
            </p:blipFill>
            <p:spPr>
              <a:xfrm>
                <a:off x="6787883" y="5810237"/>
                <a:ext cx="230911" cy="17604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752" name="Google Shape;2752;p25"/>
            <p:cNvGrpSpPr/>
            <p:nvPr/>
          </p:nvGrpSpPr>
          <p:grpSpPr>
            <a:xfrm>
              <a:off x="7194398" y="5734037"/>
              <a:ext cx="1142655" cy="232435"/>
              <a:chOff x="7194398" y="5734037"/>
              <a:chExt cx="1142655" cy="232435"/>
            </a:xfrm>
          </p:grpSpPr>
          <p:pic>
            <p:nvPicPr>
              <p:cNvPr id="2753" name="Google Shape;2753;p25"/>
              <p:cNvPicPr preferRelativeResize="0"/>
              <p:nvPr/>
            </p:nvPicPr>
            <p:blipFill rotWithShape="1">
              <a:blip r:embed="rId75">
                <a:alphaModFix/>
              </a:blip>
              <a:srcRect b="0" l="0" r="0" t="0"/>
              <a:stretch/>
            </p:blipFill>
            <p:spPr>
              <a:xfrm>
                <a:off x="7194398" y="5799140"/>
                <a:ext cx="162724" cy="1673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54" name="Google Shape;2754;p25"/>
              <p:cNvPicPr preferRelativeResize="0"/>
              <p:nvPr/>
            </p:nvPicPr>
            <p:blipFill rotWithShape="1">
              <a:blip r:embed="rId76">
                <a:alphaModFix/>
              </a:blip>
              <a:srcRect b="0" l="0" r="0" t="0"/>
              <a:stretch/>
            </p:blipFill>
            <p:spPr>
              <a:xfrm>
                <a:off x="7391386" y="5821667"/>
                <a:ext cx="263201" cy="1444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55" name="Google Shape;2755;p25"/>
              <p:cNvPicPr preferRelativeResize="0"/>
              <p:nvPr/>
            </p:nvPicPr>
            <p:blipFill rotWithShape="1">
              <a:blip r:embed="rId77">
                <a:alphaModFix/>
              </a:blip>
              <a:srcRect b="0" l="0" r="0" t="0"/>
              <a:stretch/>
            </p:blipFill>
            <p:spPr>
              <a:xfrm>
                <a:off x="7677136" y="5822953"/>
                <a:ext cx="86893" cy="1130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56" name="Google Shape;2756;p25"/>
              <p:cNvPicPr preferRelativeResize="0"/>
              <p:nvPr/>
            </p:nvPicPr>
            <p:blipFill rotWithShape="1">
              <a:blip r:embed="rId78">
                <a:alphaModFix/>
              </a:blip>
              <a:srcRect b="0" l="0" r="0" t="0"/>
              <a:stretch/>
            </p:blipFill>
            <p:spPr>
              <a:xfrm>
                <a:off x="7787639" y="5792711"/>
                <a:ext cx="155817" cy="13032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57" name="Google Shape;2757;p25"/>
              <p:cNvSpPr/>
              <p:nvPr/>
            </p:nvSpPr>
            <p:spPr>
              <a:xfrm>
                <a:off x="7928609" y="5757481"/>
                <a:ext cx="13970" cy="8254"/>
              </a:xfrm>
              <a:custGeom>
                <a:rect b="b" l="l" r="r" t="t"/>
                <a:pathLst>
                  <a:path extrusionOk="0" h="8254" w="13970">
                    <a:moveTo>
                      <a:pt x="13716" y="4762"/>
                    </a:moveTo>
                    <a:lnTo>
                      <a:pt x="785" y="1166"/>
                    </a:lnTo>
                    <a:lnTo>
                      <a:pt x="0" y="0"/>
                    </a:lnTo>
                    <a:lnTo>
                      <a:pt x="3214" y="1976"/>
                    </a:lnTo>
                    <a:lnTo>
                      <a:pt x="2286" y="781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758" name="Google Shape;2758;p25"/>
              <p:cNvPicPr preferRelativeResize="0"/>
              <p:nvPr/>
            </p:nvPicPr>
            <p:blipFill rotWithShape="1">
              <a:blip r:embed="rId79">
                <a:alphaModFix/>
              </a:blip>
              <a:srcRect b="0" l="0" r="0" t="0"/>
              <a:stretch/>
            </p:blipFill>
            <p:spPr>
              <a:xfrm>
                <a:off x="7980412" y="5826239"/>
                <a:ext cx="85655" cy="937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59" name="Google Shape;2759;p25"/>
              <p:cNvPicPr preferRelativeResize="0"/>
              <p:nvPr/>
            </p:nvPicPr>
            <p:blipFill rotWithShape="1">
              <a:blip r:embed="rId80">
                <a:alphaModFix/>
              </a:blip>
              <a:srcRect b="0" l="0" r="0" t="0"/>
              <a:stretch/>
            </p:blipFill>
            <p:spPr>
              <a:xfrm>
                <a:off x="8085568" y="5734037"/>
                <a:ext cx="251485" cy="18442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760" name="Google Shape;2760;p25"/>
            <p:cNvGrpSpPr/>
            <p:nvPr/>
          </p:nvGrpSpPr>
          <p:grpSpPr>
            <a:xfrm>
              <a:off x="8639556" y="5701284"/>
              <a:ext cx="579632" cy="219964"/>
              <a:chOff x="8639556" y="5701284"/>
              <a:chExt cx="579632" cy="219964"/>
            </a:xfrm>
          </p:grpSpPr>
          <p:sp>
            <p:nvSpPr>
              <p:cNvPr id="2761" name="Google Shape;2761;p25"/>
              <p:cNvSpPr/>
              <p:nvPr/>
            </p:nvSpPr>
            <p:spPr>
              <a:xfrm>
                <a:off x="8639556" y="5718048"/>
                <a:ext cx="104775" cy="138429"/>
              </a:xfrm>
              <a:custGeom>
                <a:rect b="b" l="l" r="r" t="t"/>
                <a:pathLst>
                  <a:path extrusionOk="0" h="138429" w="104775">
                    <a:moveTo>
                      <a:pt x="76961" y="51815"/>
                    </a:moveTo>
                    <a:lnTo>
                      <a:pt x="75437" y="9143"/>
                    </a:lnTo>
                    <a:lnTo>
                      <a:pt x="73151" y="0"/>
                    </a:lnTo>
                    <a:lnTo>
                      <a:pt x="64769" y="3047"/>
                    </a:lnTo>
                    <a:lnTo>
                      <a:pt x="34039" y="38373"/>
                    </a:lnTo>
                    <a:lnTo>
                      <a:pt x="24288" y="70770"/>
                    </a:lnTo>
                    <a:lnTo>
                      <a:pt x="26800" y="80188"/>
                    </a:lnTo>
                    <a:lnTo>
                      <a:pt x="59816" y="100679"/>
                    </a:lnTo>
                    <a:lnTo>
                      <a:pt x="88391" y="106679"/>
                    </a:lnTo>
                    <a:lnTo>
                      <a:pt x="95249" y="108965"/>
                    </a:lnTo>
                    <a:lnTo>
                      <a:pt x="102869" y="108965"/>
                    </a:lnTo>
                    <a:lnTo>
                      <a:pt x="104393" y="116585"/>
                    </a:lnTo>
                    <a:lnTo>
                      <a:pt x="53709" y="132659"/>
                    </a:lnTo>
                    <a:lnTo>
                      <a:pt x="8381" y="137159"/>
                    </a:lnTo>
                    <a:lnTo>
                      <a:pt x="2285" y="137159"/>
                    </a:lnTo>
                    <a:lnTo>
                      <a:pt x="0" y="137921"/>
                    </a:lnTo>
                    <a:lnTo>
                      <a:pt x="0" y="132587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2" name="Google Shape;2762;p25"/>
              <p:cNvSpPr/>
              <p:nvPr/>
            </p:nvSpPr>
            <p:spPr>
              <a:xfrm>
                <a:off x="8755320" y="5710428"/>
                <a:ext cx="16509" cy="210820"/>
              </a:xfrm>
              <a:custGeom>
                <a:rect b="b" l="l" r="r" t="t"/>
                <a:pathLst>
                  <a:path extrusionOk="0" h="210820" w="16509">
                    <a:moveTo>
                      <a:pt x="13775" y="0"/>
                    </a:moveTo>
                    <a:lnTo>
                      <a:pt x="14978" y="16692"/>
                    </a:lnTo>
                    <a:lnTo>
                      <a:pt x="15966" y="33527"/>
                    </a:lnTo>
                    <a:lnTo>
                      <a:pt x="16240" y="50363"/>
                    </a:lnTo>
                    <a:lnTo>
                      <a:pt x="15299" y="67056"/>
                    </a:lnTo>
                    <a:lnTo>
                      <a:pt x="13549" y="85665"/>
                    </a:lnTo>
                    <a:lnTo>
                      <a:pt x="11013" y="103917"/>
                    </a:lnTo>
                    <a:lnTo>
                      <a:pt x="8334" y="122027"/>
                    </a:lnTo>
                    <a:lnTo>
                      <a:pt x="6155" y="140208"/>
                    </a:lnTo>
                    <a:lnTo>
                      <a:pt x="4345" y="155519"/>
                    </a:lnTo>
                    <a:lnTo>
                      <a:pt x="2536" y="170688"/>
                    </a:lnTo>
                    <a:lnTo>
                      <a:pt x="1012" y="185856"/>
                    </a:lnTo>
                    <a:lnTo>
                      <a:pt x="59" y="201168"/>
                    </a:lnTo>
                    <a:lnTo>
                      <a:pt x="0" y="207418"/>
                    </a:lnTo>
                    <a:lnTo>
                      <a:pt x="154" y="208883"/>
                    </a:lnTo>
                    <a:lnTo>
                      <a:pt x="1023" y="208776"/>
                    </a:lnTo>
                    <a:lnTo>
                      <a:pt x="3107" y="210311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3" name="Google Shape;2763;p25"/>
              <p:cNvSpPr/>
              <p:nvPr/>
            </p:nvSpPr>
            <p:spPr>
              <a:xfrm>
                <a:off x="8766714" y="5768054"/>
                <a:ext cx="75565" cy="87629"/>
              </a:xfrm>
              <a:custGeom>
                <a:rect b="b" l="l" r="r" t="t"/>
                <a:pathLst>
                  <a:path extrusionOk="0" h="87629" w="75565">
                    <a:moveTo>
                      <a:pt x="2381" y="87153"/>
                    </a:moveTo>
                    <a:lnTo>
                      <a:pt x="2131" y="71270"/>
                    </a:lnTo>
                    <a:lnTo>
                      <a:pt x="1523" y="55530"/>
                    </a:lnTo>
                    <a:lnTo>
                      <a:pt x="773" y="39790"/>
                    </a:lnTo>
                    <a:lnTo>
                      <a:pt x="95" y="23907"/>
                    </a:lnTo>
                    <a:lnTo>
                      <a:pt x="25050" y="0"/>
                    </a:lnTo>
                    <a:lnTo>
                      <a:pt x="34956" y="1238"/>
                    </a:lnTo>
                    <a:lnTo>
                      <a:pt x="68580" y="20192"/>
                    </a:lnTo>
                    <a:lnTo>
                      <a:pt x="75533" y="36099"/>
                    </a:lnTo>
                    <a:lnTo>
                      <a:pt x="72485" y="44291"/>
                    </a:lnTo>
                    <a:lnTo>
                      <a:pt x="37433" y="62769"/>
                    </a:lnTo>
                    <a:lnTo>
                      <a:pt x="29813" y="65817"/>
                    </a:lnTo>
                    <a:lnTo>
                      <a:pt x="22193" y="67341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4" name="Google Shape;2764;p25"/>
              <p:cNvSpPr/>
              <p:nvPr/>
            </p:nvSpPr>
            <p:spPr>
              <a:xfrm>
                <a:off x="8865870" y="5717286"/>
                <a:ext cx="116840" cy="110489"/>
              </a:xfrm>
              <a:custGeom>
                <a:rect b="b" l="l" r="r" t="t"/>
                <a:pathLst>
                  <a:path extrusionOk="0" h="110489" w="116840">
                    <a:moveTo>
                      <a:pt x="76200" y="68580"/>
                    </a:moveTo>
                    <a:lnTo>
                      <a:pt x="81533" y="23622"/>
                    </a:lnTo>
                    <a:lnTo>
                      <a:pt x="70865" y="0"/>
                    </a:lnTo>
                    <a:lnTo>
                      <a:pt x="59090" y="1012"/>
                    </a:lnTo>
                    <a:lnTo>
                      <a:pt x="18538" y="39302"/>
                    </a:lnTo>
                    <a:lnTo>
                      <a:pt x="2083" y="74949"/>
                    </a:lnTo>
                    <a:lnTo>
                      <a:pt x="0" y="94488"/>
                    </a:lnTo>
                    <a:lnTo>
                      <a:pt x="2809" y="103620"/>
                    </a:lnTo>
                    <a:lnTo>
                      <a:pt x="9906" y="108680"/>
                    </a:lnTo>
                    <a:lnTo>
                      <a:pt x="19288" y="110454"/>
                    </a:lnTo>
                    <a:lnTo>
                      <a:pt x="28956" y="109728"/>
                    </a:lnTo>
                    <a:lnTo>
                      <a:pt x="62710" y="87439"/>
                    </a:lnTo>
                    <a:lnTo>
                      <a:pt x="81784" y="44481"/>
                    </a:lnTo>
                    <a:lnTo>
                      <a:pt x="83057" y="33528"/>
                    </a:lnTo>
                    <a:lnTo>
                      <a:pt x="83820" y="27432"/>
                    </a:lnTo>
                    <a:lnTo>
                      <a:pt x="82296" y="28194"/>
                    </a:lnTo>
                    <a:lnTo>
                      <a:pt x="82296" y="26670"/>
                    </a:lnTo>
                    <a:lnTo>
                      <a:pt x="77831" y="34242"/>
                    </a:lnTo>
                    <a:lnTo>
                      <a:pt x="69532" y="79343"/>
                    </a:lnTo>
                    <a:lnTo>
                      <a:pt x="71294" y="89427"/>
                    </a:lnTo>
                    <a:lnTo>
                      <a:pt x="76200" y="98298"/>
                    </a:lnTo>
                    <a:lnTo>
                      <a:pt x="84760" y="104548"/>
                    </a:lnTo>
                    <a:lnTo>
                      <a:pt x="94964" y="107156"/>
                    </a:lnTo>
                    <a:lnTo>
                      <a:pt x="105882" y="107620"/>
                    </a:lnTo>
                    <a:lnTo>
                      <a:pt x="116586" y="107442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5" name="Google Shape;2765;p25"/>
              <p:cNvSpPr/>
              <p:nvPr/>
            </p:nvSpPr>
            <p:spPr>
              <a:xfrm>
                <a:off x="8994398" y="5701284"/>
                <a:ext cx="224790" cy="121285"/>
              </a:xfrm>
              <a:custGeom>
                <a:rect b="b" l="l" r="r" t="t"/>
                <a:pathLst>
                  <a:path extrusionOk="0" h="121285" w="224790">
                    <a:moveTo>
                      <a:pt x="67306" y="0"/>
                    </a:moveTo>
                    <a:lnTo>
                      <a:pt x="23110" y="18288"/>
                    </a:lnTo>
                    <a:lnTo>
                      <a:pt x="2643" y="57828"/>
                    </a:lnTo>
                    <a:lnTo>
                      <a:pt x="0" y="85915"/>
                    </a:lnTo>
                    <a:lnTo>
                      <a:pt x="2250" y="97536"/>
                    </a:lnTo>
                    <a:lnTo>
                      <a:pt x="8072" y="107442"/>
                    </a:lnTo>
                    <a:lnTo>
                      <a:pt x="18538" y="115062"/>
                    </a:lnTo>
                    <a:lnTo>
                      <a:pt x="33242" y="119598"/>
                    </a:lnTo>
                    <a:lnTo>
                      <a:pt x="49875" y="121062"/>
                    </a:lnTo>
                    <a:lnTo>
                      <a:pt x="66651" y="120098"/>
                    </a:lnTo>
                    <a:lnTo>
                      <a:pt x="116359" y="103917"/>
                    </a:lnTo>
                    <a:lnTo>
                      <a:pt x="154138" y="69806"/>
                    </a:lnTo>
                    <a:lnTo>
                      <a:pt x="165604" y="30480"/>
                    </a:lnTo>
                    <a:lnTo>
                      <a:pt x="122932" y="31242"/>
                    </a:lnTo>
                    <a:lnTo>
                      <a:pt x="112752" y="70461"/>
                    </a:lnTo>
                    <a:lnTo>
                      <a:pt x="135886" y="105060"/>
                    </a:lnTo>
                    <a:lnTo>
                      <a:pt x="176724" y="113954"/>
                    </a:lnTo>
                    <a:lnTo>
                      <a:pt x="221992" y="109728"/>
                    </a:lnTo>
                    <a:lnTo>
                      <a:pt x="221992" y="104394"/>
                    </a:lnTo>
                    <a:lnTo>
                      <a:pt x="224278" y="96012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66" name="Google Shape;2766;p25"/>
            <p:cNvSpPr/>
            <p:nvPr/>
          </p:nvSpPr>
          <p:spPr>
            <a:xfrm>
              <a:off x="1062311" y="5564981"/>
              <a:ext cx="147955" cy="396875"/>
            </a:xfrm>
            <a:custGeom>
              <a:rect b="b" l="l" r="r" t="t"/>
              <a:pathLst>
                <a:path extrusionOk="0" h="396875" w="147955">
                  <a:moveTo>
                    <a:pt x="114216" y="16668"/>
                  </a:moveTo>
                  <a:lnTo>
                    <a:pt x="114216" y="12858"/>
                  </a:lnTo>
                  <a:lnTo>
                    <a:pt x="114978" y="9048"/>
                  </a:lnTo>
                  <a:lnTo>
                    <a:pt x="115740" y="5238"/>
                  </a:lnTo>
                  <a:lnTo>
                    <a:pt x="107739" y="2917"/>
                  </a:lnTo>
                  <a:lnTo>
                    <a:pt x="99738" y="1524"/>
                  </a:lnTo>
                  <a:lnTo>
                    <a:pt x="91737" y="845"/>
                  </a:lnTo>
                  <a:lnTo>
                    <a:pt x="83736" y="666"/>
                  </a:lnTo>
                  <a:lnTo>
                    <a:pt x="67294" y="154"/>
                  </a:lnTo>
                  <a:lnTo>
                    <a:pt x="51065" y="0"/>
                  </a:lnTo>
                  <a:lnTo>
                    <a:pt x="34980" y="559"/>
                  </a:lnTo>
                  <a:lnTo>
                    <a:pt x="18966" y="2190"/>
                  </a:lnTo>
                  <a:lnTo>
                    <a:pt x="12870" y="3714"/>
                  </a:lnTo>
                  <a:lnTo>
                    <a:pt x="2202" y="4476"/>
                  </a:lnTo>
                  <a:lnTo>
                    <a:pt x="678" y="12858"/>
                  </a:lnTo>
                  <a:lnTo>
                    <a:pt x="0" y="23502"/>
                  </a:lnTo>
                  <a:lnTo>
                    <a:pt x="964" y="34575"/>
                  </a:lnTo>
                  <a:lnTo>
                    <a:pt x="2928" y="45648"/>
                  </a:lnTo>
                  <a:lnTo>
                    <a:pt x="5250" y="56292"/>
                  </a:lnTo>
                  <a:lnTo>
                    <a:pt x="9322" y="77450"/>
                  </a:lnTo>
                  <a:lnTo>
                    <a:pt x="16609" y="120050"/>
                  </a:lnTo>
                  <a:lnTo>
                    <a:pt x="21169" y="168378"/>
                  </a:lnTo>
                  <a:lnTo>
                    <a:pt x="22717" y="221575"/>
                  </a:lnTo>
                  <a:lnTo>
                    <a:pt x="22776" y="248316"/>
                  </a:lnTo>
                  <a:lnTo>
                    <a:pt x="22645" y="270033"/>
                  </a:lnTo>
                  <a:lnTo>
                    <a:pt x="22300" y="291750"/>
                  </a:lnTo>
                  <a:lnTo>
                    <a:pt x="21812" y="313467"/>
                  </a:lnTo>
                  <a:lnTo>
                    <a:pt x="21252" y="335184"/>
                  </a:lnTo>
                  <a:lnTo>
                    <a:pt x="20812" y="344912"/>
                  </a:lnTo>
                  <a:lnTo>
                    <a:pt x="20585" y="354711"/>
                  </a:lnTo>
                  <a:lnTo>
                    <a:pt x="20502" y="364652"/>
                  </a:lnTo>
                  <a:lnTo>
                    <a:pt x="20490" y="374808"/>
                  </a:lnTo>
                  <a:lnTo>
                    <a:pt x="20490" y="377856"/>
                  </a:lnTo>
                  <a:lnTo>
                    <a:pt x="20490" y="380904"/>
                  </a:lnTo>
                  <a:lnTo>
                    <a:pt x="20490" y="383952"/>
                  </a:lnTo>
                  <a:lnTo>
                    <a:pt x="26586" y="385476"/>
                  </a:lnTo>
                  <a:lnTo>
                    <a:pt x="31920" y="387000"/>
                  </a:lnTo>
                  <a:lnTo>
                    <a:pt x="38016" y="387762"/>
                  </a:lnTo>
                  <a:lnTo>
                    <a:pt x="52423" y="390346"/>
                  </a:lnTo>
                  <a:lnTo>
                    <a:pt x="66972" y="392430"/>
                  </a:lnTo>
                  <a:lnTo>
                    <a:pt x="81522" y="394084"/>
                  </a:lnTo>
                  <a:lnTo>
                    <a:pt x="95928" y="395382"/>
                  </a:lnTo>
                  <a:lnTo>
                    <a:pt x="108954" y="396251"/>
                  </a:lnTo>
                  <a:lnTo>
                    <a:pt x="121836" y="396621"/>
                  </a:lnTo>
                  <a:lnTo>
                    <a:pt x="134719" y="396561"/>
                  </a:lnTo>
                  <a:lnTo>
                    <a:pt x="147744" y="396144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67" name="Google Shape;2767;p25"/>
            <p:cNvGrpSpPr/>
            <p:nvPr/>
          </p:nvGrpSpPr>
          <p:grpSpPr>
            <a:xfrm>
              <a:off x="2724458" y="5464302"/>
              <a:ext cx="418041" cy="190512"/>
              <a:chOff x="2724458" y="5464302"/>
              <a:chExt cx="418041" cy="190512"/>
            </a:xfrm>
          </p:grpSpPr>
          <p:pic>
            <p:nvPicPr>
              <p:cNvPr id="2768" name="Google Shape;2768;p25"/>
              <p:cNvPicPr preferRelativeResize="0"/>
              <p:nvPr/>
            </p:nvPicPr>
            <p:blipFill rotWithShape="1">
              <a:blip r:embed="rId81">
                <a:alphaModFix/>
              </a:blip>
              <a:srcRect b="0" l="0" r="0" t="0"/>
              <a:stretch/>
            </p:blipFill>
            <p:spPr>
              <a:xfrm>
                <a:off x="2724458" y="5522963"/>
                <a:ext cx="210777" cy="13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69" name="Google Shape;2769;p25"/>
              <p:cNvSpPr/>
              <p:nvPr/>
            </p:nvSpPr>
            <p:spPr>
              <a:xfrm>
                <a:off x="2896361" y="5464302"/>
                <a:ext cx="15239" cy="15239"/>
              </a:xfrm>
              <a:custGeom>
                <a:rect b="b" l="l" r="r" t="t"/>
                <a:pathLst>
                  <a:path extrusionOk="0" h="15239" w="15239">
                    <a:moveTo>
                      <a:pt x="0" y="3047"/>
                    </a:moveTo>
                    <a:lnTo>
                      <a:pt x="0" y="11429"/>
                    </a:lnTo>
                    <a:lnTo>
                      <a:pt x="3047" y="15239"/>
                    </a:lnTo>
                    <a:lnTo>
                      <a:pt x="11429" y="15239"/>
                    </a:lnTo>
                    <a:lnTo>
                      <a:pt x="15239" y="11429"/>
                    </a:lnTo>
                    <a:lnTo>
                      <a:pt x="15239" y="7619"/>
                    </a:lnTo>
                    <a:lnTo>
                      <a:pt x="15239" y="3047"/>
                    </a:lnTo>
                    <a:lnTo>
                      <a:pt x="11429" y="0"/>
                    </a:lnTo>
                    <a:lnTo>
                      <a:pt x="3047" y="0"/>
                    </a:lnTo>
                    <a:lnTo>
                      <a:pt x="0" y="3047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770" name="Google Shape;2770;p25"/>
              <p:cNvPicPr preferRelativeResize="0"/>
              <p:nvPr/>
            </p:nvPicPr>
            <p:blipFill rotWithShape="1">
              <a:blip r:embed="rId82">
                <a:alphaModFix/>
              </a:blip>
              <a:srcRect b="0" l="0" r="0" t="0"/>
              <a:stretch/>
            </p:blipFill>
            <p:spPr>
              <a:xfrm>
                <a:off x="2961821" y="5480291"/>
                <a:ext cx="180678" cy="1516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771" name="Google Shape;2771;p25"/>
            <p:cNvGrpSpPr/>
            <p:nvPr/>
          </p:nvGrpSpPr>
          <p:grpSpPr>
            <a:xfrm>
              <a:off x="1367015" y="5497055"/>
              <a:ext cx="1843970" cy="813841"/>
              <a:chOff x="1367015" y="5497055"/>
              <a:chExt cx="1843970" cy="813841"/>
            </a:xfrm>
          </p:grpSpPr>
          <p:pic>
            <p:nvPicPr>
              <p:cNvPr id="2772" name="Google Shape;2772;p25"/>
              <p:cNvPicPr preferRelativeResize="0"/>
              <p:nvPr/>
            </p:nvPicPr>
            <p:blipFill rotWithShape="1">
              <a:blip r:embed="rId83">
                <a:alphaModFix/>
              </a:blip>
              <a:srcRect b="0" l="0" r="0" t="0"/>
              <a:stretch/>
            </p:blipFill>
            <p:spPr>
              <a:xfrm>
                <a:off x="1608569" y="5877293"/>
                <a:ext cx="225577" cy="1813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73" name="Google Shape;2773;p25"/>
              <p:cNvPicPr preferRelativeResize="0"/>
              <p:nvPr/>
            </p:nvPicPr>
            <p:blipFill rotWithShape="1">
              <a:blip r:embed="rId84">
                <a:alphaModFix/>
              </a:blip>
              <a:srcRect b="0" l="0" r="0" t="0"/>
              <a:stretch/>
            </p:blipFill>
            <p:spPr>
              <a:xfrm>
                <a:off x="1367015" y="5497055"/>
                <a:ext cx="1819681" cy="8138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74" name="Google Shape;2774;p25"/>
              <p:cNvPicPr preferRelativeResize="0"/>
              <p:nvPr/>
            </p:nvPicPr>
            <p:blipFill rotWithShape="1">
              <a:blip r:embed="rId85">
                <a:alphaModFix/>
              </a:blip>
              <a:srcRect b="0" l="0" r="0" t="0"/>
              <a:stretch/>
            </p:blipFill>
            <p:spPr>
              <a:xfrm>
                <a:off x="1865268" y="5882627"/>
                <a:ext cx="163950" cy="14404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75" name="Google Shape;2775;p25"/>
              <p:cNvPicPr preferRelativeResize="0"/>
              <p:nvPr/>
            </p:nvPicPr>
            <p:blipFill rotWithShape="1">
              <a:blip r:embed="rId86">
                <a:alphaModFix/>
              </a:blip>
              <a:srcRect b="0" l="0" r="0" t="0"/>
              <a:stretch/>
            </p:blipFill>
            <p:spPr>
              <a:xfrm>
                <a:off x="2228968" y="5855195"/>
                <a:ext cx="141805" cy="2362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76" name="Google Shape;2776;p25"/>
              <p:cNvPicPr preferRelativeResize="0"/>
              <p:nvPr/>
            </p:nvPicPr>
            <p:blipFill rotWithShape="1">
              <a:blip r:embed="rId87">
                <a:alphaModFix/>
              </a:blip>
              <a:srcRect b="0" l="0" r="0" t="0"/>
              <a:stretch/>
            </p:blipFill>
            <p:spPr>
              <a:xfrm>
                <a:off x="3044939" y="5808903"/>
                <a:ext cx="166046" cy="13013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777" name="Google Shape;2777;p25"/>
            <p:cNvPicPr preferRelativeResize="0"/>
            <p:nvPr/>
          </p:nvPicPr>
          <p:blipFill rotWithShape="1">
            <a:blip r:embed="rId88">
              <a:alphaModFix/>
            </a:blip>
            <a:srcRect b="0" l="0" r="0" t="0"/>
            <a:stretch/>
          </p:blipFill>
          <p:spPr>
            <a:xfrm>
              <a:off x="3284088" y="5795759"/>
              <a:ext cx="140352" cy="10953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78" name="Google Shape;2778;p25"/>
            <p:cNvGrpSpPr/>
            <p:nvPr/>
          </p:nvGrpSpPr>
          <p:grpSpPr>
            <a:xfrm>
              <a:off x="1776222" y="6140196"/>
              <a:ext cx="587708" cy="166243"/>
              <a:chOff x="1776222" y="6140196"/>
              <a:chExt cx="587708" cy="166243"/>
            </a:xfrm>
          </p:grpSpPr>
          <p:sp>
            <p:nvSpPr>
              <p:cNvPr id="2779" name="Google Shape;2779;p25"/>
              <p:cNvSpPr/>
              <p:nvPr/>
            </p:nvSpPr>
            <p:spPr>
              <a:xfrm>
                <a:off x="1808940" y="6151185"/>
                <a:ext cx="37464" cy="144145"/>
              </a:xfrm>
              <a:custGeom>
                <a:rect b="b" l="l" r="r" t="t"/>
                <a:pathLst>
                  <a:path extrusionOk="0" h="144145" w="37464">
                    <a:moveTo>
                      <a:pt x="20621" y="143696"/>
                    </a:moveTo>
                    <a:lnTo>
                      <a:pt x="5381" y="101024"/>
                    </a:lnTo>
                    <a:lnTo>
                      <a:pt x="238" y="54411"/>
                    </a:lnTo>
                    <a:lnTo>
                      <a:pt x="0" y="28753"/>
                    </a:lnTo>
                    <a:lnTo>
                      <a:pt x="809" y="18538"/>
                    </a:lnTo>
                    <a:lnTo>
                      <a:pt x="3905" y="9179"/>
                    </a:lnTo>
                    <a:lnTo>
                      <a:pt x="10715" y="1964"/>
                    </a:lnTo>
                    <a:lnTo>
                      <a:pt x="16311" y="0"/>
                    </a:lnTo>
                    <a:lnTo>
                      <a:pt x="22336" y="535"/>
                    </a:lnTo>
                    <a:lnTo>
                      <a:pt x="28074" y="2928"/>
                    </a:lnTo>
                    <a:lnTo>
                      <a:pt x="32813" y="6536"/>
                    </a:lnTo>
                    <a:lnTo>
                      <a:pt x="36623" y="11108"/>
                    </a:lnTo>
                    <a:lnTo>
                      <a:pt x="37385" y="12632"/>
                    </a:lnTo>
                    <a:lnTo>
                      <a:pt x="37385" y="1644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0" name="Google Shape;2780;p25"/>
              <p:cNvSpPr/>
              <p:nvPr/>
            </p:nvSpPr>
            <p:spPr>
              <a:xfrm>
                <a:off x="1776222" y="6188964"/>
                <a:ext cx="187960" cy="117475"/>
              </a:xfrm>
              <a:custGeom>
                <a:rect b="b" l="l" r="r" t="t"/>
                <a:pathLst>
                  <a:path extrusionOk="0" h="117475" w="187960">
                    <a:moveTo>
                      <a:pt x="0" y="62483"/>
                    </a:moveTo>
                    <a:lnTo>
                      <a:pt x="49399" y="43731"/>
                    </a:lnTo>
                    <a:lnTo>
                      <a:pt x="89915" y="18287"/>
                    </a:lnTo>
                    <a:lnTo>
                      <a:pt x="101965" y="10072"/>
                    </a:lnTo>
                    <a:lnTo>
                      <a:pt x="114300" y="2285"/>
                    </a:lnTo>
                    <a:lnTo>
                      <a:pt x="118871" y="761"/>
                    </a:lnTo>
                    <a:lnTo>
                      <a:pt x="118871" y="0"/>
                    </a:lnTo>
                    <a:lnTo>
                      <a:pt x="121919" y="0"/>
                    </a:lnTo>
                    <a:lnTo>
                      <a:pt x="121074" y="7524"/>
                    </a:lnTo>
                    <a:lnTo>
                      <a:pt x="119729" y="14477"/>
                    </a:lnTo>
                    <a:lnTo>
                      <a:pt x="117955" y="21431"/>
                    </a:lnTo>
                    <a:lnTo>
                      <a:pt x="115823" y="28955"/>
                    </a:lnTo>
                    <a:lnTo>
                      <a:pt x="112442" y="43362"/>
                    </a:lnTo>
                    <a:lnTo>
                      <a:pt x="105155" y="86867"/>
                    </a:lnTo>
                    <a:lnTo>
                      <a:pt x="104203" y="103822"/>
                    </a:lnTo>
                    <a:lnTo>
                      <a:pt x="106013" y="112156"/>
                    </a:lnTo>
                    <a:lnTo>
                      <a:pt x="111252" y="117347"/>
                    </a:lnTo>
                    <a:lnTo>
                      <a:pt x="120407" y="116693"/>
                    </a:lnTo>
                    <a:lnTo>
                      <a:pt x="149363" y="84617"/>
                    </a:lnTo>
                    <a:lnTo>
                      <a:pt x="163830" y="45719"/>
                    </a:lnTo>
                    <a:lnTo>
                      <a:pt x="166116" y="26669"/>
                    </a:lnTo>
                    <a:lnTo>
                      <a:pt x="159258" y="22097"/>
                    </a:lnTo>
                    <a:lnTo>
                      <a:pt x="156972" y="22097"/>
                    </a:lnTo>
                    <a:lnTo>
                      <a:pt x="155448" y="22097"/>
                    </a:lnTo>
                    <a:lnTo>
                      <a:pt x="154126" y="28836"/>
                    </a:lnTo>
                    <a:lnTo>
                      <a:pt x="153447" y="35432"/>
                    </a:lnTo>
                    <a:lnTo>
                      <a:pt x="153197" y="42029"/>
                    </a:lnTo>
                    <a:lnTo>
                      <a:pt x="153162" y="48767"/>
                    </a:lnTo>
                    <a:lnTo>
                      <a:pt x="153626" y="57554"/>
                    </a:lnTo>
                    <a:lnTo>
                      <a:pt x="176879" y="92380"/>
                    </a:lnTo>
                    <a:lnTo>
                      <a:pt x="182118" y="91439"/>
                    </a:lnTo>
                    <a:lnTo>
                      <a:pt x="184404" y="89915"/>
                    </a:lnTo>
                    <a:lnTo>
                      <a:pt x="185928" y="87629"/>
                    </a:lnTo>
                    <a:lnTo>
                      <a:pt x="187452" y="86105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1" name="Google Shape;2781;p25"/>
              <p:cNvSpPr/>
              <p:nvPr/>
            </p:nvSpPr>
            <p:spPr>
              <a:xfrm>
                <a:off x="1961769" y="6213062"/>
                <a:ext cx="56514" cy="70485"/>
              </a:xfrm>
              <a:custGeom>
                <a:rect b="b" l="l" r="r" t="t"/>
                <a:pathLst>
                  <a:path extrusionOk="0" h="70485" w="56514">
                    <a:moveTo>
                      <a:pt x="1905" y="19335"/>
                    </a:moveTo>
                    <a:lnTo>
                      <a:pt x="23" y="29420"/>
                    </a:lnTo>
                    <a:lnTo>
                      <a:pt x="0" y="37147"/>
                    </a:lnTo>
                    <a:lnTo>
                      <a:pt x="1690" y="44731"/>
                    </a:lnTo>
                    <a:lnTo>
                      <a:pt x="4953" y="54387"/>
                    </a:lnTo>
                    <a:lnTo>
                      <a:pt x="6477" y="58959"/>
                    </a:lnTo>
                    <a:lnTo>
                      <a:pt x="8001" y="64293"/>
                    </a:lnTo>
                    <a:lnTo>
                      <a:pt x="10287" y="68103"/>
                    </a:lnTo>
                    <a:lnTo>
                      <a:pt x="10287" y="67341"/>
                    </a:lnTo>
                    <a:lnTo>
                      <a:pt x="8286" y="59709"/>
                    </a:lnTo>
                    <a:lnTo>
                      <a:pt x="6858" y="52578"/>
                    </a:lnTo>
                    <a:lnTo>
                      <a:pt x="6000" y="45589"/>
                    </a:lnTo>
                    <a:lnTo>
                      <a:pt x="5715" y="38385"/>
                    </a:lnTo>
                    <a:lnTo>
                      <a:pt x="5298" y="28967"/>
                    </a:lnTo>
                    <a:lnTo>
                      <a:pt x="24955" y="0"/>
                    </a:lnTo>
                    <a:lnTo>
                      <a:pt x="31765" y="250"/>
                    </a:lnTo>
                    <a:lnTo>
                      <a:pt x="54483" y="33051"/>
                    </a:lnTo>
                    <a:lnTo>
                      <a:pt x="56388" y="51720"/>
                    </a:lnTo>
                    <a:lnTo>
                      <a:pt x="56197" y="61126"/>
                    </a:lnTo>
                    <a:lnTo>
                      <a:pt x="56007" y="70389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2" name="Google Shape;2782;p25"/>
              <p:cNvSpPr/>
              <p:nvPr/>
            </p:nvSpPr>
            <p:spPr>
              <a:xfrm>
                <a:off x="2025681" y="6151626"/>
                <a:ext cx="116839" cy="146050"/>
              </a:xfrm>
              <a:custGeom>
                <a:rect b="b" l="l" r="r" t="t"/>
                <a:pathLst>
                  <a:path extrusionOk="0" h="146050" w="116839">
                    <a:moveTo>
                      <a:pt x="31718" y="26669"/>
                    </a:moveTo>
                    <a:lnTo>
                      <a:pt x="5893" y="68246"/>
                    </a:lnTo>
                    <a:lnTo>
                      <a:pt x="0" y="110108"/>
                    </a:lnTo>
                    <a:lnTo>
                      <a:pt x="2964" y="121991"/>
                    </a:lnTo>
                    <a:lnTo>
                      <a:pt x="11144" y="130301"/>
                    </a:lnTo>
                    <a:lnTo>
                      <a:pt x="24574" y="133385"/>
                    </a:lnTo>
                    <a:lnTo>
                      <a:pt x="38004" y="130397"/>
                    </a:lnTo>
                    <a:lnTo>
                      <a:pt x="73044" y="104727"/>
                    </a:lnTo>
                    <a:lnTo>
                      <a:pt x="98012" y="64007"/>
                    </a:lnTo>
                    <a:lnTo>
                      <a:pt x="98952" y="52161"/>
                    </a:lnTo>
                    <a:lnTo>
                      <a:pt x="97536" y="40671"/>
                    </a:lnTo>
                    <a:lnTo>
                      <a:pt x="81248" y="5333"/>
                    </a:lnTo>
                    <a:lnTo>
                      <a:pt x="75152" y="0"/>
                    </a:lnTo>
                    <a:lnTo>
                      <a:pt x="74854" y="8334"/>
                    </a:lnTo>
                    <a:lnTo>
                      <a:pt x="79783" y="49327"/>
                    </a:lnTo>
                    <a:lnTo>
                      <a:pt x="86856" y="82165"/>
                    </a:lnTo>
                    <a:lnTo>
                      <a:pt x="90392" y="98297"/>
                    </a:lnTo>
                    <a:lnTo>
                      <a:pt x="107156" y="140969"/>
                    </a:lnTo>
                    <a:lnTo>
                      <a:pt x="111728" y="145541"/>
                    </a:lnTo>
                    <a:lnTo>
                      <a:pt x="114014" y="141731"/>
                    </a:lnTo>
                    <a:lnTo>
                      <a:pt x="116300" y="138683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3" name="Google Shape;2783;p25"/>
              <p:cNvSpPr/>
              <p:nvPr/>
            </p:nvSpPr>
            <p:spPr>
              <a:xfrm>
                <a:off x="2113788" y="6208014"/>
                <a:ext cx="70485" cy="81279"/>
              </a:xfrm>
              <a:custGeom>
                <a:rect b="b" l="l" r="r" t="t"/>
                <a:pathLst>
                  <a:path extrusionOk="0" h="81279" w="70485">
                    <a:moveTo>
                      <a:pt x="0" y="32003"/>
                    </a:moveTo>
                    <a:lnTo>
                      <a:pt x="41148" y="9143"/>
                    </a:lnTo>
                    <a:lnTo>
                      <a:pt x="44957" y="7619"/>
                    </a:lnTo>
                    <a:lnTo>
                      <a:pt x="57911" y="0"/>
                    </a:lnTo>
                    <a:lnTo>
                      <a:pt x="62484" y="3809"/>
                    </a:lnTo>
                    <a:lnTo>
                      <a:pt x="64650" y="9060"/>
                    </a:lnTo>
                    <a:lnTo>
                      <a:pt x="64960" y="17240"/>
                    </a:lnTo>
                    <a:lnTo>
                      <a:pt x="64412" y="25562"/>
                    </a:lnTo>
                    <a:lnTo>
                      <a:pt x="64008" y="31241"/>
                    </a:lnTo>
                    <a:lnTo>
                      <a:pt x="63269" y="41767"/>
                    </a:lnTo>
                    <a:lnTo>
                      <a:pt x="62102" y="57149"/>
                    </a:lnTo>
                    <a:lnTo>
                      <a:pt x="62079" y="71961"/>
                    </a:lnTo>
                    <a:lnTo>
                      <a:pt x="64770" y="80771"/>
                    </a:lnTo>
                    <a:lnTo>
                      <a:pt x="67818" y="80771"/>
                    </a:lnTo>
                    <a:lnTo>
                      <a:pt x="69342" y="80009"/>
                    </a:lnTo>
                    <a:lnTo>
                      <a:pt x="70104" y="76961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4" name="Google Shape;2784;p25"/>
              <p:cNvSpPr/>
              <p:nvPr/>
            </p:nvSpPr>
            <p:spPr>
              <a:xfrm>
                <a:off x="2145792" y="6140196"/>
                <a:ext cx="15239" cy="15239"/>
              </a:xfrm>
              <a:custGeom>
                <a:rect b="b" l="l" r="r" t="t"/>
                <a:pathLst>
                  <a:path extrusionOk="0" h="15239" w="15239">
                    <a:moveTo>
                      <a:pt x="0" y="3810"/>
                    </a:moveTo>
                    <a:lnTo>
                      <a:pt x="0" y="12192"/>
                    </a:lnTo>
                    <a:lnTo>
                      <a:pt x="3809" y="15240"/>
                    </a:lnTo>
                    <a:lnTo>
                      <a:pt x="12191" y="15240"/>
                    </a:lnTo>
                    <a:lnTo>
                      <a:pt x="15239" y="12192"/>
                    </a:lnTo>
                    <a:lnTo>
                      <a:pt x="15239" y="7620"/>
                    </a:lnTo>
                    <a:lnTo>
                      <a:pt x="15239" y="3810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5" name="Google Shape;2785;p25"/>
              <p:cNvSpPr/>
              <p:nvPr/>
            </p:nvSpPr>
            <p:spPr>
              <a:xfrm>
                <a:off x="2207335" y="6211157"/>
                <a:ext cx="68580" cy="88264"/>
              </a:xfrm>
              <a:custGeom>
                <a:rect b="b" l="l" r="r" t="t"/>
                <a:pathLst>
                  <a:path extrusionOk="0" h="88264" w="68580">
                    <a:moveTo>
                      <a:pt x="25324" y="15144"/>
                    </a:moveTo>
                    <a:lnTo>
                      <a:pt x="940" y="58578"/>
                    </a:lnTo>
                    <a:lnTo>
                      <a:pt x="0" y="66508"/>
                    </a:lnTo>
                    <a:lnTo>
                      <a:pt x="273" y="74580"/>
                    </a:lnTo>
                    <a:lnTo>
                      <a:pt x="2976" y="81510"/>
                    </a:lnTo>
                    <a:lnTo>
                      <a:pt x="9322" y="86010"/>
                    </a:lnTo>
                    <a:lnTo>
                      <a:pt x="19442" y="87880"/>
                    </a:lnTo>
                    <a:lnTo>
                      <a:pt x="29134" y="86105"/>
                    </a:lnTo>
                    <a:lnTo>
                      <a:pt x="61329" y="56768"/>
                    </a:lnTo>
                    <a:lnTo>
                      <a:pt x="67996" y="34194"/>
                    </a:lnTo>
                    <a:lnTo>
                      <a:pt x="67841" y="24383"/>
                    </a:lnTo>
                    <a:lnTo>
                      <a:pt x="36278" y="0"/>
                    </a:lnTo>
                    <a:lnTo>
                      <a:pt x="27765" y="273"/>
                    </a:lnTo>
                    <a:lnTo>
                      <a:pt x="20752" y="2190"/>
                    </a:lnTo>
                    <a:lnTo>
                      <a:pt x="15418" y="5238"/>
                    </a:lnTo>
                    <a:lnTo>
                      <a:pt x="19228" y="6762"/>
                    </a:lnTo>
                    <a:lnTo>
                      <a:pt x="19228" y="904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6" name="Google Shape;2786;p25"/>
              <p:cNvSpPr/>
              <p:nvPr/>
            </p:nvSpPr>
            <p:spPr>
              <a:xfrm>
                <a:off x="2296620" y="6210300"/>
                <a:ext cx="67310" cy="89535"/>
              </a:xfrm>
              <a:custGeom>
                <a:rect b="b" l="l" r="r" t="t"/>
                <a:pathLst>
                  <a:path extrusionOk="0" h="89535" w="67310">
                    <a:moveTo>
                      <a:pt x="6905" y="761"/>
                    </a:moveTo>
                    <a:lnTo>
                      <a:pt x="3857" y="42671"/>
                    </a:lnTo>
                    <a:lnTo>
                      <a:pt x="2095" y="52054"/>
                    </a:lnTo>
                    <a:lnTo>
                      <a:pt x="619" y="61721"/>
                    </a:lnTo>
                    <a:lnTo>
                      <a:pt x="0" y="71389"/>
                    </a:lnTo>
                    <a:lnTo>
                      <a:pt x="809" y="80771"/>
                    </a:lnTo>
                    <a:lnTo>
                      <a:pt x="2381" y="72770"/>
                    </a:lnTo>
                    <a:lnTo>
                      <a:pt x="3667" y="64769"/>
                    </a:lnTo>
                    <a:lnTo>
                      <a:pt x="4667" y="56768"/>
                    </a:lnTo>
                    <a:lnTo>
                      <a:pt x="5381" y="48767"/>
                    </a:lnTo>
                    <a:lnTo>
                      <a:pt x="5929" y="39183"/>
                    </a:lnTo>
                    <a:lnTo>
                      <a:pt x="6905" y="29813"/>
                    </a:lnTo>
                    <a:lnTo>
                      <a:pt x="34337" y="0"/>
                    </a:lnTo>
                    <a:lnTo>
                      <a:pt x="42350" y="631"/>
                    </a:lnTo>
                    <a:lnTo>
                      <a:pt x="66722" y="32956"/>
                    </a:lnTo>
                    <a:lnTo>
                      <a:pt x="66889" y="43600"/>
                    </a:lnTo>
                    <a:lnTo>
                      <a:pt x="66341" y="54101"/>
                    </a:lnTo>
                    <a:lnTo>
                      <a:pt x="65853" y="63650"/>
                    </a:lnTo>
                    <a:lnTo>
                      <a:pt x="64150" y="72770"/>
                    </a:lnTo>
                    <a:lnTo>
                      <a:pt x="60876" y="81319"/>
                    </a:lnTo>
                    <a:lnTo>
                      <a:pt x="55673" y="89153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87" name="Google Shape;2787;p25"/>
            <p:cNvGrpSpPr/>
            <p:nvPr/>
          </p:nvGrpSpPr>
          <p:grpSpPr>
            <a:xfrm>
              <a:off x="3263645" y="6092951"/>
              <a:ext cx="491235" cy="208152"/>
              <a:chOff x="3263645" y="6092951"/>
              <a:chExt cx="491235" cy="208152"/>
            </a:xfrm>
          </p:grpSpPr>
          <p:sp>
            <p:nvSpPr>
              <p:cNvPr id="2788" name="Google Shape;2788;p25"/>
              <p:cNvSpPr/>
              <p:nvPr/>
            </p:nvSpPr>
            <p:spPr>
              <a:xfrm>
                <a:off x="3268979" y="6111239"/>
                <a:ext cx="10795" cy="189864"/>
              </a:xfrm>
              <a:custGeom>
                <a:rect b="b" l="l" r="r" t="t"/>
                <a:pathLst>
                  <a:path extrusionOk="0" h="189864" w="10795">
                    <a:moveTo>
                      <a:pt x="0" y="0"/>
                    </a:moveTo>
                    <a:lnTo>
                      <a:pt x="1738" y="18728"/>
                    </a:lnTo>
                    <a:lnTo>
                      <a:pt x="4191" y="37242"/>
                    </a:lnTo>
                    <a:lnTo>
                      <a:pt x="6643" y="55614"/>
                    </a:lnTo>
                    <a:lnTo>
                      <a:pt x="8382" y="73914"/>
                    </a:lnTo>
                    <a:lnTo>
                      <a:pt x="9691" y="92773"/>
                    </a:lnTo>
                    <a:lnTo>
                      <a:pt x="10287" y="111633"/>
                    </a:lnTo>
                    <a:lnTo>
                      <a:pt x="10310" y="130492"/>
                    </a:lnTo>
                    <a:lnTo>
                      <a:pt x="9906" y="149352"/>
                    </a:lnTo>
                    <a:lnTo>
                      <a:pt x="9405" y="159519"/>
                    </a:lnTo>
                    <a:lnTo>
                      <a:pt x="8191" y="169545"/>
                    </a:lnTo>
                    <a:lnTo>
                      <a:pt x="6691" y="179570"/>
                    </a:lnTo>
                    <a:lnTo>
                      <a:pt x="5334" y="18973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9" name="Google Shape;2789;p25"/>
              <p:cNvSpPr/>
              <p:nvPr/>
            </p:nvSpPr>
            <p:spPr>
              <a:xfrm>
                <a:off x="3263645" y="6169401"/>
                <a:ext cx="66675" cy="68579"/>
              </a:xfrm>
              <a:custGeom>
                <a:rect b="b" l="l" r="r" t="t"/>
                <a:pathLst>
                  <a:path extrusionOk="0" h="68579" w="66675">
                    <a:moveTo>
                      <a:pt x="0" y="26419"/>
                    </a:moveTo>
                    <a:lnTo>
                      <a:pt x="27741" y="0"/>
                    </a:lnTo>
                    <a:lnTo>
                      <a:pt x="36766" y="988"/>
                    </a:lnTo>
                    <a:lnTo>
                      <a:pt x="66424" y="28717"/>
                    </a:lnTo>
                    <a:lnTo>
                      <a:pt x="65532" y="36325"/>
                    </a:lnTo>
                    <a:lnTo>
                      <a:pt x="59269" y="46136"/>
                    </a:lnTo>
                    <a:lnTo>
                      <a:pt x="49720" y="55375"/>
                    </a:lnTo>
                    <a:lnTo>
                      <a:pt x="38742" y="62900"/>
                    </a:lnTo>
                    <a:lnTo>
                      <a:pt x="28194" y="67567"/>
                    </a:lnTo>
                    <a:lnTo>
                      <a:pt x="24384" y="67567"/>
                    </a:lnTo>
                    <a:lnTo>
                      <a:pt x="23622" y="68329"/>
                    </a:lnTo>
                    <a:lnTo>
                      <a:pt x="21336" y="67567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0" name="Google Shape;2790;p25"/>
              <p:cNvSpPr/>
              <p:nvPr/>
            </p:nvSpPr>
            <p:spPr>
              <a:xfrm>
                <a:off x="3339845" y="6160769"/>
                <a:ext cx="130810" cy="93979"/>
              </a:xfrm>
              <a:custGeom>
                <a:rect b="b" l="l" r="r" t="t"/>
                <a:pathLst>
                  <a:path extrusionOk="0" h="93979" w="130810">
                    <a:moveTo>
                      <a:pt x="0" y="3809"/>
                    </a:moveTo>
                    <a:lnTo>
                      <a:pt x="35052" y="19049"/>
                    </a:lnTo>
                    <a:lnTo>
                      <a:pt x="44196" y="59435"/>
                    </a:lnTo>
                    <a:lnTo>
                      <a:pt x="44338" y="66258"/>
                    </a:lnTo>
                    <a:lnTo>
                      <a:pt x="44196" y="72866"/>
                    </a:lnTo>
                    <a:lnTo>
                      <a:pt x="42910" y="79045"/>
                    </a:lnTo>
                    <a:lnTo>
                      <a:pt x="39624" y="84581"/>
                    </a:lnTo>
                    <a:lnTo>
                      <a:pt x="35814" y="78485"/>
                    </a:lnTo>
                    <a:lnTo>
                      <a:pt x="35814" y="73913"/>
                    </a:lnTo>
                    <a:lnTo>
                      <a:pt x="35052" y="64769"/>
                    </a:lnTo>
                    <a:lnTo>
                      <a:pt x="41148" y="21335"/>
                    </a:lnTo>
                    <a:lnTo>
                      <a:pt x="63246" y="0"/>
                    </a:lnTo>
                    <a:lnTo>
                      <a:pt x="67818" y="3047"/>
                    </a:lnTo>
                    <a:lnTo>
                      <a:pt x="76962" y="42671"/>
                    </a:lnTo>
                    <a:lnTo>
                      <a:pt x="77283" y="55364"/>
                    </a:lnTo>
                    <a:lnTo>
                      <a:pt x="77247" y="68198"/>
                    </a:lnTo>
                    <a:lnTo>
                      <a:pt x="77069" y="81033"/>
                    </a:lnTo>
                    <a:lnTo>
                      <a:pt x="76962" y="93725"/>
                    </a:lnTo>
                    <a:lnTo>
                      <a:pt x="112192" y="71961"/>
                    </a:lnTo>
                    <a:lnTo>
                      <a:pt x="130302" y="38099"/>
                    </a:lnTo>
                    <a:lnTo>
                      <a:pt x="130099" y="27932"/>
                    </a:lnTo>
                    <a:lnTo>
                      <a:pt x="89249" y="9334"/>
                    </a:lnTo>
                    <a:lnTo>
                      <a:pt x="78450" y="10358"/>
                    </a:lnTo>
                    <a:lnTo>
                      <a:pt x="68580" y="12953"/>
                    </a:lnTo>
                    <a:lnTo>
                      <a:pt x="64769" y="15239"/>
                    </a:lnTo>
                    <a:lnTo>
                      <a:pt x="64008" y="15239"/>
                    </a:lnTo>
                    <a:lnTo>
                      <a:pt x="62484" y="16763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1" name="Google Shape;2791;p25"/>
              <p:cNvSpPr/>
              <p:nvPr/>
            </p:nvSpPr>
            <p:spPr>
              <a:xfrm>
                <a:off x="3458717" y="6099047"/>
                <a:ext cx="154939" cy="146685"/>
              </a:xfrm>
              <a:custGeom>
                <a:rect b="b" l="l" r="r" t="t"/>
                <a:pathLst>
                  <a:path extrusionOk="0" h="146685" w="154939">
                    <a:moveTo>
                      <a:pt x="45720" y="0"/>
                    </a:moveTo>
                    <a:lnTo>
                      <a:pt x="45874" y="26860"/>
                    </a:lnTo>
                    <a:lnTo>
                      <a:pt x="46386" y="53720"/>
                    </a:lnTo>
                    <a:lnTo>
                      <a:pt x="47327" y="80581"/>
                    </a:lnTo>
                    <a:lnTo>
                      <a:pt x="48768" y="107442"/>
                    </a:lnTo>
                    <a:lnTo>
                      <a:pt x="49196" y="116383"/>
                    </a:lnTo>
                    <a:lnTo>
                      <a:pt x="49911" y="126396"/>
                    </a:lnTo>
                    <a:lnTo>
                      <a:pt x="51768" y="136267"/>
                    </a:lnTo>
                    <a:lnTo>
                      <a:pt x="55626" y="144780"/>
                    </a:lnTo>
                    <a:lnTo>
                      <a:pt x="57912" y="145542"/>
                    </a:lnTo>
                    <a:lnTo>
                      <a:pt x="57912" y="146304"/>
                    </a:lnTo>
                    <a:lnTo>
                      <a:pt x="60198" y="146304"/>
                    </a:lnTo>
                    <a:lnTo>
                      <a:pt x="61722" y="138279"/>
                    </a:lnTo>
                    <a:lnTo>
                      <a:pt x="51530" y="93249"/>
                    </a:lnTo>
                    <a:lnTo>
                      <a:pt x="9084" y="86260"/>
                    </a:lnTo>
                    <a:lnTo>
                      <a:pt x="0" y="110966"/>
                    </a:lnTo>
                    <a:lnTo>
                      <a:pt x="1452" y="119336"/>
                    </a:lnTo>
                    <a:lnTo>
                      <a:pt x="35980" y="139565"/>
                    </a:lnTo>
                    <a:lnTo>
                      <a:pt x="74676" y="131445"/>
                    </a:lnTo>
                    <a:lnTo>
                      <a:pt x="104608" y="105072"/>
                    </a:lnTo>
                    <a:lnTo>
                      <a:pt x="111252" y="72389"/>
                    </a:lnTo>
                    <a:lnTo>
                      <a:pt x="111252" y="65531"/>
                    </a:lnTo>
                    <a:lnTo>
                      <a:pt x="109728" y="64007"/>
                    </a:lnTo>
                    <a:lnTo>
                      <a:pt x="105918" y="60197"/>
                    </a:lnTo>
                    <a:lnTo>
                      <a:pt x="102108" y="67817"/>
                    </a:lnTo>
                    <a:lnTo>
                      <a:pt x="102108" y="76199"/>
                    </a:lnTo>
                    <a:lnTo>
                      <a:pt x="102108" y="84581"/>
                    </a:lnTo>
                    <a:lnTo>
                      <a:pt x="101810" y="93166"/>
                    </a:lnTo>
                    <a:lnTo>
                      <a:pt x="101441" y="102393"/>
                    </a:lnTo>
                    <a:lnTo>
                      <a:pt x="101786" y="111478"/>
                    </a:lnTo>
                    <a:lnTo>
                      <a:pt x="103632" y="119634"/>
                    </a:lnTo>
                    <a:lnTo>
                      <a:pt x="105918" y="124968"/>
                    </a:lnTo>
                    <a:lnTo>
                      <a:pt x="113538" y="132587"/>
                    </a:lnTo>
                    <a:lnTo>
                      <a:pt x="119634" y="128777"/>
                    </a:lnTo>
                    <a:lnTo>
                      <a:pt x="127242" y="120836"/>
                    </a:lnTo>
                    <a:lnTo>
                      <a:pt x="131349" y="109823"/>
                    </a:lnTo>
                    <a:lnTo>
                      <a:pt x="133028" y="97809"/>
                    </a:lnTo>
                    <a:lnTo>
                      <a:pt x="133350" y="86867"/>
                    </a:lnTo>
                    <a:lnTo>
                      <a:pt x="133350" y="82296"/>
                    </a:lnTo>
                    <a:lnTo>
                      <a:pt x="133350" y="75437"/>
                    </a:lnTo>
                    <a:lnTo>
                      <a:pt x="129540" y="101346"/>
                    </a:lnTo>
                    <a:lnTo>
                      <a:pt x="129039" y="109620"/>
                    </a:lnTo>
                    <a:lnTo>
                      <a:pt x="129540" y="117824"/>
                    </a:lnTo>
                    <a:lnTo>
                      <a:pt x="132326" y="125027"/>
                    </a:lnTo>
                    <a:lnTo>
                      <a:pt x="138684" y="130301"/>
                    </a:lnTo>
                    <a:lnTo>
                      <a:pt x="146304" y="131826"/>
                    </a:lnTo>
                    <a:lnTo>
                      <a:pt x="149352" y="131826"/>
                    </a:lnTo>
                    <a:lnTo>
                      <a:pt x="154686" y="131826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2" name="Google Shape;2792;p25"/>
              <p:cNvSpPr/>
              <p:nvPr/>
            </p:nvSpPr>
            <p:spPr>
              <a:xfrm>
                <a:off x="3641907" y="6092951"/>
                <a:ext cx="101600" cy="116839"/>
              </a:xfrm>
              <a:custGeom>
                <a:rect b="b" l="l" r="r" t="t"/>
                <a:pathLst>
                  <a:path extrusionOk="0" h="116839" w="101600">
                    <a:moveTo>
                      <a:pt x="30170" y="38862"/>
                    </a:moveTo>
                    <a:lnTo>
                      <a:pt x="642" y="74009"/>
                    </a:lnTo>
                    <a:lnTo>
                      <a:pt x="0" y="86617"/>
                    </a:lnTo>
                    <a:lnTo>
                      <a:pt x="1214" y="98298"/>
                    </a:lnTo>
                    <a:lnTo>
                      <a:pt x="5083" y="107584"/>
                    </a:lnTo>
                    <a:lnTo>
                      <a:pt x="11596" y="113728"/>
                    </a:lnTo>
                    <a:lnTo>
                      <a:pt x="19966" y="116728"/>
                    </a:lnTo>
                    <a:lnTo>
                      <a:pt x="29408" y="116586"/>
                    </a:lnTo>
                    <a:lnTo>
                      <a:pt x="64770" y="96654"/>
                    </a:lnTo>
                    <a:lnTo>
                      <a:pt x="86998" y="52994"/>
                    </a:lnTo>
                    <a:lnTo>
                      <a:pt x="87320" y="40386"/>
                    </a:lnTo>
                    <a:lnTo>
                      <a:pt x="85951" y="30932"/>
                    </a:lnTo>
                    <a:lnTo>
                      <a:pt x="83224" y="21907"/>
                    </a:lnTo>
                    <a:lnTo>
                      <a:pt x="79498" y="13168"/>
                    </a:lnTo>
                    <a:lnTo>
                      <a:pt x="75128" y="4572"/>
                    </a:lnTo>
                    <a:lnTo>
                      <a:pt x="72842" y="1524"/>
                    </a:lnTo>
                    <a:lnTo>
                      <a:pt x="72842" y="762"/>
                    </a:lnTo>
                    <a:lnTo>
                      <a:pt x="70556" y="0"/>
                    </a:lnTo>
                    <a:lnTo>
                      <a:pt x="69794" y="6096"/>
                    </a:lnTo>
                    <a:lnTo>
                      <a:pt x="69794" y="15240"/>
                    </a:lnTo>
                    <a:lnTo>
                      <a:pt x="70556" y="22098"/>
                    </a:lnTo>
                    <a:lnTo>
                      <a:pt x="71389" y="35814"/>
                    </a:lnTo>
                    <a:lnTo>
                      <a:pt x="72651" y="49530"/>
                    </a:lnTo>
                    <a:lnTo>
                      <a:pt x="74199" y="63246"/>
                    </a:lnTo>
                    <a:lnTo>
                      <a:pt x="75890" y="76962"/>
                    </a:lnTo>
                    <a:lnTo>
                      <a:pt x="76473" y="84665"/>
                    </a:lnTo>
                    <a:lnTo>
                      <a:pt x="77700" y="94583"/>
                    </a:lnTo>
                    <a:lnTo>
                      <a:pt x="80498" y="104072"/>
                    </a:lnTo>
                    <a:lnTo>
                      <a:pt x="85796" y="110490"/>
                    </a:lnTo>
                    <a:lnTo>
                      <a:pt x="92035" y="110990"/>
                    </a:lnTo>
                    <a:lnTo>
                      <a:pt x="96273" y="106489"/>
                    </a:lnTo>
                    <a:lnTo>
                      <a:pt x="99083" y="99988"/>
                    </a:lnTo>
                    <a:lnTo>
                      <a:pt x="101036" y="9448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3" name="Google Shape;2793;p25"/>
              <p:cNvSpPr/>
              <p:nvPr/>
            </p:nvSpPr>
            <p:spPr>
              <a:xfrm>
                <a:off x="3692651" y="6137909"/>
                <a:ext cx="62229" cy="13335"/>
              </a:xfrm>
              <a:custGeom>
                <a:rect b="b" l="l" r="r" t="t"/>
                <a:pathLst>
                  <a:path extrusionOk="0" h="13335" w="62229">
                    <a:moveTo>
                      <a:pt x="0" y="0"/>
                    </a:moveTo>
                    <a:lnTo>
                      <a:pt x="5845" y="7691"/>
                    </a:lnTo>
                    <a:lnTo>
                      <a:pt x="11906" y="11810"/>
                    </a:lnTo>
                    <a:lnTo>
                      <a:pt x="19823" y="13073"/>
                    </a:lnTo>
                    <a:lnTo>
                      <a:pt x="31242" y="12191"/>
                    </a:lnTo>
                    <a:lnTo>
                      <a:pt x="39112" y="10096"/>
                    </a:lnTo>
                    <a:lnTo>
                      <a:pt x="46767" y="7429"/>
                    </a:lnTo>
                    <a:lnTo>
                      <a:pt x="54280" y="4476"/>
                    </a:lnTo>
                    <a:lnTo>
                      <a:pt x="61722" y="1523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794" name="Google Shape;2794;p25"/>
            <p:cNvPicPr preferRelativeResize="0"/>
            <p:nvPr/>
          </p:nvPicPr>
          <p:blipFill rotWithShape="1">
            <a:blip r:embed="rId89">
              <a:alphaModFix/>
            </a:blip>
            <a:srcRect b="0" l="0" r="0" t="0"/>
            <a:stretch/>
          </p:blipFill>
          <p:spPr>
            <a:xfrm>
              <a:off x="3929621" y="6076175"/>
              <a:ext cx="150901" cy="10975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95" name="Google Shape;2795;p25"/>
            <p:cNvGrpSpPr/>
            <p:nvPr/>
          </p:nvGrpSpPr>
          <p:grpSpPr>
            <a:xfrm>
              <a:off x="3550920" y="6204120"/>
              <a:ext cx="641731" cy="222250"/>
              <a:chOff x="3550920" y="6204120"/>
              <a:chExt cx="641731" cy="222250"/>
            </a:xfrm>
          </p:grpSpPr>
          <p:sp>
            <p:nvSpPr>
              <p:cNvPr id="2796" name="Google Shape;2796;p25"/>
              <p:cNvSpPr/>
              <p:nvPr/>
            </p:nvSpPr>
            <p:spPr>
              <a:xfrm>
                <a:off x="3576828" y="6367272"/>
                <a:ext cx="8889" cy="53339"/>
              </a:xfrm>
              <a:custGeom>
                <a:rect b="b" l="l" r="r" t="t"/>
                <a:pathLst>
                  <a:path extrusionOk="0" h="53339" w="8889">
                    <a:moveTo>
                      <a:pt x="0" y="0"/>
                    </a:moveTo>
                    <a:lnTo>
                      <a:pt x="1821" y="10298"/>
                    </a:lnTo>
                    <a:lnTo>
                      <a:pt x="3714" y="20669"/>
                    </a:lnTo>
                    <a:lnTo>
                      <a:pt x="5464" y="31182"/>
                    </a:lnTo>
                    <a:lnTo>
                      <a:pt x="6858" y="41910"/>
                    </a:lnTo>
                    <a:lnTo>
                      <a:pt x="6858" y="45720"/>
                    </a:lnTo>
                    <a:lnTo>
                      <a:pt x="7620" y="49530"/>
                    </a:lnTo>
                    <a:lnTo>
                      <a:pt x="8382" y="5334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7" name="Google Shape;2797;p25"/>
              <p:cNvSpPr/>
              <p:nvPr/>
            </p:nvSpPr>
            <p:spPr>
              <a:xfrm>
                <a:off x="3550920" y="6318504"/>
                <a:ext cx="15239" cy="15239"/>
              </a:xfrm>
              <a:custGeom>
                <a:rect b="b" l="l" r="r" t="t"/>
                <a:pathLst>
                  <a:path extrusionOk="0" h="15239" w="15239">
                    <a:moveTo>
                      <a:pt x="0" y="3047"/>
                    </a:moveTo>
                    <a:lnTo>
                      <a:pt x="0" y="11429"/>
                    </a:lnTo>
                    <a:lnTo>
                      <a:pt x="3047" y="15239"/>
                    </a:lnTo>
                    <a:lnTo>
                      <a:pt x="11429" y="15239"/>
                    </a:lnTo>
                    <a:lnTo>
                      <a:pt x="15239" y="11429"/>
                    </a:lnTo>
                    <a:lnTo>
                      <a:pt x="15239" y="7619"/>
                    </a:lnTo>
                    <a:lnTo>
                      <a:pt x="15239" y="3047"/>
                    </a:lnTo>
                    <a:lnTo>
                      <a:pt x="11429" y="0"/>
                    </a:lnTo>
                    <a:lnTo>
                      <a:pt x="3047" y="0"/>
                    </a:lnTo>
                    <a:lnTo>
                      <a:pt x="0" y="3047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8" name="Google Shape;2798;p25"/>
              <p:cNvSpPr/>
              <p:nvPr/>
            </p:nvSpPr>
            <p:spPr>
              <a:xfrm>
                <a:off x="3628644" y="6314217"/>
                <a:ext cx="67310" cy="81279"/>
              </a:xfrm>
              <a:custGeom>
                <a:rect b="b" l="l" r="r" t="t"/>
                <a:pathLst>
                  <a:path extrusionOk="0" h="81279" w="67310">
                    <a:moveTo>
                      <a:pt x="0" y="27146"/>
                    </a:moveTo>
                    <a:lnTo>
                      <a:pt x="1143" y="35028"/>
                    </a:lnTo>
                    <a:lnTo>
                      <a:pt x="2286" y="42767"/>
                    </a:lnTo>
                    <a:lnTo>
                      <a:pt x="3429" y="50506"/>
                    </a:lnTo>
                    <a:lnTo>
                      <a:pt x="4572" y="58388"/>
                    </a:lnTo>
                    <a:lnTo>
                      <a:pt x="6096" y="66008"/>
                    </a:lnTo>
                    <a:lnTo>
                      <a:pt x="6858" y="73628"/>
                    </a:lnTo>
                    <a:lnTo>
                      <a:pt x="6858" y="81248"/>
                    </a:lnTo>
                    <a:lnTo>
                      <a:pt x="6191" y="71532"/>
                    </a:lnTo>
                    <a:lnTo>
                      <a:pt x="5524" y="61817"/>
                    </a:lnTo>
                    <a:lnTo>
                      <a:pt x="5143" y="52101"/>
                    </a:lnTo>
                    <a:lnTo>
                      <a:pt x="5334" y="42386"/>
                    </a:lnTo>
                    <a:lnTo>
                      <a:pt x="7346" y="31611"/>
                    </a:lnTo>
                    <a:lnTo>
                      <a:pt x="30360" y="1178"/>
                    </a:lnTo>
                    <a:lnTo>
                      <a:pt x="37337" y="0"/>
                    </a:lnTo>
                    <a:lnTo>
                      <a:pt x="44315" y="964"/>
                    </a:lnTo>
                    <a:lnTo>
                      <a:pt x="64008" y="34766"/>
                    </a:lnTo>
                    <a:lnTo>
                      <a:pt x="64460" y="42421"/>
                    </a:lnTo>
                    <a:lnTo>
                      <a:pt x="64198" y="50292"/>
                    </a:lnTo>
                    <a:lnTo>
                      <a:pt x="64222" y="58019"/>
                    </a:lnTo>
                    <a:lnTo>
                      <a:pt x="65532" y="65246"/>
                    </a:lnTo>
                    <a:lnTo>
                      <a:pt x="65532" y="66770"/>
                    </a:lnTo>
                    <a:lnTo>
                      <a:pt x="67056" y="6677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9" name="Google Shape;2799;p25"/>
              <p:cNvSpPr/>
              <p:nvPr/>
            </p:nvSpPr>
            <p:spPr>
              <a:xfrm>
                <a:off x="3706368" y="6277356"/>
                <a:ext cx="20320" cy="113029"/>
              </a:xfrm>
              <a:custGeom>
                <a:rect b="b" l="l" r="r" t="t"/>
                <a:pathLst>
                  <a:path extrusionOk="0" h="113029" w="20320">
                    <a:moveTo>
                      <a:pt x="0" y="0"/>
                    </a:moveTo>
                    <a:lnTo>
                      <a:pt x="4155" y="18633"/>
                    </a:lnTo>
                    <a:lnTo>
                      <a:pt x="7524" y="37052"/>
                    </a:lnTo>
                    <a:lnTo>
                      <a:pt x="10179" y="55614"/>
                    </a:lnTo>
                    <a:lnTo>
                      <a:pt x="12192" y="74675"/>
                    </a:lnTo>
                    <a:lnTo>
                      <a:pt x="13275" y="84379"/>
                    </a:lnTo>
                    <a:lnTo>
                      <a:pt x="14573" y="94011"/>
                    </a:lnTo>
                    <a:lnTo>
                      <a:pt x="16585" y="103501"/>
                    </a:lnTo>
                    <a:lnTo>
                      <a:pt x="19812" y="112775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0" name="Google Shape;2800;p25"/>
              <p:cNvSpPr/>
              <p:nvPr/>
            </p:nvSpPr>
            <p:spPr>
              <a:xfrm>
                <a:off x="3706368" y="6317742"/>
                <a:ext cx="99060" cy="72389"/>
              </a:xfrm>
              <a:custGeom>
                <a:rect b="b" l="l" r="r" t="t"/>
                <a:pathLst>
                  <a:path extrusionOk="0" h="72389" w="99060">
                    <a:moveTo>
                      <a:pt x="0" y="11430"/>
                    </a:moveTo>
                    <a:lnTo>
                      <a:pt x="11310" y="8727"/>
                    </a:lnTo>
                    <a:lnTo>
                      <a:pt x="22478" y="6381"/>
                    </a:lnTo>
                    <a:lnTo>
                      <a:pt x="33647" y="4464"/>
                    </a:lnTo>
                    <a:lnTo>
                      <a:pt x="44958" y="3048"/>
                    </a:lnTo>
                    <a:lnTo>
                      <a:pt x="48768" y="3048"/>
                    </a:lnTo>
                    <a:lnTo>
                      <a:pt x="66294" y="0"/>
                    </a:lnTo>
                    <a:lnTo>
                      <a:pt x="67818" y="4572"/>
                    </a:lnTo>
                    <a:lnTo>
                      <a:pt x="69187" y="10751"/>
                    </a:lnTo>
                    <a:lnTo>
                      <a:pt x="69056" y="17430"/>
                    </a:lnTo>
                    <a:lnTo>
                      <a:pt x="67925" y="23967"/>
                    </a:lnTo>
                    <a:lnTo>
                      <a:pt x="66294" y="29718"/>
                    </a:lnTo>
                    <a:lnTo>
                      <a:pt x="63269" y="39564"/>
                    </a:lnTo>
                    <a:lnTo>
                      <a:pt x="59817" y="49625"/>
                    </a:lnTo>
                    <a:lnTo>
                      <a:pt x="57507" y="59828"/>
                    </a:lnTo>
                    <a:lnTo>
                      <a:pt x="57912" y="70104"/>
                    </a:lnTo>
                    <a:lnTo>
                      <a:pt x="57912" y="70866"/>
                    </a:lnTo>
                    <a:lnTo>
                      <a:pt x="58674" y="71628"/>
                    </a:lnTo>
                    <a:lnTo>
                      <a:pt x="59436" y="72390"/>
                    </a:lnTo>
                    <a:lnTo>
                      <a:pt x="67698" y="71651"/>
                    </a:lnTo>
                    <a:lnTo>
                      <a:pt x="74676" y="69342"/>
                    </a:lnTo>
                    <a:lnTo>
                      <a:pt x="81081" y="65317"/>
                    </a:lnTo>
                    <a:lnTo>
                      <a:pt x="87630" y="59436"/>
                    </a:lnTo>
                    <a:lnTo>
                      <a:pt x="94488" y="51816"/>
                    </a:lnTo>
                    <a:lnTo>
                      <a:pt x="96012" y="48768"/>
                    </a:lnTo>
                    <a:lnTo>
                      <a:pt x="99060" y="4267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1" name="Google Shape;2801;p25"/>
              <p:cNvSpPr/>
              <p:nvPr/>
            </p:nvSpPr>
            <p:spPr>
              <a:xfrm>
                <a:off x="3751326" y="6306312"/>
                <a:ext cx="50800" cy="38100"/>
              </a:xfrm>
              <a:custGeom>
                <a:rect b="b" l="l" r="r" t="t"/>
                <a:pathLst>
                  <a:path extrusionOk="0" h="38100" w="50800">
                    <a:moveTo>
                      <a:pt x="8382" y="33528"/>
                    </a:moveTo>
                    <a:lnTo>
                      <a:pt x="18538" y="36742"/>
                    </a:lnTo>
                    <a:lnTo>
                      <a:pt x="26193" y="37528"/>
                    </a:lnTo>
                    <a:lnTo>
                      <a:pt x="33135" y="34599"/>
                    </a:lnTo>
                    <a:lnTo>
                      <a:pt x="41148" y="26670"/>
                    </a:lnTo>
                    <a:lnTo>
                      <a:pt x="44958" y="22860"/>
                    </a:lnTo>
                    <a:lnTo>
                      <a:pt x="50292" y="12191"/>
                    </a:lnTo>
                    <a:lnTo>
                      <a:pt x="45720" y="6858"/>
                    </a:lnTo>
                    <a:lnTo>
                      <a:pt x="39266" y="2571"/>
                    </a:lnTo>
                    <a:lnTo>
                      <a:pt x="31813" y="571"/>
                    </a:lnTo>
                    <a:lnTo>
                      <a:pt x="24074" y="0"/>
                    </a:lnTo>
                    <a:lnTo>
                      <a:pt x="16764" y="0"/>
                    </a:lnTo>
                    <a:lnTo>
                      <a:pt x="7620" y="0"/>
                    </a:lnTo>
                    <a:lnTo>
                      <a:pt x="1524" y="1524"/>
                    </a:lnTo>
                    <a:lnTo>
                      <a:pt x="0" y="10668"/>
                    </a:lnTo>
                    <a:lnTo>
                      <a:pt x="0" y="14478"/>
                    </a:lnTo>
                    <a:lnTo>
                      <a:pt x="0" y="15240"/>
                    </a:lnTo>
                    <a:lnTo>
                      <a:pt x="3048" y="1600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2" name="Google Shape;2802;p25"/>
              <p:cNvSpPr/>
              <p:nvPr/>
            </p:nvSpPr>
            <p:spPr>
              <a:xfrm>
                <a:off x="3816858" y="6306312"/>
                <a:ext cx="34289" cy="98425"/>
              </a:xfrm>
              <a:custGeom>
                <a:rect b="b" l="l" r="r" t="t"/>
                <a:pathLst>
                  <a:path extrusionOk="0" h="98425" w="34289">
                    <a:moveTo>
                      <a:pt x="31241" y="26669"/>
                    </a:moveTo>
                    <a:lnTo>
                      <a:pt x="12953" y="0"/>
                    </a:lnTo>
                    <a:lnTo>
                      <a:pt x="9905" y="3047"/>
                    </a:lnTo>
                    <a:lnTo>
                      <a:pt x="0" y="42671"/>
                    </a:lnTo>
                    <a:lnTo>
                      <a:pt x="3047" y="44957"/>
                    </a:lnTo>
                    <a:lnTo>
                      <a:pt x="11429" y="44957"/>
                    </a:lnTo>
                    <a:lnTo>
                      <a:pt x="19811" y="45719"/>
                    </a:lnTo>
                    <a:lnTo>
                      <a:pt x="25145" y="40385"/>
                    </a:lnTo>
                    <a:lnTo>
                      <a:pt x="29717" y="33527"/>
                    </a:lnTo>
                    <a:lnTo>
                      <a:pt x="32003" y="29717"/>
                    </a:lnTo>
                    <a:lnTo>
                      <a:pt x="32765" y="26669"/>
                    </a:lnTo>
                    <a:lnTo>
                      <a:pt x="34289" y="22859"/>
                    </a:lnTo>
                    <a:lnTo>
                      <a:pt x="33908" y="33039"/>
                    </a:lnTo>
                    <a:lnTo>
                      <a:pt x="32956" y="43148"/>
                    </a:lnTo>
                    <a:lnTo>
                      <a:pt x="31718" y="53399"/>
                    </a:lnTo>
                    <a:lnTo>
                      <a:pt x="30479" y="64007"/>
                    </a:lnTo>
                    <a:lnTo>
                      <a:pt x="29051" y="71366"/>
                    </a:lnTo>
                    <a:lnTo>
                      <a:pt x="27622" y="80009"/>
                    </a:lnTo>
                    <a:lnTo>
                      <a:pt x="27050" y="88653"/>
                    </a:lnTo>
                    <a:lnTo>
                      <a:pt x="28193" y="96011"/>
                    </a:lnTo>
                    <a:lnTo>
                      <a:pt x="30479" y="97535"/>
                    </a:lnTo>
                    <a:lnTo>
                      <a:pt x="31241" y="98297"/>
                    </a:lnTo>
                    <a:lnTo>
                      <a:pt x="33527" y="97535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3" name="Google Shape;2803;p25"/>
              <p:cNvSpPr/>
              <p:nvPr/>
            </p:nvSpPr>
            <p:spPr>
              <a:xfrm>
                <a:off x="3868674" y="6291834"/>
                <a:ext cx="48895" cy="85725"/>
              </a:xfrm>
              <a:custGeom>
                <a:rect b="b" l="l" r="r" t="t"/>
                <a:pathLst>
                  <a:path extrusionOk="0" h="85725" w="48895">
                    <a:moveTo>
                      <a:pt x="0" y="38861"/>
                    </a:moveTo>
                    <a:lnTo>
                      <a:pt x="28956" y="69341"/>
                    </a:lnTo>
                    <a:lnTo>
                      <a:pt x="30480" y="85343"/>
                    </a:lnTo>
                    <a:lnTo>
                      <a:pt x="29158" y="77342"/>
                    </a:lnTo>
                    <a:lnTo>
                      <a:pt x="31051" y="30765"/>
                    </a:lnTo>
                    <a:lnTo>
                      <a:pt x="44195" y="3809"/>
                    </a:lnTo>
                    <a:lnTo>
                      <a:pt x="44957" y="2285"/>
                    </a:lnTo>
                    <a:lnTo>
                      <a:pt x="48767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4" name="Google Shape;2804;p25"/>
              <p:cNvSpPr/>
              <p:nvPr/>
            </p:nvSpPr>
            <p:spPr>
              <a:xfrm>
                <a:off x="3924300" y="6297168"/>
                <a:ext cx="64135" cy="74295"/>
              </a:xfrm>
              <a:custGeom>
                <a:rect b="b" l="l" r="r" t="t"/>
                <a:pathLst>
                  <a:path extrusionOk="0" h="74295" w="64135">
                    <a:moveTo>
                      <a:pt x="57912" y="33528"/>
                    </a:moveTo>
                    <a:lnTo>
                      <a:pt x="55709" y="26777"/>
                    </a:lnTo>
                    <a:lnTo>
                      <a:pt x="53435" y="19526"/>
                    </a:lnTo>
                    <a:lnTo>
                      <a:pt x="50732" y="12418"/>
                    </a:lnTo>
                    <a:lnTo>
                      <a:pt x="47244" y="6096"/>
                    </a:lnTo>
                    <a:lnTo>
                      <a:pt x="43434" y="0"/>
                    </a:lnTo>
                    <a:lnTo>
                      <a:pt x="36576" y="1524"/>
                    </a:lnTo>
                    <a:lnTo>
                      <a:pt x="32004" y="6096"/>
                    </a:lnTo>
                    <a:lnTo>
                      <a:pt x="24312" y="13275"/>
                    </a:lnTo>
                    <a:lnTo>
                      <a:pt x="3214" y="47374"/>
                    </a:lnTo>
                    <a:lnTo>
                      <a:pt x="0" y="69342"/>
                    </a:lnTo>
                    <a:lnTo>
                      <a:pt x="9144" y="71628"/>
                    </a:lnTo>
                    <a:lnTo>
                      <a:pt x="13716" y="67818"/>
                    </a:lnTo>
                    <a:lnTo>
                      <a:pt x="19812" y="60960"/>
                    </a:lnTo>
                    <a:lnTo>
                      <a:pt x="26360" y="53697"/>
                    </a:lnTo>
                    <a:lnTo>
                      <a:pt x="32194" y="45720"/>
                    </a:lnTo>
                    <a:lnTo>
                      <a:pt x="37171" y="37171"/>
                    </a:lnTo>
                    <a:lnTo>
                      <a:pt x="41148" y="28194"/>
                    </a:lnTo>
                    <a:lnTo>
                      <a:pt x="44196" y="22098"/>
                    </a:lnTo>
                    <a:lnTo>
                      <a:pt x="45720" y="16764"/>
                    </a:lnTo>
                    <a:lnTo>
                      <a:pt x="48768" y="10668"/>
                    </a:lnTo>
                    <a:lnTo>
                      <a:pt x="48768" y="14478"/>
                    </a:lnTo>
                    <a:lnTo>
                      <a:pt x="48768" y="20574"/>
                    </a:lnTo>
                    <a:lnTo>
                      <a:pt x="48768" y="24384"/>
                    </a:lnTo>
                    <a:lnTo>
                      <a:pt x="48672" y="32611"/>
                    </a:lnTo>
                    <a:lnTo>
                      <a:pt x="48577" y="41052"/>
                    </a:lnTo>
                    <a:lnTo>
                      <a:pt x="48768" y="49351"/>
                    </a:lnTo>
                    <a:lnTo>
                      <a:pt x="49530" y="57150"/>
                    </a:lnTo>
                    <a:lnTo>
                      <a:pt x="50292" y="61722"/>
                    </a:lnTo>
                    <a:lnTo>
                      <a:pt x="52578" y="73914"/>
                    </a:lnTo>
                    <a:lnTo>
                      <a:pt x="60198" y="70866"/>
                    </a:lnTo>
                    <a:lnTo>
                      <a:pt x="61722" y="70104"/>
                    </a:lnTo>
                    <a:lnTo>
                      <a:pt x="63246" y="69342"/>
                    </a:lnTo>
                    <a:lnTo>
                      <a:pt x="64008" y="6781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5" name="Google Shape;2805;p25"/>
              <p:cNvSpPr/>
              <p:nvPr/>
            </p:nvSpPr>
            <p:spPr>
              <a:xfrm>
                <a:off x="4008786" y="6244590"/>
                <a:ext cx="10160" cy="116204"/>
              </a:xfrm>
              <a:custGeom>
                <a:rect b="b" l="l" r="r" t="t"/>
                <a:pathLst>
                  <a:path extrusionOk="0" h="116204" w="10160">
                    <a:moveTo>
                      <a:pt x="2381" y="0"/>
                    </a:moveTo>
                    <a:lnTo>
                      <a:pt x="1440" y="27122"/>
                    </a:lnTo>
                    <a:lnTo>
                      <a:pt x="0" y="55816"/>
                    </a:lnTo>
                    <a:lnTo>
                      <a:pt x="130" y="84224"/>
                    </a:lnTo>
                    <a:lnTo>
                      <a:pt x="3905" y="110489"/>
                    </a:lnTo>
                    <a:lnTo>
                      <a:pt x="6191" y="114300"/>
                    </a:lnTo>
                    <a:lnTo>
                      <a:pt x="6191" y="115823"/>
                    </a:lnTo>
                    <a:lnTo>
                      <a:pt x="10001" y="11506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6" name="Google Shape;2806;p25"/>
              <p:cNvSpPr/>
              <p:nvPr/>
            </p:nvSpPr>
            <p:spPr>
              <a:xfrm>
                <a:off x="4033623" y="6259068"/>
                <a:ext cx="61595" cy="93979"/>
              </a:xfrm>
              <a:custGeom>
                <a:rect b="b" l="l" r="r" t="t"/>
                <a:pathLst>
                  <a:path extrusionOk="0" h="93979" w="61595">
                    <a:moveTo>
                      <a:pt x="34694" y="18288"/>
                    </a:moveTo>
                    <a:lnTo>
                      <a:pt x="32408" y="12322"/>
                    </a:lnTo>
                    <a:lnTo>
                      <a:pt x="29551" y="6000"/>
                    </a:lnTo>
                    <a:lnTo>
                      <a:pt x="25265" y="1250"/>
                    </a:lnTo>
                    <a:lnTo>
                      <a:pt x="18692" y="0"/>
                    </a:lnTo>
                    <a:lnTo>
                      <a:pt x="12096" y="2476"/>
                    </a:lnTo>
                    <a:lnTo>
                      <a:pt x="7072" y="7810"/>
                    </a:lnTo>
                    <a:lnTo>
                      <a:pt x="3476" y="14573"/>
                    </a:lnTo>
                    <a:lnTo>
                      <a:pt x="1166" y="21336"/>
                    </a:lnTo>
                    <a:lnTo>
                      <a:pt x="0" y="30087"/>
                    </a:lnTo>
                    <a:lnTo>
                      <a:pt x="404" y="38766"/>
                    </a:lnTo>
                    <a:lnTo>
                      <a:pt x="36111" y="61805"/>
                    </a:lnTo>
                    <a:lnTo>
                      <a:pt x="45362" y="62484"/>
                    </a:lnTo>
                    <a:lnTo>
                      <a:pt x="51458" y="63246"/>
                    </a:lnTo>
                    <a:lnTo>
                      <a:pt x="56030" y="63246"/>
                    </a:lnTo>
                    <a:lnTo>
                      <a:pt x="61364" y="65532"/>
                    </a:lnTo>
                    <a:lnTo>
                      <a:pt x="59840" y="75438"/>
                    </a:lnTo>
                    <a:lnTo>
                      <a:pt x="52220" y="76962"/>
                    </a:lnTo>
                    <a:lnTo>
                      <a:pt x="43838" y="81534"/>
                    </a:lnTo>
                    <a:lnTo>
                      <a:pt x="36861" y="85022"/>
                    </a:lnTo>
                    <a:lnTo>
                      <a:pt x="26312" y="90011"/>
                    </a:lnTo>
                    <a:lnTo>
                      <a:pt x="15763" y="93428"/>
                    </a:lnTo>
                    <a:lnTo>
                      <a:pt x="8786" y="92202"/>
                    </a:lnTo>
                    <a:lnTo>
                      <a:pt x="4976" y="90678"/>
                    </a:lnTo>
                    <a:lnTo>
                      <a:pt x="4214" y="88392"/>
                    </a:lnTo>
                    <a:lnTo>
                      <a:pt x="6500" y="8382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7" name="Google Shape;2807;p25"/>
              <p:cNvSpPr/>
              <p:nvPr/>
            </p:nvSpPr>
            <p:spPr>
              <a:xfrm>
                <a:off x="4124706" y="6204120"/>
                <a:ext cx="67945" cy="222250"/>
              </a:xfrm>
              <a:custGeom>
                <a:rect b="b" l="l" r="r" t="t"/>
                <a:pathLst>
                  <a:path extrusionOk="0" h="222250" w="67945">
                    <a:moveTo>
                      <a:pt x="0" y="5417"/>
                    </a:moveTo>
                    <a:lnTo>
                      <a:pt x="10036" y="4595"/>
                    </a:lnTo>
                    <a:lnTo>
                      <a:pt x="19716" y="3417"/>
                    </a:lnTo>
                    <a:lnTo>
                      <a:pt x="29253" y="2095"/>
                    </a:lnTo>
                    <a:lnTo>
                      <a:pt x="38862" y="845"/>
                    </a:lnTo>
                    <a:lnTo>
                      <a:pt x="45981" y="0"/>
                    </a:lnTo>
                    <a:lnTo>
                      <a:pt x="52387" y="369"/>
                    </a:lnTo>
                    <a:lnTo>
                      <a:pt x="57935" y="2881"/>
                    </a:lnTo>
                    <a:lnTo>
                      <a:pt x="62484" y="8465"/>
                    </a:lnTo>
                    <a:lnTo>
                      <a:pt x="66091" y="20288"/>
                    </a:lnTo>
                    <a:lnTo>
                      <a:pt x="67341" y="33325"/>
                    </a:lnTo>
                    <a:lnTo>
                      <a:pt x="67306" y="46505"/>
                    </a:lnTo>
                    <a:lnTo>
                      <a:pt x="67056" y="58757"/>
                    </a:lnTo>
                    <a:lnTo>
                      <a:pt x="67139" y="75783"/>
                    </a:lnTo>
                    <a:lnTo>
                      <a:pt x="65532" y="126575"/>
                    </a:lnTo>
                    <a:lnTo>
                      <a:pt x="58781" y="171259"/>
                    </a:lnTo>
                    <a:lnTo>
                      <a:pt x="43945" y="212586"/>
                    </a:lnTo>
                    <a:lnTo>
                      <a:pt x="37338" y="220301"/>
                    </a:lnTo>
                    <a:lnTo>
                      <a:pt x="36576" y="220301"/>
                    </a:lnTo>
                    <a:lnTo>
                      <a:pt x="35814" y="221063"/>
                    </a:lnTo>
                    <a:lnTo>
                      <a:pt x="35052" y="221825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11" name="Shape 2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2" name="Google Shape;2812;p26"/>
          <p:cNvGrpSpPr/>
          <p:nvPr/>
        </p:nvGrpSpPr>
        <p:grpSpPr>
          <a:xfrm>
            <a:off x="838163" y="1076397"/>
            <a:ext cx="8925236" cy="5085067"/>
            <a:chOff x="3095993" y="2120645"/>
            <a:chExt cx="6819925" cy="4040899"/>
          </a:xfrm>
        </p:grpSpPr>
        <p:grpSp>
          <p:nvGrpSpPr>
            <p:cNvPr id="2813" name="Google Shape;2813;p26"/>
            <p:cNvGrpSpPr/>
            <p:nvPr/>
          </p:nvGrpSpPr>
          <p:grpSpPr>
            <a:xfrm>
              <a:off x="4779251" y="2238743"/>
              <a:ext cx="922044" cy="366154"/>
              <a:chOff x="4779251" y="2238743"/>
              <a:chExt cx="922044" cy="366154"/>
            </a:xfrm>
          </p:grpSpPr>
          <p:sp>
            <p:nvSpPr>
              <p:cNvPr id="2814" name="Google Shape;2814;p26"/>
              <p:cNvSpPr/>
              <p:nvPr/>
            </p:nvSpPr>
            <p:spPr>
              <a:xfrm>
                <a:off x="4802886" y="2545842"/>
                <a:ext cx="817879" cy="59055"/>
              </a:xfrm>
              <a:custGeom>
                <a:rect b="b" l="l" r="r" t="t"/>
                <a:pathLst>
                  <a:path extrusionOk="0" h="59055" w="817879">
                    <a:moveTo>
                      <a:pt x="0" y="53339"/>
                    </a:moveTo>
                    <a:lnTo>
                      <a:pt x="44577" y="57519"/>
                    </a:lnTo>
                    <a:lnTo>
                      <a:pt x="96000" y="58423"/>
                    </a:lnTo>
                    <a:lnTo>
                      <a:pt x="132492" y="58578"/>
                    </a:lnTo>
                    <a:lnTo>
                      <a:pt x="168842" y="58019"/>
                    </a:lnTo>
                    <a:lnTo>
                      <a:pt x="246245" y="53709"/>
                    </a:lnTo>
                    <a:lnTo>
                      <a:pt x="287655" y="50387"/>
                    </a:lnTo>
                    <a:lnTo>
                      <a:pt x="329064" y="46636"/>
                    </a:lnTo>
                    <a:lnTo>
                      <a:pt x="370332" y="42671"/>
                    </a:lnTo>
                    <a:lnTo>
                      <a:pt x="415028" y="38552"/>
                    </a:lnTo>
                    <a:lnTo>
                      <a:pt x="459867" y="34289"/>
                    </a:lnTo>
                    <a:lnTo>
                      <a:pt x="504705" y="30027"/>
                    </a:lnTo>
                    <a:lnTo>
                      <a:pt x="549402" y="25907"/>
                    </a:lnTo>
                    <a:lnTo>
                      <a:pt x="599122" y="21681"/>
                    </a:lnTo>
                    <a:lnTo>
                      <a:pt x="648843" y="17240"/>
                    </a:lnTo>
                    <a:lnTo>
                      <a:pt x="698563" y="12942"/>
                    </a:lnTo>
                    <a:lnTo>
                      <a:pt x="748284" y="9143"/>
                    </a:lnTo>
                    <a:lnTo>
                      <a:pt x="798004" y="6679"/>
                    </a:lnTo>
                    <a:lnTo>
                      <a:pt x="814578" y="6095"/>
                    </a:lnTo>
                    <a:lnTo>
                      <a:pt x="816863" y="6095"/>
                    </a:lnTo>
                    <a:lnTo>
                      <a:pt x="817626" y="6095"/>
                    </a:lnTo>
                    <a:lnTo>
                      <a:pt x="815340" y="6095"/>
                    </a:lnTo>
                    <a:lnTo>
                      <a:pt x="806196" y="7619"/>
                    </a:lnTo>
                    <a:lnTo>
                      <a:pt x="805434" y="9143"/>
                    </a:lnTo>
                    <a:lnTo>
                      <a:pt x="803148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815" name="Google Shape;2815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779251" y="2296655"/>
                <a:ext cx="134137" cy="20728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16" name="Google Shape;2816;p2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938509" y="2289428"/>
                <a:ext cx="276631" cy="1832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17" name="Google Shape;2817;p2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261597" y="2246363"/>
                <a:ext cx="141757" cy="19509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18" name="Google Shape;2818;p2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435809" y="2241791"/>
                <a:ext cx="105467" cy="1859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19" name="Google Shape;2819;p26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584851" y="2238743"/>
                <a:ext cx="116444" cy="18214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820" name="Google Shape;2820;p2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035027" y="2199881"/>
              <a:ext cx="240317" cy="18747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21" name="Google Shape;2821;p26"/>
            <p:cNvGrpSpPr/>
            <p:nvPr/>
          </p:nvGrpSpPr>
          <p:grpSpPr>
            <a:xfrm>
              <a:off x="6322301" y="2120645"/>
              <a:ext cx="577355" cy="222517"/>
              <a:chOff x="6322301" y="2120645"/>
              <a:chExt cx="577355" cy="222517"/>
            </a:xfrm>
          </p:grpSpPr>
          <p:pic>
            <p:nvPicPr>
              <p:cNvPr id="2822" name="Google Shape;2822;p26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6322301" y="2205977"/>
                <a:ext cx="113087" cy="1371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23" name="Google Shape;2823;p26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6456496" y="2180069"/>
                <a:ext cx="198824" cy="15890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24" name="Google Shape;2824;p26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6680441" y="2205977"/>
                <a:ext cx="88417" cy="10270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25" name="Google Shape;2825;p26"/>
              <p:cNvSpPr/>
              <p:nvPr/>
            </p:nvSpPr>
            <p:spPr>
              <a:xfrm>
                <a:off x="6809994" y="2202941"/>
                <a:ext cx="5079" cy="69850"/>
              </a:xfrm>
              <a:custGeom>
                <a:rect b="b" l="l" r="r" t="t"/>
                <a:pathLst>
                  <a:path extrusionOk="0" h="69850" w="5079">
                    <a:moveTo>
                      <a:pt x="4572" y="0"/>
                    </a:moveTo>
                    <a:lnTo>
                      <a:pt x="4572" y="8703"/>
                    </a:lnTo>
                    <a:lnTo>
                      <a:pt x="4572" y="17621"/>
                    </a:lnTo>
                    <a:lnTo>
                      <a:pt x="4572" y="26681"/>
                    </a:lnTo>
                    <a:lnTo>
                      <a:pt x="4572" y="35814"/>
                    </a:lnTo>
                    <a:lnTo>
                      <a:pt x="4393" y="44267"/>
                    </a:lnTo>
                    <a:lnTo>
                      <a:pt x="3143" y="52578"/>
                    </a:lnTo>
                    <a:lnTo>
                      <a:pt x="1464" y="60888"/>
                    </a:lnTo>
                    <a:lnTo>
                      <a:pt x="0" y="69342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6" name="Google Shape;2826;p26"/>
              <p:cNvSpPr/>
              <p:nvPr/>
            </p:nvSpPr>
            <p:spPr>
              <a:xfrm>
                <a:off x="6814566" y="2120645"/>
                <a:ext cx="85090" cy="154939"/>
              </a:xfrm>
              <a:custGeom>
                <a:rect b="b" l="l" r="r" t="t"/>
                <a:pathLst>
                  <a:path extrusionOk="0" h="154939" w="85090">
                    <a:moveTo>
                      <a:pt x="0" y="80010"/>
                    </a:moveTo>
                    <a:lnTo>
                      <a:pt x="8239" y="86760"/>
                    </a:lnTo>
                    <a:lnTo>
                      <a:pt x="16764" y="93440"/>
                    </a:lnTo>
                    <a:lnTo>
                      <a:pt x="25288" y="100262"/>
                    </a:lnTo>
                    <a:lnTo>
                      <a:pt x="55173" y="130051"/>
                    </a:lnTo>
                    <a:lnTo>
                      <a:pt x="70104" y="152400"/>
                    </a:lnTo>
                    <a:lnTo>
                      <a:pt x="76200" y="154686"/>
                    </a:lnTo>
                    <a:lnTo>
                      <a:pt x="76962" y="154686"/>
                    </a:lnTo>
                    <a:lnTo>
                      <a:pt x="77724" y="154686"/>
                    </a:lnTo>
                    <a:lnTo>
                      <a:pt x="80772" y="146304"/>
                    </a:lnTo>
                    <a:lnTo>
                      <a:pt x="81534" y="139446"/>
                    </a:lnTo>
                    <a:lnTo>
                      <a:pt x="83629" y="100584"/>
                    </a:lnTo>
                    <a:lnTo>
                      <a:pt x="83820" y="70866"/>
                    </a:lnTo>
                    <a:lnTo>
                      <a:pt x="84201" y="57947"/>
                    </a:lnTo>
                    <a:lnTo>
                      <a:pt x="80772" y="19050"/>
                    </a:lnTo>
                    <a:lnTo>
                      <a:pt x="62555" y="3298"/>
                    </a:lnTo>
                    <a:lnTo>
                      <a:pt x="54863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27" name="Google Shape;2827;p26"/>
            <p:cNvSpPr/>
            <p:nvPr/>
          </p:nvSpPr>
          <p:spPr>
            <a:xfrm>
              <a:off x="5990844" y="2447544"/>
              <a:ext cx="847725" cy="76200"/>
            </a:xfrm>
            <a:custGeom>
              <a:rect b="b" l="l" r="r" t="t"/>
              <a:pathLst>
                <a:path extrusionOk="0" h="76200" w="847725">
                  <a:moveTo>
                    <a:pt x="0" y="74675"/>
                  </a:moveTo>
                  <a:lnTo>
                    <a:pt x="18859" y="75557"/>
                  </a:lnTo>
                  <a:lnTo>
                    <a:pt x="37719" y="76009"/>
                  </a:lnTo>
                  <a:lnTo>
                    <a:pt x="56578" y="76176"/>
                  </a:lnTo>
                  <a:lnTo>
                    <a:pt x="75438" y="76199"/>
                  </a:lnTo>
                  <a:lnTo>
                    <a:pt x="107561" y="76045"/>
                  </a:lnTo>
                  <a:lnTo>
                    <a:pt x="139827" y="75533"/>
                  </a:lnTo>
                  <a:lnTo>
                    <a:pt x="172092" y="74592"/>
                  </a:lnTo>
                  <a:lnTo>
                    <a:pt x="204215" y="73151"/>
                  </a:lnTo>
                  <a:lnTo>
                    <a:pt x="243197" y="71616"/>
                  </a:lnTo>
                  <a:lnTo>
                    <a:pt x="282321" y="69437"/>
                  </a:lnTo>
                  <a:lnTo>
                    <a:pt x="321444" y="66829"/>
                  </a:lnTo>
                  <a:lnTo>
                    <a:pt x="360426" y="64007"/>
                  </a:lnTo>
                  <a:lnTo>
                    <a:pt x="402717" y="60317"/>
                  </a:lnTo>
                  <a:lnTo>
                    <a:pt x="445008" y="56197"/>
                  </a:lnTo>
                  <a:lnTo>
                    <a:pt x="487298" y="51792"/>
                  </a:lnTo>
                  <a:lnTo>
                    <a:pt x="529590" y="47243"/>
                  </a:lnTo>
                  <a:lnTo>
                    <a:pt x="571190" y="43243"/>
                  </a:lnTo>
                  <a:lnTo>
                    <a:pt x="612648" y="39242"/>
                  </a:lnTo>
                  <a:lnTo>
                    <a:pt x="654105" y="35242"/>
                  </a:lnTo>
                  <a:lnTo>
                    <a:pt x="695706" y="31241"/>
                  </a:lnTo>
                  <a:lnTo>
                    <a:pt x="724400" y="28622"/>
                  </a:lnTo>
                  <a:lnTo>
                    <a:pt x="753237" y="26288"/>
                  </a:lnTo>
                  <a:lnTo>
                    <a:pt x="782073" y="23955"/>
                  </a:lnTo>
                  <a:lnTo>
                    <a:pt x="810768" y="21335"/>
                  </a:lnTo>
                  <a:lnTo>
                    <a:pt x="818411" y="21062"/>
                  </a:lnTo>
                  <a:lnTo>
                    <a:pt x="829056" y="20859"/>
                  </a:lnTo>
                  <a:lnTo>
                    <a:pt x="839700" y="19942"/>
                  </a:lnTo>
                  <a:lnTo>
                    <a:pt x="847344" y="17525"/>
                  </a:lnTo>
                  <a:lnTo>
                    <a:pt x="847344" y="16763"/>
                  </a:lnTo>
                  <a:lnTo>
                    <a:pt x="847344" y="16001"/>
                  </a:lnTo>
                  <a:lnTo>
                    <a:pt x="840497" y="14692"/>
                  </a:lnTo>
                  <a:lnTo>
                    <a:pt x="833723" y="12953"/>
                  </a:lnTo>
                  <a:lnTo>
                    <a:pt x="827091" y="10644"/>
                  </a:lnTo>
                  <a:lnTo>
                    <a:pt x="820674" y="7619"/>
                  </a:lnTo>
                  <a:lnTo>
                    <a:pt x="816102" y="5333"/>
                  </a:lnTo>
                  <a:lnTo>
                    <a:pt x="811530" y="2285"/>
                  </a:lnTo>
                  <a:lnTo>
                    <a:pt x="806196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28" name="Google Shape;2828;p2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608057" y="3570719"/>
              <a:ext cx="415315" cy="23929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29" name="Google Shape;2829;p26"/>
            <p:cNvGrpSpPr/>
            <p:nvPr/>
          </p:nvGrpSpPr>
          <p:grpSpPr>
            <a:xfrm>
              <a:off x="4447031" y="3546348"/>
              <a:ext cx="143637" cy="171958"/>
              <a:chOff x="4447031" y="3546348"/>
              <a:chExt cx="143637" cy="171958"/>
            </a:xfrm>
          </p:grpSpPr>
          <p:sp>
            <p:nvSpPr>
              <p:cNvPr id="2830" name="Google Shape;2830;p26"/>
              <p:cNvSpPr/>
              <p:nvPr/>
            </p:nvSpPr>
            <p:spPr>
              <a:xfrm>
                <a:off x="4447031" y="3621786"/>
                <a:ext cx="22225" cy="96520"/>
              </a:xfrm>
              <a:custGeom>
                <a:rect b="b" l="l" r="r" t="t"/>
                <a:pathLst>
                  <a:path extrusionOk="0" h="96520" w="22225">
                    <a:moveTo>
                      <a:pt x="0" y="0"/>
                    </a:moveTo>
                    <a:lnTo>
                      <a:pt x="16287" y="40397"/>
                    </a:lnTo>
                    <a:lnTo>
                      <a:pt x="21740" y="85725"/>
                    </a:lnTo>
                    <a:lnTo>
                      <a:pt x="21336" y="9601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1" name="Google Shape;2831;p26"/>
              <p:cNvSpPr/>
              <p:nvPr/>
            </p:nvSpPr>
            <p:spPr>
              <a:xfrm>
                <a:off x="4449698" y="3546348"/>
                <a:ext cx="5079" cy="21589"/>
              </a:xfrm>
              <a:custGeom>
                <a:rect b="b" l="l" r="r" t="t"/>
                <a:pathLst>
                  <a:path extrusionOk="0" h="21589" w="5079">
                    <a:moveTo>
                      <a:pt x="4190" y="0"/>
                    </a:moveTo>
                    <a:lnTo>
                      <a:pt x="1309" y="7620"/>
                    </a:lnTo>
                    <a:lnTo>
                      <a:pt x="0" y="12954"/>
                    </a:lnTo>
                    <a:lnTo>
                      <a:pt x="976" y="17145"/>
                    </a:lnTo>
                    <a:lnTo>
                      <a:pt x="4952" y="2133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2" name="Google Shape;2832;p26"/>
              <p:cNvSpPr/>
              <p:nvPr/>
            </p:nvSpPr>
            <p:spPr>
              <a:xfrm>
                <a:off x="4501133" y="3582924"/>
                <a:ext cx="89535" cy="116839"/>
              </a:xfrm>
              <a:custGeom>
                <a:rect b="b" l="l" r="r" t="t"/>
                <a:pathLst>
                  <a:path extrusionOk="0" h="116839" w="89535">
                    <a:moveTo>
                      <a:pt x="17525" y="93725"/>
                    </a:moveTo>
                    <a:lnTo>
                      <a:pt x="12692" y="80914"/>
                    </a:lnTo>
                    <a:lnTo>
                      <a:pt x="12572" y="71246"/>
                    </a:lnTo>
                    <a:lnTo>
                      <a:pt x="16454" y="61579"/>
                    </a:lnTo>
                    <a:lnTo>
                      <a:pt x="23621" y="48767"/>
                    </a:lnTo>
                    <a:lnTo>
                      <a:pt x="29801" y="38373"/>
                    </a:lnTo>
                    <a:lnTo>
                      <a:pt x="35909" y="27908"/>
                    </a:lnTo>
                    <a:lnTo>
                      <a:pt x="42160" y="17585"/>
                    </a:lnTo>
                    <a:lnTo>
                      <a:pt x="48767" y="7619"/>
                    </a:lnTo>
                    <a:lnTo>
                      <a:pt x="50291" y="5333"/>
                    </a:lnTo>
                    <a:lnTo>
                      <a:pt x="53339" y="2285"/>
                    </a:lnTo>
                    <a:lnTo>
                      <a:pt x="54863" y="0"/>
                    </a:lnTo>
                    <a:lnTo>
                      <a:pt x="54042" y="7072"/>
                    </a:lnTo>
                    <a:lnTo>
                      <a:pt x="52863" y="13715"/>
                    </a:lnTo>
                    <a:lnTo>
                      <a:pt x="51542" y="20359"/>
                    </a:lnTo>
                    <a:lnTo>
                      <a:pt x="50291" y="27431"/>
                    </a:lnTo>
                    <a:lnTo>
                      <a:pt x="48589" y="36945"/>
                    </a:lnTo>
                    <a:lnTo>
                      <a:pt x="47529" y="47529"/>
                    </a:lnTo>
                    <a:lnTo>
                      <a:pt x="48041" y="57971"/>
                    </a:lnTo>
                    <a:lnTo>
                      <a:pt x="76199" y="84581"/>
                    </a:lnTo>
                    <a:lnTo>
                      <a:pt x="79247" y="86105"/>
                    </a:lnTo>
                    <a:lnTo>
                      <a:pt x="89153" y="89153"/>
                    </a:lnTo>
                    <a:lnTo>
                      <a:pt x="86867" y="93725"/>
                    </a:lnTo>
                    <a:lnTo>
                      <a:pt x="81462" y="99000"/>
                    </a:lnTo>
                    <a:lnTo>
                      <a:pt x="44946" y="111978"/>
                    </a:lnTo>
                    <a:lnTo>
                      <a:pt x="9905" y="116585"/>
                    </a:lnTo>
                    <a:lnTo>
                      <a:pt x="0" y="116585"/>
                    </a:lnTo>
                    <a:lnTo>
                      <a:pt x="2285" y="113537"/>
                    </a:lnTo>
                    <a:lnTo>
                      <a:pt x="761" y="105155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833" name="Google Shape;2833;p2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974763" y="3576815"/>
              <a:ext cx="139792" cy="12943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34" name="Google Shape;2834;p26"/>
            <p:cNvGrpSpPr/>
            <p:nvPr/>
          </p:nvGrpSpPr>
          <p:grpSpPr>
            <a:xfrm>
              <a:off x="5452859" y="3468624"/>
              <a:ext cx="571893" cy="215658"/>
              <a:chOff x="5452859" y="3468624"/>
              <a:chExt cx="571893" cy="215658"/>
            </a:xfrm>
          </p:grpSpPr>
          <p:pic>
            <p:nvPicPr>
              <p:cNvPr id="2835" name="Google Shape;2835;p26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5452859" y="3504425"/>
                <a:ext cx="209337" cy="179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36" name="Google Shape;2836;p26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5696699" y="3537191"/>
                <a:ext cx="73177" cy="1120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37" name="Google Shape;2837;p26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5791163" y="3529119"/>
                <a:ext cx="85393" cy="10487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38" name="Google Shape;2838;p26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5909535" y="3502651"/>
                <a:ext cx="85893" cy="12338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39" name="Google Shape;2839;p26"/>
              <p:cNvSpPr/>
              <p:nvPr/>
            </p:nvSpPr>
            <p:spPr>
              <a:xfrm>
                <a:off x="6022848" y="3468624"/>
                <a:ext cx="1904" cy="135254"/>
              </a:xfrm>
              <a:custGeom>
                <a:rect b="b" l="l" r="r" t="t"/>
                <a:pathLst>
                  <a:path extrusionOk="0" h="135254" w="1904">
                    <a:moveTo>
                      <a:pt x="762" y="0"/>
                    </a:moveTo>
                    <a:lnTo>
                      <a:pt x="1202" y="14168"/>
                    </a:lnTo>
                    <a:lnTo>
                      <a:pt x="1428" y="28194"/>
                    </a:lnTo>
                    <a:lnTo>
                      <a:pt x="1512" y="42219"/>
                    </a:lnTo>
                    <a:lnTo>
                      <a:pt x="1524" y="56388"/>
                    </a:lnTo>
                    <a:lnTo>
                      <a:pt x="1512" y="71806"/>
                    </a:lnTo>
                    <a:lnTo>
                      <a:pt x="1428" y="87153"/>
                    </a:lnTo>
                    <a:lnTo>
                      <a:pt x="1202" y="102358"/>
                    </a:lnTo>
                    <a:lnTo>
                      <a:pt x="762" y="117348"/>
                    </a:lnTo>
                    <a:lnTo>
                      <a:pt x="762" y="123444"/>
                    </a:lnTo>
                    <a:lnTo>
                      <a:pt x="762" y="128778"/>
                    </a:lnTo>
                    <a:lnTo>
                      <a:pt x="0" y="13487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40" name="Google Shape;2840;p26"/>
            <p:cNvGrpSpPr/>
            <p:nvPr/>
          </p:nvGrpSpPr>
          <p:grpSpPr>
            <a:xfrm>
              <a:off x="6483083" y="3397745"/>
              <a:ext cx="861644" cy="203479"/>
              <a:chOff x="6483083" y="3397745"/>
              <a:chExt cx="861644" cy="203479"/>
            </a:xfrm>
          </p:grpSpPr>
          <p:pic>
            <p:nvPicPr>
              <p:cNvPr id="2841" name="Google Shape;2841;p26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6483083" y="3401555"/>
                <a:ext cx="395503" cy="19966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42" name="Google Shape;2842;p26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6900266" y="3397745"/>
                <a:ext cx="223684" cy="15977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43" name="Google Shape;2843;p26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7147547" y="3441179"/>
                <a:ext cx="68605" cy="8628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44" name="Google Shape;2844;p26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7240511" y="3417557"/>
                <a:ext cx="104216" cy="1158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845" name="Google Shape;2845;p26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3095993" y="3004553"/>
              <a:ext cx="387621" cy="3154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6" name="Google Shape;2846;p26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3856469" y="3005386"/>
              <a:ext cx="328756" cy="24912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47" name="Google Shape;2847;p26"/>
            <p:cNvGrpSpPr/>
            <p:nvPr/>
          </p:nvGrpSpPr>
          <p:grpSpPr>
            <a:xfrm>
              <a:off x="4240243" y="3023603"/>
              <a:ext cx="451403" cy="180821"/>
              <a:chOff x="4240243" y="3023603"/>
              <a:chExt cx="451403" cy="180821"/>
            </a:xfrm>
          </p:grpSpPr>
          <p:pic>
            <p:nvPicPr>
              <p:cNvPr id="2848" name="Google Shape;2848;p26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4240243" y="3023603"/>
                <a:ext cx="189275" cy="1808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49" name="Google Shape;2849;p26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4450067" y="3073895"/>
                <a:ext cx="241579" cy="1253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850" name="Google Shape;2850;p26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5118817" y="2991599"/>
              <a:ext cx="126803" cy="1531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1" name="Google Shape;2851;p26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5579827" y="2789669"/>
              <a:ext cx="192335" cy="312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2" name="Google Shape;2852;p26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5846051" y="2951975"/>
              <a:ext cx="111277" cy="868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3" name="Google Shape;2853;p26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6067793" y="2728709"/>
              <a:ext cx="198907" cy="3253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54" name="Google Shape;2854;p26"/>
            <p:cNvGrpSpPr/>
            <p:nvPr/>
          </p:nvGrpSpPr>
          <p:grpSpPr>
            <a:xfrm>
              <a:off x="6501384" y="2925305"/>
              <a:ext cx="277380" cy="104419"/>
              <a:chOff x="6501384" y="2925305"/>
              <a:chExt cx="277380" cy="104419"/>
            </a:xfrm>
          </p:grpSpPr>
          <p:sp>
            <p:nvSpPr>
              <p:cNvPr id="2855" name="Google Shape;2855;p26"/>
              <p:cNvSpPr/>
              <p:nvPr/>
            </p:nvSpPr>
            <p:spPr>
              <a:xfrm>
                <a:off x="6501384" y="2960370"/>
                <a:ext cx="259079" cy="27305"/>
              </a:xfrm>
              <a:custGeom>
                <a:rect b="b" l="l" r="r" t="t"/>
                <a:pathLst>
                  <a:path extrusionOk="0" h="27305" w="259079">
                    <a:moveTo>
                      <a:pt x="0" y="25908"/>
                    </a:moveTo>
                    <a:lnTo>
                      <a:pt x="23205" y="26943"/>
                    </a:lnTo>
                    <a:lnTo>
                      <a:pt x="46196" y="26765"/>
                    </a:lnTo>
                    <a:lnTo>
                      <a:pt x="69330" y="25586"/>
                    </a:lnTo>
                    <a:lnTo>
                      <a:pt x="92964" y="23622"/>
                    </a:lnTo>
                    <a:lnTo>
                      <a:pt x="120526" y="20788"/>
                    </a:lnTo>
                    <a:lnTo>
                      <a:pt x="148304" y="18097"/>
                    </a:lnTo>
                    <a:lnTo>
                      <a:pt x="176224" y="15692"/>
                    </a:lnTo>
                    <a:lnTo>
                      <a:pt x="204215" y="13716"/>
                    </a:lnTo>
                    <a:lnTo>
                      <a:pt x="216919" y="12715"/>
                    </a:lnTo>
                    <a:lnTo>
                      <a:pt x="229838" y="12001"/>
                    </a:lnTo>
                    <a:lnTo>
                      <a:pt x="242899" y="11572"/>
                    </a:lnTo>
                    <a:lnTo>
                      <a:pt x="256032" y="11430"/>
                    </a:lnTo>
                    <a:lnTo>
                      <a:pt x="256794" y="11430"/>
                    </a:lnTo>
                    <a:lnTo>
                      <a:pt x="257556" y="11430"/>
                    </a:lnTo>
                    <a:lnTo>
                      <a:pt x="259079" y="11430"/>
                    </a:lnTo>
                    <a:lnTo>
                      <a:pt x="251781" y="11418"/>
                    </a:lnTo>
                    <a:lnTo>
                      <a:pt x="244697" y="11334"/>
                    </a:lnTo>
                    <a:lnTo>
                      <a:pt x="209561" y="4131"/>
                    </a:lnTo>
                    <a:lnTo>
                      <a:pt x="202692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856" name="Google Shape;2856;p26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6667487" y="2925305"/>
                <a:ext cx="111277" cy="10441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857" name="Google Shape;2857;p26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6912088" y="2802623"/>
              <a:ext cx="169951" cy="1821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8" name="Google Shape;2858;p26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7567314" y="2741663"/>
              <a:ext cx="288156" cy="189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9" name="Google Shape;2859;p26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7903879" y="2725661"/>
              <a:ext cx="203431" cy="1646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0" name="Google Shape;2860;p26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8323313" y="2673845"/>
              <a:ext cx="142519" cy="1608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1" name="Google Shape;2861;p26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8696133" y="2687846"/>
              <a:ext cx="132410" cy="11774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62" name="Google Shape;2862;p26"/>
            <p:cNvGrpSpPr/>
            <p:nvPr/>
          </p:nvGrpSpPr>
          <p:grpSpPr>
            <a:xfrm>
              <a:off x="8985491" y="2540495"/>
              <a:ext cx="528852" cy="195097"/>
              <a:chOff x="8985491" y="2540495"/>
              <a:chExt cx="528852" cy="195097"/>
            </a:xfrm>
          </p:grpSpPr>
          <p:pic>
            <p:nvPicPr>
              <p:cNvPr id="2863" name="Google Shape;2863;p26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8985491" y="2582405"/>
                <a:ext cx="68605" cy="838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64" name="Google Shape;2864;p26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9082265" y="2558034"/>
                <a:ext cx="324624" cy="17755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65" name="Google Shape;2865;p26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9431546" y="2540495"/>
                <a:ext cx="82797" cy="15175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866" name="Google Shape;2866;p26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9560800" y="2478011"/>
              <a:ext cx="67843" cy="7165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67" name="Google Shape;2867;p26"/>
            <p:cNvGrpSpPr/>
            <p:nvPr/>
          </p:nvGrpSpPr>
          <p:grpSpPr>
            <a:xfrm>
              <a:off x="4514075" y="4387595"/>
              <a:ext cx="440461" cy="249949"/>
              <a:chOff x="4514075" y="4387595"/>
              <a:chExt cx="440461" cy="249949"/>
            </a:xfrm>
          </p:grpSpPr>
          <p:pic>
            <p:nvPicPr>
              <p:cNvPr id="2868" name="Google Shape;2868;p26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4514075" y="4439399"/>
                <a:ext cx="131851" cy="17833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69" name="Google Shape;2869;p26"/>
              <p:cNvSpPr/>
              <p:nvPr/>
            </p:nvSpPr>
            <p:spPr>
              <a:xfrm>
                <a:off x="4692788" y="4387595"/>
                <a:ext cx="66675" cy="245110"/>
              </a:xfrm>
              <a:custGeom>
                <a:rect b="b" l="l" r="r" t="t"/>
                <a:pathLst>
                  <a:path extrusionOk="0" h="245110" w="66675">
                    <a:moveTo>
                      <a:pt x="13323" y="0"/>
                    </a:moveTo>
                    <a:lnTo>
                      <a:pt x="5714" y="53256"/>
                    </a:lnTo>
                    <a:lnTo>
                      <a:pt x="2405" y="96654"/>
                    </a:lnTo>
                    <a:lnTo>
                      <a:pt x="0" y="146423"/>
                    </a:lnTo>
                    <a:lnTo>
                      <a:pt x="369" y="171450"/>
                    </a:lnTo>
                    <a:lnTo>
                      <a:pt x="14299" y="224278"/>
                    </a:lnTo>
                    <a:lnTo>
                      <a:pt x="45993" y="244506"/>
                    </a:lnTo>
                    <a:lnTo>
                      <a:pt x="56078" y="244494"/>
                    </a:lnTo>
                    <a:lnTo>
                      <a:pt x="66663" y="24384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870" name="Google Shape;2870;p26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4759439" y="4435589"/>
                <a:ext cx="195097" cy="20195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71" name="Google Shape;2871;p26"/>
            <p:cNvGrpSpPr/>
            <p:nvPr/>
          </p:nvGrpSpPr>
          <p:grpSpPr>
            <a:xfrm>
              <a:off x="5016995" y="4277868"/>
              <a:ext cx="281699" cy="261533"/>
              <a:chOff x="5016995" y="4277868"/>
              <a:chExt cx="281699" cy="261533"/>
            </a:xfrm>
          </p:grpSpPr>
          <p:pic>
            <p:nvPicPr>
              <p:cNvPr id="2872" name="Google Shape;2872;p26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5016995" y="4338053"/>
                <a:ext cx="155473" cy="2013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73" name="Google Shape;2873;p26"/>
              <p:cNvSpPr/>
              <p:nvPr/>
            </p:nvSpPr>
            <p:spPr>
              <a:xfrm>
                <a:off x="5221224" y="4277868"/>
                <a:ext cx="77470" cy="247014"/>
              </a:xfrm>
              <a:custGeom>
                <a:rect b="b" l="l" r="r" t="t"/>
                <a:pathLst>
                  <a:path extrusionOk="0" h="247014" w="77470">
                    <a:moveTo>
                      <a:pt x="0" y="0"/>
                    </a:moveTo>
                    <a:lnTo>
                      <a:pt x="33111" y="35575"/>
                    </a:lnTo>
                    <a:lnTo>
                      <a:pt x="56495" y="73675"/>
                    </a:lnTo>
                    <a:lnTo>
                      <a:pt x="73854" y="126349"/>
                    </a:lnTo>
                    <a:lnTo>
                      <a:pt x="76962" y="154685"/>
                    </a:lnTo>
                    <a:lnTo>
                      <a:pt x="75568" y="172771"/>
                    </a:lnTo>
                    <a:lnTo>
                      <a:pt x="56388" y="221742"/>
                    </a:lnTo>
                    <a:lnTo>
                      <a:pt x="43314" y="241244"/>
                    </a:lnTo>
                    <a:lnTo>
                      <a:pt x="39624" y="246888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74" name="Google Shape;2874;p26"/>
            <p:cNvGrpSpPr/>
            <p:nvPr/>
          </p:nvGrpSpPr>
          <p:grpSpPr>
            <a:xfrm>
              <a:off x="5458968" y="4425695"/>
              <a:ext cx="91439" cy="65658"/>
              <a:chOff x="5458968" y="4425695"/>
              <a:chExt cx="91439" cy="65658"/>
            </a:xfrm>
          </p:grpSpPr>
          <p:sp>
            <p:nvSpPr>
              <p:cNvPr id="2875" name="Google Shape;2875;p26"/>
              <p:cNvSpPr/>
              <p:nvPr/>
            </p:nvSpPr>
            <p:spPr>
              <a:xfrm>
                <a:off x="5458968" y="4425695"/>
                <a:ext cx="71754" cy="2539"/>
              </a:xfrm>
              <a:custGeom>
                <a:rect b="b" l="l" r="r" t="t"/>
                <a:pathLst>
                  <a:path extrusionOk="0" h="2539" w="71754">
                    <a:moveTo>
                      <a:pt x="0" y="2286"/>
                    </a:moveTo>
                    <a:lnTo>
                      <a:pt x="10739" y="1285"/>
                    </a:lnTo>
                    <a:lnTo>
                      <a:pt x="21336" y="571"/>
                    </a:lnTo>
                    <a:lnTo>
                      <a:pt x="31932" y="142"/>
                    </a:lnTo>
                    <a:lnTo>
                      <a:pt x="42672" y="0"/>
                    </a:lnTo>
                    <a:lnTo>
                      <a:pt x="50089" y="119"/>
                    </a:lnTo>
                    <a:lnTo>
                      <a:pt x="57435" y="381"/>
                    </a:lnTo>
                    <a:lnTo>
                      <a:pt x="64639" y="642"/>
                    </a:lnTo>
                    <a:lnTo>
                      <a:pt x="71628" y="762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6" name="Google Shape;2876;p26"/>
              <p:cNvSpPr/>
              <p:nvPr/>
            </p:nvSpPr>
            <p:spPr>
              <a:xfrm>
                <a:off x="5481828" y="4476749"/>
                <a:ext cx="68579" cy="14604"/>
              </a:xfrm>
              <a:custGeom>
                <a:rect b="b" l="l" r="r" t="t"/>
                <a:pathLst>
                  <a:path extrusionOk="0" h="14604" w="68579">
                    <a:moveTo>
                      <a:pt x="0" y="14477"/>
                    </a:moveTo>
                    <a:lnTo>
                      <a:pt x="45720" y="9905"/>
                    </a:lnTo>
                    <a:lnTo>
                      <a:pt x="60960" y="5333"/>
                    </a:lnTo>
                    <a:lnTo>
                      <a:pt x="68580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77" name="Google Shape;2877;p26"/>
            <p:cNvGrpSpPr/>
            <p:nvPr/>
          </p:nvGrpSpPr>
          <p:grpSpPr>
            <a:xfrm>
              <a:off x="5886830" y="4259567"/>
              <a:ext cx="260998" cy="404888"/>
              <a:chOff x="5886830" y="4259567"/>
              <a:chExt cx="260998" cy="404888"/>
            </a:xfrm>
          </p:grpSpPr>
          <p:sp>
            <p:nvSpPr>
              <p:cNvPr id="2878" name="Google Shape;2878;p26"/>
              <p:cNvSpPr/>
              <p:nvPr/>
            </p:nvSpPr>
            <p:spPr>
              <a:xfrm>
                <a:off x="5886830" y="4307585"/>
                <a:ext cx="172085" cy="356870"/>
              </a:xfrm>
              <a:custGeom>
                <a:rect b="b" l="l" r="r" t="t"/>
                <a:pathLst>
                  <a:path extrusionOk="0" h="356870" w="172085">
                    <a:moveTo>
                      <a:pt x="10287" y="0"/>
                    </a:moveTo>
                    <a:lnTo>
                      <a:pt x="3429" y="41624"/>
                    </a:lnTo>
                    <a:lnTo>
                      <a:pt x="1143" y="83820"/>
                    </a:lnTo>
                    <a:lnTo>
                      <a:pt x="0" y="149352"/>
                    </a:lnTo>
                    <a:lnTo>
                      <a:pt x="71" y="182189"/>
                    </a:lnTo>
                    <a:lnTo>
                      <a:pt x="4107" y="243042"/>
                    </a:lnTo>
                    <a:lnTo>
                      <a:pt x="18609" y="298787"/>
                    </a:lnTo>
                    <a:lnTo>
                      <a:pt x="54221" y="341721"/>
                    </a:lnTo>
                    <a:lnTo>
                      <a:pt x="105798" y="356413"/>
                    </a:lnTo>
                    <a:lnTo>
                      <a:pt x="133731" y="356615"/>
                    </a:lnTo>
                    <a:lnTo>
                      <a:pt x="143327" y="355472"/>
                    </a:lnTo>
                    <a:lnTo>
                      <a:pt x="152781" y="354329"/>
                    </a:lnTo>
                    <a:lnTo>
                      <a:pt x="162234" y="353186"/>
                    </a:lnTo>
                    <a:lnTo>
                      <a:pt x="171831" y="352043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879" name="Google Shape;2879;p26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5990831" y="4259567"/>
                <a:ext cx="156997" cy="2667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80" name="Google Shape;2880;p26"/>
            <p:cNvGrpSpPr/>
            <p:nvPr/>
          </p:nvGrpSpPr>
          <p:grpSpPr>
            <a:xfrm>
              <a:off x="6209525" y="4239768"/>
              <a:ext cx="119141" cy="249186"/>
              <a:chOff x="6209525" y="4239768"/>
              <a:chExt cx="119141" cy="249186"/>
            </a:xfrm>
          </p:grpSpPr>
          <p:pic>
            <p:nvPicPr>
              <p:cNvPr id="2881" name="Google Shape;2881;p26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6209525" y="4367009"/>
                <a:ext cx="111277" cy="12194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82" name="Google Shape;2882;p26"/>
              <p:cNvSpPr/>
              <p:nvPr/>
            </p:nvSpPr>
            <p:spPr>
              <a:xfrm>
                <a:off x="6323587" y="4239768"/>
                <a:ext cx="5079" cy="87629"/>
              </a:xfrm>
              <a:custGeom>
                <a:rect b="b" l="l" r="r" t="t"/>
                <a:pathLst>
                  <a:path extrusionOk="0" h="87629" w="5079">
                    <a:moveTo>
                      <a:pt x="4822" y="0"/>
                    </a:moveTo>
                    <a:lnTo>
                      <a:pt x="2071" y="12322"/>
                    </a:lnTo>
                    <a:lnTo>
                      <a:pt x="535" y="23717"/>
                    </a:lnTo>
                    <a:lnTo>
                      <a:pt x="0" y="35254"/>
                    </a:lnTo>
                    <a:lnTo>
                      <a:pt x="250" y="48006"/>
                    </a:lnTo>
                    <a:lnTo>
                      <a:pt x="190" y="58054"/>
                    </a:lnTo>
                    <a:lnTo>
                      <a:pt x="345" y="67818"/>
                    </a:lnTo>
                    <a:lnTo>
                      <a:pt x="1214" y="77581"/>
                    </a:lnTo>
                    <a:lnTo>
                      <a:pt x="3298" y="8763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883" name="Google Shape;2883;p26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6440411" y="4332719"/>
              <a:ext cx="94513" cy="131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4" name="Google Shape;2884;p26"/>
            <p:cNvSpPr/>
            <p:nvPr/>
          </p:nvSpPr>
          <p:spPr>
            <a:xfrm>
              <a:off x="6619493" y="4309109"/>
              <a:ext cx="13334" cy="108585"/>
            </a:xfrm>
            <a:custGeom>
              <a:rect b="b" l="l" r="r" t="t"/>
              <a:pathLst>
                <a:path extrusionOk="0" h="108585" w="13334">
                  <a:moveTo>
                    <a:pt x="0" y="0"/>
                  </a:moveTo>
                  <a:lnTo>
                    <a:pt x="690" y="11549"/>
                  </a:lnTo>
                  <a:lnTo>
                    <a:pt x="1524" y="23240"/>
                  </a:lnTo>
                  <a:lnTo>
                    <a:pt x="2357" y="34932"/>
                  </a:lnTo>
                  <a:lnTo>
                    <a:pt x="3048" y="46482"/>
                  </a:lnTo>
                  <a:lnTo>
                    <a:pt x="3821" y="59043"/>
                  </a:lnTo>
                  <a:lnTo>
                    <a:pt x="4095" y="71532"/>
                  </a:lnTo>
                  <a:lnTo>
                    <a:pt x="4226" y="83879"/>
                  </a:lnTo>
                  <a:lnTo>
                    <a:pt x="4572" y="96012"/>
                  </a:lnTo>
                  <a:lnTo>
                    <a:pt x="5334" y="105918"/>
                  </a:lnTo>
                  <a:lnTo>
                    <a:pt x="5334" y="106680"/>
                  </a:lnTo>
                  <a:lnTo>
                    <a:pt x="12954" y="108204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5" name="Google Shape;2885;p26"/>
            <p:cNvSpPr/>
            <p:nvPr/>
          </p:nvSpPr>
          <p:spPr>
            <a:xfrm>
              <a:off x="6706361" y="4176521"/>
              <a:ext cx="134620" cy="311150"/>
            </a:xfrm>
            <a:custGeom>
              <a:rect b="b" l="l" r="r" t="t"/>
              <a:pathLst>
                <a:path extrusionOk="0" h="311150" w="134620">
                  <a:moveTo>
                    <a:pt x="12953" y="0"/>
                  </a:moveTo>
                  <a:lnTo>
                    <a:pt x="50244" y="21324"/>
                  </a:lnTo>
                  <a:lnTo>
                    <a:pt x="92201" y="59912"/>
                  </a:lnTo>
                  <a:lnTo>
                    <a:pt x="115823" y="94487"/>
                  </a:lnTo>
                  <a:lnTo>
                    <a:pt x="130873" y="134207"/>
                  </a:lnTo>
                  <a:lnTo>
                    <a:pt x="134254" y="155888"/>
                  </a:lnTo>
                  <a:lnTo>
                    <a:pt x="133349" y="176783"/>
                  </a:lnTo>
                  <a:lnTo>
                    <a:pt x="112585" y="220789"/>
                  </a:lnTo>
                  <a:lnTo>
                    <a:pt x="79247" y="256794"/>
                  </a:lnTo>
                  <a:lnTo>
                    <a:pt x="41624" y="286416"/>
                  </a:lnTo>
                  <a:lnTo>
                    <a:pt x="21276" y="299120"/>
                  </a:lnTo>
                  <a:lnTo>
                    <a:pt x="0" y="310896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86" name="Google Shape;2886;p26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7409675" y="4286237"/>
              <a:ext cx="197383" cy="11051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87" name="Google Shape;2887;p26"/>
            <p:cNvGrpSpPr/>
            <p:nvPr/>
          </p:nvGrpSpPr>
          <p:grpSpPr>
            <a:xfrm>
              <a:off x="8048993" y="4075163"/>
              <a:ext cx="396265" cy="248663"/>
              <a:chOff x="8048993" y="4075163"/>
              <a:chExt cx="396265" cy="248663"/>
            </a:xfrm>
          </p:grpSpPr>
          <p:pic>
            <p:nvPicPr>
              <p:cNvPr id="2888" name="Google Shape;2888;p26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8048993" y="4075163"/>
                <a:ext cx="263391" cy="23853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89" name="Google Shape;2889;p26"/>
              <p:cNvPicPr preferRelativeResize="0"/>
              <p:nvPr/>
            </p:nvPicPr>
            <p:blipFill rotWithShape="1">
              <a:blip r:embed="rId48">
                <a:alphaModFix/>
              </a:blip>
              <a:srcRect b="0" l="0" r="0" t="0"/>
              <a:stretch/>
            </p:blipFill>
            <p:spPr>
              <a:xfrm>
                <a:off x="8334743" y="4139933"/>
                <a:ext cx="110515" cy="1838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90" name="Google Shape;2890;p26"/>
            <p:cNvGrpSpPr/>
            <p:nvPr/>
          </p:nvGrpSpPr>
          <p:grpSpPr>
            <a:xfrm>
              <a:off x="8493906" y="4042410"/>
              <a:ext cx="604882" cy="203466"/>
              <a:chOff x="8493906" y="4042410"/>
              <a:chExt cx="604882" cy="203466"/>
            </a:xfrm>
          </p:grpSpPr>
          <p:pic>
            <p:nvPicPr>
              <p:cNvPr id="2891" name="Google Shape;2891;p26"/>
              <p:cNvPicPr preferRelativeResize="0"/>
              <p:nvPr/>
            </p:nvPicPr>
            <p:blipFill rotWithShape="1">
              <a:blip r:embed="rId49">
                <a:alphaModFix/>
              </a:blip>
              <a:srcRect b="0" l="0" r="0" t="0"/>
              <a:stretch/>
            </p:blipFill>
            <p:spPr>
              <a:xfrm>
                <a:off x="8493906" y="4133837"/>
                <a:ext cx="166141" cy="1120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92" name="Google Shape;2892;p26"/>
              <p:cNvPicPr preferRelativeResize="0"/>
              <p:nvPr/>
            </p:nvPicPr>
            <p:blipFill rotWithShape="1">
              <a:blip r:embed="rId50">
                <a:alphaModFix/>
              </a:blip>
              <a:srcRect b="0" l="0" r="0" t="0"/>
              <a:stretch/>
            </p:blipFill>
            <p:spPr>
              <a:xfrm>
                <a:off x="8698455" y="4104119"/>
                <a:ext cx="185715" cy="1143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93" name="Google Shape;2893;p26"/>
              <p:cNvSpPr/>
              <p:nvPr/>
            </p:nvSpPr>
            <p:spPr>
              <a:xfrm>
                <a:off x="8857488" y="4064508"/>
                <a:ext cx="15240" cy="15239"/>
              </a:xfrm>
              <a:custGeom>
                <a:rect b="b" l="l" r="r" t="t"/>
                <a:pathLst>
                  <a:path extrusionOk="0" h="15239" w="15240">
                    <a:moveTo>
                      <a:pt x="0" y="3810"/>
                    </a:moveTo>
                    <a:lnTo>
                      <a:pt x="0" y="12192"/>
                    </a:lnTo>
                    <a:lnTo>
                      <a:pt x="3810" y="15240"/>
                    </a:lnTo>
                    <a:lnTo>
                      <a:pt x="12192" y="15240"/>
                    </a:lnTo>
                    <a:lnTo>
                      <a:pt x="15240" y="12192"/>
                    </a:lnTo>
                    <a:lnTo>
                      <a:pt x="15240" y="7620"/>
                    </a:lnTo>
                    <a:lnTo>
                      <a:pt x="15240" y="3810"/>
                    </a:lnTo>
                    <a:lnTo>
                      <a:pt x="12192" y="0"/>
                    </a:lnTo>
                    <a:lnTo>
                      <a:pt x="3810" y="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80008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4" name="Google Shape;2894;p26"/>
              <p:cNvSpPr/>
              <p:nvPr/>
            </p:nvSpPr>
            <p:spPr>
              <a:xfrm>
                <a:off x="8931402" y="4094988"/>
                <a:ext cx="134620" cy="100329"/>
              </a:xfrm>
              <a:custGeom>
                <a:rect b="b" l="l" r="r" t="t"/>
                <a:pathLst>
                  <a:path extrusionOk="0" h="100329" w="134620">
                    <a:moveTo>
                      <a:pt x="73151" y="64770"/>
                    </a:moveTo>
                    <a:lnTo>
                      <a:pt x="73223" y="51387"/>
                    </a:lnTo>
                    <a:lnTo>
                      <a:pt x="73723" y="37147"/>
                    </a:lnTo>
                    <a:lnTo>
                      <a:pt x="73366" y="23193"/>
                    </a:lnTo>
                    <a:lnTo>
                      <a:pt x="70865" y="10668"/>
                    </a:lnTo>
                    <a:lnTo>
                      <a:pt x="67817" y="3048"/>
                    </a:lnTo>
                    <a:lnTo>
                      <a:pt x="57149" y="0"/>
                    </a:lnTo>
                    <a:lnTo>
                      <a:pt x="49529" y="2286"/>
                    </a:lnTo>
                    <a:lnTo>
                      <a:pt x="16001" y="34290"/>
                    </a:lnTo>
                    <a:lnTo>
                      <a:pt x="0" y="80010"/>
                    </a:lnTo>
                    <a:lnTo>
                      <a:pt x="928" y="88677"/>
                    </a:lnTo>
                    <a:lnTo>
                      <a:pt x="4000" y="94488"/>
                    </a:lnTo>
                    <a:lnTo>
                      <a:pt x="9644" y="98012"/>
                    </a:lnTo>
                    <a:lnTo>
                      <a:pt x="18287" y="99822"/>
                    </a:lnTo>
                    <a:lnTo>
                      <a:pt x="28455" y="98667"/>
                    </a:lnTo>
                    <a:lnTo>
                      <a:pt x="59709" y="69282"/>
                    </a:lnTo>
                    <a:lnTo>
                      <a:pt x="76961" y="31242"/>
                    </a:lnTo>
                    <a:lnTo>
                      <a:pt x="77723" y="27432"/>
                    </a:lnTo>
                    <a:lnTo>
                      <a:pt x="78485" y="24384"/>
                    </a:lnTo>
                    <a:lnTo>
                      <a:pt x="79247" y="20574"/>
                    </a:lnTo>
                    <a:lnTo>
                      <a:pt x="79057" y="29503"/>
                    </a:lnTo>
                    <a:lnTo>
                      <a:pt x="78866" y="38862"/>
                    </a:lnTo>
                    <a:lnTo>
                      <a:pt x="98667" y="80831"/>
                    </a:lnTo>
                    <a:lnTo>
                      <a:pt x="127051" y="89856"/>
                    </a:lnTo>
                    <a:lnTo>
                      <a:pt x="134111" y="8991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5" name="Google Shape;2895;p26"/>
              <p:cNvSpPr/>
              <p:nvPr/>
            </p:nvSpPr>
            <p:spPr>
              <a:xfrm>
                <a:off x="9089898" y="4042410"/>
                <a:ext cx="8890" cy="144779"/>
              </a:xfrm>
              <a:custGeom>
                <a:rect b="b" l="l" r="r" t="t"/>
                <a:pathLst>
                  <a:path extrusionOk="0" h="144779" w="8890">
                    <a:moveTo>
                      <a:pt x="0" y="0"/>
                    </a:moveTo>
                    <a:lnTo>
                      <a:pt x="23" y="10977"/>
                    </a:lnTo>
                    <a:lnTo>
                      <a:pt x="190" y="22097"/>
                    </a:lnTo>
                    <a:lnTo>
                      <a:pt x="642" y="33218"/>
                    </a:lnTo>
                    <a:lnTo>
                      <a:pt x="1524" y="44196"/>
                    </a:lnTo>
                    <a:lnTo>
                      <a:pt x="2345" y="57912"/>
                    </a:lnTo>
                    <a:lnTo>
                      <a:pt x="3524" y="71628"/>
                    </a:lnTo>
                    <a:lnTo>
                      <a:pt x="4845" y="85344"/>
                    </a:lnTo>
                    <a:lnTo>
                      <a:pt x="6096" y="99060"/>
                    </a:lnTo>
                    <a:lnTo>
                      <a:pt x="7096" y="110489"/>
                    </a:lnTo>
                    <a:lnTo>
                      <a:pt x="7810" y="121920"/>
                    </a:lnTo>
                    <a:lnTo>
                      <a:pt x="8239" y="133350"/>
                    </a:lnTo>
                    <a:lnTo>
                      <a:pt x="8382" y="14478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96" name="Google Shape;2896;p26"/>
            <p:cNvGrpSpPr/>
            <p:nvPr/>
          </p:nvGrpSpPr>
          <p:grpSpPr>
            <a:xfrm>
              <a:off x="4636757" y="5124437"/>
              <a:ext cx="402360" cy="253009"/>
              <a:chOff x="4636757" y="5124437"/>
              <a:chExt cx="402360" cy="253009"/>
            </a:xfrm>
          </p:grpSpPr>
          <p:pic>
            <p:nvPicPr>
              <p:cNvPr id="2897" name="Google Shape;2897;p26"/>
              <p:cNvPicPr preferRelativeResize="0"/>
              <p:nvPr/>
            </p:nvPicPr>
            <p:blipFill rotWithShape="1">
              <a:blip r:embed="rId51">
                <a:alphaModFix/>
              </a:blip>
              <a:srcRect b="0" l="0" r="0" t="0"/>
              <a:stretch/>
            </p:blipFill>
            <p:spPr>
              <a:xfrm>
                <a:off x="4636757" y="5171681"/>
                <a:ext cx="141757" cy="1707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98" name="Google Shape;2898;p26"/>
              <p:cNvPicPr preferRelativeResize="0"/>
              <p:nvPr/>
            </p:nvPicPr>
            <p:blipFill rotWithShape="1">
              <a:blip r:embed="rId52">
                <a:alphaModFix/>
              </a:blip>
              <a:srcRect b="0" l="0" r="0" t="0"/>
              <a:stretch/>
            </p:blipFill>
            <p:spPr>
              <a:xfrm>
                <a:off x="4809409" y="5124437"/>
                <a:ext cx="229708" cy="25300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99" name="Google Shape;2899;p26"/>
            <p:cNvGrpSpPr/>
            <p:nvPr/>
          </p:nvGrpSpPr>
          <p:grpSpPr>
            <a:xfrm>
              <a:off x="5098529" y="5016245"/>
              <a:ext cx="268490" cy="291464"/>
              <a:chOff x="5098529" y="5016245"/>
              <a:chExt cx="268490" cy="291464"/>
            </a:xfrm>
          </p:grpSpPr>
          <p:pic>
            <p:nvPicPr>
              <p:cNvPr id="2900" name="Google Shape;2900;p26"/>
              <p:cNvPicPr preferRelativeResize="0"/>
              <p:nvPr/>
            </p:nvPicPr>
            <p:blipFill rotWithShape="1">
              <a:blip r:embed="rId53">
                <a:alphaModFix/>
              </a:blip>
              <a:srcRect b="0" l="0" r="0" t="0"/>
              <a:stretch/>
            </p:blipFill>
            <p:spPr>
              <a:xfrm>
                <a:off x="5098529" y="5059667"/>
                <a:ext cx="139471" cy="2223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01" name="Google Shape;2901;p26"/>
              <p:cNvSpPr/>
              <p:nvPr/>
            </p:nvSpPr>
            <p:spPr>
              <a:xfrm>
                <a:off x="5273040" y="5016245"/>
                <a:ext cx="93979" cy="291464"/>
              </a:xfrm>
              <a:custGeom>
                <a:rect b="b" l="l" r="r" t="t"/>
                <a:pathLst>
                  <a:path extrusionOk="0" h="291464" w="93979">
                    <a:moveTo>
                      <a:pt x="7620" y="0"/>
                    </a:moveTo>
                    <a:lnTo>
                      <a:pt x="50482" y="34825"/>
                    </a:lnTo>
                    <a:lnTo>
                      <a:pt x="75509" y="66139"/>
                    </a:lnTo>
                    <a:lnTo>
                      <a:pt x="90892" y="103739"/>
                    </a:lnTo>
                    <a:lnTo>
                      <a:pt x="93726" y="124967"/>
                    </a:lnTo>
                    <a:lnTo>
                      <a:pt x="93309" y="150221"/>
                    </a:lnTo>
                    <a:lnTo>
                      <a:pt x="79045" y="196441"/>
                    </a:lnTo>
                    <a:lnTo>
                      <a:pt x="52720" y="239863"/>
                    </a:lnTo>
                    <a:lnTo>
                      <a:pt x="19478" y="275058"/>
                    </a:lnTo>
                    <a:lnTo>
                      <a:pt x="0" y="29108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02" name="Google Shape;2902;p26"/>
            <p:cNvSpPr/>
            <p:nvPr/>
          </p:nvSpPr>
          <p:spPr>
            <a:xfrm>
              <a:off x="5550408" y="5130546"/>
              <a:ext cx="71120" cy="7620"/>
            </a:xfrm>
            <a:custGeom>
              <a:rect b="b" l="l" r="r" t="t"/>
              <a:pathLst>
                <a:path extrusionOk="0" h="7620" w="71120">
                  <a:moveTo>
                    <a:pt x="0" y="0"/>
                  </a:moveTo>
                  <a:lnTo>
                    <a:pt x="11632" y="3869"/>
                  </a:lnTo>
                  <a:lnTo>
                    <a:pt x="22193" y="6381"/>
                  </a:lnTo>
                  <a:lnTo>
                    <a:pt x="32896" y="7608"/>
                  </a:lnTo>
                  <a:lnTo>
                    <a:pt x="44958" y="7619"/>
                  </a:lnTo>
                  <a:lnTo>
                    <a:pt x="51685" y="6798"/>
                  </a:lnTo>
                  <a:lnTo>
                    <a:pt x="58197" y="5619"/>
                  </a:lnTo>
                  <a:lnTo>
                    <a:pt x="64567" y="4298"/>
                  </a:lnTo>
                  <a:lnTo>
                    <a:pt x="70866" y="3047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3" name="Google Shape;2903;p26"/>
            <p:cNvSpPr/>
            <p:nvPr/>
          </p:nvSpPr>
          <p:spPr>
            <a:xfrm>
              <a:off x="5532120" y="5213603"/>
              <a:ext cx="72389" cy="10795"/>
            </a:xfrm>
            <a:custGeom>
              <a:rect b="b" l="l" r="r" t="t"/>
              <a:pathLst>
                <a:path extrusionOk="0" h="10795" w="72389">
                  <a:moveTo>
                    <a:pt x="0" y="9906"/>
                  </a:moveTo>
                  <a:lnTo>
                    <a:pt x="13251" y="10489"/>
                  </a:lnTo>
                  <a:lnTo>
                    <a:pt x="26003" y="10001"/>
                  </a:lnTo>
                  <a:lnTo>
                    <a:pt x="38897" y="8512"/>
                  </a:lnTo>
                  <a:lnTo>
                    <a:pt x="52577" y="6096"/>
                  </a:lnTo>
                  <a:lnTo>
                    <a:pt x="63246" y="3810"/>
                  </a:lnTo>
                  <a:lnTo>
                    <a:pt x="66294" y="3048"/>
                  </a:lnTo>
                  <a:lnTo>
                    <a:pt x="72390" y="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04" name="Google Shape;2904;p26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6052553" y="5115293"/>
              <a:ext cx="307111" cy="21262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05" name="Google Shape;2905;p26"/>
            <p:cNvGrpSpPr/>
            <p:nvPr/>
          </p:nvGrpSpPr>
          <p:grpSpPr>
            <a:xfrm>
              <a:off x="6487358" y="4976622"/>
              <a:ext cx="221289" cy="460375"/>
              <a:chOff x="6487358" y="4976622"/>
              <a:chExt cx="221289" cy="460375"/>
            </a:xfrm>
          </p:grpSpPr>
          <p:sp>
            <p:nvSpPr>
              <p:cNvPr id="2906" name="Google Shape;2906;p26"/>
              <p:cNvSpPr/>
              <p:nvPr/>
            </p:nvSpPr>
            <p:spPr>
              <a:xfrm>
                <a:off x="6487358" y="4976622"/>
                <a:ext cx="66675" cy="460375"/>
              </a:xfrm>
              <a:custGeom>
                <a:rect b="b" l="l" r="r" t="t"/>
                <a:pathLst>
                  <a:path extrusionOk="0" h="460375" w="66675">
                    <a:moveTo>
                      <a:pt x="46029" y="0"/>
                    </a:moveTo>
                    <a:lnTo>
                      <a:pt x="26979" y="34480"/>
                    </a:lnTo>
                    <a:lnTo>
                      <a:pt x="19359" y="76962"/>
                    </a:lnTo>
                    <a:lnTo>
                      <a:pt x="11346" y="128075"/>
                    </a:lnTo>
                    <a:lnTo>
                      <a:pt x="5548" y="179546"/>
                    </a:lnTo>
                    <a:lnTo>
                      <a:pt x="1893" y="231159"/>
                    </a:lnTo>
                    <a:lnTo>
                      <a:pt x="309" y="282702"/>
                    </a:lnTo>
                    <a:lnTo>
                      <a:pt x="0" y="313872"/>
                    </a:lnTo>
                    <a:lnTo>
                      <a:pt x="690" y="344614"/>
                    </a:lnTo>
                    <a:lnTo>
                      <a:pt x="7929" y="405384"/>
                    </a:lnTo>
                    <a:lnTo>
                      <a:pt x="26789" y="451568"/>
                    </a:lnTo>
                    <a:lnTo>
                      <a:pt x="40695" y="460248"/>
                    </a:lnTo>
                    <a:lnTo>
                      <a:pt x="49458" y="460128"/>
                    </a:lnTo>
                    <a:lnTo>
                      <a:pt x="55935" y="459295"/>
                    </a:lnTo>
                    <a:lnTo>
                      <a:pt x="61269" y="457033"/>
                    </a:lnTo>
                    <a:lnTo>
                      <a:pt x="66603" y="452628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7" name="Google Shape;2907;p26"/>
              <p:cNvSpPr/>
              <p:nvPr/>
            </p:nvSpPr>
            <p:spPr>
              <a:xfrm>
                <a:off x="6609588" y="5115306"/>
                <a:ext cx="99059" cy="9525"/>
              </a:xfrm>
              <a:custGeom>
                <a:rect b="b" l="l" r="r" t="t"/>
                <a:pathLst>
                  <a:path extrusionOk="0" h="9525" w="99059">
                    <a:moveTo>
                      <a:pt x="0" y="6857"/>
                    </a:moveTo>
                    <a:lnTo>
                      <a:pt x="13489" y="8584"/>
                    </a:lnTo>
                    <a:lnTo>
                      <a:pt x="26765" y="9239"/>
                    </a:lnTo>
                    <a:lnTo>
                      <a:pt x="40183" y="8893"/>
                    </a:lnTo>
                    <a:lnTo>
                      <a:pt x="54102" y="7619"/>
                    </a:lnTo>
                    <a:lnTo>
                      <a:pt x="64389" y="6584"/>
                    </a:lnTo>
                    <a:lnTo>
                      <a:pt x="74676" y="5619"/>
                    </a:lnTo>
                    <a:lnTo>
                      <a:pt x="84963" y="4512"/>
                    </a:lnTo>
                    <a:lnTo>
                      <a:pt x="95250" y="3047"/>
                    </a:lnTo>
                    <a:lnTo>
                      <a:pt x="98298" y="2285"/>
                    </a:lnTo>
                    <a:lnTo>
                      <a:pt x="99060" y="2285"/>
                    </a:lnTo>
                    <a:lnTo>
                      <a:pt x="99060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08" name="Google Shape;2908;p26"/>
            <p:cNvGrpSpPr/>
            <p:nvPr/>
          </p:nvGrpSpPr>
          <p:grpSpPr>
            <a:xfrm>
              <a:off x="6787645" y="4996434"/>
              <a:ext cx="43431" cy="208026"/>
              <a:chOff x="6787645" y="4996434"/>
              <a:chExt cx="43431" cy="208026"/>
            </a:xfrm>
          </p:grpSpPr>
          <p:sp>
            <p:nvSpPr>
              <p:cNvPr id="2909" name="Google Shape;2909;p26"/>
              <p:cNvSpPr/>
              <p:nvPr/>
            </p:nvSpPr>
            <p:spPr>
              <a:xfrm>
                <a:off x="6787645" y="5010150"/>
                <a:ext cx="8254" cy="194310"/>
              </a:xfrm>
              <a:custGeom>
                <a:rect b="b" l="l" r="r" t="t"/>
                <a:pathLst>
                  <a:path extrusionOk="0" h="194310" w="8254">
                    <a:moveTo>
                      <a:pt x="3298" y="0"/>
                    </a:moveTo>
                    <a:lnTo>
                      <a:pt x="3214" y="19871"/>
                    </a:lnTo>
                    <a:lnTo>
                      <a:pt x="3774" y="39528"/>
                    </a:lnTo>
                    <a:lnTo>
                      <a:pt x="4476" y="59043"/>
                    </a:lnTo>
                    <a:lnTo>
                      <a:pt x="4822" y="78486"/>
                    </a:lnTo>
                    <a:lnTo>
                      <a:pt x="3119" y="104941"/>
                    </a:lnTo>
                    <a:lnTo>
                      <a:pt x="345" y="137541"/>
                    </a:lnTo>
                    <a:lnTo>
                      <a:pt x="0" y="169568"/>
                    </a:lnTo>
                    <a:lnTo>
                      <a:pt x="5584" y="194310"/>
                    </a:lnTo>
                    <a:lnTo>
                      <a:pt x="6346" y="193548"/>
                    </a:lnTo>
                    <a:lnTo>
                      <a:pt x="7108" y="193548"/>
                    </a:lnTo>
                    <a:lnTo>
                      <a:pt x="7870" y="19278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0" name="Google Shape;2910;p26"/>
              <p:cNvSpPr/>
              <p:nvPr/>
            </p:nvSpPr>
            <p:spPr>
              <a:xfrm>
                <a:off x="6822186" y="4996434"/>
                <a:ext cx="8890" cy="200025"/>
              </a:xfrm>
              <a:custGeom>
                <a:rect b="b" l="l" r="r" t="t"/>
                <a:pathLst>
                  <a:path extrusionOk="0" h="200025" w="8890">
                    <a:moveTo>
                      <a:pt x="8381" y="0"/>
                    </a:moveTo>
                    <a:lnTo>
                      <a:pt x="3345" y="14632"/>
                    </a:lnTo>
                    <a:lnTo>
                      <a:pt x="1238" y="28479"/>
                    </a:lnTo>
                    <a:lnTo>
                      <a:pt x="988" y="42755"/>
                    </a:lnTo>
                    <a:lnTo>
                      <a:pt x="1523" y="58674"/>
                    </a:lnTo>
                    <a:lnTo>
                      <a:pt x="1393" y="83248"/>
                    </a:lnTo>
                    <a:lnTo>
                      <a:pt x="1047" y="107822"/>
                    </a:lnTo>
                    <a:lnTo>
                      <a:pt x="559" y="132397"/>
                    </a:lnTo>
                    <a:lnTo>
                      <a:pt x="0" y="156972"/>
                    </a:lnTo>
                    <a:lnTo>
                      <a:pt x="23" y="167925"/>
                    </a:lnTo>
                    <a:lnTo>
                      <a:pt x="190" y="179451"/>
                    </a:lnTo>
                    <a:lnTo>
                      <a:pt x="642" y="190404"/>
                    </a:lnTo>
                    <a:lnTo>
                      <a:pt x="1523" y="19964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11" name="Google Shape;2911;p26"/>
            <p:cNvGrpSpPr/>
            <p:nvPr/>
          </p:nvGrpSpPr>
          <p:grpSpPr>
            <a:xfrm>
              <a:off x="6883133" y="4851129"/>
              <a:ext cx="661440" cy="290859"/>
              <a:chOff x="6883133" y="4851129"/>
              <a:chExt cx="661440" cy="290859"/>
            </a:xfrm>
          </p:grpSpPr>
          <p:pic>
            <p:nvPicPr>
              <p:cNvPr id="2912" name="Google Shape;2912;p26"/>
              <p:cNvPicPr preferRelativeResize="0"/>
              <p:nvPr/>
            </p:nvPicPr>
            <p:blipFill rotWithShape="1">
              <a:blip r:embed="rId55">
                <a:alphaModFix/>
              </a:blip>
              <a:srcRect b="0" l="0" r="0" t="0"/>
              <a:stretch/>
            </p:blipFill>
            <p:spPr>
              <a:xfrm>
                <a:off x="6883133" y="5019281"/>
                <a:ext cx="134899" cy="1227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13" name="Google Shape;2913;p26"/>
              <p:cNvSpPr/>
              <p:nvPr/>
            </p:nvSpPr>
            <p:spPr>
              <a:xfrm>
                <a:off x="7065264" y="5055108"/>
                <a:ext cx="66040" cy="15239"/>
              </a:xfrm>
              <a:custGeom>
                <a:rect b="b" l="l" r="r" t="t"/>
                <a:pathLst>
                  <a:path extrusionOk="0" h="15239" w="66040">
                    <a:moveTo>
                      <a:pt x="0" y="15239"/>
                    </a:moveTo>
                    <a:lnTo>
                      <a:pt x="45720" y="6095"/>
                    </a:lnTo>
                    <a:lnTo>
                      <a:pt x="55626" y="3047"/>
                    </a:lnTo>
                    <a:lnTo>
                      <a:pt x="58674" y="2285"/>
                    </a:lnTo>
                    <a:lnTo>
                      <a:pt x="65532" y="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914" name="Google Shape;2914;p26"/>
              <p:cNvPicPr preferRelativeResize="0"/>
              <p:nvPr/>
            </p:nvPicPr>
            <p:blipFill rotWithShape="1">
              <a:blip r:embed="rId56">
                <a:alphaModFix/>
              </a:blip>
              <a:srcRect b="0" l="0" r="0" t="0"/>
              <a:stretch/>
            </p:blipFill>
            <p:spPr>
              <a:xfrm>
                <a:off x="7163549" y="4906505"/>
                <a:ext cx="140995" cy="20043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15" name="Google Shape;2915;p26"/>
              <p:cNvPicPr preferRelativeResize="0"/>
              <p:nvPr/>
            </p:nvPicPr>
            <p:blipFill rotWithShape="1">
              <a:blip r:embed="rId57">
                <a:alphaModFix/>
              </a:blip>
              <a:srcRect b="0" l="0" r="0" t="0"/>
              <a:stretch/>
            </p:blipFill>
            <p:spPr>
              <a:xfrm>
                <a:off x="7343321" y="4908791"/>
                <a:ext cx="74760" cy="19509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16" name="Google Shape;2916;p26"/>
              <p:cNvPicPr preferRelativeResize="0"/>
              <p:nvPr/>
            </p:nvPicPr>
            <p:blipFill rotWithShape="1">
              <a:blip r:embed="rId58">
                <a:alphaModFix/>
              </a:blip>
              <a:srcRect b="0" l="0" r="0" t="0"/>
              <a:stretch/>
            </p:blipFill>
            <p:spPr>
              <a:xfrm>
                <a:off x="7453287" y="4851129"/>
                <a:ext cx="91286" cy="10493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917" name="Google Shape;2917;p26"/>
            <p:cNvSpPr/>
            <p:nvPr/>
          </p:nvSpPr>
          <p:spPr>
            <a:xfrm>
              <a:off x="7638288" y="4860797"/>
              <a:ext cx="100329" cy="486410"/>
            </a:xfrm>
            <a:custGeom>
              <a:rect b="b" l="l" r="r" t="t"/>
              <a:pathLst>
                <a:path extrusionOk="0" h="486410" w="100329">
                  <a:moveTo>
                    <a:pt x="0" y="0"/>
                  </a:moveTo>
                  <a:lnTo>
                    <a:pt x="38790" y="35468"/>
                  </a:lnTo>
                  <a:lnTo>
                    <a:pt x="63365" y="76188"/>
                  </a:lnTo>
                  <a:lnTo>
                    <a:pt x="84462" y="129599"/>
                  </a:lnTo>
                  <a:lnTo>
                    <a:pt x="97190" y="195595"/>
                  </a:lnTo>
                  <a:lnTo>
                    <a:pt x="99726" y="234315"/>
                  </a:lnTo>
                  <a:lnTo>
                    <a:pt x="99262" y="273034"/>
                  </a:lnTo>
                  <a:lnTo>
                    <a:pt x="92332" y="335327"/>
                  </a:lnTo>
                  <a:lnTo>
                    <a:pt x="80688" y="383333"/>
                  </a:lnTo>
                  <a:lnTo>
                    <a:pt x="67698" y="422314"/>
                  </a:lnTo>
                  <a:lnTo>
                    <a:pt x="46482" y="467106"/>
                  </a:lnTo>
                  <a:lnTo>
                    <a:pt x="43434" y="470916"/>
                  </a:lnTo>
                  <a:lnTo>
                    <a:pt x="37338" y="482345"/>
                  </a:lnTo>
                  <a:lnTo>
                    <a:pt x="32004" y="484631"/>
                  </a:lnTo>
                  <a:lnTo>
                    <a:pt x="27432" y="486156"/>
                  </a:lnTo>
                  <a:lnTo>
                    <a:pt x="27432" y="483108"/>
                  </a:lnTo>
                  <a:lnTo>
                    <a:pt x="24384" y="480822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18" name="Google Shape;2918;p26"/>
            <p:cNvPicPr preferRelativeResize="0"/>
            <p:nvPr/>
          </p:nvPicPr>
          <p:blipFill rotWithShape="1">
            <a:blip r:embed="rId59">
              <a:alphaModFix/>
            </a:blip>
            <a:srcRect b="0" l="0" r="0" t="0"/>
            <a:stretch/>
          </p:blipFill>
          <p:spPr>
            <a:xfrm>
              <a:off x="8123669" y="5023091"/>
              <a:ext cx="176047" cy="13947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19" name="Google Shape;2919;p26"/>
            <p:cNvGrpSpPr/>
            <p:nvPr/>
          </p:nvGrpSpPr>
          <p:grpSpPr>
            <a:xfrm>
              <a:off x="8620493" y="4953749"/>
              <a:ext cx="908924" cy="227220"/>
              <a:chOff x="8620493" y="4953749"/>
              <a:chExt cx="908924" cy="227220"/>
            </a:xfrm>
          </p:grpSpPr>
          <p:pic>
            <p:nvPicPr>
              <p:cNvPr id="2920" name="Google Shape;2920;p26"/>
              <p:cNvPicPr preferRelativeResize="0"/>
              <p:nvPr/>
            </p:nvPicPr>
            <p:blipFill rotWithShape="1">
              <a:blip r:embed="rId60">
                <a:alphaModFix/>
              </a:blip>
              <a:srcRect b="0" l="0" r="0" t="0"/>
              <a:stretch/>
            </p:blipFill>
            <p:spPr>
              <a:xfrm>
                <a:off x="8620493" y="4953749"/>
                <a:ext cx="154711" cy="2272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21" name="Google Shape;2921;p26"/>
              <p:cNvSpPr/>
              <p:nvPr/>
            </p:nvSpPr>
            <p:spPr>
              <a:xfrm>
                <a:off x="8804231" y="5046535"/>
                <a:ext cx="98425" cy="107950"/>
              </a:xfrm>
              <a:custGeom>
                <a:rect b="b" l="l" r="r" t="t"/>
                <a:pathLst>
                  <a:path extrusionOk="0" h="107950" w="98425">
                    <a:moveTo>
                      <a:pt x="64686" y="59626"/>
                    </a:moveTo>
                    <a:lnTo>
                      <a:pt x="67175" y="51161"/>
                    </a:lnTo>
                    <a:lnTo>
                      <a:pt x="69734" y="42767"/>
                    </a:lnTo>
                    <a:lnTo>
                      <a:pt x="71866" y="34230"/>
                    </a:lnTo>
                    <a:lnTo>
                      <a:pt x="73068" y="25336"/>
                    </a:lnTo>
                    <a:lnTo>
                      <a:pt x="73830" y="16192"/>
                    </a:lnTo>
                    <a:lnTo>
                      <a:pt x="73830" y="8572"/>
                    </a:lnTo>
                    <a:lnTo>
                      <a:pt x="65448" y="3238"/>
                    </a:lnTo>
                    <a:lnTo>
                      <a:pt x="57566" y="190"/>
                    </a:lnTo>
                    <a:lnTo>
                      <a:pt x="49256" y="0"/>
                    </a:lnTo>
                    <a:lnTo>
                      <a:pt x="41231" y="2381"/>
                    </a:lnTo>
                    <a:lnTo>
                      <a:pt x="10417" y="43160"/>
                    </a:lnTo>
                    <a:lnTo>
                      <a:pt x="0" y="90547"/>
                    </a:lnTo>
                    <a:lnTo>
                      <a:pt x="2964" y="100774"/>
                    </a:lnTo>
                    <a:lnTo>
                      <a:pt x="8679" y="105548"/>
                    </a:lnTo>
                    <a:lnTo>
                      <a:pt x="16680" y="107537"/>
                    </a:lnTo>
                    <a:lnTo>
                      <a:pt x="25253" y="107096"/>
                    </a:lnTo>
                    <a:lnTo>
                      <a:pt x="53685" y="78866"/>
                    </a:lnTo>
                    <a:lnTo>
                      <a:pt x="62103" y="37266"/>
                    </a:lnTo>
                    <a:lnTo>
                      <a:pt x="63162" y="20002"/>
                    </a:lnTo>
                    <a:lnTo>
                      <a:pt x="63924" y="16192"/>
                    </a:lnTo>
                    <a:lnTo>
                      <a:pt x="66210" y="21526"/>
                    </a:lnTo>
                    <a:lnTo>
                      <a:pt x="69258" y="31432"/>
                    </a:lnTo>
                    <a:lnTo>
                      <a:pt x="70782" y="38290"/>
                    </a:lnTo>
                    <a:lnTo>
                      <a:pt x="73116" y="49006"/>
                    </a:lnTo>
                    <a:lnTo>
                      <a:pt x="75735" y="59435"/>
                    </a:lnTo>
                    <a:lnTo>
                      <a:pt x="78926" y="69580"/>
                    </a:lnTo>
                    <a:lnTo>
                      <a:pt x="82974" y="79438"/>
                    </a:lnTo>
                    <a:lnTo>
                      <a:pt x="87546" y="87058"/>
                    </a:lnTo>
                    <a:lnTo>
                      <a:pt x="90594" y="90106"/>
                    </a:lnTo>
                    <a:lnTo>
                      <a:pt x="98214" y="94678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2" name="Google Shape;2922;p26"/>
              <p:cNvSpPr/>
              <p:nvPr/>
            </p:nvSpPr>
            <p:spPr>
              <a:xfrm>
                <a:off x="8935211" y="5049107"/>
                <a:ext cx="120015" cy="89535"/>
              </a:xfrm>
              <a:custGeom>
                <a:rect b="b" l="l" r="r" t="t"/>
                <a:pathLst>
                  <a:path extrusionOk="0" h="89535" w="120015">
                    <a:moveTo>
                      <a:pt x="0" y="15144"/>
                    </a:moveTo>
                    <a:lnTo>
                      <a:pt x="0" y="10572"/>
                    </a:lnTo>
                    <a:lnTo>
                      <a:pt x="0" y="5238"/>
                    </a:lnTo>
                    <a:lnTo>
                      <a:pt x="0" y="666"/>
                    </a:lnTo>
                    <a:lnTo>
                      <a:pt x="119" y="0"/>
                    </a:lnTo>
                    <a:lnTo>
                      <a:pt x="380" y="6762"/>
                    </a:lnTo>
                    <a:lnTo>
                      <a:pt x="642" y="15239"/>
                    </a:lnTo>
                    <a:lnTo>
                      <a:pt x="762" y="19716"/>
                    </a:lnTo>
                    <a:lnTo>
                      <a:pt x="1238" y="34563"/>
                    </a:lnTo>
                    <a:lnTo>
                      <a:pt x="10668" y="78390"/>
                    </a:lnTo>
                    <a:lnTo>
                      <a:pt x="55626" y="69722"/>
                    </a:lnTo>
                    <a:lnTo>
                      <a:pt x="67055" y="25431"/>
                    </a:lnTo>
                    <a:lnTo>
                      <a:pt x="67818" y="5238"/>
                    </a:lnTo>
                    <a:lnTo>
                      <a:pt x="65686" y="13239"/>
                    </a:lnTo>
                    <a:lnTo>
                      <a:pt x="62198" y="58864"/>
                    </a:lnTo>
                    <a:lnTo>
                      <a:pt x="89916" y="86772"/>
                    </a:lnTo>
                    <a:lnTo>
                      <a:pt x="109728" y="89058"/>
                    </a:lnTo>
                    <a:lnTo>
                      <a:pt x="113538" y="89058"/>
                    </a:lnTo>
                    <a:lnTo>
                      <a:pt x="116586" y="89058"/>
                    </a:lnTo>
                    <a:lnTo>
                      <a:pt x="119634" y="89058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3" name="Google Shape;2923;p26"/>
              <p:cNvSpPr/>
              <p:nvPr/>
            </p:nvSpPr>
            <p:spPr>
              <a:xfrm>
                <a:off x="9043415" y="5019293"/>
                <a:ext cx="64134" cy="107950"/>
              </a:xfrm>
              <a:custGeom>
                <a:rect b="b" l="l" r="r" t="t"/>
                <a:pathLst>
                  <a:path extrusionOk="0" h="107950" w="64134">
                    <a:moveTo>
                      <a:pt x="53340" y="0"/>
                    </a:moveTo>
                    <a:lnTo>
                      <a:pt x="25431" y="34932"/>
                    </a:lnTo>
                    <a:lnTo>
                      <a:pt x="22098" y="52601"/>
                    </a:lnTo>
                    <a:lnTo>
                      <a:pt x="22860" y="61722"/>
                    </a:lnTo>
                    <a:lnTo>
                      <a:pt x="56388" y="86868"/>
                    </a:lnTo>
                    <a:lnTo>
                      <a:pt x="62484" y="89916"/>
                    </a:lnTo>
                    <a:lnTo>
                      <a:pt x="63246" y="90678"/>
                    </a:lnTo>
                    <a:lnTo>
                      <a:pt x="63246" y="91440"/>
                    </a:lnTo>
                    <a:lnTo>
                      <a:pt x="64008" y="91440"/>
                    </a:lnTo>
                    <a:lnTo>
                      <a:pt x="20824" y="105834"/>
                    </a:lnTo>
                    <a:lnTo>
                      <a:pt x="10668" y="106680"/>
                    </a:lnTo>
                    <a:lnTo>
                      <a:pt x="1524" y="106680"/>
                    </a:lnTo>
                    <a:lnTo>
                      <a:pt x="0" y="107442"/>
                    </a:lnTo>
                    <a:lnTo>
                      <a:pt x="1524" y="9906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4" name="Google Shape;2924;p26"/>
              <p:cNvSpPr/>
              <p:nvPr/>
            </p:nvSpPr>
            <p:spPr>
              <a:xfrm>
                <a:off x="9128378" y="5007328"/>
                <a:ext cx="75565" cy="108585"/>
              </a:xfrm>
              <a:custGeom>
                <a:rect b="b" l="l" r="r" t="t"/>
                <a:pathLst>
                  <a:path extrusionOk="0" h="108585" w="75565">
                    <a:moveTo>
                      <a:pt x="60578" y="14251"/>
                    </a:moveTo>
                    <a:lnTo>
                      <a:pt x="56792" y="5119"/>
                    </a:lnTo>
                    <a:lnTo>
                      <a:pt x="52577" y="59"/>
                    </a:lnTo>
                    <a:lnTo>
                      <a:pt x="46648" y="0"/>
                    </a:lnTo>
                    <a:lnTo>
                      <a:pt x="37718" y="5869"/>
                    </a:lnTo>
                    <a:lnTo>
                      <a:pt x="11810" y="44731"/>
                    </a:lnTo>
                    <a:lnTo>
                      <a:pt x="10727" y="55459"/>
                    </a:lnTo>
                    <a:lnTo>
                      <a:pt x="12287" y="64829"/>
                    </a:lnTo>
                    <a:lnTo>
                      <a:pt x="44386" y="87689"/>
                    </a:lnTo>
                    <a:lnTo>
                      <a:pt x="65150" y="92737"/>
                    </a:lnTo>
                    <a:lnTo>
                      <a:pt x="70484" y="94261"/>
                    </a:lnTo>
                    <a:lnTo>
                      <a:pt x="72008" y="94261"/>
                    </a:lnTo>
                    <a:lnTo>
                      <a:pt x="75056" y="95785"/>
                    </a:lnTo>
                    <a:lnTo>
                      <a:pt x="30003" y="106644"/>
                    </a:lnTo>
                    <a:lnTo>
                      <a:pt x="6476" y="107977"/>
                    </a:lnTo>
                    <a:lnTo>
                      <a:pt x="166" y="106334"/>
                    </a:lnTo>
                    <a:lnTo>
                      <a:pt x="0" y="102262"/>
                    </a:lnTo>
                    <a:lnTo>
                      <a:pt x="3262" y="97047"/>
                    </a:lnTo>
                    <a:lnTo>
                      <a:pt x="7238" y="91975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5" name="Google Shape;2925;p26"/>
              <p:cNvSpPr/>
              <p:nvPr/>
            </p:nvSpPr>
            <p:spPr>
              <a:xfrm>
                <a:off x="9235439" y="5042153"/>
                <a:ext cx="7620" cy="75564"/>
              </a:xfrm>
              <a:custGeom>
                <a:rect b="b" l="l" r="r" t="t"/>
                <a:pathLst>
                  <a:path extrusionOk="0" h="75564" w="7620">
                    <a:moveTo>
                      <a:pt x="0" y="0"/>
                    </a:moveTo>
                    <a:lnTo>
                      <a:pt x="1881" y="9822"/>
                    </a:lnTo>
                    <a:lnTo>
                      <a:pt x="3048" y="19145"/>
                    </a:lnTo>
                    <a:lnTo>
                      <a:pt x="3643" y="28610"/>
                    </a:lnTo>
                    <a:lnTo>
                      <a:pt x="3810" y="38861"/>
                    </a:lnTo>
                    <a:lnTo>
                      <a:pt x="3524" y="47101"/>
                    </a:lnTo>
                    <a:lnTo>
                      <a:pt x="3238" y="55625"/>
                    </a:lnTo>
                    <a:lnTo>
                      <a:pt x="3810" y="64150"/>
                    </a:lnTo>
                    <a:lnTo>
                      <a:pt x="6096" y="72389"/>
                    </a:lnTo>
                    <a:lnTo>
                      <a:pt x="6858" y="73151"/>
                    </a:lnTo>
                    <a:lnTo>
                      <a:pt x="6858" y="74675"/>
                    </a:lnTo>
                    <a:lnTo>
                      <a:pt x="7620" y="75437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6" name="Google Shape;2926;p26"/>
              <p:cNvSpPr/>
              <p:nvPr/>
            </p:nvSpPr>
            <p:spPr>
              <a:xfrm>
                <a:off x="9261919" y="4961096"/>
                <a:ext cx="4445" cy="20320"/>
              </a:xfrm>
              <a:custGeom>
                <a:rect b="b" l="l" r="r" t="t"/>
                <a:pathLst>
                  <a:path extrusionOk="0" h="20320" w="4445">
                    <a:moveTo>
                      <a:pt x="4000" y="20097"/>
                    </a:moveTo>
                    <a:lnTo>
                      <a:pt x="571" y="1297"/>
                    </a:lnTo>
                    <a:lnTo>
                      <a:pt x="0" y="0"/>
                    </a:lnTo>
                    <a:lnTo>
                      <a:pt x="1428" y="4560"/>
                    </a:lnTo>
                    <a:lnTo>
                      <a:pt x="4000" y="3333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7" name="Google Shape;2927;p26"/>
              <p:cNvSpPr/>
              <p:nvPr/>
            </p:nvSpPr>
            <p:spPr>
              <a:xfrm>
                <a:off x="9295673" y="5007661"/>
                <a:ext cx="114300" cy="93345"/>
              </a:xfrm>
              <a:custGeom>
                <a:rect b="b" l="l" r="r" t="t"/>
                <a:pathLst>
                  <a:path extrusionOk="0" h="93345" w="114300">
                    <a:moveTo>
                      <a:pt x="83784" y="59638"/>
                    </a:moveTo>
                    <a:lnTo>
                      <a:pt x="81760" y="49589"/>
                    </a:lnTo>
                    <a:lnTo>
                      <a:pt x="80164" y="39826"/>
                    </a:lnTo>
                    <a:lnTo>
                      <a:pt x="78855" y="30063"/>
                    </a:lnTo>
                    <a:lnTo>
                      <a:pt x="77688" y="20014"/>
                    </a:lnTo>
                    <a:lnTo>
                      <a:pt x="77688" y="12394"/>
                    </a:lnTo>
                    <a:lnTo>
                      <a:pt x="75402" y="1726"/>
                    </a:lnTo>
                    <a:lnTo>
                      <a:pt x="67020" y="202"/>
                    </a:lnTo>
                    <a:lnTo>
                      <a:pt x="56483" y="0"/>
                    </a:lnTo>
                    <a:lnTo>
                      <a:pt x="46732" y="3155"/>
                    </a:lnTo>
                    <a:lnTo>
                      <a:pt x="11299" y="35730"/>
                    </a:lnTo>
                    <a:lnTo>
                      <a:pt x="0" y="71818"/>
                    </a:lnTo>
                    <a:lnTo>
                      <a:pt x="1774" y="80498"/>
                    </a:lnTo>
                    <a:lnTo>
                      <a:pt x="6834" y="87320"/>
                    </a:lnTo>
                    <a:lnTo>
                      <a:pt x="15966" y="91642"/>
                    </a:lnTo>
                    <a:lnTo>
                      <a:pt x="27110" y="93083"/>
                    </a:lnTo>
                    <a:lnTo>
                      <a:pt x="37683" y="91737"/>
                    </a:lnTo>
                    <a:lnTo>
                      <a:pt x="69496" y="64115"/>
                    </a:lnTo>
                    <a:lnTo>
                      <a:pt x="79212" y="24586"/>
                    </a:lnTo>
                    <a:lnTo>
                      <a:pt x="79212" y="29920"/>
                    </a:lnTo>
                    <a:lnTo>
                      <a:pt x="78450" y="30682"/>
                    </a:lnTo>
                    <a:lnTo>
                      <a:pt x="77688" y="35254"/>
                    </a:lnTo>
                    <a:lnTo>
                      <a:pt x="77069" y="43838"/>
                    </a:lnTo>
                    <a:lnTo>
                      <a:pt x="76735" y="53066"/>
                    </a:lnTo>
                    <a:lnTo>
                      <a:pt x="77259" y="62150"/>
                    </a:lnTo>
                    <a:lnTo>
                      <a:pt x="105882" y="85546"/>
                    </a:lnTo>
                    <a:lnTo>
                      <a:pt x="108930" y="85546"/>
                    </a:lnTo>
                    <a:lnTo>
                      <a:pt x="111978" y="85546"/>
                    </a:lnTo>
                    <a:lnTo>
                      <a:pt x="114264" y="8554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8" name="Google Shape;2928;p26"/>
              <p:cNvSpPr/>
              <p:nvPr/>
            </p:nvSpPr>
            <p:spPr>
              <a:xfrm>
                <a:off x="9437977" y="5004053"/>
                <a:ext cx="91440" cy="99060"/>
              </a:xfrm>
              <a:custGeom>
                <a:rect b="b" l="l" r="r" t="t"/>
                <a:pathLst>
                  <a:path extrusionOk="0" h="99060" w="91440">
                    <a:moveTo>
                      <a:pt x="13870" y="35051"/>
                    </a:moveTo>
                    <a:lnTo>
                      <a:pt x="13870" y="30479"/>
                    </a:lnTo>
                    <a:lnTo>
                      <a:pt x="13870" y="25907"/>
                    </a:lnTo>
                    <a:lnTo>
                      <a:pt x="13870" y="21335"/>
                    </a:lnTo>
                    <a:lnTo>
                      <a:pt x="7774" y="24383"/>
                    </a:lnTo>
                    <a:lnTo>
                      <a:pt x="5488" y="34289"/>
                    </a:lnTo>
                    <a:lnTo>
                      <a:pt x="3964" y="41147"/>
                    </a:lnTo>
                    <a:lnTo>
                      <a:pt x="1881" y="49768"/>
                    </a:lnTo>
                    <a:lnTo>
                      <a:pt x="440" y="59816"/>
                    </a:lnTo>
                    <a:lnTo>
                      <a:pt x="0" y="69865"/>
                    </a:lnTo>
                    <a:lnTo>
                      <a:pt x="916" y="78485"/>
                    </a:lnTo>
                    <a:lnTo>
                      <a:pt x="2440" y="83819"/>
                    </a:lnTo>
                    <a:lnTo>
                      <a:pt x="4726" y="81533"/>
                    </a:lnTo>
                    <a:lnTo>
                      <a:pt x="7774" y="82295"/>
                    </a:lnTo>
                    <a:lnTo>
                      <a:pt x="12346" y="75437"/>
                    </a:lnTo>
                    <a:lnTo>
                      <a:pt x="13108" y="67055"/>
                    </a:lnTo>
                    <a:lnTo>
                      <a:pt x="13870" y="58673"/>
                    </a:lnTo>
                    <a:lnTo>
                      <a:pt x="23776" y="19049"/>
                    </a:lnTo>
                    <a:lnTo>
                      <a:pt x="52732" y="0"/>
                    </a:lnTo>
                    <a:lnTo>
                      <a:pt x="62210" y="357"/>
                    </a:lnTo>
                    <a:lnTo>
                      <a:pt x="90928" y="36766"/>
                    </a:lnTo>
                    <a:lnTo>
                      <a:pt x="90606" y="47720"/>
                    </a:lnTo>
                    <a:lnTo>
                      <a:pt x="87784" y="58673"/>
                    </a:lnTo>
                    <a:lnTo>
                      <a:pt x="82748" y="70020"/>
                    </a:lnTo>
                    <a:lnTo>
                      <a:pt x="76069" y="80295"/>
                    </a:lnTo>
                    <a:lnTo>
                      <a:pt x="68389" y="89856"/>
                    </a:lnTo>
                    <a:lnTo>
                      <a:pt x="60352" y="99059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29" name="Google Shape;2929;p26"/>
            <p:cNvGrpSpPr/>
            <p:nvPr/>
          </p:nvGrpSpPr>
          <p:grpSpPr>
            <a:xfrm>
              <a:off x="8500097" y="4352531"/>
              <a:ext cx="508279" cy="166141"/>
              <a:chOff x="8500097" y="4352531"/>
              <a:chExt cx="508279" cy="166141"/>
            </a:xfrm>
          </p:grpSpPr>
          <p:pic>
            <p:nvPicPr>
              <p:cNvPr id="2930" name="Google Shape;2930;p26"/>
              <p:cNvPicPr preferRelativeResize="0"/>
              <p:nvPr/>
            </p:nvPicPr>
            <p:blipFill rotWithShape="1">
              <a:blip r:embed="rId61">
                <a:alphaModFix/>
              </a:blip>
              <a:srcRect b="0" l="0" r="0" t="0"/>
              <a:stretch/>
            </p:blipFill>
            <p:spPr>
              <a:xfrm>
                <a:off x="8500097" y="4352531"/>
                <a:ext cx="220243" cy="1661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31" name="Google Shape;2931;p26"/>
              <p:cNvPicPr preferRelativeResize="0"/>
              <p:nvPr/>
            </p:nvPicPr>
            <p:blipFill rotWithShape="1">
              <a:blip r:embed="rId62">
                <a:alphaModFix/>
              </a:blip>
              <a:srcRect b="0" l="0" r="0" t="0"/>
              <a:stretch/>
            </p:blipFill>
            <p:spPr>
              <a:xfrm>
                <a:off x="8743175" y="4359389"/>
                <a:ext cx="265201" cy="12194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932" name="Google Shape;2932;p26"/>
            <p:cNvSpPr/>
            <p:nvPr/>
          </p:nvSpPr>
          <p:spPr>
            <a:xfrm>
              <a:off x="9071609" y="4327397"/>
              <a:ext cx="11429" cy="111760"/>
            </a:xfrm>
            <a:custGeom>
              <a:rect b="b" l="l" r="r" t="t"/>
              <a:pathLst>
                <a:path extrusionOk="0" h="111760" w="11429">
                  <a:moveTo>
                    <a:pt x="0" y="0"/>
                  </a:moveTo>
                  <a:lnTo>
                    <a:pt x="9108" y="39969"/>
                  </a:lnTo>
                  <a:lnTo>
                    <a:pt x="11334" y="82962"/>
                  </a:lnTo>
                  <a:lnTo>
                    <a:pt x="10775" y="97285"/>
                  </a:lnTo>
                  <a:lnTo>
                    <a:pt x="9144" y="111252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33" name="Google Shape;2933;p26"/>
            <p:cNvPicPr preferRelativeResize="0"/>
            <p:nvPr/>
          </p:nvPicPr>
          <p:blipFill rotWithShape="1">
            <a:blip r:embed="rId63">
              <a:alphaModFix/>
            </a:blip>
            <a:srcRect b="0" l="0" r="0" t="0"/>
            <a:stretch/>
          </p:blipFill>
          <p:spPr>
            <a:xfrm>
              <a:off x="6901421" y="4021061"/>
              <a:ext cx="83333" cy="1661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4" name="Google Shape;2934;p26"/>
            <p:cNvSpPr/>
            <p:nvPr/>
          </p:nvSpPr>
          <p:spPr>
            <a:xfrm>
              <a:off x="6837426" y="5252465"/>
              <a:ext cx="475615" cy="26035"/>
            </a:xfrm>
            <a:custGeom>
              <a:rect b="b" l="l" r="r" t="t"/>
              <a:pathLst>
                <a:path extrusionOk="0" h="26035" w="475615">
                  <a:moveTo>
                    <a:pt x="0" y="25908"/>
                  </a:moveTo>
                  <a:lnTo>
                    <a:pt x="39338" y="16097"/>
                  </a:lnTo>
                  <a:lnTo>
                    <a:pt x="79248" y="11430"/>
                  </a:lnTo>
                  <a:lnTo>
                    <a:pt x="131373" y="7215"/>
                  </a:lnTo>
                  <a:lnTo>
                    <a:pt x="183642" y="4572"/>
                  </a:lnTo>
                  <a:lnTo>
                    <a:pt x="235910" y="3071"/>
                  </a:lnTo>
                  <a:lnTo>
                    <a:pt x="288036" y="2286"/>
                  </a:lnTo>
                  <a:lnTo>
                    <a:pt x="359378" y="1524"/>
                  </a:lnTo>
                  <a:lnTo>
                    <a:pt x="395299" y="1214"/>
                  </a:lnTo>
                  <a:lnTo>
                    <a:pt x="431292" y="762"/>
                  </a:lnTo>
                  <a:lnTo>
                    <a:pt x="442162" y="642"/>
                  </a:lnTo>
                  <a:lnTo>
                    <a:pt x="453104" y="381"/>
                  </a:lnTo>
                  <a:lnTo>
                    <a:pt x="464188" y="119"/>
                  </a:lnTo>
                  <a:lnTo>
                    <a:pt x="475488" y="0"/>
                  </a:lnTo>
                  <a:lnTo>
                    <a:pt x="468903" y="0"/>
                  </a:lnTo>
                  <a:lnTo>
                    <a:pt x="460533" y="0"/>
                  </a:lnTo>
                  <a:lnTo>
                    <a:pt x="452020" y="0"/>
                  </a:lnTo>
                  <a:lnTo>
                    <a:pt x="445008" y="0"/>
                  </a:lnTo>
                  <a:lnTo>
                    <a:pt x="438912" y="0"/>
                  </a:lnTo>
                  <a:lnTo>
                    <a:pt x="432816" y="762"/>
                  </a:lnTo>
                  <a:lnTo>
                    <a:pt x="425958" y="762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35" name="Google Shape;2935;p26"/>
            <p:cNvGrpSpPr/>
            <p:nvPr/>
          </p:nvGrpSpPr>
          <p:grpSpPr>
            <a:xfrm>
              <a:off x="6969238" y="5307281"/>
              <a:ext cx="310921" cy="140209"/>
              <a:chOff x="6969238" y="5307281"/>
              <a:chExt cx="310921" cy="140209"/>
            </a:xfrm>
          </p:grpSpPr>
          <p:pic>
            <p:nvPicPr>
              <p:cNvPr id="2936" name="Google Shape;2936;p26"/>
              <p:cNvPicPr preferRelativeResize="0"/>
              <p:nvPr/>
            </p:nvPicPr>
            <p:blipFill rotWithShape="1">
              <a:blip r:embed="rId64">
                <a:alphaModFix/>
              </a:blip>
              <a:srcRect b="0" l="0" r="0" t="0"/>
              <a:stretch/>
            </p:blipFill>
            <p:spPr>
              <a:xfrm>
                <a:off x="6969238" y="5333987"/>
                <a:ext cx="201336" cy="11350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37" name="Google Shape;2937;p26"/>
              <p:cNvPicPr preferRelativeResize="0"/>
              <p:nvPr/>
            </p:nvPicPr>
            <p:blipFill rotWithShape="1">
              <a:blip r:embed="rId65">
                <a:alphaModFix/>
              </a:blip>
              <a:srcRect b="0" l="0" r="0" t="0"/>
              <a:stretch/>
            </p:blipFill>
            <p:spPr>
              <a:xfrm>
                <a:off x="7197838" y="5307281"/>
                <a:ext cx="82321" cy="6787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38" name="Google Shape;2938;p26"/>
            <p:cNvGrpSpPr/>
            <p:nvPr/>
          </p:nvGrpSpPr>
          <p:grpSpPr>
            <a:xfrm>
              <a:off x="8726411" y="5321033"/>
              <a:ext cx="563143" cy="172237"/>
              <a:chOff x="8726411" y="5321033"/>
              <a:chExt cx="563143" cy="172237"/>
            </a:xfrm>
          </p:grpSpPr>
          <p:pic>
            <p:nvPicPr>
              <p:cNvPr id="2939" name="Google Shape;2939;p26"/>
              <p:cNvPicPr preferRelativeResize="0"/>
              <p:nvPr/>
            </p:nvPicPr>
            <p:blipFill rotWithShape="1">
              <a:blip r:embed="rId66">
                <a:alphaModFix/>
              </a:blip>
              <a:srcRect b="0" l="0" r="0" t="0"/>
              <a:stretch/>
            </p:blipFill>
            <p:spPr>
              <a:xfrm>
                <a:off x="8726411" y="5321033"/>
                <a:ext cx="216207" cy="17223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40" name="Google Shape;2940;p26"/>
              <p:cNvPicPr preferRelativeResize="0"/>
              <p:nvPr/>
            </p:nvPicPr>
            <p:blipFill rotWithShape="1">
              <a:blip r:embed="rId67">
                <a:alphaModFix/>
              </a:blip>
              <a:srcRect b="0" l="0" r="0" t="0"/>
              <a:stretch/>
            </p:blipFill>
            <p:spPr>
              <a:xfrm>
                <a:off x="8967203" y="5373611"/>
                <a:ext cx="70129" cy="990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41" name="Google Shape;2941;p26"/>
              <p:cNvPicPr preferRelativeResize="0"/>
              <p:nvPr/>
            </p:nvPicPr>
            <p:blipFill rotWithShape="1">
              <a:blip r:embed="rId68">
                <a:alphaModFix/>
              </a:blip>
              <a:srcRect b="0" l="0" r="0" t="0"/>
              <a:stretch/>
            </p:blipFill>
            <p:spPr>
              <a:xfrm>
                <a:off x="9063215" y="5326367"/>
                <a:ext cx="226339" cy="15013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942" name="Google Shape;2942;p26"/>
            <p:cNvSpPr/>
            <p:nvPr/>
          </p:nvSpPr>
          <p:spPr>
            <a:xfrm>
              <a:off x="9396221" y="5252465"/>
              <a:ext cx="137159" cy="297179"/>
            </a:xfrm>
            <a:custGeom>
              <a:rect b="b" l="l" r="r" t="t"/>
              <a:pathLst>
                <a:path extrusionOk="0" h="297179" w="137159">
                  <a:moveTo>
                    <a:pt x="137159" y="0"/>
                  </a:moveTo>
                  <a:lnTo>
                    <a:pt x="124396" y="37623"/>
                  </a:lnTo>
                  <a:lnTo>
                    <a:pt x="110489" y="74676"/>
                  </a:lnTo>
                  <a:lnTo>
                    <a:pt x="89725" y="124491"/>
                  </a:lnTo>
                  <a:lnTo>
                    <a:pt x="67817" y="173736"/>
                  </a:lnTo>
                  <a:lnTo>
                    <a:pt x="44195" y="223361"/>
                  </a:lnTo>
                  <a:lnTo>
                    <a:pt x="18287" y="271272"/>
                  </a:lnTo>
                  <a:lnTo>
                    <a:pt x="4464" y="291953"/>
                  </a:lnTo>
                  <a:lnTo>
                    <a:pt x="0" y="297180"/>
                  </a:lnTo>
                </a:path>
              </a:pathLst>
            </a:custGeom>
            <a:noFill/>
            <a:ln cap="flat" cmpd="sng" w="1525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43" name="Google Shape;2943;p26"/>
            <p:cNvGrpSpPr/>
            <p:nvPr/>
          </p:nvGrpSpPr>
          <p:grpSpPr>
            <a:xfrm>
              <a:off x="8761654" y="5681472"/>
              <a:ext cx="569543" cy="203453"/>
              <a:chOff x="8761654" y="5681472"/>
              <a:chExt cx="569543" cy="203453"/>
            </a:xfrm>
          </p:grpSpPr>
          <p:sp>
            <p:nvSpPr>
              <p:cNvPr id="2944" name="Google Shape;2944;p26"/>
              <p:cNvSpPr/>
              <p:nvPr/>
            </p:nvSpPr>
            <p:spPr>
              <a:xfrm>
                <a:off x="8766048" y="5721096"/>
                <a:ext cx="13970" cy="163829"/>
              </a:xfrm>
              <a:custGeom>
                <a:rect b="b" l="l" r="r" t="t"/>
                <a:pathLst>
                  <a:path extrusionOk="0" h="163829" w="13970">
                    <a:moveTo>
                      <a:pt x="0" y="0"/>
                    </a:moveTo>
                    <a:lnTo>
                      <a:pt x="7179" y="14989"/>
                    </a:lnTo>
                    <a:lnTo>
                      <a:pt x="11144" y="29051"/>
                    </a:lnTo>
                    <a:lnTo>
                      <a:pt x="12965" y="43826"/>
                    </a:lnTo>
                    <a:lnTo>
                      <a:pt x="13716" y="60960"/>
                    </a:lnTo>
                    <a:lnTo>
                      <a:pt x="13596" y="79569"/>
                    </a:lnTo>
                    <a:lnTo>
                      <a:pt x="12192" y="97821"/>
                    </a:lnTo>
                    <a:lnTo>
                      <a:pt x="9644" y="115931"/>
                    </a:lnTo>
                    <a:lnTo>
                      <a:pt x="6096" y="134112"/>
                    </a:lnTo>
                    <a:lnTo>
                      <a:pt x="4964" y="141755"/>
                    </a:lnTo>
                    <a:lnTo>
                      <a:pt x="3905" y="148971"/>
                    </a:lnTo>
                    <a:lnTo>
                      <a:pt x="2988" y="156186"/>
                    </a:lnTo>
                    <a:lnTo>
                      <a:pt x="2286" y="163830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5" name="Google Shape;2945;p26"/>
              <p:cNvSpPr/>
              <p:nvPr/>
            </p:nvSpPr>
            <p:spPr>
              <a:xfrm>
                <a:off x="8761654" y="5706594"/>
                <a:ext cx="144145" cy="147320"/>
              </a:xfrm>
              <a:custGeom>
                <a:rect b="b" l="l" r="r" t="t"/>
                <a:pathLst>
                  <a:path extrusionOk="0" h="147320" w="144145">
                    <a:moveTo>
                      <a:pt x="1345" y="37361"/>
                    </a:moveTo>
                    <a:lnTo>
                      <a:pt x="0" y="23407"/>
                    </a:lnTo>
                    <a:lnTo>
                      <a:pt x="297" y="13168"/>
                    </a:lnTo>
                    <a:lnTo>
                      <a:pt x="5310" y="6072"/>
                    </a:lnTo>
                    <a:lnTo>
                      <a:pt x="18109" y="1547"/>
                    </a:lnTo>
                    <a:lnTo>
                      <a:pt x="32289" y="0"/>
                    </a:lnTo>
                    <a:lnTo>
                      <a:pt x="46970" y="23"/>
                    </a:lnTo>
                    <a:lnTo>
                      <a:pt x="87046" y="10608"/>
                    </a:lnTo>
                    <a:lnTo>
                      <a:pt x="102691" y="39647"/>
                    </a:lnTo>
                    <a:lnTo>
                      <a:pt x="97274" y="55983"/>
                    </a:lnTo>
                    <a:lnTo>
                      <a:pt x="57733" y="90701"/>
                    </a:lnTo>
                    <a:lnTo>
                      <a:pt x="16049" y="111275"/>
                    </a:lnTo>
                    <a:lnTo>
                      <a:pt x="1345" y="116609"/>
                    </a:lnTo>
                    <a:lnTo>
                      <a:pt x="20204" y="116419"/>
                    </a:lnTo>
                    <a:lnTo>
                      <a:pt x="76783" y="118133"/>
                    </a:lnTo>
                    <a:lnTo>
                      <a:pt x="118574" y="126706"/>
                    </a:lnTo>
                    <a:lnTo>
                      <a:pt x="140029" y="142517"/>
                    </a:lnTo>
                    <a:lnTo>
                      <a:pt x="143839" y="147089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6" name="Google Shape;2946;p26"/>
              <p:cNvSpPr/>
              <p:nvPr/>
            </p:nvSpPr>
            <p:spPr>
              <a:xfrm>
                <a:off x="8906923" y="5749016"/>
                <a:ext cx="85090" cy="97789"/>
              </a:xfrm>
              <a:custGeom>
                <a:rect b="b" l="l" r="r" t="t"/>
                <a:pathLst>
                  <a:path extrusionOk="0" h="97789" w="85090">
                    <a:moveTo>
                      <a:pt x="49625" y="39897"/>
                    </a:moveTo>
                    <a:lnTo>
                      <a:pt x="37635" y="0"/>
                    </a:lnTo>
                    <a:lnTo>
                      <a:pt x="31813" y="1512"/>
                    </a:lnTo>
                    <a:lnTo>
                      <a:pt x="6131" y="44148"/>
                    </a:lnTo>
                    <a:lnTo>
                      <a:pt x="0" y="74473"/>
                    </a:lnTo>
                    <a:lnTo>
                      <a:pt x="250" y="84724"/>
                    </a:lnTo>
                    <a:lnTo>
                      <a:pt x="3143" y="92475"/>
                    </a:lnTo>
                    <a:lnTo>
                      <a:pt x="9036" y="96142"/>
                    </a:lnTo>
                    <a:lnTo>
                      <a:pt x="16573" y="97238"/>
                    </a:lnTo>
                    <a:lnTo>
                      <a:pt x="24253" y="96333"/>
                    </a:lnTo>
                    <a:lnTo>
                      <a:pt x="51149" y="60471"/>
                    </a:lnTo>
                    <a:lnTo>
                      <a:pt x="53435" y="26943"/>
                    </a:lnTo>
                    <a:lnTo>
                      <a:pt x="54197" y="34563"/>
                    </a:lnTo>
                    <a:lnTo>
                      <a:pt x="54197" y="37611"/>
                    </a:lnTo>
                    <a:lnTo>
                      <a:pt x="54959" y="44469"/>
                    </a:lnTo>
                    <a:lnTo>
                      <a:pt x="55959" y="55292"/>
                    </a:lnTo>
                    <a:lnTo>
                      <a:pt x="57245" y="65901"/>
                    </a:lnTo>
                    <a:lnTo>
                      <a:pt x="59674" y="76080"/>
                    </a:lnTo>
                    <a:lnTo>
                      <a:pt x="64103" y="85617"/>
                    </a:lnTo>
                    <a:lnTo>
                      <a:pt x="69437" y="94761"/>
                    </a:lnTo>
                    <a:lnTo>
                      <a:pt x="75533" y="93999"/>
                    </a:lnTo>
                    <a:lnTo>
                      <a:pt x="84677" y="94761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7" name="Google Shape;2947;p26"/>
              <p:cNvSpPr/>
              <p:nvPr/>
            </p:nvSpPr>
            <p:spPr>
              <a:xfrm>
                <a:off x="9024366" y="5681472"/>
                <a:ext cx="136525" cy="161925"/>
              </a:xfrm>
              <a:custGeom>
                <a:rect b="b" l="l" r="r" t="t"/>
                <a:pathLst>
                  <a:path extrusionOk="0" h="161925" w="136525">
                    <a:moveTo>
                      <a:pt x="44957" y="15239"/>
                    </a:moveTo>
                    <a:lnTo>
                      <a:pt x="44195" y="4571"/>
                    </a:lnTo>
                    <a:lnTo>
                      <a:pt x="49529" y="0"/>
                    </a:lnTo>
                    <a:lnTo>
                      <a:pt x="44195" y="0"/>
                    </a:lnTo>
                    <a:lnTo>
                      <a:pt x="44207" y="11870"/>
                    </a:lnTo>
                    <a:lnTo>
                      <a:pt x="44291" y="23526"/>
                    </a:lnTo>
                    <a:lnTo>
                      <a:pt x="44517" y="35040"/>
                    </a:lnTo>
                    <a:lnTo>
                      <a:pt x="44957" y="46481"/>
                    </a:lnTo>
                    <a:lnTo>
                      <a:pt x="45660" y="65341"/>
                    </a:lnTo>
                    <a:lnTo>
                      <a:pt x="48767" y="121919"/>
                    </a:lnTo>
                    <a:lnTo>
                      <a:pt x="56387" y="160019"/>
                    </a:lnTo>
                    <a:lnTo>
                      <a:pt x="57149" y="160019"/>
                    </a:lnTo>
                    <a:lnTo>
                      <a:pt x="57911" y="160781"/>
                    </a:lnTo>
                    <a:lnTo>
                      <a:pt x="47529" y="121919"/>
                    </a:lnTo>
                    <a:lnTo>
                      <a:pt x="15906" y="101726"/>
                    </a:lnTo>
                    <a:lnTo>
                      <a:pt x="8727" y="103036"/>
                    </a:lnTo>
                    <a:lnTo>
                      <a:pt x="3047" y="108203"/>
                    </a:lnTo>
                    <a:lnTo>
                      <a:pt x="23" y="116550"/>
                    </a:lnTo>
                    <a:lnTo>
                      <a:pt x="0" y="125825"/>
                    </a:lnTo>
                    <a:lnTo>
                      <a:pt x="2833" y="134671"/>
                    </a:lnTo>
                    <a:lnTo>
                      <a:pt x="36290" y="152971"/>
                    </a:lnTo>
                    <a:lnTo>
                      <a:pt x="81069" y="152459"/>
                    </a:lnTo>
                    <a:lnTo>
                      <a:pt x="120395" y="135635"/>
                    </a:lnTo>
                    <a:lnTo>
                      <a:pt x="129539" y="106679"/>
                    </a:lnTo>
                    <a:lnTo>
                      <a:pt x="130301" y="101345"/>
                    </a:lnTo>
                    <a:lnTo>
                      <a:pt x="129539" y="96011"/>
                    </a:lnTo>
                    <a:lnTo>
                      <a:pt x="129539" y="90677"/>
                    </a:lnTo>
                    <a:lnTo>
                      <a:pt x="127253" y="96773"/>
                    </a:lnTo>
                    <a:lnTo>
                      <a:pt x="124205" y="106679"/>
                    </a:lnTo>
                    <a:lnTo>
                      <a:pt x="121919" y="114299"/>
                    </a:lnTo>
                    <a:lnTo>
                      <a:pt x="120312" y="123158"/>
                    </a:lnTo>
                    <a:lnTo>
                      <a:pt x="118776" y="134302"/>
                    </a:lnTo>
                    <a:lnTo>
                      <a:pt x="118812" y="145160"/>
                    </a:lnTo>
                    <a:lnTo>
                      <a:pt x="121919" y="153161"/>
                    </a:lnTo>
                    <a:lnTo>
                      <a:pt x="128777" y="155447"/>
                    </a:lnTo>
                    <a:lnTo>
                      <a:pt x="131825" y="156209"/>
                    </a:lnTo>
                    <a:lnTo>
                      <a:pt x="136397" y="155447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8" name="Google Shape;2948;p26"/>
              <p:cNvSpPr/>
              <p:nvPr/>
            </p:nvSpPr>
            <p:spPr>
              <a:xfrm>
                <a:off x="9163050" y="5691235"/>
                <a:ext cx="21590" cy="19050"/>
              </a:xfrm>
              <a:custGeom>
                <a:rect b="b" l="l" r="r" t="t"/>
                <a:pathLst>
                  <a:path extrusionOk="0" h="19050" w="21590">
                    <a:moveTo>
                      <a:pt x="21335" y="18430"/>
                    </a:moveTo>
                    <a:lnTo>
                      <a:pt x="15751" y="11429"/>
                    </a:lnTo>
                    <a:lnTo>
                      <a:pt x="9810" y="4143"/>
                    </a:lnTo>
                    <a:lnTo>
                      <a:pt x="4298" y="0"/>
                    </a:lnTo>
                    <a:lnTo>
                      <a:pt x="0" y="2428"/>
                    </a:lnTo>
                    <a:lnTo>
                      <a:pt x="0" y="4714"/>
                    </a:lnTo>
                    <a:lnTo>
                      <a:pt x="0" y="6238"/>
                    </a:lnTo>
                    <a:lnTo>
                      <a:pt x="0" y="8524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9" name="Google Shape;2949;p26"/>
              <p:cNvSpPr/>
              <p:nvPr/>
            </p:nvSpPr>
            <p:spPr>
              <a:xfrm>
                <a:off x="9214104" y="5743956"/>
                <a:ext cx="74929" cy="79375"/>
              </a:xfrm>
              <a:custGeom>
                <a:rect b="b" l="l" r="r" t="t"/>
                <a:pathLst>
                  <a:path extrusionOk="0" h="79375" w="74929">
                    <a:moveTo>
                      <a:pt x="57911" y="44957"/>
                    </a:moveTo>
                    <a:lnTo>
                      <a:pt x="45719" y="5333"/>
                    </a:lnTo>
                    <a:lnTo>
                      <a:pt x="42671" y="0"/>
                    </a:lnTo>
                    <a:lnTo>
                      <a:pt x="35813" y="761"/>
                    </a:lnTo>
                    <a:lnTo>
                      <a:pt x="6965" y="36754"/>
                    </a:lnTo>
                    <a:lnTo>
                      <a:pt x="0" y="68579"/>
                    </a:lnTo>
                    <a:lnTo>
                      <a:pt x="0" y="78485"/>
                    </a:lnTo>
                    <a:lnTo>
                      <a:pt x="12191" y="79247"/>
                    </a:lnTo>
                    <a:lnTo>
                      <a:pt x="19811" y="76961"/>
                    </a:lnTo>
                    <a:lnTo>
                      <a:pt x="44434" y="46910"/>
                    </a:lnTo>
                    <a:lnTo>
                      <a:pt x="45719" y="25907"/>
                    </a:lnTo>
                    <a:lnTo>
                      <a:pt x="46481" y="28955"/>
                    </a:lnTo>
                    <a:lnTo>
                      <a:pt x="62483" y="70103"/>
                    </a:lnTo>
                    <a:lnTo>
                      <a:pt x="70103" y="73913"/>
                    </a:lnTo>
                    <a:lnTo>
                      <a:pt x="74675" y="73151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0" name="Google Shape;2950;p26"/>
              <p:cNvSpPr/>
              <p:nvPr/>
            </p:nvSpPr>
            <p:spPr>
              <a:xfrm>
                <a:off x="9326118" y="5714238"/>
                <a:ext cx="5079" cy="109220"/>
              </a:xfrm>
              <a:custGeom>
                <a:rect b="b" l="l" r="r" t="t"/>
                <a:pathLst>
                  <a:path extrusionOk="0" h="109220" w="5079">
                    <a:moveTo>
                      <a:pt x="3809" y="0"/>
                    </a:moveTo>
                    <a:lnTo>
                      <a:pt x="4083" y="21466"/>
                    </a:lnTo>
                    <a:lnTo>
                      <a:pt x="3143" y="42576"/>
                    </a:lnTo>
                    <a:lnTo>
                      <a:pt x="1774" y="63543"/>
                    </a:lnTo>
                    <a:lnTo>
                      <a:pt x="761" y="84582"/>
                    </a:lnTo>
                    <a:lnTo>
                      <a:pt x="761" y="96012"/>
                    </a:lnTo>
                    <a:lnTo>
                      <a:pt x="0" y="100584"/>
                    </a:lnTo>
                    <a:lnTo>
                      <a:pt x="4571" y="108966"/>
                    </a:lnTo>
                  </a:path>
                </a:pathLst>
              </a:custGeom>
              <a:noFill/>
              <a:ln cap="flat" cmpd="sng" w="1525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951" name="Google Shape;2951;p26"/>
            <p:cNvPicPr preferRelativeResize="0"/>
            <p:nvPr/>
          </p:nvPicPr>
          <p:blipFill rotWithShape="1">
            <a:blip r:embed="rId69">
              <a:alphaModFix/>
            </a:blip>
            <a:srcRect b="0" l="0" r="0" t="0"/>
            <a:stretch/>
          </p:blipFill>
          <p:spPr>
            <a:xfrm>
              <a:off x="9488411" y="5656313"/>
              <a:ext cx="427507" cy="18671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52" name="Google Shape;2952;p26"/>
            <p:cNvGrpSpPr/>
            <p:nvPr/>
          </p:nvGrpSpPr>
          <p:grpSpPr>
            <a:xfrm>
              <a:off x="9003779" y="6003023"/>
              <a:ext cx="555809" cy="158521"/>
              <a:chOff x="9003779" y="6003023"/>
              <a:chExt cx="555809" cy="158521"/>
            </a:xfrm>
          </p:grpSpPr>
          <p:pic>
            <p:nvPicPr>
              <p:cNvPr id="2953" name="Google Shape;2953;p26"/>
              <p:cNvPicPr preferRelativeResize="0"/>
              <p:nvPr/>
            </p:nvPicPr>
            <p:blipFill rotWithShape="1">
              <a:blip r:embed="rId70">
                <a:alphaModFix/>
              </a:blip>
              <a:srcRect b="0" l="0" r="0" t="0"/>
              <a:stretch/>
            </p:blipFill>
            <p:spPr>
              <a:xfrm>
                <a:off x="9003779" y="6003023"/>
                <a:ext cx="278917" cy="1585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54" name="Google Shape;2954;p26"/>
              <p:cNvPicPr preferRelativeResize="0"/>
              <p:nvPr/>
            </p:nvPicPr>
            <p:blipFill rotWithShape="1">
              <a:blip r:embed="rId71">
                <a:alphaModFix/>
              </a:blip>
              <a:srcRect b="0" l="0" r="0" t="0"/>
              <a:stretch/>
            </p:blipFill>
            <p:spPr>
              <a:xfrm>
                <a:off x="9309531" y="6032741"/>
                <a:ext cx="85940" cy="10822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55" name="Google Shape;2955;p26"/>
              <p:cNvPicPr preferRelativeResize="0"/>
              <p:nvPr/>
            </p:nvPicPr>
            <p:blipFill rotWithShape="1">
              <a:blip r:embed="rId72">
                <a:alphaModFix/>
              </a:blip>
              <a:srcRect b="0" l="0" r="0" t="0"/>
              <a:stretch/>
            </p:blipFill>
            <p:spPr>
              <a:xfrm>
                <a:off x="9425165" y="6020549"/>
                <a:ext cx="134423" cy="11889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59" name="Shape 2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0" name="Google Shape;2960;p27"/>
          <p:cNvGrpSpPr/>
          <p:nvPr/>
        </p:nvGrpSpPr>
        <p:grpSpPr>
          <a:xfrm>
            <a:off x="618974" y="1447864"/>
            <a:ext cx="9206545" cy="1917126"/>
            <a:chOff x="2422862" y="2116823"/>
            <a:chExt cx="7403140" cy="1317522"/>
          </a:xfrm>
        </p:grpSpPr>
        <p:grpSp>
          <p:nvGrpSpPr>
            <p:cNvPr id="2961" name="Google Shape;2961;p27"/>
            <p:cNvGrpSpPr/>
            <p:nvPr/>
          </p:nvGrpSpPr>
          <p:grpSpPr>
            <a:xfrm>
              <a:off x="2422862" y="2128266"/>
              <a:ext cx="973371" cy="379603"/>
              <a:chOff x="2422862" y="2128266"/>
              <a:chExt cx="973371" cy="379603"/>
            </a:xfrm>
          </p:grpSpPr>
          <p:sp>
            <p:nvSpPr>
              <p:cNvPr id="2962" name="Google Shape;2962;p27"/>
              <p:cNvSpPr/>
              <p:nvPr/>
            </p:nvSpPr>
            <p:spPr>
              <a:xfrm>
                <a:off x="2422862" y="2128266"/>
                <a:ext cx="201294" cy="250189"/>
              </a:xfrm>
              <a:custGeom>
                <a:rect b="b" l="l" r="r" t="t"/>
                <a:pathLst>
                  <a:path extrusionOk="0" h="250189" w="201294">
                    <a:moveTo>
                      <a:pt x="90975" y="762"/>
                    </a:moveTo>
                    <a:lnTo>
                      <a:pt x="80807" y="642"/>
                    </a:lnTo>
                    <a:lnTo>
                      <a:pt x="70782" y="381"/>
                    </a:lnTo>
                    <a:lnTo>
                      <a:pt x="60757" y="119"/>
                    </a:lnTo>
                    <a:lnTo>
                      <a:pt x="20109" y="19050"/>
                    </a:lnTo>
                    <a:lnTo>
                      <a:pt x="6298" y="55626"/>
                    </a:lnTo>
                    <a:lnTo>
                      <a:pt x="1059" y="94488"/>
                    </a:lnTo>
                    <a:lnTo>
                      <a:pt x="0" y="121634"/>
                    </a:lnTo>
                    <a:lnTo>
                      <a:pt x="1154" y="148209"/>
                    </a:lnTo>
                    <a:lnTo>
                      <a:pt x="15537" y="199644"/>
                    </a:lnTo>
                    <a:lnTo>
                      <a:pt x="42779" y="232981"/>
                    </a:lnTo>
                    <a:lnTo>
                      <a:pt x="82593" y="249174"/>
                    </a:lnTo>
                    <a:lnTo>
                      <a:pt x="104739" y="250066"/>
                    </a:lnTo>
                    <a:lnTo>
                      <a:pt x="125456" y="246030"/>
                    </a:lnTo>
                    <a:lnTo>
                      <a:pt x="162603" y="224028"/>
                    </a:lnTo>
                    <a:lnTo>
                      <a:pt x="189368" y="187833"/>
                    </a:lnTo>
                    <a:lnTo>
                      <a:pt x="200703" y="144780"/>
                    </a:lnTo>
                    <a:lnTo>
                      <a:pt x="199870" y="120276"/>
                    </a:lnTo>
                    <a:lnTo>
                      <a:pt x="182487" y="77271"/>
                    </a:lnTo>
                    <a:lnTo>
                      <a:pt x="153685" y="42362"/>
                    </a:lnTo>
                    <a:lnTo>
                      <a:pt x="119181" y="16978"/>
                    </a:lnTo>
                    <a:lnTo>
                      <a:pt x="76402" y="6286"/>
                    </a:lnTo>
                    <a:lnTo>
                      <a:pt x="52113" y="3810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963" name="Google Shape;2963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491727" y="2279129"/>
                <a:ext cx="119659" cy="1280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64" name="Google Shape;2964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652509" y="2192392"/>
                <a:ext cx="194335" cy="14924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65" name="Google Shape;2965;p2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875680" y="2149589"/>
                <a:ext cx="196716" cy="1973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66" name="Google Shape;2966;p2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099374" y="2202453"/>
                <a:ext cx="85798" cy="10965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67" name="Google Shape;2967;p2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205245" y="2177116"/>
                <a:ext cx="98894" cy="1378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68" name="Google Shape;2968;p27"/>
              <p:cNvSpPr/>
              <p:nvPr/>
            </p:nvSpPr>
            <p:spPr>
              <a:xfrm>
                <a:off x="2523744" y="2390394"/>
                <a:ext cx="872489" cy="117475"/>
              </a:xfrm>
              <a:custGeom>
                <a:rect b="b" l="l" r="r" t="t"/>
                <a:pathLst>
                  <a:path extrusionOk="0" h="117475" w="872489">
                    <a:moveTo>
                      <a:pt x="0" y="117348"/>
                    </a:moveTo>
                    <a:lnTo>
                      <a:pt x="25598" y="113728"/>
                    </a:lnTo>
                    <a:lnTo>
                      <a:pt x="51054" y="110680"/>
                    </a:lnTo>
                    <a:lnTo>
                      <a:pt x="76509" y="107918"/>
                    </a:lnTo>
                    <a:lnTo>
                      <a:pt x="102107" y="105156"/>
                    </a:lnTo>
                    <a:lnTo>
                      <a:pt x="143708" y="100333"/>
                    </a:lnTo>
                    <a:lnTo>
                      <a:pt x="185165" y="95154"/>
                    </a:lnTo>
                    <a:lnTo>
                      <a:pt x="226623" y="89832"/>
                    </a:lnTo>
                    <a:lnTo>
                      <a:pt x="268224" y="84582"/>
                    </a:lnTo>
                    <a:lnTo>
                      <a:pt x="318138" y="78790"/>
                    </a:lnTo>
                    <a:lnTo>
                      <a:pt x="368161" y="73182"/>
                    </a:lnTo>
                    <a:lnTo>
                      <a:pt x="418222" y="67574"/>
                    </a:lnTo>
                    <a:lnTo>
                      <a:pt x="468245" y="61782"/>
                    </a:lnTo>
                    <a:lnTo>
                      <a:pt x="518159" y="55626"/>
                    </a:lnTo>
                    <a:lnTo>
                      <a:pt x="569011" y="49065"/>
                    </a:lnTo>
                    <a:lnTo>
                      <a:pt x="619791" y="42005"/>
                    </a:lnTo>
                    <a:lnTo>
                      <a:pt x="670429" y="34516"/>
                    </a:lnTo>
                    <a:lnTo>
                      <a:pt x="720852" y="26669"/>
                    </a:lnTo>
                    <a:lnTo>
                      <a:pt x="783717" y="16382"/>
                    </a:lnTo>
                    <a:lnTo>
                      <a:pt x="815149" y="11239"/>
                    </a:lnTo>
                    <a:lnTo>
                      <a:pt x="853309" y="5083"/>
                    </a:lnTo>
                    <a:lnTo>
                      <a:pt x="872490" y="3047"/>
                    </a:lnTo>
                    <a:lnTo>
                      <a:pt x="866632" y="3488"/>
                    </a:lnTo>
                    <a:lnTo>
                      <a:pt x="859916" y="4286"/>
                    </a:lnTo>
                    <a:lnTo>
                      <a:pt x="853201" y="4655"/>
                    </a:lnTo>
                    <a:lnTo>
                      <a:pt x="847344" y="3809"/>
                    </a:lnTo>
                    <a:lnTo>
                      <a:pt x="845819" y="2285"/>
                    </a:lnTo>
                    <a:lnTo>
                      <a:pt x="844296" y="761"/>
                    </a:lnTo>
                    <a:lnTo>
                      <a:pt x="842010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69" name="Google Shape;2969;p27"/>
            <p:cNvSpPr/>
            <p:nvPr/>
          </p:nvSpPr>
          <p:spPr>
            <a:xfrm>
              <a:off x="3457194" y="2232660"/>
              <a:ext cx="2539" cy="18414"/>
            </a:xfrm>
            <a:custGeom>
              <a:rect b="b" l="l" r="r" t="t"/>
              <a:pathLst>
                <a:path extrusionOk="0" h="18414" w="2539">
                  <a:moveTo>
                    <a:pt x="2286" y="0"/>
                  </a:moveTo>
                  <a:lnTo>
                    <a:pt x="762" y="9906"/>
                  </a:lnTo>
                  <a:lnTo>
                    <a:pt x="762" y="12192"/>
                  </a:lnTo>
                  <a:lnTo>
                    <a:pt x="0" y="1828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0" name="Google Shape;2970;p27"/>
            <p:cNvSpPr/>
            <p:nvPr/>
          </p:nvSpPr>
          <p:spPr>
            <a:xfrm>
              <a:off x="3477767" y="2378964"/>
              <a:ext cx="3175" cy="11430"/>
            </a:xfrm>
            <a:custGeom>
              <a:rect b="b" l="l" r="r" t="t"/>
              <a:pathLst>
                <a:path extrusionOk="0" h="11430" w="3175">
                  <a:moveTo>
                    <a:pt x="3048" y="11429"/>
                  </a:moveTo>
                  <a:lnTo>
                    <a:pt x="2286" y="7619"/>
                  </a:lnTo>
                  <a:lnTo>
                    <a:pt x="762" y="3809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71" name="Google Shape;2971;p27"/>
            <p:cNvGrpSpPr/>
            <p:nvPr/>
          </p:nvGrpSpPr>
          <p:grpSpPr>
            <a:xfrm>
              <a:off x="4271759" y="2164067"/>
              <a:ext cx="659917" cy="227101"/>
              <a:chOff x="4271759" y="2164067"/>
              <a:chExt cx="659917" cy="227101"/>
            </a:xfrm>
          </p:grpSpPr>
          <p:pic>
            <p:nvPicPr>
              <p:cNvPr id="2972" name="Google Shape;2972;p27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4271759" y="2164067"/>
                <a:ext cx="218719" cy="2271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73" name="Google Shape;2973;p2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4523219" y="2233873"/>
                <a:ext cx="408457" cy="13976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974" name="Google Shape;2974;p2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239785" y="2232671"/>
              <a:ext cx="122421" cy="1283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5" name="Google Shape;2975;p2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636501" y="2140349"/>
              <a:ext cx="313207" cy="19214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76" name="Google Shape;2976;p27"/>
            <p:cNvGrpSpPr/>
            <p:nvPr/>
          </p:nvGrpSpPr>
          <p:grpSpPr>
            <a:xfrm>
              <a:off x="5995665" y="2116823"/>
              <a:ext cx="440199" cy="167403"/>
              <a:chOff x="5995665" y="2116823"/>
              <a:chExt cx="440199" cy="167403"/>
            </a:xfrm>
          </p:grpSpPr>
          <p:pic>
            <p:nvPicPr>
              <p:cNvPr id="2977" name="Google Shape;2977;p27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5995665" y="2116823"/>
                <a:ext cx="310337" cy="16740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78" name="Google Shape;2978;p27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6326873" y="2141969"/>
                <a:ext cx="108991" cy="1036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979" name="Google Shape;2979;p2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693907" y="2700241"/>
              <a:ext cx="196621" cy="2212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0" name="Google Shape;2980;p27"/>
            <p:cNvSpPr/>
            <p:nvPr/>
          </p:nvSpPr>
          <p:spPr>
            <a:xfrm>
              <a:off x="4978908" y="2787395"/>
              <a:ext cx="7620" cy="10160"/>
            </a:xfrm>
            <a:custGeom>
              <a:rect b="b" l="l" r="r" t="t"/>
              <a:pathLst>
                <a:path extrusionOk="0" h="10160" w="7620">
                  <a:moveTo>
                    <a:pt x="0" y="0"/>
                  </a:moveTo>
                  <a:lnTo>
                    <a:pt x="5334" y="5333"/>
                  </a:lnTo>
                  <a:lnTo>
                    <a:pt x="6858" y="6095"/>
                  </a:lnTo>
                  <a:lnTo>
                    <a:pt x="7620" y="9905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81" name="Google Shape;2981;p27"/>
            <p:cNvGrpSpPr/>
            <p:nvPr/>
          </p:nvGrpSpPr>
          <p:grpSpPr>
            <a:xfrm>
              <a:off x="5184409" y="2529827"/>
              <a:ext cx="625853" cy="357403"/>
              <a:chOff x="5184409" y="2529827"/>
              <a:chExt cx="625853" cy="357403"/>
            </a:xfrm>
          </p:grpSpPr>
          <p:pic>
            <p:nvPicPr>
              <p:cNvPr id="2982" name="Google Shape;2982;p27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5184409" y="2554211"/>
                <a:ext cx="213611" cy="3330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83" name="Google Shape;2983;p27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5431523" y="2762237"/>
                <a:ext cx="124231" cy="1051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84" name="Google Shape;2984;p27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5597353" y="2529827"/>
                <a:ext cx="212909" cy="3109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985" name="Google Shape;2985;p27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6012167" y="2705087"/>
              <a:ext cx="216433" cy="1234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6" name="Google Shape;2986;p27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6325349" y="2640317"/>
              <a:ext cx="192811" cy="166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7" name="Google Shape;2987;p27"/>
            <p:cNvSpPr/>
            <p:nvPr/>
          </p:nvSpPr>
          <p:spPr>
            <a:xfrm>
              <a:off x="6725411" y="2786633"/>
              <a:ext cx="41909" cy="40639"/>
            </a:xfrm>
            <a:custGeom>
              <a:rect b="b" l="l" r="r" t="t"/>
              <a:pathLst>
                <a:path extrusionOk="0" h="40639" w="41909">
                  <a:moveTo>
                    <a:pt x="38100" y="0"/>
                  </a:moveTo>
                  <a:lnTo>
                    <a:pt x="40028" y="6072"/>
                  </a:lnTo>
                  <a:lnTo>
                    <a:pt x="41529" y="12573"/>
                  </a:lnTo>
                  <a:lnTo>
                    <a:pt x="41314" y="19073"/>
                  </a:lnTo>
                  <a:lnTo>
                    <a:pt x="8382" y="40386"/>
                  </a:lnTo>
                  <a:lnTo>
                    <a:pt x="5334" y="40386"/>
                  </a:lnTo>
                  <a:lnTo>
                    <a:pt x="3048" y="40386"/>
                  </a:lnTo>
                  <a:lnTo>
                    <a:pt x="0" y="4038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88" name="Google Shape;2988;p27"/>
            <p:cNvGrpSpPr/>
            <p:nvPr/>
          </p:nvGrpSpPr>
          <p:grpSpPr>
            <a:xfrm>
              <a:off x="7087349" y="2546591"/>
              <a:ext cx="377858" cy="204241"/>
              <a:chOff x="7087349" y="2546591"/>
              <a:chExt cx="377858" cy="204241"/>
            </a:xfrm>
          </p:grpSpPr>
          <p:pic>
            <p:nvPicPr>
              <p:cNvPr id="2989" name="Google Shape;2989;p27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7087349" y="2570975"/>
                <a:ext cx="210658" cy="1798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90" name="Google Shape;2990;p27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7319759" y="2546591"/>
                <a:ext cx="145448" cy="15303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991" name="Google Shape;2991;p27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7756766" y="2504538"/>
              <a:ext cx="273119" cy="1670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2" name="Google Shape;2992;p27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8327123" y="2513813"/>
              <a:ext cx="219790" cy="1215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3" name="Google Shape;2993;p27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8797467" y="2454996"/>
              <a:ext cx="337162" cy="20058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94" name="Google Shape;2994;p27"/>
            <p:cNvGrpSpPr/>
            <p:nvPr/>
          </p:nvGrpSpPr>
          <p:grpSpPr>
            <a:xfrm>
              <a:off x="9377171" y="2283701"/>
              <a:ext cx="179082" cy="196608"/>
              <a:chOff x="9377171" y="2283701"/>
              <a:chExt cx="179082" cy="196608"/>
            </a:xfrm>
          </p:grpSpPr>
          <p:sp>
            <p:nvSpPr>
              <p:cNvPr id="2995" name="Google Shape;2995;p27"/>
              <p:cNvSpPr/>
              <p:nvPr/>
            </p:nvSpPr>
            <p:spPr>
              <a:xfrm>
                <a:off x="9377171" y="2311908"/>
                <a:ext cx="5715" cy="24130"/>
              </a:xfrm>
              <a:custGeom>
                <a:rect b="b" l="l" r="r" t="t"/>
                <a:pathLst>
                  <a:path extrusionOk="0" h="24130" w="5715">
                    <a:moveTo>
                      <a:pt x="2285" y="0"/>
                    </a:moveTo>
                    <a:lnTo>
                      <a:pt x="1523" y="12954"/>
                    </a:lnTo>
                    <a:lnTo>
                      <a:pt x="0" y="16764"/>
                    </a:lnTo>
                    <a:lnTo>
                      <a:pt x="5333" y="2362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6" name="Google Shape;2996;p27"/>
              <p:cNvSpPr/>
              <p:nvPr/>
            </p:nvSpPr>
            <p:spPr>
              <a:xfrm>
                <a:off x="9383267" y="2388870"/>
                <a:ext cx="6350" cy="91439"/>
              </a:xfrm>
              <a:custGeom>
                <a:rect b="b" l="l" r="r" t="t"/>
                <a:pathLst>
                  <a:path extrusionOk="0" h="91439" w="6350">
                    <a:moveTo>
                      <a:pt x="1524" y="0"/>
                    </a:moveTo>
                    <a:lnTo>
                      <a:pt x="3845" y="11191"/>
                    </a:lnTo>
                    <a:lnTo>
                      <a:pt x="5238" y="22098"/>
                    </a:lnTo>
                    <a:lnTo>
                      <a:pt x="5917" y="33004"/>
                    </a:lnTo>
                    <a:lnTo>
                      <a:pt x="6096" y="44196"/>
                    </a:lnTo>
                    <a:lnTo>
                      <a:pt x="5476" y="54232"/>
                    </a:lnTo>
                    <a:lnTo>
                      <a:pt x="4000" y="63912"/>
                    </a:lnTo>
                    <a:lnTo>
                      <a:pt x="2238" y="73449"/>
                    </a:lnTo>
                    <a:lnTo>
                      <a:pt x="762" y="83058"/>
                    </a:lnTo>
                    <a:lnTo>
                      <a:pt x="0" y="87630"/>
                    </a:lnTo>
                    <a:lnTo>
                      <a:pt x="0" y="88392"/>
                    </a:lnTo>
                    <a:lnTo>
                      <a:pt x="0" y="9144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997" name="Google Shape;2997;p27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9430498" y="2283701"/>
                <a:ext cx="125755" cy="1943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998" name="Google Shape;2998;p27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9676161" y="2355329"/>
              <a:ext cx="149841" cy="10249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99" name="Google Shape;2999;p27"/>
            <p:cNvGrpSpPr/>
            <p:nvPr/>
          </p:nvGrpSpPr>
          <p:grpSpPr>
            <a:xfrm>
              <a:off x="4798301" y="3219450"/>
              <a:ext cx="481609" cy="211848"/>
              <a:chOff x="4798301" y="3219450"/>
              <a:chExt cx="481609" cy="211848"/>
            </a:xfrm>
          </p:grpSpPr>
          <p:pic>
            <p:nvPicPr>
              <p:cNvPr id="3000" name="Google Shape;3000;p27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4798301" y="3219450"/>
                <a:ext cx="336829" cy="21184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01" name="Google Shape;3001;p27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5167823" y="3234677"/>
                <a:ext cx="112087" cy="1630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002" name="Google Shape;3002;p27"/>
            <p:cNvGrpSpPr/>
            <p:nvPr/>
          </p:nvGrpSpPr>
          <p:grpSpPr>
            <a:xfrm>
              <a:off x="5596877" y="3198779"/>
              <a:ext cx="564667" cy="235566"/>
              <a:chOff x="5596877" y="3198779"/>
              <a:chExt cx="564667" cy="235566"/>
            </a:xfrm>
          </p:grpSpPr>
          <p:pic>
            <p:nvPicPr>
              <p:cNvPr id="3003" name="Google Shape;3003;p27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5596877" y="3198779"/>
                <a:ext cx="272821" cy="2355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04" name="Google Shape;3004;p27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5905153" y="3256775"/>
                <a:ext cx="98275" cy="12575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05" name="Google Shape;3005;p27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6024359" y="3213341"/>
                <a:ext cx="137185" cy="16461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006" name="Google Shape;3006;p27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6365342" y="3182016"/>
              <a:ext cx="87833" cy="166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7" name="Google Shape;3007;p27"/>
            <p:cNvSpPr/>
            <p:nvPr/>
          </p:nvSpPr>
          <p:spPr>
            <a:xfrm>
              <a:off x="6416040" y="3404615"/>
              <a:ext cx="6350" cy="7620"/>
            </a:xfrm>
            <a:custGeom>
              <a:rect b="b" l="l" r="r" t="t"/>
              <a:pathLst>
                <a:path extrusionOk="0" h="7620" w="6350">
                  <a:moveTo>
                    <a:pt x="0" y="4572"/>
                  </a:moveTo>
                  <a:lnTo>
                    <a:pt x="6096" y="7620"/>
                  </a:lnTo>
                  <a:lnTo>
                    <a:pt x="3810" y="6858"/>
                  </a:lnTo>
                  <a:lnTo>
                    <a:pt x="3809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08" name="Google Shape;3008;p27"/>
          <p:cNvGrpSpPr/>
          <p:nvPr/>
        </p:nvGrpSpPr>
        <p:grpSpPr>
          <a:xfrm>
            <a:off x="1976138" y="5114541"/>
            <a:ext cx="6557927" cy="1370494"/>
            <a:chOff x="3169907" y="3946398"/>
            <a:chExt cx="5739980" cy="1143412"/>
          </a:xfrm>
        </p:grpSpPr>
        <p:grpSp>
          <p:nvGrpSpPr>
            <p:cNvPr id="3009" name="Google Shape;3009;p27"/>
            <p:cNvGrpSpPr/>
            <p:nvPr/>
          </p:nvGrpSpPr>
          <p:grpSpPr>
            <a:xfrm>
              <a:off x="3169907" y="4192511"/>
              <a:ext cx="773315" cy="203479"/>
              <a:chOff x="3169907" y="4192511"/>
              <a:chExt cx="773315" cy="203479"/>
            </a:xfrm>
          </p:grpSpPr>
          <p:pic>
            <p:nvPicPr>
              <p:cNvPr id="3010" name="Google Shape;3010;p27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3169907" y="4192511"/>
                <a:ext cx="171475" cy="20347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11" name="Google Shape;3011;p27"/>
              <p:cNvSpPr/>
              <p:nvPr/>
            </p:nvSpPr>
            <p:spPr>
              <a:xfrm>
                <a:off x="3380993" y="4227575"/>
                <a:ext cx="83185" cy="143510"/>
              </a:xfrm>
              <a:custGeom>
                <a:rect b="b" l="l" r="r" t="t"/>
                <a:pathLst>
                  <a:path extrusionOk="0" h="143510" w="83185">
                    <a:moveTo>
                      <a:pt x="9144" y="0"/>
                    </a:moveTo>
                    <a:lnTo>
                      <a:pt x="4822" y="9679"/>
                    </a:lnTo>
                    <a:lnTo>
                      <a:pt x="2000" y="18002"/>
                    </a:lnTo>
                    <a:lnTo>
                      <a:pt x="464" y="26467"/>
                    </a:lnTo>
                    <a:lnTo>
                      <a:pt x="0" y="36576"/>
                    </a:lnTo>
                    <a:lnTo>
                      <a:pt x="392" y="47184"/>
                    </a:lnTo>
                    <a:lnTo>
                      <a:pt x="1428" y="57435"/>
                    </a:lnTo>
                    <a:lnTo>
                      <a:pt x="2893" y="67544"/>
                    </a:lnTo>
                    <a:lnTo>
                      <a:pt x="4572" y="77724"/>
                    </a:lnTo>
                    <a:lnTo>
                      <a:pt x="5726" y="88463"/>
                    </a:lnTo>
                    <a:lnTo>
                      <a:pt x="6953" y="99060"/>
                    </a:lnTo>
                    <a:lnTo>
                      <a:pt x="8322" y="109656"/>
                    </a:lnTo>
                    <a:lnTo>
                      <a:pt x="9906" y="120396"/>
                    </a:lnTo>
                    <a:lnTo>
                      <a:pt x="11430" y="127254"/>
                    </a:lnTo>
                    <a:lnTo>
                      <a:pt x="11430" y="133350"/>
                    </a:lnTo>
                    <a:lnTo>
                      <a:pt x="16764" y="138684"/>
                    </a:lnTo>
                    <a:lnTo>
                      <a:pt x="21336" y="142494"/>
                    </a:lnTo>
                    <a:lnTo>
                      <a:pt x="27432" y="142494"/>
                    </a:lnTo>
                    <a:lnTo>
                      <a:pt x="32766" y="142494"/>
                    </a:lnTo>
                    <a:lnTo>
                      <a:pt x="40386" y="143256"/>
                    </a:lnTo>
                    <a:lnTo>
                      <a:pt x="48006" y="143256"/>
                    </a:lnTo>
                    <a:lnTo>
                      <a:pt x="55626" y="143256"/>
                    </a:lnTo>
                    <a:lnTo>
                      <a:pt x="82296" y="131826"/>
                    </a:lnTo>
                    <a:lnTo>
                      <a:pt x="83058" y="130301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2" name="Google Shape;3012;p27"/>
              <p:cNvSpPr/>
              <p:nvPr/>
            </p:nvSpPr>
            <p:spPr>
              <a:xfrm>
                <a:off x="3393185" y="4265675"/>
                <a:ext cx="45720" cy="32385"/>
              </a:xfrm>
              <a:custGeom>
                <a:rect b="b" l="l" r="r" t="t"/>
                <a:pathLst>
                  <a:path extrusionOk="0" h="32385" w="45720">
                    <a:moveTo>
                      <a:pt x="0" y="32003"/>
                    </a:moveTo>
                    <a:lnTo>
                      <a:pt x="10287" y="25812"/>
                    </a:lnTo>
                    <a:lnTo>
                      <a:pt x="21145" y="19621"/>
                    </a:lnTo>
                    <a:lnTo>
                      <a:pt x="31718" y="13144"/>
                    </a:lnTo>
                    <a:lnTo>
                      <a:pt x="41148" y="6095"/>
                    </a:lnTo>
                    <a:lnTo>
                      <a:pt x="42671" y="3809"/>
                    </a:lnTo>
                    <a:lnTo>
                      <a:pt x="44195" y="2285"/>
                    </a:lnTo>
                    <a:lnTo>
                      <a:pt x="45719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3" name="Google Shape;3013;p27"/>
              <p:cNvSpPr/>
              <p:nvPr/>
            </p:nvSpPr>
            <p:spPr>
              <a:xfrm>
                <a:off x="3387089" y="4217669"/>
                <a:ext cx="34289" cy="24129"/>
              </a:xfrm>
              <a:custGeom>
                <a:rect b="b" l="l" r="r" t="t"/>
                <a:pathLst>
                  <a:path extrusionOk="0" h="24129" w="34289">
                    <a:moveTo>
                      <a:pt x="0" y="23622"/>
                    </a:moveTo>
                    <a:lnTo>
                      <a:pt x="3309" y="14073"/>
                    </a:lnTo>
                    <a:lnTo>
                      <a:pt x="8191" y="8953"/>
                    </a:lnTo>
                    <a:lnTo>
                      <a:pt x="15644" y="5834"/>
                    </a:lnTo>
                    <a:lnTo>
                      <a:pt x="26669" y="2286"/>
                    </a:lnTo>
                    <a:lnTo>
                      <a:pt x="28955" y="1524"/>
                    </a:lnTo>
                    <a:lnTo>
                      <a:pt x="31241" y="762"/>
                    </a:lnTo>
                    <a:lnTo>
                      <a:pt x="34290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4" name="Google Shape;3014;p27"/>
              <p:cNvSpPr/>
              <p:nvPr/>
            </p:nvSpPr>
            <p:spPr>
              <a:xfrm>
                <a:off x="3492245" y="4227575"/>
                <a:ext cx="93345" cy="139700"/>
              </a:xfrm>
              <a:custGeom>
                <a:rect b="b" l="l" r="r" t="t"/>
                <a:pathLst>
                  <a:path extrusionOk="0" h="139700" w="93345">
                    <a:moveTo>
                      <a:pt x="0" y="25908"/>
                    </a:moveTo>
                    <a:lnTo>
                      <a:pt x="38683" y="20014"/>
                    </a:lnTo>
                    <a:lnTo>
                      <a:pt x="61995" y="12763"/>
                    </a:lnTo>
                    <a:lnTo>
                      <a:pt x="72675" y="9525"/>
                    </a:lnTo>
                    <a:lnTo>
                      <a:pt x="83212" y="5715"/>
                    </a:lnTo>
                    <a:lnTo>
                      <a:pt x="92964" y="762"/>
                    </a:lnTo>
                    <a:lnTo>
                      <a:pt x="92964" y="0"/>
                    </a:lnTo>
                    <a:lnTo>
                      <a:pt x="85344" y="0"/>
                    </a:lnTo>
                    <a:lnTo>
                      <a:pt x="78486" y="0"/>
                    </a:lnTo>
                    <a:lnTo>
                      <a:pt x="45803" y="33813"/>
                    </a:lnTo>
                    <a:lnTo>
                      <a:pt x="43969" y="64389"/>
                    </a:lnTo>
                    <a:lnTo>
                      <a:pt x="44196" y="79248"/>
                    </a:lnTo>
                    <a:lnTo>
                      <a:pt x="43862" y="91440"/>
                    </a:lnTo>
                    <a:lnTo>
                      <a:pt x="52578" y="131826"/>
                    </a:lnTo>
                    <a:lnTo>
                      <a:pt x="59436" y="139446"/>
                    </a:lnTo>
                    <a:lnTo>
                      <a:pt x="67056" y="134874"/>
                    </a:lnTo>
                    <a:lnTo>
                      <a:pt x="68580" y="133350"/>
                    </a:lnTo>
                    <a:lnTo>
                      <a:pt x="70866" y="131826"/>
                    </a:lnTo>
                    <a:lnTo>
                      <a:pt x="72390" y="13030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5" name="Google Shape;3015;p27"/>
              <p:cNvSpPr/>
              <p:nvPr/>
            </p:nvSpPr>
            <p:spPr>
              <a:xfrm>
                <a:off x="3618737" y="4228337"/>
                <a:ext cx="13970" cy="120650"/>
              </a:xfrm>
              <a:custGeom>
                <a:rect b="b" l="l" r="r" t="t"/>
                <a:pathLst>
                  <a:path extrusionOk="0" h="120650" w="13970">
                    <a:moveTo>
                      <a:pt x="0" y="0"/>
                    </a:moveTo>
                    <a:lnTo>
                      <a:pt x="762" y="38862"/>
                    </a:lnTo>
                    <a:lnTo>
                      <a:pt x="3429" y="63246"/>
                    </a:lnTo>
                    <a:lnTo>
                      <a:pt x="4833" y="75509"/>
                    </a:lnTo>
                    <a:lnTo>
                      <a:pt x="6096" y="87630"/>
                    </a:lnTo>
                    <a:lnTo>
                      <a:pt x="6274" y="94237"/>
                    </a:lnTo>
                    <a:lnTo>
                      <a:pt x="6953" y="103917"/>
                    </a:lnTo>
                    <a:lnTo>
                      <a:pt x="8346" y="113454"/>
                    </a:lnTo>
                    <a:lnTo>
                      <a:pt x="10668" y="119634"/>
                    </a:lnTo>
                    <a:lnTo>
                      <a:pt x="12192" y="120396"/>
                    </a:lnTo>
                    <a:lnTo>
                      <a:pt x="12954" y="120396"/>
                    </a:lnTo>
                    <a:lnTo>
                      <a:pt x="13716" y="120396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6" name="Google Shape;3016;p27"/>
              <p:cNvSpPr/>
              <p:nvPr/>
            </p:nvSpPr>
            <p:spPr>
              <a:xfrm>
                <a:off x="3678173" y="4213097"/>
                <a:ext cx="17779" cy="132079"/>
              </a:xfrm>
              <a:custGeom>
                <a:rect b="b" l="l" r="r" t="t"/>
                <a:pathLst>
                  <a:path extrusionOk="0" h="132079" w="17779">
                    <a:moveTo>
                      <a:pt x="0" y="0"/>
                    </a:moveTo>
                    <a:lnTo>
                      <a:pt x="2286" y="44958"/>
                    </a:lnTo>
                    <a:lnTo>
                      <a:pt x="3881" y="56840"/>
                    </a:lnTo>
                    <a:lnTo>
                      <a:pt x="5334" y="68580"/>
                    </a:lnTo>
                    <a:lnTo>
                      <a:pt x="11525" y="109442"/>
                    </a:lnTo>
                    <a:lnTo>
                      <a:pt x="13418" y="118240"/>
                    </a:lnTo>
                    <a:lnTo>
                      <a:pt x="15240" y="127254"/>
                    </a:lnTo>
                    <a:lnTo>
                      <a:pt x="16002" y="129539"/>
                    </a:lnTo>
                    <a:lnTo>
                      <a:pt x="15240" y="130302"/>
                    </a:lnTo>
                    <a:lnTo>
                      <a:pt x="17526" y="131826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7" name="Google Shape;3017;p27"/>
              <p:cNvSpPr/>
              <p:nvPr/>
            </p:nvSpPr>
            <p:spPr>
              <a:xfrm>
                <a:off x="3620261" y="4268723"/>
                <a:ext cx="90170" cy="29845"/>
              </a:xfrm>
              <a:custGeom>
                <a:rect b="b" l="l" r="r" t="t"/>
                <a:pathLst>
                  <a:path extrusionOk="0" h="29845" w="90170">
                    <a:moveTo>
                      <a:pt x="0" y="29717"/>
                    </a:moveTo>
                    <a:lnTo>
                      <a:pt x="52077" y="15037"/>
                    </a:lnTo>
                    <a:lnTo>
                      <a:pt x="83058" y="3809"/>
                    </a:lnTo>
                    <a:lnTo>
                      <a:pt x="89916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8" name="Google Shape;3018;p27"/>
              <p:cNvSpPr/>
              <p:nvPr/>
            </p:nvSpPr>
            <p:spPr>
              <a:xfrm>
                <a:off x="3739895" y="4248911"/>
                <a:ext cx="83185" cy="104139"/>
              </a:xfrm>
              <a:custGeom>
                <a:rect b="b" l="l" r="r" t="t"/>
                <a:pathLst>
                  <a:path extrusionOk="0" h="104139" w="83185">
                    <a:moveTo>
                      <a:pt x="14477" y="0"/>
                    </a:moveTo>
                    <a:lnTo>
                      <a:pt x="1523" y="37338"/>
                    </a:lnTo>
                    <a:lnTo>
                      <a:pt x="1333" y="60864"/>
                    </a:lnTo>
                    <a:lnTo>
                      <a:pt x="2166" y="72592"/>
                    </a:lnTo>
                    <a:lnTo>
                      <a:pt x="31241" y="103632"/>
                    </a:lnTo>
                    <a:lnTo>
                      <a:pt x="42981" y="101977"/>
                    </a:lnTo>
                    <a:lnTo>
                      <a:pt x="75771" y="70568"/>
                    </a:lnTo>
                    <a:lnTo>
                      <a:pt x="83057" y="38099"/>
                    </a:lnTo>
                    <a:lnTo>
                      <a:pt x="80188" y="28694"/>
                    </a:lnTo>
                    <a:lnTo>
                      <a:pt x="35432" y="9524"/>
                    </a:lnTo>
                    <a:lnTo>
                      <a:pt x="0" y="1524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9" name="Google Shape;3019;p27"/>
              <p:cNvSpPr/>
              <p:nvPr/>
            </p:nvSpPr>
            <p:spPr>
              <a:xfrm>
                <a:off x="3854958" y="4210811"/>
                <a:ext cx="20320" cy="135889"/>
              </a:xfrm>
              <a:custGeom>
                <a:rect b="b" l="l" r="r" t="t"/>
                <a:pathLst>
                  <a:path extrusionOk="0" h="135889" w="20320">
                    <a:moveTo>
                      <a:pt x="0" y="0"/>
                    </a:moveTo>
                    <a:lnTo>
                      <a:pt x="16394" y="41790"/>
                    </a:lnTo>
                    <a:lnTo>
                      <a:pt x="19716" y="90678"/>
                    </a:lnTo>
                    <a:lnTo>
                      <a:pt x="19466" y="107203"/>
                    </a:lnTo>
                    <a:lnTo>
                      <a:pt x="18288" y="123444"/>
                    </a:lnTo>
                    <a:lnTo>
                      <a:pt x="18288" y="124968"/>
                    </a:lnTo>
                    <a:lnTo>
                      <a:pt x="16764" y="134112"/>
                    </a:lnTo>
                    <a:lnTo>
                      <a:pt x="16764" y="135636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0" name="Google Shape;3020;p27"/>
              <p:cNvSpPr/>
              <p:nvPr/>
            </p:nvSpPr>
            <p:spPr>
              <a:xfrm>
                <a:off x="3851147" y="4218574"/>
                <a:ext cx="92075" cy="132714"/>
              </a:xfrm>
              <a:custGeom>
                <a:rect b="b" l="l" r="r" t="t"/>
                <a:pathLst>
                  <a:path extrusionOk="0" h="132714" w="92075">
                    <a:moveTo>
                      <a:pt x="0" y="2143"/>
                    </a:moveTo>
                    <a:lnTo>
                      <a:pt x="12037" y="0"/>
                    </a:lnTo>
                    <a:lnTo>
                      <a:pt x="22002" y="428"/>
                    </a:lnTo>
                    <a:lnTo>
                      <a:pt x="31825" y="3428"/>
                    </a:lnTo>
                    <a:lnTo>
                      <a:pt x="67627" y="25669"/>
                    </a:lnTo>
                    <a:lnTo>
                      <a:pt x="89570" y="57471"/>
                    </a:lnTo>
                    <a:lnTo>
                      <a:pt x="91535" y="67389"/>
                    </a:lnTo>
                    <a:lnTo>
                      <a:pt x="91356" y="77450"/>
                    </a:lnTo>
                    <a:lnTo>
                      <a:pt x="59138" y="113192"/>
                    </a:lnTo>
                    <a:lnTo>
                      <a:pt x="48006" y="120253"/>
                    </a:lnTo>
                    <a:lnTo>
                      <a:pt x="41231" y="124622"/>
                    </a:lnTo>
                    <a:lnTo>
                      <a:pt x="34385" y="128349"/>
                    </a:lnTo>
                    <a:lnTo>
                      <a:pt x="27110" y="131075"/>
                    </a:lnTo>
                    <a:lnTo>
                      <a:pt x="19050" y="132445"/>
                    </a:lnTo>
                    <a:lnTo>
                      <a:pt x="19764" y="127920"/>
                    </a:lnTo>
                    <a:lnTo>
                      <a:pt x="20193" y="125968"/>
                    </a:lnTo>
                    <a:lnTo>
                      <a:pt x="21193" y="123443"/>
                    </a:lnTo>
                    <a:lnTo>
                      <a:pt x="23622" y="117205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021" name="Google Shape;3021;p27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4062209" y="4172699"/>
              <a:ext cx="102895" cy="1569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22" name="Google Shape;3022;p27"/>
            <p:cNvSpPr/>
            <p:nvPr/>
          </p:nvSpPr>
          <p:spPr>
            <a:xfrm>
              <a:off x="3275076" y="4449317"/>
              <a:ext cx="924560" cy="71120"/>
            </a:xfrm>
            <a:custGeom>
              <a:rect b="b" l="l" r="r" t="t"/>
              <a:pathLst>
                <a:path extrusionOk="0" h="71120" w="924560">
                  <a:moveTo>
                    <a:pt x="0" y="64770"/>
                  </a:moveTo>
                  <a:lnTo>
                    <a:pt x="44958" y="66294"/>
                  </a:lnTo>
                  <a:lnTo>
                    <a:pt x="81664" y="68937"/>
                  </a:lnTo>
                  <a:lnTo>
                    <a:pt x="118586" y="70294"/>
                  </a:lnTo>
                  <a:lnTo>
                    <a:pt x="155650" y="70794"/>
                  </a:lnTo>
                  <a:lnTo>
                    <a:pt x="192786" y="70866"/>
                  </a:lnTo>
                  <a:lnTo>
                    <a:pt x="232660" y="70663"/>
                  </a:lnTo>
                  <a:lnTo>
                    <a:pt x="272319" y="69818"/>
                  </a:lnTo>
                  <a:lnTo>
                    <a:pt x="311836" y="67972"/>
                  </a:lnTo>
                  <a:lnTo>
                    <a:pt x="351282" y="64770"/>
                  </a:lnTo>
                  <a:lnTo>
                    <a:pt x="400431" y="59983"/>
                  </a:lnTo>
                  <a:lnTo>
                    <a:pt x="449580" y="55054"/>
                  </a:lnTo>
                  <a:lnTo>
                    <a:pt x="498728" y="50411"/>
                  </a:lnTo>
                  <a:lnTo>
                    <a:pt x="547878" y="46482"/>
                  </a:lnTo>
                  <a:lnTo>
                    <a:pt x="585608" y="43457"/>
                  </a:lnTo>
                  <a:lnTo>
                    <a:pt x="623411" y="41148"/>
                  </a:lnTo>
                  <a:lnTo>
                    <a:pt x="661356" y="39409"/>
                  </a:lnTo>
                  <a:lnTo>
                    <a:pt x="699516" y="38100"/>
                  </a:lnTo>
                  <a:lnTo>
                    <a:pt x="730377" y="37064"/>
                  </a:lnTo>
                  <a:lnTo>
                    <a:pt x="761238" y="36099"/>
                  </a:lnTo>
                  <a:lnTo>
                    <a:pt x="792099" y="34992"/>
                  </a:lnTo>
                  <a:lnTo>
                    <a:pt x="847653" y="31539"/>
                  </a:lnTo>
                  <a:lnTo>
                    <a:pt x="897326" y="26134"/>
                  </a:lnTo>
                  <a:lnTo>
                    <a:pt x="922019" y="22860"/>
                  </a:lnTo>
                  <a:lnTo>
                    <a:pt x="923544" y="22860"/>
                  </a:lnTo>
                  <a:lnTo>
                    <a:pt x="924306" y="23622"/>
                  </a:lnTo>
                  <a:lnTo>
                    <a:pt x="924306" y="22098"/>
                  </a:lnTo>
                  <a:lnTo>
                    <a:pt x="918972" y="20574"/>
                  </a:lnTo>
                  <a:lnTo>
                    <a:pt x="912113" y="19812"/>
                  </a:lnTo>
                  <a:lnTo>
                    <a:pt x="908304" y="15240"/>
                  </a:lnTo>
                  <a:lnTo>
                    <a:pt x="903732" y="8382"/>
                  </a:lnTo>
                  <a:lnTo>
                    <a:pt x="902208" y="6096"/>
                  </a:lnTo>
                  <a:lnTo>
                    <a:pt x="902208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3" name="Google Shape;3023;p27"/>
            <p:cNvSpPr/>
            <p:nvPr/>
          </p:nvSpPr>
          <p:spPr>
            <a:xfrm>
              <a:off x="4280915" y="4223765"/>
              <a:ext cx="5079" cy="13970"/>
            </a:xfrm>
            <a:custGeom>
              <a:rect b="b" l="l" r="r" t="t"/>
              <a:pathLst>
                <a:path extrusionOk="0" h="13970" w="5079">
                  <a:moveTo>
                    <a:pt x="4572" y="0"/>
                  </a:moveTo>
                  <a:lnTo>
                    <a:pt x="3048" y="4572"/>
                  </a:lnTo>
                  <a:lnTo>
                    <a:pt x="1524" y="9144"/>
                  </a:lnTo>
                  <a:lnTo>
                    <a:pt x="0" y="1371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24" name="Google Shape;3024;p27"/>
            <p:cNvGrpSpPr/>
            <p:nvPr/>
          </p:nvGrpSpPr>
          <p:grpSpPr>
            <a:xfrm>
              <a:off x="5150440" y="4143756"/>
              <a:ext cx="915433" cy="303402"/>
              <a:chOff x="5150440" y="4143756"/>
              <a:chExt cx="915433" cy="303402"/>
            </a:xfrm>
          </p:grpSpPr>
          <p:pic>
            <p:nvPicPr>
              <p:cNvPr id="3025" name="Google Shape;3025;p27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5150440" y="4200893"/>
                <a:ext cx="122612" cy="22408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26" name="Google Shape;3026;p27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5298173" y="4247375"/>
                <a:ext cx="117373" cy="1806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27" name="Google Shape;3027;p27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5443715" y="4208513"/>
                <a:ext cx="103943" cy="23319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28" name="Google Shape;3028;p27"/>
              <p:cNvSpPr/>
              <p:nvPr/>
            </p:nvSpPr>
            <p:spPr>
              <a:xfrm>
                <a:off x="5584602" y="4155186"/>
                <a:ext cx="27304" cy="189864"/>
              </a:xfrm>
              <a:custGeom>
                <a:rect b="b" l="l" r="r" t="t"/>
                <a:pathLst>
                  <a:path extrusionOk="0" h="189864" w="27304">
                    <a:moveTo>
                      <a:pt x="95" y="0"/>
                    </a:moveTo>
                    <a:lnTo>
                      <a:pt x="11" y="14275"/>
                    </a:lnTo>
                    <a:lnTo>
                      <a:pt x="0" y="28479"/>
                    </a:lnTo>
                    <a:lnTo>
                      <a:pt x="416" y="42541"/>
                    </a:lnTo>
                    <a:lnTo>
                      <a:pt x="6000" y="89535"/>
                    </a:lnTo>
                    <a:lnTo>
                      <a:pt x="13942" y="136398"/>
                    </a:lnTo>
                    <a:lnTo>
                      <a:pt x="22193" y="177546"/>
                    </a:lnTo>
                    <a:lnTo>
                      <a:pt x="22955" y="182118"/>
                    </a:lnTo>
                    <a:lnTo>
                      <a:pt x="25241" y="187452"/>
                    </a:lnTo>
                    <a:lnTo>
                      <a:pt x="26765" y="18973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9" name="Google Shape;3029;p27"/>
              <p:cNvSpPr/>
              <p:nvPr/>
            </p:nvSpPr>
            <p:spPr>
              <a:xfrm>
                <a:off x="5648706" y="4255770"/>
                <a:ext cx="1904" cy="90804"/>
              </a:xfrm>
              <a:custGeom>
                <a:rect b="b" l="l" r="r" t="t"/>
                <a:pathLst>
                  <a:path extrusionOk="0" h="90804" w="1904">
                    <a:moveTo>
                      <a:pt x="1524" y="0"/>
                    </a:moveTo>
                    <a:lnTo>
                      <a:pt x="964" y="13144"/>
                    </a:lnTo>
                    <a:lnTo>
                      <a:pt x="476" y="26288"/>
                    </a:lnTo>
                    <a:lnTo>
                      <a:pt x="130" y="39433"/>
                    </a:lnTo>
                    <a:lnTo>
                      <a:pt x="0" y="52577"/>
                    </a:lnTo>
                    <a:lnTo>
                      <a:pt x="0" y="62174"/>
                    </a:lnTo>
                    <a:lnTo>
                      <a:pt x="0" y="71628"/>
                    </a:lnTo>
                    <a:lnTo>
                      <a:pt x="0" y="81081"/>
                    </a:lnTo>
                    <a:lnTo>
                      <a:pt x="0" y="9067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0" name="Google Shape;3030;p27"/>
              <p:cNvSpPr/>
              <p:nvPr/>
            </p:nvSpPr>
            <p:spPr>
              <a:xfrm>
                <a:off x="5626608" y="4186428"/>
                <a:ext cx="15239" cy="16510"/>
              </a:xfrm>
              <a:custGeom>
                <a:rect b="b" l="l" r="r" t="t"/>
                <a:pathLst>
                  <a:path extrusionOk="0" h="16510" w="15239">
                    <a:moveTo>
                      <a:pt x="0" y="3810"/>
                    </a:moveTo>
                    <a:lnTo>
                      <a:pt x="0" y="12192"/>
                    </a:lnTo>
                    <a:lnTo>
                      <a:pt x="3809" y="16002"/>
                    </a:lnTo>
                    <a:lnTo>
                      <a:pt x="12191" y="16002"/>
                    </a:lnTo>
                    <a:lnTo>
                      <a:pt x="15239" y="12192"/>
                    </a:lnTo>
                    <a:lnTo>
                      <a:pt x="15239" y="7620"/>
                    </a:lnTo>
                    <a:lnTo>
                      <a:pt x="15239" y="3810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1" name="Google Shape;3031;p27"/>
              <p:cNvSpPr/>
              <p:nvPr/>
            </p:nvSpPr>
            <p:spPr>
              <a:xfrm>
                <a:off x="5709570" y="4215657"/>
                <a:ext cx="100964" cy="107950"/>
              </a:xfrm>
              <a:custGeom>
                <a:rect b="b" l="l" r="r" t="t"/>
                <a:pathLst>
                  <a:path extrusionOk="0" h="107950" w="100964">
                    <a:moveTo>
                      <a:pt x="60293" y="10394"/>
                    </a:moveTo>
                    <a:lnTo>
                      <a:pt x="52589" y="5976"/>
                    </a:lnTo>
                    <a:lnTo>
                      <a:pt x="44386" y="1916"/>
                    </a:lnTo>
                    <a:lnTo>
                      <a:pt x="35754" y="0"/>
                    </a:lnTo>
                    <a:lnTo>
                      <a:pt x="26765" y="2012"/>
                    </a:lnTo>
                    <a:lnTo>
                      <a:pt x="3905" y="39350"/>
                    </a:lnTo>
                    <a:lnTo>
                      <a:pt x="0" y="65639"/>
                    </a:lnTo>
                    <a:lnTo>
                      <a:pt x="797" y="79426"/>
                    </a:lnTo>
                    <a:lnTo>
                      <a:pt x="31134" y="107894"/>
                    </a:lnTo>
                    <a:lnTo>
                      <a:pt x="42005" y="107930"/>
                    </a:lnTo>
                    <a:lnTo>
                      <a:pt x="54602" y="106441"/>
                    </a:lnTo>
                    <a:lnTo>
                      <a:pt x="66198" y="102310"/>
                    </a:lnTo>
                    <a:lnTo>
                      <a:pt x="76938" y="96035"/>
                    </a:lnTo>
                    <a:lnTo>
                      <a:pt x="86963" y="88118"/>
                    </a:lnTo>
                    <a:lnTo>
                      <a:pt x="94583" y="79736"/>
                    </a:lnTo>
                    <a:lnTo>
                      <a:pt x="97631" y="77450"/>
                    </a:lnTo>
                    <a:lnTo>
                      <a:pt x="100679" y="71354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2" name="Google Shape;3032;p27"/>
              <p:cNvSpPr/>
              <p:nvPr/>
            </p:nvSpPr>
            <p:spPr>
              <a:xfrm>
                <a:off x="5808940" y="4253484"/>
                <a:ext cx="26670" cy="66675"/>
              </a:xfrm>
              <a:custGeom>
                <a:rect b="b" l="l" r="r" t="t"/>
                <a:pathLst>
                  <a:path extrusionOk="0" h="66675" w="26670">
                    <a:moveTo>
                      <a:pt x="6643" y="0"/>
                    </a:moveTo>
                    <a:lnTo>
                      <a:pt x="2619" y="11834"/>
                    </a:lnTo>
                    <a:lnTo>
                      <a:pt x="166" y="22098"/>
                    </a:lnTo>
                    <a:lnTo>
                      <a:pt x="0" y="32361"/>
                    </a:lnTo>
                    <a:lnTo>
                      <a:pt x="2833" y="44196"/>
                    </a:lnTo>
                    <a:lnTo>
                      <a:pt x="21883" y="66294"/>
                    </a:lnTo>
                    <a:lnTo>
                      <a:pt x="23407" y="66294"/>
                    </a:lnTo>
                    <a:lnTo>
                      <a:pt x="26455" y="6553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3" name="Google Shape;3033;p27"/>
              <p:cNvSpPr/>
              <p:nvPr/>
            </p:nvSpPr>
            <p:spPr>
              <a:xfrm>
                <a:off x="5817108" y="4143756"/>
                <a:ext cx="15239" cy="15239"/>
              </a:xfrm>
              <a:custGeom>
                <a:rect b="b" l="l" r="r" t="t"/>
                <a:pathLst>
                  <a:path extrusionOk="0" h="15239" w="15239">
                    <a:moveTo>
                      <a:pt x="0" y="3810"/>
                    </a:moveTo>
                    <a:lnTo>
                      <a:pt x="0" y="12192"/>
                    </a:lnTo>
                    <a:lnTo>
                      <a:pt x="3809" y="15240"/>
                    </a:lnTo>
                    <a:lnTo>
                      <a:pt x="12191" y="15240"/>
                    </a:lnTo>
                    <a:lnTo>
                      <a:pt x="15239" y="12192"/>
                    </a:lnTo>
                    <a:lnTo>
                      <a:pt x="15239" y="7620"/>
                    </a:lnTo>
                    <a:lnTo>
                      <a:pt x="15239" y="3810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4" name="Google Shape;3034;p27"/>
              <p:cNvSpPr/>
              <p:nvPr/>
            </p:nvSpPr>
            <p:spPr>
              <a:xfrm>
                <a:off x="5882032" y="4147566"/>
                <a:ext cx="9525" cy="161289"/>
              </a:xfrm>
              <a:custGeom>
                <a:rect b="b" l="l" r="r" t="t"/>
                <a:pathLst>
                  <a:path extrusionOk="0" h="161289" w="9525">
                    <a:moveTo>
                      <a:pt x="1369" y="0"/>
                    </a:moveTo>
                    <a:lnTo>
                      <a:pt x="1500" y="13025"/>
                    </a:lnTo>
                    <a:lnTo>
                      <a:pt x="1845" y="25908"/>
                    </a:lnTo>
                    <a:lnTo>
                      <a:pt x="2333" y="38790"/>
                    </a:lnTo>
                    <a:lnTo>
                      <a:pt x="2893" y="51816"/>
                    </a:lnTo>
                    <a:lnTo>
                      <a:pt x="1833" y="77116"/>
                    </a:lnTo>
                    <a:lnTo>
                      <a:pt x="130" y="103917"/>
                    </a:lnTo>
                    <a:lnTo>
                      <a:pt x="0" y="130575"/>
                    </a:lnTo>
                    <a:lnTo>
                      <a:pt x="3655" y="155448"/>
                    </a:lnTo>
                    <a:lnTo>
                      <a:pt x="5941" y="159258"/>
                    </a:lnTo>
                    <a:lnTo>
                      <a:pt x="5941" y="160782"/>
                    </a:lnTo>
                    <a:lnTo>
                      <a:pt x="8989" y="16078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5" name="Google Shape;3035;p27"/>
              <p:cNvSpPr/>
              <p:nvPr/>
            </p:nvSpPr>
            <p:spPr>
              <a:xfrm>
                <a:off x="5862066" y="4230624"/>
                <a:ext cx="59054" cy="8889"/>
              </a:xfrm>
              <a:custGeom>
                <a:rect b="b" l="l" r="r" t="t"/>
                <a:pathLst>
                  <a:path extrusionOk="0" h="8889" w="59054">
                    <a:moveTo>
                      <a:pt x="0" y="7620"/>
                    </a:moveTo>
                    <a:lnTo>
                      <a:pt x="13430" y="8524"/>
                    </a:lnTo>
                    <a:lnTo>
                      <a:pt x="25717" y="8572"/>
                    </a:lnTo>
                    <a:lnTo>
                      <a:pt x="37719" y="7191"/>
                    </a:lnTo>
                    <a:lnTo>
                      <a:pt x="50292" y="3810"/>
                    </a:lnTo>
                    <a:lnTo>
                      <a:pt x="53340" y="2286"/>
                    </a:lnTo>
                    <a:lnTo>
                      <a:pt x="56388" y="1524"/>
                    </a:lnTo>
                    <a:lnTo>
                      <a:pt x="58674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6" name="Google Shape;3036;p27"/>
              <p:cNvSpPr/>
              <p:nvPr/>
            </p:nvSpPr>
            <p:spPr>
              <a:xfrm>
                <a:off x="5938706" y="4156710"/>
                <a:ext cx="19050" cy="147320"/>
              </a:xfrm>
              <a:custGeom>
                <a:rect b="b" l="l" r="r" t="t"/>
                <a:pathLst>
                  <a:path extrusionOk="0" h="147320" w="19050">
                    <a:moveTo>
                      <a:pt x="321" y="0"/>
                    </a:moveTo>
                    <a:lnTo>
                      <a:pt x="214" y="10858"/>
                    </a:lnTo>
                    <a:lnTo>
                      <a:pt x="35" y="21717"/>
                    </a:lnTo>
                    <a:lnTo>
                      <a:pt x="0" y="32575"/>
                    </a:lnTo>
                    <a:lnTo>
                      <a:pt x="321" y="43434"/>
                    </a:lnTo>
                    <a:lnTo>
                      <a:pt x="1119" y="57150"/>
                    </a:lnTo>
                    <a:lnTo>
                      <a:pt x="2131" y="70866"/>
                    </a:lnTo>
                    <a:lnTo>
                      <a:pt x="3000" y="84582"/>
                    </a:lnTo>
                    <a:lnTo>
                      <a:pt x="3369" y="98298"/>
                    </a:lnTo>
                    <a:lnTo>
                      <a:pt x="3119" y="108823"/>
                    </a:lnTo>
                    <a:lnTo>
                      <a:pt x="3083" y="120205"/>
                    </a:lnTo>
                    <a:lnTo>
                      <a:pt x="4333" y="131302"/>
                    </a:lnTo>
                    <a:lnTo>
                      <a:pt x="7941" y="140970"/>
                    </a:lnTo>
                    <a:lnTo>
                      <a:pt x="12513" y="145542"/>
                    </a:lnTo>
                    <a:lnTo>
                      <a:pt x="14037" y="147066"/>
                    </a:lnTo>
                    <a:lnTo>
                      <a:pt x="18609" y="14554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7" name="Google Shape;3037;p27"/>
              <p:cNvSpPr/>
              <p:nvPr/>
            </p:nvSpPr>
            <p:spPr>
              <a:xfrm>
                <a:off x="5982688" y="4219194"/>
                <a:ext cx="83185" cy="227964"/>
              </a:xfrm>
              <a:custGeom>
                <a:rect b="b" l="l" r="r" t="t"/>
                <a:pathLst>
                  <a:path extrusionOk="0" h="227964" w="83185">
                    <a:moveTo>
                      <a:pt x="7393" y="17525"/>
                    </a:moveTo>
                    <a:lnTo>
                      <a:pt x="3500" y="26205"/>
                    </a:lnTo>
                    <a:lnTo>
                      <a:pt x="250" y="34956"/>
                    </a:lnTo>
                    <a:lnTo>
                      <a:pt x="0" y="43564"/>
                    </a:lnTo>
                    <a:lnTo>
                      <a:pt x="5107" y="51815"/>
                    </a:lnTo>
                    <a:lnTo>
                      <a:pt x="10906" y="55542"/>
                    </a:lnTo>
                    <a:lnTo>
                      <a:pt x="18347" y="57626"/>
                    </a:lnTo>
                    <a:lnTo>
                      <a:pt x="26217" y="58138"/>
                    </a:lnTo>
                    <a:lnTo>
                      <a:pt x="33301" y="57149"/>
                    </a:lnTo>
                    <a:lnTo>
                      <a:pt x="61340" y="29027"/>
                    </a:lnTo>
                    <a:lnTo>
                      <a:pt x="65305" y="6095"/>
                    </a:lnTo>
                    <a:lnTo>
                      <a:pt x="65305" y="2285"/>
                    </a:lnTo>
                    <a:lnTo>
                      <a:pt x="64543" y="2285"/>
                    </a:lnTo>
                    <a:lnTo>
                      <a:pt x="66067" y="0"/>
                    </a:lnTo>
                    <a:lnTo>
                      <a:pt x="66186" y="38861"/>
                    </a:lnTo>
                    <a:lnTo>
                      <a:pt x="66448" y="77723"/>
                    </a:lnTo>
                    <a:lnTo>
                      <a:pt x="66710" y="116585"/>
                    </a:lnTo>
                    <a:lnTo>
                      <a:pt x="66829" y="155447"/>
                    </a:lnTo>
                    <a:lnTo>
                      <a:pt x="66913" y="170759"/>
                    </a:lnTo>
                    <a:lnTo>
                      <a:pt x="66353" y="186499"/>
                    </a:lnTo>
                    <a:lnTo>
                      <a:pt x="47494" y="226123"/>
                    </a:lnTo>
                    <a:lnTo>
                      <a:pt x="40124" y="227337"/>
                    </a:lnTo>
                    <a:lnTo>
                      <a:pt x="32539" y="225551"/>
                    </a:lnTo>
                    <a:lnTo>
                      <a:pt x="22919" y="218348"/>
                    </a:lnTo>
                    <a:lnTo>
                      <a:pt x="16728" y="207359"/>
                    </a:lnTo>
                    <a:lnTo>
                      <a:pt x="13680" y="194798"/>
                    </a:lnTo>
                    <a:lnTo>
                      <a:pt x="13489" y="182879"/>
                    </a:lnTo>
                    <a:lnTo>
                      <a:pt x="16192" y="170402"/>
                    </a:lnTo>
                    <a:lnTo>
                      <a:pt x="47363" y="124170"/>
                    </a:lnTo>
                    <a:lnTo>
                      <a:pt x="59495" y="110013"/>
                    </a:lnTo>
                    <a:lnTo>
                      <a:pt x="71485" y="95714"/>
                    </a:lnTo>
                    <a:lnTo>
                      <a:pt x="82831" y="80771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38" name="Google Shape;3038;p27"/>
            <p:cNvGrpSpPr/>
            <p:nvPr/>
          </p:nvGrpSpPr>
          <p:grpSpPr>
            <a:xfrm>
              <a:off x="6470891" y="4043921"/>
              <a:ext cx="854989" cy="253771"/>
              <a:chOff x="6470891" y="4043921"/>
              <a:chExt cx="854989" cy="253771"/>
            </a:xfrm>
          </p:grpSpPr>
          <p:pic>
            <p:nvPicPr>
              <p:cNvPr id="3039" name="Google Shape;3039;p27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6470891" y="4139933"/>
                <a:ext cx="262308" cy="1577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40" name="Google Shape;3040;p27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6764261" y="4088879"/>
                <a:ext cx="119659" cy="1724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41" name="Google Shape;3041;p27"/>
              <p:cNvSpPr/>
              <p:nvPr/>
            </p:nvSpPr>
            <p:spPr>
              <a:xfrm>
                <a:off x="6851142" y="4145280"/>
                <a:ext cx="287020" cy="96520"/>
              </a:xfrm>
              <a:custGeom>
                <a:rect b="b" l="l" r="r" t="t"/>
                <a:pathLst>
                  <a:path extrusionOk="0" h="96520" w="287020">
                    <a:moveTo>
                      <a:pt x="0" y="16001"/>
                    </a:moveTo>
                    <a:lnTo>
                      <a:pt x="10620" y="16502"/>
                    </a:lnTo>
                    <a:lnTo>
                      <a:pt x="20955" y="16573"/>
                    </a:lnTo>
                    <a:lnTo>
                      <a:pt x="31289" y="15787"/>
                    </a:lnTo>
                    <a:lnTo>
                      <a:pt x="67056" y="3809"/>
                    </a:lnTo>
                    <a:lnTo>
                      <a:pt x="67056" y="2285"/>
                    </a:lnTo>
                    <a:lnTo>
                      <a:pt x="69342" y="2285"/>
                    </a:lnTo>
                    <a:lnTo>
                      <a:pt x="74676" y="2285"/>
                    </a:lnTo>
                    <a:lnTo>
                      <a:pt x="80010" y="8381"/>
                    </a:lnTo>
                    <a:lnTo>
                      <a:pt x="83058" y="11429"/>
                    </a:lnTo>
                    <a:lnTo>
                      <a:pt x="114990" y="50863"/>
                    </a:lnTo>
                    <a:lnTo>
                      <a:pt x="115062" y="91439"/>
                    </a:lnTo>
                    <a:lnTo>
                      <a:pt x="107442" y="96011"/>
                    </a:lnTo>
                    <a:lnTo>
                      <a:pt x="105156" y="84581"/>
                    </a:lnTo>
                    <a:lnTo>
                      <a:pt x="105679" y="43993"/>
                    </a:lnTo>
                    <a:lnTo>
                      <a:pt x="126444" y="9405"/>
                    </a:lnTo>
                    <a:lnTo>
                      <a:pt x="150114" y="0"/>
                    </a:lnTo>
                    <a:lnTo>
                      <a:pt x="153162" y="2285"/>
                    </a:lnTo>
                    <a:lnTo>
                      <a:pt x="157329" y="7858"/>
                    </a:lnTo>
                    <a:lnTo>
                      <a:pt x="159067" y="15430"/>
                    </a:lnTo>
                    <a:lnTo>
                      <a:pt x="159377" y="23288"/>
                    </a:lnTo>
                    <a:lnTo>
                      <a:pt x="159258" y="29717"/>
                    </a:lnTo>
                    <a:lnTo>
                      <a:pt x="159019" y="41017"/>
                    </a:lnTo>
                    <a:lnTo>
                      <a:pt x="159067" y="52673"/>
                    </a:lnTo>
                    <a:lnTo>
                      <a:pt x="182272" y="80450"/>
                    </a:lnTo>
                    <a:lnTo>
                      <a:pt x="188214" y="79247"/>
                    </a:lnTo>
                    <a:lnTo>
                      <a:pt x="220979" y="51815"/>
                    </a:lnTo>
                    <a:lnTo>
                      <a:pt x="235458" y="16001"/>
                    </a:lnTo>
                    <a:lnTo>
                      <a:pt x="235458" y="13715"/>
                    </a:lnTo>
                    <a:lnTo>
                      <a:pt x="235458" y="9143"/>
                    </a:lnTo>
                    <a:lnTo>
                      <a:pt x="227921" y="46779"/>
                    </a:lnTo>
                    <a:lnTo>
                      <a:pt x="227742" y="56102"/>
                    </a:lnTo>
                    <a:lnTo>
                      <a:pt x="229135" y="64996"/>
                    </a:lnTo>
                    <a:lnTo>
                      <a:pt x="233172" y="72389"/>
                    </a:lnTo>
                    <a:lnTo>
                      <a:pt x="240125" y="77212"/>
                    </a:lnTo>
                    <a:lnTo>
                      <a:pt x="248793" y="79533"/>
                    </a:lnTo>
                    <a:lnTo>
                      <a:pt x="258032" y="79998"/>
                    </a:lnTo>
                    <a:lnTo>
                      <a:pt x="266700" y="79247"/>
                    </a:lnTo>
                    <a:lnTo>
                      <a:pt x="277368" y="76961"/>
                    </a:lnTo>
                    <a:lnTo>
                      <a:pt x="281178" y="76961"/>
                    </a:lnTo>
                    <a:lnTo>
                      <a:pt x="286512" y="71627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042" name="Google Shape;3042;p27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7154786" y="4043921"/>
                <a:ext cx="171094" cy="16537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043" name="Google Shape;3043;p27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7669898" y="4083247"/>
              <a:ext cx="162712" cy="13049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44" name="Google Shape;3044;p27"/>
            <p:cNvGrpSpPr/>
            <p:nvPr/>
          </p:nvGrpSpPr>
          <p:grpSpPr>
            <a:xfrm>
              <a:off x="8140813" y="3978401"/>
              <a:ext cx="119183" cy="330200"/>
              <a:chOff x="8140813" y="3978401"/>
              <a:chExt cx="119183" cy="330200"/>
            </a:xfrm>
          </p:grpSpPr>
          <p:pic>
            <p:nvPicPr>
              <p:cNvPr id="3045" name="Google Shape;3045;p27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8140813" y="4025811"/>
                <a:ext cx="119183" cy="1642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46" name="Google Shape;3046;p27"/>
              <p:cNvSpPr/>
              <p:nvPr/>
            </p:nvSpPr>
            <p:spPr>
              <a:xfrm>
                <a:off x="8170163" y="3978401"/>
                <a:ext cx="50800" cy="330200"/>
              </a:xfrm>
              <a:custGeom>
                <a:rect b="b" l="l" r="r" t="t"/>
                <a:pathLst>
                  <a:path extrusionOk="0" h="330200" w="50800">
                    <a:moveTo>
                      <a:pt x="50292" y="0"/>
                    </a:moveTo>
                    <a:lnTo>
                      <a:pt x="40290" y="37909"/>
                    </a:lnTo>
                    <a:lnTo>
                      <a:pt x="32004" y="76962"/>
                    </a:lnTo>
                    <a:lnTo>
                      <a:pt x="23681" y="119967"/>
                    </a:lnTo>
                    <a:lnTo>
                      <a:pt x="16859" y="163258"/>
                    </a:lnTo>
                    <a:lnTo>
                      <a:pt x="11322" y="206835"/>
                    </a:lnTo>
                    <a:lnTo>
                      <a:pt x="6858" y="250697"/>
                    </a:lnTo>
                    <a:lnTo>
                      <a:pt x="3429" y="299346"/>
                    </a:lnTo>
                    <a:lnTo>
                      <a:pt x="2286" y="315468"/>
                    </a:lnTo>
                    <a:lnTo>
                      <a:pt x="1524" y="320802"/>
                    </a:lnTo>
                    <a:lnTo>
                      <a:pt x="762" y="324612"/>
                    </a:lnTo>
                    <a:lnTo>
                      <a:pt x="0" y="329946"/>
                    </a:lnTo>
                    <a:lnTo>
                      <a:pt x="166" y="318992"/>
                    </a:lnTo>
                    <a:lnTo>
                      <a:pt x="762" y="308610"/>
                    </a:lnTo>
                    <a:lnTo>
                      <a:pt x="1928" y="298227"/>
                    </a:lnTo>
                    <a:lnTo>
                      <a:pt x="3810" y="287274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47" name="Google Shape;3047;p27"/>
            <p:cNvGrpSpPr/>
            <p:nvPr/>
          </p:nvGrpSpPr>
          <p:grpSpPr>
            <a:xfrm>
              <a:off x="8526100" y="3946398"/>
              <a:ext cx="383787" cy="292100"/>
              <a:chOff x="8526100" y="3946398"/>
              <a:chExt cx="383787" cy="292100"/>
            </a:xfrm>
          </p:grpSpPr>
          <p:pic>
            <p:nvPicPr>
              <p:cNvPr id="3048" name="Google Shape;3048;p27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8526100" y="4012774"/>
                <a:ext cx="284156" cy="12718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49" name="Google Shape;3049;p27"/>
              <p:cNvSpPr/>
              <p:nvPr/>
            </p:nvSpPr>
            <p:spPr>
              <a:xfrm>
                <a:off x="8798051" y="3946398"/>
                <a:ext cx="16509" cy="292100"/>
              </a:xfrm>
              <a:custGeom>
                <a:rect b="b" l="l" r="r" t="t"/>
                <a:pathLst>
                  <a:path extrusionOk="0" h="292100" w="16509">
                    <a:moveTo>
                      <a:pt x="16001" y="0"/>
                    </a:moveTo>
                    <a:lnTo>
                      <a:pt x="14239" y="16585"/>
                    </a:lnTo>
                    <a:lnTo>
                      <a:pt x="13334" y="33242"/>
                    </a:lnTo>
                    <a:lnTo>
                      <a:pt x="13001" y="50041"/>
                    </a:lnTo>
                    <a:lnTo>
                      <a:pt x="12953" y="67056"/>
                    </a:lnTo>
                    <a:lnTo>
                      <a:pt x="13073" y="100203"/>
                    </a:lnTo>
                    <a:lnTo>
                      <a:pt x="13334" y="133350"/>
                    </a:lnTo>
                    <a:lnTo>
                      <a:pt x="13596" y="166497"/>
                    </a:lnTo>
                    <a:lnTo>
                      <a:pt x="13715" y="199644"/>
                    </a:lnTo>
                    <a:lnTo>
                      <a:pt x="13656" y="216919"/>
                    </a:lnTo>
                    <a:lnTo>
                      <a:pt x="13239" y="234410"/>
                    </a:lnTo>
                    <a:lnTo>
                      <a:pt x="12108" y="252043"/>
                    </a:lnTo>
                    <a:lnTo>
                      <a:pt x="9905" y="269748"/>
                    </a:lnTo>
                    <a:lnTo>
                      <a:pt x="9143" y="277368"/>
                    </a:lnTo>
                    <a:lnTo>
                      <a:pt x="8381" y="288798"/>
                    </a:lnTo>
                    <a:lnTo>
                      <a:pt x="0" y="291846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050" name="Google Shape;3050;p27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8797277" y="4038587"/>
                <a:ext cx="112610" cy="7165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051" name="Google Shape;3051;p27"/>
            <p:cNvSpPr/>
            <p:nvPr/>
          </p:nvSpPr>
          <p:spPr>
            <a:xfrm>
              <a:off x="5256669" y="4717065"/>
              <a:ext cx="137795" cy="372745"/>
            </a:xfrm>
            <a:custGeom>
              <a:rect b="b" l="l" r="r" t="t"/>
              <a:pathLst>
                <a:path extrusionOk="0" h="372745" w="137795">
                  <a:moveTo>
                    <a:pt x="137529" y="4286"/>
                  </a:moveTo>
                  <a:lnTo>
                    <a:pt x="123313" y="1250"/>
                  </a:lnTo>
                  <a:lnTo>
                    <a:pt x="111240" y="0"/>
                  </a:lnTo>
                  <a:lnTo>
                    <a:pt x="99167" y="321"/>
                  </a:lnTo>
                  <a:lnTo>
                    <a:pt x="57900" y="5619"/>
                  </a:lnTo>
                  <a:lnTo>
                    <a:pt x="14751" y="14478"/>
                  </a:lnTo>
                  <a:lnTo>
                    <a:pt x="0" y="34956"/>
                  </a:lnTo>
                  <a:lnTo>
                    <a:pt x="273" y="46196"/>
                  </a:lnTo>
                  <a:lnTo>
                    <a:pt x="2119" y="57435"/>
                  </a:lnTo>
                  <a:lnTo>
                    <a:pt x="4179" y="67532"/>
                  </a:lnTo>
                  <a:lnTo>
                    <a:pt x="8965" y="89820"/>
                  </a:lnTo>
                  <a:lnTo>
                    <a:pt x="13894" y="112109"/>
                  </a:lnTo>
                  <a:lnTo>
                    <a:pt x="18538" y="134397"/>
                  </a:lnTo>
                  <a:lnTo>
                    <a:pt x="26622" y="180820"/>
                  </a:lnTo>
                  <a:lnTo>
                    <a:pt x="32646" y="229659"/>
                  </a:lnTo>
                  <a:lnTo>
                    <a:pt x="35694" y="273653"/>
                  </a:lnTo>
                  <a:lnTo>
                    <a:pt x="36659" y="293084"/>
                  </a:lnTo>
                  <a:lnTo>
                    <a:pt x="37766" y="312515"/>
                  </a:lnTo>
                  <a:lnTo>
                    <a:pt x="39231" y="331946"/>
                  </a:lnTo>
                  <a:lnTo>
                    <a:pt x="39754" y="340435"/>
                  </a:lnTo>
                  <a:lnTo>
                    <a:pt x="40564" y="350139"/>
                  </a:lnTo>
                  <a:lnTo>
                    <a:pt x="42231" y="359699"/>
                  </a:lnTo>
                  <a:lnTo>
                    <a:pt x="45327" y="367760"/>
                  </a:lnTo>
                  <a:lnTo>
                    <a:pt x="47613" y="372332"/>
                  </a:lnTo>
                  <a:lnTo>
                    <a:pt x="58281" y="370808"/>
                  </a:lnTo>
                  <a:lnTo>
                    <a:pt x="62091" y="369284"/>
                  </a:lnTo>
                  <a:lnTo>
                    <a:pt x="73163" y="365890"/>
                  </a:lnTo>
                  <a:lnTo>
                    <a:pt x="83808" y="362712"/>
                  </a:lnTo>
                  <a:lnTo>
                    <a:pt x="94452" y="359961"/>
                  </a:lnTo>
                  <a:lnTo>
                    <a:pt x="105525" y="357854"/>
                  </a:lnTo>
                  <a:lnTo>
                    <a:pt x="112823" y="357378"/>
                  </a:lnTo>
                  <a:lnTo>
                    <a:pt x="119907" y="356901"/>
                  </a:lnTo>
                  <a:lnTo>
                    <a:pt x="126849" y="356139"/>
                  </a:lnTo>
                  <a:lnTo>
                    <a:pt x="133719" y="354806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52" name="Google Shape;3052;p27"/>
            <p:cNvGrpSpPr/>
            <p:nvPr/>
          </p:nvGrpSpPr>
          <p:grpSpPr>
            <a:xfrm>
              <a:off x="5497817" y="4799825"/>
              <a:ext cx="486181" cy="241579"/>
              <a:chOff x="5497817" y="4799825"/>
              <a:chExt cx="486181" cy="241579"/>
            </a:xfrm>
          </p:grpSpPr>
          <p:pic>
            <p:nvPicPr>
              <p:cNvPr id="3053" name="Google Shape;3053;p27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5497817" y="4863833"/>
                <a:ext cx="171189" cy="13032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54" name="Google Shape;3054;p27"/>
              <p:cNvSpPr/>
              <p:nvPr/>
            </p:nvSpPr>
            <p:spPr>
              <a:xfrm>
                <a:off x="5698997" y="4865369"/>
                <a:ext cx="3175" cy="83820"/>
              </a:xfrm>
              <a:custGeom>
                <a:rect b="b" l="l" r="r" t="t"/>
                <a:pathLst>
                  <a:path extrusionOk="0" h="83820" w="3175">
                    <a:moveTo>
                      <a:pt x="0" y="0"/>
                    </a:moveTo>
                    <a:lnTo>
                      <a:pt x="130" y="10167"/>
                    </a:lnTo>
                    <a:lnTo>
                      <a:pt x="476" y="20193"/>
                    </a:lnTo>
                    <a:lnTo>
                      <a:pt x="964" y="30218"/>
                    </a:lnTo>
                    <a:lnTo>
                      <a:pt x="1524" y="40386"/>
                    </a:lnTo>
                    <a:lnTo>
                      <a:pt x="1976" y="48958"/>
                    </a:lnTo>
                    <a:lnTo>
                      <a:pt x="2286" y="57530"/>
                    </a:lnTo>
                    <a:lnTo>
                      <a:pt x="2595" y="66103"/>
                    </a:lnTo>
                    <a:lnTo>
                      <a:pt x="3048" y="74676"/>
                    </a:lnTo>
                    <a:lnTo>
                      <a:pt x="3048" y="80010"/>
                    </a:lnTo>
                    <a:lnTo>
                      <a:pt x="3048" y="80772"/>
                    </a:lnTo>
                    <a:lnTo>
                      <a:pt x="3048" y="8382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5" name="Google Shape;3055;p27"/>
              <p:cNvSpPr/>
              <p:nvPr/>
            </p:nvSpPr>
            <p:spPr>
              <a:xfrm>
                <a:off x="5670803" y="4809743"/>
                <a:ext cx="12700" cy="9525"/>
              </a:xfrm>
              <a:custGeom>
                <a:rect b="b" l="l" r="r" t="t"/>
                <a:pathLst>
                  <a:path extrusionOk="0" h="9525" w="12700">
                    <a:moveTo>
                      <a:pt x="0" y="0"/>
                    </a:moveTo>
                    <a:lnTo>
                      <a:pt x="3810" y="3047"/>
                    </a:lnTo>
                    <a:lnTo>
                      <a:pt x="7620" y="6095"/>
                    </a:lnTo>
                    <a:lnTo>
                      <a:pt x="12192" y="9143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056" name="Google Shape;3056;p27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5732370" y="4799825"/>
                <a:ext cx="251628" cy="24157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057" name="Google Shape;3057;p27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6271914" y="4755629"/>
              <a:ext cx="176142" cy="1691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8" name="Google Shape;3058;p27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6783978" y="4703813"/>
              <a:ext cx="407028" cy="20195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59" name="Google Shape;3059;p27"/>
            <p:cNvGrpSpPr/>
            <p:nvPr/>
          </p:nvGrpSpPr>
          <p:grpSpPr>
            <a:xfrm>
              <a:off x="7559026" y="4664189"/>
              <a:ext cx="440509" cy="175821"/>
              <a:chOff x="7559026" y="4664189"/>
              <a:chExt cx="440509" cy="175821"/>
            </a:xfrm>
          </p:grpSpPr>
          <p:pic>
            <p:nvPicPr>
              <p:cNvPr id="3060" name="Google Shape;3060;p27"/>
              <p:cNvPicPr preferRelativeResize="0"/>
              <p:nvPr/>
            </p:nvPicPr>
            <p:blipFill rotWithShape="1">
              <a:blip r:embed="rId49">
                <a:alphaModFix/>
              </a:blip>
              <a:srcRect b="0" l="0" r="0" t="0"/>
              <a:stretch/>
            </p:blipFill>
            <p:spPr>
              <a:xfrm>
                <a:off x="7559026" y="4664189"/>
                <a:ext cx="172046" cy="1758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61" name="Google Shape;3061;p27"/>
              <p:cNvPicPr preferRelativeResize="0"/>
              <p:nvPr/>
            </p:nvPicPr>
            <p:blipFill rotWithShape="1">
              <a:blip r:embed="rId50">
                <a:alphaModFix/>
              </a:blip>
              <a:srcRect b="0" l="0" r="0" t="0"/>
              <a:stretch/>
            </p:blipFill>
            <p:spPr>
              <a:xfrm>
                <a:off x="7760956" y="4690859"/>
                <a:ext cx="238579" cy="11889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062" name="Google Shape;3062;p27"/>
            <p:cNvGrpSpPr/>
            <p:nvPr/>
          </p:nvGrpSpPr>
          <p:grpSpPr>
            <a:xfrm>
              <a:off x="8045183" y="4494275"/>
              <a:ext cx="633742" cy="336550"/>
              <a:chOff x="8045183" y="4494275"/>
              <a:chExt cx="633742" cy="336550"/>
            </a:xfrm>
          </p:grpSpPr>
          <p:pic>
            <p:nvPicPr>
              <p:cNvPr id="3063" name="Google Shape;3063;p27"/>
              <p:cNvPicPr preferRelativeResize="0"/>
              <p:nvPr/>
            </p:nvPicPr>
            <p:blipFill rotWithShape="1">
              <a:blip r:embed="rId51">
                <a:alphaModFix/>
              </a:blip>
              <a:srcRect b="0" l="0" r="0" t="0"/>
              <a:stretch/>
            </p:blipFill>
            <p:spPr>
              <a:xfrm>
                <a:off x="8045183" y="4631423"/>
                <a:ext cx="126326" cy="1539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64" name="Google Shape;3064;p27"/>
              <p:cNvPicPr preferRelativeResize="0"/>
              <p:nvPr/>
            </p:nvPicPr>
            <p:blipFill rotWithShape="1">
              <a:blip r:embed="rId52">
                <a:alphaModFix/>
              </a:blip>
              <a:srcRect b="0" l="0" r="0" t="0"/>
              <a:stretch/>
            </p:blipFill>
            <p:spPr>
              <a:xfrm>
                <a:off x="8201691" y="4685108"/>
                <a:ext cx="119528" cy="956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65" name="Google Shape;3065;p27"/>
              <p:cNvPicPr preferRelativeResize="0"/>
              <p:nvPr/>
            </p:nvPicPr>
            <p:blipFill rotWithShape="1">
              <a:blip r:embed="rId53">
                <a:alphaModFix/>
              </a:blip>
              <a:srcRect b="0" l="0" r="0" t="0"/>
              <a:stretch/>
            </p:blipFill>
            <p:spPr>
              <a:xfrm>
                <a:off x="8346935" y="4640376"/>
                <a:ext cx="189001" cy="12563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66" name="Google Shape;3066;p27"/>
              <p:cNvSpPr/>
              <p:nvPr/>
            </p:nvSpPr>
            <p:spPr>
              <a:xfrm>
                <a:off x="8502396" y="4494275"/>
                <a:ext cx="176529" cy="336550"/>
              </a:xfrm>
              <a:custGeom>
                <a:rect b="b" l="l" r="r" t="t"/>
                <a:pathLst>
                  <a:path extrusionOk="0" h="336550" w="176529">
                    <a:moveTo>
                      <a:pt x="54101" y="27431"/>
                    </a:moveTo>
                    <a:lnTo>
                      <a:pt x="91606" y="10715"/>
                    </a:lnTo>
                    <a:lnTo>
                      <a:pt x="131444" y="3524"/>
                    </a:lnTo>
                    <a:lnTo>
                      <a:pt x="156971" y="2285"/>
                    </a:lnTo>
                    <a:lnTo>
                      <a:pt x="165353" y="2285"/>
                    </a:lnTo>
                    <a:lnTo>
                      <a:pt x="172211" y="0"/>
                    </a:lnTo>
                    <a:lnTo>
                      <a:pt x="173735" y="10667"/>
                    </a:lnTo>
                    <a:lnTo>
                      <a:pt x="173926" y="21514"/>
                    </a:lnTo>
                    <a:lnTo>
                      <a:pt x="171830" y="32289"/>
                    </a:lnTo>
                    <a:lnTo>
                      <a:pt x="168592" y="42922"/>
                    </a:lnTo>
                    <a:lnTo>
                      <a:pt x="165353" y="53339"/>
                    </a:lnTo>
                    <a:lnTo>
                      <a:pt x="161222" y="71961"/>
                    </a:lnTo>
                    <a:lnTo>
                      <a:pt x="158019" y="90296"/>
                    </a:lnTo>
                    <a:lnTo>
                      <a:pt x="155817" y="108632"/>
                    </a:lnTo>
                    <a:lnTo>
                      <a:pt x="154685" y="127253"/>
                    </a:lnTo>
                    <a:lnTo>
                      <a:pt x="154435" y="146565"/>
                    </a:lnTo>
                    <a:lnTo>
                      <a:pt x="154971" y="165734"/>
                    </a:lnTo>
                    <a:lnTo>
                      <a:pt x="159257" y="204215"/>
                    </a:lnTo>
                    <a:lnTo>
                      <a:pt x="169116" y="249864"/>
                    </a:lnTo>
                    <a:lnTo>
                      <a:pt x="172211" y="265175"/>
                    </a:lnTo>
                    <a:lnTo>
                      <a:pt x="174093" y="276046"/>
                    </a:lnTo>
                    <a:lnTo>
                      <a:pt x="175259" y="286988"/>
                    </a:lnTo>
                    <a:lnTo>
                      <a:pt x="175855" y="298072"/>
                    </a:lnTo>
                    <a:lnTo>
                      <a:pt x="176021" y="309371"/>
                    </a:lnTo>
                    <a:lnTo>
                      <a:pt x="176021" y="316991"/>
                    </a:lnTo>
                    <a:lnTo>
                      <a:pt x="176021" y="325373"/>
                    </a:lnTo>
                    <a:lnTo>
                      <a:pt x="171449" y="331470"/>
                    </a:lnTo>
                    <a:lnTo>
                      <a:pt x="167639" y="336041"/>
                    </a:lnTo>
                    <a:lnTo>
                      <a:pt x="160781" y="336041"/>
                    </a:lnTo>
                    <a:lnTo>
                      <a:pt x="155447" y="336041"/>
                    </a:lnTo>
                    <a:lnTo>
                      <a:pt x="144137" y="336351"/>
                    </a:lnTo>
                    <a:lnTo>
                      <a:pt x="132968" y="336232"/>
                    </a:lnTo>
                    <a:lnTo>
                      <a:pt x="121800" y="335827"/>
                    </a:lnTo>
                    <a:lnTo>
                      <a:pt x="110489" y="335279"/>
                    </a:lnTo>
                    <a:lnTo>
                      <a:pt x="96071" y="334267"/>
                    </a:lnTo>
                    <a:lnTo>
                      <a:pt x="81438" y="333470"/>
                    </a:lnTo>
                    <a:lnTo>
                      <a:pt x="66663" y="332815"/>
                    </a:lnTo>
                    <a:lnTo>
                      <a:pt x="51815" y="332231"/>
                    </a:lnTo>
                    <a:lnTo>
                      <a:pt x="40505" y="332362"/>
                    </a:lnTo>
                    <a:lnTo>
                      <a:pt x="29336" y="332708"/>
                    </a:lnTo>
                    <a:lnTo>
                      <a:pt x="18168" y="333196"/>
                    </a:lnTo>
                    <a:lnTo>
                      <a:pt x="6857" y="333755"/>
                    </a:lnTo>
                    <a:lnTo>
                      <a:pt x="4571" y="333755"/>
                    </a:lnTo>
                    <a:lnTo>
                      <a:pt x="2285" y="333755"/>
                    </a:lnTo>
                    <a:lnTo>
                      <a:pt x="0" y="333755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70" name="Shape 3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1" name="Google Shape;3071;p28"/>
          <p:cNvGrpSpPr/>
          <p:nvPr/>
        </p:nvGrpSpPr>
        <p:grpSpPr>
          <a:xfrm>
            <a:off x="533387" y="884283"/>
            <a:ext cx="1463995" cy="492842"/>
            <a:chOff x="3138665" y="2042909"/>
            <a:chExt cx="1099591" cy="366153"/>
          </a:xfrm>
        </p:grpSpPr>
        <p:sp>
          <p:nvSpPr>
            <p:cNvPr id="3072" name="Google Shape;3072;p28"/>
            <p:cNvSpPr/>
            <p:nvPr/>
          </p:nvSpPr>
          <p:spPr>
            <a:xfrm>
              <a:off x="3253740" y="2304287"/>
              <a:ext cx="927100" cy="104775"/>
            </a:xfrm>
            <a:custGeom>
              <a:rect b="b" l="l" r="r" t="t"/>
              <a:pathLst>
                <a:path extrusionOk="0" h="104775" w="927100">
                  <a:moveTo>
                    <a:pt x="0" y="104394"/>
                  </a:moveTo>
                  <a:lnTo>
                    <a:pt x="41040" y="92178"/>
                  </a:lnTo>
                  <a:lnTo>
                    <a:pt x="100202" y="87058"/>
                  </a:lnTo>
                  <a:lnTo>
                    <a:pt x="144018" y="84582"/>
                  </a:lnTo>
                  <a:lnTo>
                    <a:pt x="177855" y="81605"/>
                  </a:lnTo>
                  <a:lnTo>
                    <a:pt x="211836" y="78486"/>
                  </a:lnTo>
                  <a:lnTo>
                    <a:pt x="245816" y="75366"/>
                  </a:lnTo>
                  <a:lnTo>
                    <a:pt x="279654" y="72390"/>
                  </a:lnTo>
                  <a:lnTo>
                    <a:pt x="322968" y="68949"/>
                  </a:lnTo>
                  <a:lnTo>
                    <a:pt x="366141" y="65436"/>
                  </a:lnTo>
                  <a:lnTo>
                    <a:pt x="409313" y="61781"/>
                  </a:lnTo>
                  <a:lnTo>
                    <a:pt x="452628" y="57912"/>
                  </a:lnTo>
                  <a:lnTo>
                    <a:pt x="505742" y="52718"/>
                  </a:lnTo>
                  <a:lnTo>
                    <a:pt x="558966" y="47268"/>
                  </a:lnTo>
                  <a:lnTo>
                    <a:pt x="612227" y="41672"/>
                  </a:lnTo>
                  <a:lnTo>
                    <a:pt x="665451" y="36039"/>
                  </a:lnTo>
                  <a:lnTo>
                    <a:pt x="718566" y="30480"/>
                  </a:lnTo>
                  <a:lnTo>
                    <a:pt x="756856" y="26527"/>
                  </a:lnTo>
                  <a:lnTo>
                    <a:pt x="795147" y="21717"/>
                  </a:lnTo>
                  <a:lnTo>
                    <a:pt x="833437" y="16335"/>
                  </a:lnTo>
                  <a:lnTo>
                    <a:pt x="871728" y="10668"/>
                  </a:lnTo>
                  <a:lnTo>
                    <a:pt x="885444" y="8405"/>
                  </a:lnTo>
                  <a:lnTo>
                    <a:pt x="899160" y="6286"/>
                  </a:lnTo>
                  <a:lnTo>
                    <a:pt x="912876" y="4452"/>
                  </a:lnTo>
                  <a:lnTo>
                    <a:pt x="926591" y="3048"/>
                  </a:lnTo>
                  <a:lnTo>
                    <a:pt x="919734" y="3048"/>
                  </a:lnTo>
                  <a:lnTo>
                    <a:pt x="918210" y="2286"/>
                  </a:lnTo>
                  <a:lnTo>
                    <a:pt x="912113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73" name="Google Shape;3073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8665" y="2092439"/>
              <a:ext cx="162331" cy="2118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4" name="Google Shape;3074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24593" y="2087105"/>
              <a:ext cx="101371" cy="1981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5" name="Google Shape;3075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49561" y="2093963"/>
              <a:ext cx="94513" cy="1432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6" name="Google Shape;3076;p2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2055" y="2071865"/>
              <a:ext cx="341484" cy="1829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7" name="Google Shape;3077;p2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091165" y="2042909"/>
              <a:ext cx="147091" cy="1676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78" name="Google Shape;3078;p28"/>
          <p:cNvSpPr/>
          <p:nvPr/>
        </p:nvSpPr>
        <p:spPr>
          <a:xfrm>
            <a:off x="2158694" y="934631"/>
            <a:ext cx="20306" cy="23914"/>
          </a:xfrm>
          <a:custGeom>
            <a:rect b="b" l="l" r="r" t="t"/>
            <a:pathLst>
              <a:path extrusionOk="0" h="17780" w="15239">
                <a:moveTo>
                  <a:pt x="15239" y="0"/>
                </a:moveTo>
                <a:lnTo>
                  <a:pt x="7822" y="5310"/>
                </a:lnTo>
                <a:lnTo>
                  <a:pt x="3905" y="8191"/>
                </a:lnTo>
                <a:lnTo>
                  <a:pt x="1845" y="11358"/>
                </a:lnTo>
                <a:lnTo>
                  <a:pt x="0" y="17526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9" name="Google Shape;3079;p28"/>
          <p:cNvSpPr/>
          <p:nvPr/>
        </p:nvSpPr>
        <p:spPr>
          <a:xfrm>
            <a:off x="2192172" y="1146947"/>
            <a:ext cx="20306" cy="20496"/>
          </a:xfrm>
          <a:custGeom>
            <a:rect b="b" l="l" r="r" t="t"/>
            <a:pathLst>
              <a:path extrusionOk="0" h="15239" w="15239">
                <a:moveTo>
                  <a:pt x="0" y="3810"/>
                </a:moveTo>
                <a:lnTo>
                  <a:pt x="0" y="12192"/>
                </a:lnTo>
                <a:lnTo>
                  <a:pt x="3809" y="15240"/>
                </a:lnTo>
                <a:lnTo>
                  <a:pt x="12191" y="15240"/>
                </a:lnTo>
                <a:lnTo>
                  <a:pt x="15239" y="12192"/>
                </a:lnTo>
                <a:lnTo>
                  <a:pt x="15239" y="7620"/>
                </a:lnTo>
                <a:lnTo>
                  <a:pt x="15239" y="3810"/>
                </a:lnTo>
                <a:lnTo>
                  <a:pt x="12191" y="0"/>
                </a:lnTo>
                <a:lnTo>
                  <a:pt x="3809" y="0"/>
                </a:lnTo>
                <a:lnTo>
                  <a:pt x="0" y="3810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80" name="Google Shape;3080;p28"/>
          <p:cNvGrpSpPr/>
          <p:nvPr/>
        </p:nvGrpSpPr>
        <p:grpSpPr>
          <a:xfrm>
            <a:off x="2798824" y="917075"/>
            <a:ext cx="562081" cy="283146"/>
            <a:chOff x="4840211" y="2067269"/>
            <a:chExt cx="422173" cy="210361"/>
          </a:xfrm>
        </p:grpSpPr>
        <p:pic>
          <p:nvPicPr>
            <p:cNvPr id="3081" name="Google Shape;3081;p2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840211" y="2084057"/>
              <a:ext cx="152425" cy="1935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2" name="Google Shape;3082;p2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015471" y="2067269"/>
              <a:ext cx="246913" cy="18445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83" name="Google Shape;3083;p28"/>
          <p:cNvGrpSpPr/>
          <p:nvPr/>
        </p:nvGrpSpPr>
        <p:grpSpPr>
          <a:xfrm>
            <a:off x="3430871" y="840175"/>
            <a:ext cx="573241" cy="291319"/>
            <a:chOff x="5314937" y="2010143"/>
            <a:chExt cx="430555" cy="216433"/>
          </a:xfrm>
        </p:grpSpPr>
        <p:pic>
          <p:nvPicPr>
            <p:cNvPr id="3084" name="Google Shape;3084;p2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314937" y="2058911"/>
              <a:ext cx="326161" cy="1676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5" name="Google Shape;3085;p2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666219" y="2010143"/>
              <a:ext cx="79273" cy="1656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86" name="Google Shape;3086;p28"/>
          <p:cNvGrpSpPr/>
          <p:nvPr/>
        </p:nvGrpSpPr>
        <p:grpSpPr>
          <a:xfrm>
            <a:off x="4353080" y="838119"/>
            <a:ext cx="1105868" cy="212344"/>
            <a:chOff x="6007595" y="2008619"/>
            <a:chExt cx="830605" cy="157759"/>
          </a:xfrm>
        </p:grpSpPr>
        <p:pic>
          <p:nvPicPr>
            <p:cNvPr id="3087" name="Google Shape;3087;p2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007595" y="2025383"/>
              <a:ext cx="416803" cy="140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8" name="Google Shape;3088;p28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468605" y="2008619"/>
              <a:ext cx="369595" cy="15032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89" name="Google Shape;3089;p2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960843" y="1804390"/>
            <a:ext cx="158300" cy="2564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90" name="Google Shape;3090;p28"/>
          <p:cNvGrpSpPr/>
          <p:nvPr/>
        </p:nvGrpSpPr>
        <p:grpSpPr>
          <a:xfrm>
            <a:off x="2491428" y="1730334"/>
            <a:ext cx="992240" cy="261494"/>
            <a:chOff x="4609325" y="2671475"/>
            <a:chExt cx="745261" cy="194275"/>
          </a:xfrm>
        </p:grpSpPr>
        <p:pic>
          <p:nvPicPr>
            <p:cNvPr id="3091" name="Google Shape;3091;p28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609325" y="2671475"/>
              <a:ext cx="313969" cy="194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2" name="Google Shape;3092;p28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4954511" y="2688132"/>
              <a:ext cx="192049" cy="1581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3" name="Google Shape;3093;p28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5174967" y="2732638"/>
              <a:ext cx="179619" cy="11268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94" name="Google Shape;3094;p2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246579" y="1681725"/>
            <a:ext cx="215114" cy="280653"/>
          </a:xfrm>
          <a:prstGeom prst="rect">
            <a:avLst/>
          </a:prstGeom>
          <a:noFill/>
          <a:ln>
            <a:noFill/>
          </a:ln>
        </p:spPr>
      </p:pic>
      <p:sp>
        <p:nvSpPr>
          <p:cNvPr id="3095" name="Google Shape;3095;p28"/>
          <p:cNvSpPr/>
          <p:nvPr/>
        </p:nvSpPr>
        <p:spPr>
          <a:xfrm>
            <a:off x="4542839" y="1744917"/>
            <a:ext cx="20306" cy="20496"/>
          </a:xfrm>
          <a:custGeom>
            <a:rect b="b" l="l" r="r" t="t"/>
            <a:pathLst>
              <a:path extrusionOk="0" h="15239" w="15239">
                <a:moveTo>
                  <a:pt x="0" y="3048"/>
                </a:moveTo>
                <a:lnTo>
                  <a:pt x="0" y="11430"/>
                </a:lnTo>
                <a:lnTo>
                  <a:pt x="3047" y="15240"/>
                </a:lnTo>
                <a:lnTo>
                  <a:pt x="11429" y="15240"/>
                </a:lnTo>
                <a:lnTo>
                  <a:pt x="15239" y="11430"/>
                </a:lnTo>
                <a:lnTo>
                  <a:pt x="15239" y="7620"/>
                </a:lnTo>
                <a:lnTo>
                  <a:pt x="15239" y="3048"/>
                </a:lnTo>
                <a:lnTo>
                  <a:pt x="11429" y="0"/>
                </a:lnTo>
                <a:lnTo>
                  <a:pt x="3047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6" name="Google Shape;3096;p28"/>
          <p:cNvSpPr/>
          <p:nvPr/>
        </p:nvSpPr>
        <p:spPr>
          <a:xfrm>
            <a:off x="4549940" y="1891589"/>
            <a:ext cx="20306" cy="20496"/>
          </a:xfrm>
          <a:custGeom>
            <a:rect b="b" l="l" r="r" t="t"/>
            <a:pathLst>
              <a:path extrusionOk="0" h="15239" w="15239">
                <a:moveTo>
                  <a:pt x="0" y="3048"/>
                </a:moveTo>
                <a:lnTo>
                  <a:pt x="0" y="11430"/>
                </a:lnTo>
                <a:lnTo>
                  <a:pt x="3047" y="15240"/>
                </a:lnTo>
                <a:lnTo>
                  <a:pt x="11429" y="15240"/>
                </a:lnTo>
                <a:lnTo>
                  <a:pt x="15239" y="11430"/>
                </a:lnTo>
                <a:lnTo>
                  <a:pt x="15239" y="7620"/>
                </a:lnTo>
                <a:lnTo>
                  <a:pt x="15239" y="3048"/>
                </a:lnTo>
                <a:lnTo>
                  <a:pt x="11429" y="0"/>
                </a:lnTo>
                <a:lnTo>
                  <a:pt x="3047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7" name="Google Shape;3097;p2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826890" y="1466942"/>
            <a:ext cx="289174" cy="424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8" name="Google Shape;3098;p2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185019" y="1694642"/>
            <a:ext cx="174532" cy="136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9" name="Google Shape;3099;p2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424512" y="1416683"/>
            <a:ext cx="284038" cy="4082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00" name="Google Shape;3100;p28"/>
          <p:cNvGrpSpPr/>
          <p:nvPr/>
        </p:nvGrpSpPr>
        <p:grpSpPr>
          <a:xfrm>
            <a:off x="5883027" y="1654584"/>
            <a:ext cx="257688" cy="125641"/>
            <a:chOff x="7156704" y="2615184"/>
            <a:chExt cx="193547" cy="93344"/>
          </a:xfrm>
        </p:grpSpPr>
        <p:sp>
          <p:nvSpPr>
            <p:cNvPr id="3101" name="Google Shape;3101;p28"/>
            <p:cNvSpPr/>
            <p:nvPr/>
          </p:nvSpPr>
          <p:spPr>
            <a:xfrm>
              <a:off x="7156704" y="2650236"/>
              <a:ext cx="143509" cy="3810"/>
            </a:xfrm>
            <a:custGeom>
              <a:rect b="b" l="l" r="r" t="t"/>
              <a:pathLst>
                <a:path extrusionOk="0" h="3810" w="143509">
                  <a:moveTo>
                    <a:pt x="0" y="2286"/>
                  </a:moveTo>
                  <a:lnTo>
                    <a:pt x="13835" y="3167"/>
                  </a:lnTo>
                  <a:lnTo>
                    <a:pt x="27813" y="3619"/>
                  </a:lnTo>
                  <a:lnTo>
                    <a:pt x="41790" y="3786"/>
                  </a:lnTo>
                  <a:lnTo>
                    <a:pt x="55626" y="3810"/>
                  </a:lnTo>
                  <a:lnTo>
                    <a:pt x="71056" y="3667"/>
                  </a:lnTo>
                  <a:lnTo>
                    <a:pt x="86487" y="3238"/>
                  </a:lnTo>
                  <a:lnTo>
                    <a:pt x="101917" y="2524"/>
                  </a:lnTo>
                  <a:lnTo>
                    <a:pt x="117348" y="1524"/>
                  </a:lnTo>
                  <a:lnTo>
                    <a:pt x="124968" y="762"/>
                  </a:lnTo>
                  <a:lnTo>
                    <a:pt x="131826" y="762"/>
                  </a:lnTo>
                  <a:lnTo>
                    <a:pt x="139446" y="0"/>
                  </a:lnTo>
                  <a:lnTo>
                    <a:pt x="143256" y="0"/>
                  </a:lnTo>
                  <a:lnTo>
                    <a:pt x="131826" y="0"/>
                  </a:lnTo>
                  <a:lnTo>
                    <a:pt x="128016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2" name="Google Shape;3102;p28"/>
            <p:cNvSpPr/>
            <p:nvPr/>
          </p:nvSpPr>
          <p:spPr>
            <a:xfrm>
              <a:off x="7270242" y="2615184"/>
              <a:ext cx="80009" cy="93344"/>
            </a:xfrm>
            <a:custGeom>
              <a:rect b="b" l="l" r="r" t="t"/>
              <a:pathLst>
                <a:path extrusionOk="0" h="93344" w="80009">
                  <a:moveTo>
                    <a:pt x="7620" y="0"/>
                  </a:moveTo>
                  <a:lnTo>
                    <a:pt x="45720" y="10667"/>
                  </a:lnTo>
                  <a:lnTo>
                    <a:pt x="52911" y="11763"/>
                  </a:lnTo>
                  <a:lnTo>
                    <a:pt x="60388" y="13144"/>
                  </a:lnTo>
                  <a:lnTo>
                    <a:pt x="67579" y="15382"/>
                  </a:lnTo>
                  <a:lnTo>
                    <a:pt x="73914" y="19049"/>
                  </a:lnTo>
                  <a:lnTo>
                    <a:pt x="80010" y="23621"/>
                  </a:lnTo>
                  <a:lnTo>
                    <a:pt x="76962" y="32003"/>
                  </a:lnTo>
                  <a:lnTo>
                    <a:pt x="38528" y="64222"/>
                  </a:lnTo>
                  <a:lnTo>
                    <a:pt x="26670" y="72390"/>
                  </a:lnTo>
                  <a:lnTo>
                    <a:pt x="20145" y="77212"/>
                  </a:lnTo>
                  <a:lnTo>
                    <a:pt x="13335" y="82391"/>
                  </a:lnTo>
                  <a:lnTo>
                    <a:pt x="6524" y="87713"/>
                  </a:lnTo>
                  <a:lnTo>
                    <a:pt x="0" y="92964"/>
                  </a:lnTo>
                  <a:lnTo>
                    <a:pt x="762" y="92964"/>
                  </a:lnTo>
                  <a:lnTo>
                    <a:pt x="762" y="9220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03" name="Google Shape;3103;p2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311147" y="1561689"/>
            <a:ext cx="225259" cy="2365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04" name="Google Shape;3104;p28"/>
          <p:cNvGrpSpPr/>
          <p:nvPr/>
        </p:nvGrpSpPr>
        <p:grpSpPr>
          <a:xfrm>
            <a:off x="7024356" y="1541749"/>
            <a:ext cx="211038" cy="207198"/>
            <a:chOff x="8013954" y="2531364"/>
            <a:chExt cx="158508" cy="153936"/>
          </a:xfrm>
        </p:grpSpPr>
        <p:sp>
          <p:nvSpPr>
            <p:cNvPr id="3105" name="Google Shape;3105;p28"/>
            <p:cNvSpPr/>
            <p:nvPr/>
          </p:nvSpPr>
          <p:spPr>
            <a:xfrm>
              <a:off x="8026908" y="2591562"/>
              <a:ext cx="6984" cy="81280"/>
            </a:xfrm>
            <a:custGeom>
              <a:rect b="b" l="l" r="r" t="t"/>
              <a:pathLst>
                <a:path extrusionOk="0" h="81280" w="6984">
                  <a:moveTo>
                    <a:pt x="0" y="0"/>
                  </a:moveTo>
                  <a:lnTo>
                    <a:pt x="583" y="13585"/>
                  </a:lnTo>
                  <a:lnTo>
                    <a:pt x="1238" y="26955"/>
                  </a:lnTo>
                  <a:lnTo>
                    <a:pt x="2035" y="40183"/>
                  </a:lnTo>
                  <a:lnTo>
                    <a:pt x="3048" y="53340"/>
                  </a:lnTo>
                  <a:lnTo>
                    <a:pt x="3524" y="59852"/>
                  </a:lnTo>
                  <a:lnTo>
                    <a:pt x="4000" y="66579"/>
                  </a:lnTo>
                  <a:lnTo>
                    <a:pt x="4762" y="73163"/>
                  </a:lnTo>
                  <a:lnTo>
                    <a:pt x="6096" y="79248"/>
                  </a:lnTo>
                  <a:lnTo>
                    <a:pt x="6096" y="80010"/>
                  </a:lnTo>
                  <a:lnTo>
                    <a:pt x="6858" y="8077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6" name="Google Shape;3106;p28"/>
            <p:cNvSpPr/>
            <p:nvPr/>
          </p:nvSpPr>
          <p:spPr>
            <a:xfrm>
              <a:off x="8013954" y="2531364"/>
              <a:ext cx="15240" cy="15239"/>
            </a:xfrm>
            <a:custGeom>
              <a:rect b="b" l="l" r="r" t="t"/>
              <a:pathLst>
                <a:path extrusionOk="0" h="15239" w="15240">
                  <a:moveTo>
                    <a:pt x="0" y="3048"/>
                  </a:moveTo>
                  <a:lnTo>
                    <a:pt x="0" y="11430"/>
                  </a:lnTo>
                  <a:lnTo>
                    <a:pt x="3810" y="15240"/>
                  </a:lnTo>
                  <a:lnTo>
                    <a:pt x="12192" y="15240"/>
                  </a:lnTo>
                  <a:lnTo>
                    <a:pt x="15240" y="11430"/>
                  </a:lnTo>
                  <a:lnTo>
                    <a:pt x="15240" y="7620"/>
                  </a:lnTo>
                  <a:lnTo>
                    <a:pt x="15240" y="3048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07" name="Google Shape;3107;p28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8070329" y="2551163"/>
              <a:ext cx="102133" cy="13413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08" name="Google Shape;3108;p2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673519" y="1525405"/>
            <a:ext cx="172646" cy="1658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09" name="Google Shape;3109;p28"/>
          <p:cNvGrpSpPr/>
          <p:nvPr/>
        </p:nvGrpSpPr>
        <p:grpSpPr>
          <a:xfrm>
            <a:off x="8224511" y="1357114"/>
            <a:ext cx="644258" cy="356601"/>
            <a:chOff x="8915387" y="2394191"/>
            <a:chExt cx="483895" cy="264934"/>
          </a:xfrm>
        </p:grpSpPr>
        <p:pic>
          <p:nvPicPr>
            <p:cNvPr id="3110" name="Google Shape;3110;p28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8915387" y="2413241"/>
              <a:ext cx="289585" cy="1882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1" name="Google Shape;3111;p28"/>
            <p:cNvSpPr/>
            <p:nvPr/>
          </p:nvSpPr>
          <p:spPr>
            <a:xfrm>
              <a:off x="9250489" y="2491739"/>
              <a:ext cx="5079" cy="71755"/>
            </a:xfrm>
            <a:custGeom>
              <a:rect b="b" l="l" r="r" t="t"/>
              <a:pathLst>
                <a:path extrusionOk="0" h="71755" w="5079">
                  <a:moveTo>
                    <a:pt x="190" y="0"/>
                  </a:moveTo>
                  <a:lnTo>
                    <a:pt x="190" y="11429"/>
                  </a:lnTo>
                  <a:lnTo>
                    <a:pt x="190" y="22859"/>
                  </a:lnTo>
                  <a:lnTo>
                    <a:pt x="190" y="34290"/>
                  </a:lnTo>
                  <a:lnTo>
                    <a:pt x="190" y="45720"/>
                  </a:lnTo>
                  <a:lnTo>
                    <a:pt x="23" y="51685"/>
                  </a:lnTo>
                  <a:lnTo>
                    <a:pt x="0" y="58578"/>
                  </a:lnTo>
                  <a:lnTo>
                    <a:pt x="833" y="65329"/>
                  </a:lnTo>
                  <a:lnTo>
                    <a:pt x="3238" y="70866"/>
                  </a:lnTo>
                  <a:lnTo>
                    <a:pt x="4000" y="71628"/>
                  </a:lnTo>
                  <a:lnTo>
                    <a:pt x="4762" y="71628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2" name="Google Shape;3112;p28"/>
            <p:cNvSpPr/>
            <p:nvPr/>
          </p:nvSpPr>
          <p:spPr>
            <a:xfrm>
              <a:off x="9240774" y="2404871"/>
              <a:ext cx="13334" cy="17780"/>
            </a:xfrm>
            <a:custGeom>
              <a:rect b="b" l="l" r="r" t="t"/>
              <a:pathLst>
                <a:path extrusionOk="0" h="17780" w="13334">
                  <a:moveTo>
                    <a:pt x="12953" y="17525"/>
                  </a:moveTo>
                  <a:lnTo>
                    <a:pt x="5333" y="6095"/>
                  </a:lnTo>
                  <a:lnTo>
                    <a:pt x="5333" y="6857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13" name="Google Shape;3113;p28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9296089" y="2394191"/>
              <a:ext cx="103193" cy="1657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4" name="Google Shape;3114;p28"/>
            <p:cNvSpPr/>
            <p:nvPr/>
          </p:nvSpPr>
          <p:spPr>
            <a:xfrm>
              <a:off x="9045702" y="2615945"/>
              <a:ext cx="337184" cy="43180"/>
            </a:xfrm>
            <a:custGeom>
              <a:rect b="b" l="l" r="r" t="t"/>
              <a:pathLst>
                <a:path extrusionOk="0" h="43180" w="337184">
                  <a:moveTo>
                    <a:pt x="0" y="42672"/>
                  </a:moveTo>
                  <a:lnTo>
                    <a:pt x="22859" y="42207"/>
                  </a:lnTo>
                  <a:lnTo>
                    <a:pt x="45719" y="40100"/>
                  </a:lnTo>
                  <a:lnTo>
                    <a:pt x="68580" y="36992"/>
                  </a:lnTo>
                  <a:lnTo>
                    <a:pt x="91440" y="33528"/>
                  </a:lnTo>
                  <a:lnTo>
                    <a:pt x="127313" y="28979"/>
                  </a:lnTo>
                  <a:lnTo>
                    <a:pt x="198489" y="20454"/>
                  </a:lnTo>
                  <a:lnTo>
                    <a:pt x="256794" y="15061"/>
                  </a:lnTo>
                  <a:lnTo>
                    <a:pt x="302514" y="11941"/>
                  </a:lnTo>
                  <a:lnTo>
                    <a:pt x="325374" y="10668"/>
                  </a:lnTo>
                  <a:lnTo>
                    <a:pt x="328422" y="9906"/>
                  </a:lnTo>
                  <a:lnTo>
                    <a:pt x="334518" y="9144"/>
                  </a:lnTo>
                  <a:lnTo>
                    <a:pt x="336804" y="9144"/>
                  </a:lnTo>
                  <a:lnTo>
                    <a:pt x="328243" y="8643"/>
                  </a:lnTo>
                  <a:lnTo>
                    <a:pt x="319754" y="8001"/>
                  </a:lnTo>
                  <a:lnTo>
                    <a:pt x="311407" y="6786"/>
                  </a:lnTo>
                  <a:lnTo>
                    <a:pt x="303276" y="4572"/>
                  </a:lnTo>
                  <a:lnTo>
                    <a:pt x="300228" y="3048"/>
                  </a:lnTo>
                  <a:lnTo>
                    <a:pt x="297180" y="1524"/>
                  </a:lnTo>
                  <a:lnTo>
                    <a:pt x="294132" y="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15" name="Google Shape;3115;p28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9083856" y="1374630"/>
            <a:ext cx="513385" cy="217478"/>
          </a:xfrm>
          <a:prstGeom prst="rect">
            <a:avLst/>
          </a:prstGeom>
          <a:noFill/>
          <a:ln>
            <a:noFill/>
          </a:ln>
        </p:spPr>
      </p:pic>
      <p:sp>
        <p:nvSpPr>
          <p:cNvPr id="3116" name="Google Shape;3116;p28"/>
          <p:cNvSpPr/>
          <p:nvPr/>
        </p:nvSpPr>
        <p:spPr>
          <a:xfrm>
            <a:off x="1486061" y="2654696"/>
            <a:ext cx="27921" cy="148608"/>
          </a:xfrm>
          <a:custGeom>
            <a:rect b="b" l="l" r="r" t="t"/>
            <a:pathLst>
              <a:path extrusionOk="0" h="110489" w="20954">
                <a:moveTo>
                  <a:pt x="0" y="0"/>
                </a:moveTo>
                <a:lnTo>
                  <a:pt x="6322" y="40612"/>
                </a:lnTo>
                <a:lnTo>
                  <a:pt x="16323" y="86677"/>
                </a:lnTo>
                <a:lnTo>
                  <a:pt x="19050" y="97536"/>
                </a:lnTo>
                <a:lnTo>
                  <a:pt x="19050" y="98298"/>
                </a:lnTo>
                <a:lnTo>
                  <a:pt x="20574" y="110489"/>
                </a:lnTo>
                <a:lnTo>
                  <a:pt x="20574" y="102870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7" name="Google Shape;3117;p28"/>
          <p:cNvSpPr/>
          <p:nvPr/>
        </p:nvSpPr>
        <p:spPr>
          <a:xfrm>
            <a:off x="1449538" y="2531614"/>
            <a:ext cx="20306" cy="20496"/>
          </a:xfrm>
          <a:custGeom>
            <a:rect b="b" l="l" r="r" t="t"/>
            <a:pathLst>
              <a:path extrusionOk="0" h="15239" w="15239">
                <a:moveTo>
                  <a:pt x="0" y="3048"/>
                </a:moveTo>
                <a:lnTo>
                  <a:pt x="0" y="11430"/>
                </a:lnTo>
                <a:lnTo>
                  <a:pt x="3047" y="15240"/>
                </a:lnTo>
                <a:lnTo>
                  <a:pt x="11429" y="15240"/>
                </a:lnTo>
                <a:lnTo>
                  <a:pt x="15239" y="11430"/>
                </a:lnTo>
                <a:lnTo>
                  <a:pt x="15239" y="7620"/>
                </a:lnTo>
                <a:lnTo>
                  <a:pt x="15239" y="3048"/>
                </a:lnTo>
                <a:lnTo>
                  <a:pt x="11429" y="0"/>
                </a:lnTo>
                <a:lnTo>
                  <a:pt x="3047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8" name="Google Shape;3118;p28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559090" y="2541597"/>
            <a:ext cx="140038" cy="294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9" name="Google Shape;3119;p28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2172309" y="2520315"/>
            <a:ext cx="456128" cy="312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0" name="Google Shape;3120;p28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2977402" y="2490570"/>
            <a:ext cx="490051" cy="3805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1" name="Google Shape;3121;p28"/>
          <p:cNvGrpSpPr/>
          <p:nvPr/>
        </p:nvGrpSpPr>
        <p:grpSpPr>
          <a:xfrm>
            <a:off x="3822498" y="2429941"/>
            <a:ext cx="192777" cy="241386"/>
            <a:chOff x="5609081" y="3191243"/>
            <a:chExt cx="144793" cy="179336"/>
          </a:xfrm>
        </p:grpSpPr>
        <p:sp>
          <p:nvSpPr>
            <p:cNvPr id="3122" name="Google Shape;3122;p28"/>
            <p:cNvSpPr/>
            <p:nvPr/>
          </p:nvSpPr>
          <p:spPr>
            <a:xfrm>
              <a:off x="5627369" y="3272790"/>
              <a:ext cx="13335" cy="97789"/>
            </a:xfrm>
            <a:custGeom>
              <a:rect b="b" l="l" r="r" t="t"/>
              <a:pathLst>
                <a:path extrusionOk="0" h="97789" w="13335">
                  <a:moveTo>
                    <a:pt x="8382" y="0"/>
                  </a:moveTo>
                  <a:lnTo>
                    <a:pt x="10798" y="14978"/>
                  </a:lnTo>
                  <a:lnTo>
                    <a:pt x="12287" y="30098"/>
                  </a:lnTo>
                  <a:lnTo>
                    <a:pt x="12775" y="45219"/>
                  </a:lnTo>
                  <a:lnTo>
                    <a:pt x="12192" y="60198"/>
                  </a:lnTo>
                  <a:lnTo>
                    <a:pt x="1524" y="97536"/>
                  </a:lnTo>
                  <a:lnTo>
                    <a:pt x="3048" y="92964"/>
                  </a:lnTo>
                  <a:lnTo>
                    <a:pt x="0" y="92964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3" name="Google Shape;3123;p28"/>
            <p:cNvSpPr/>
            <p:nvPr/>
          </p:nvSpPr>
          <p:spPr>
            <a:xfrm>
              <a:off x="5609081" y="3210306"/>
              <a:ext cx="9525" cy="13335"/>
            </a:xfrm>
            <a:custGeom>
              <a:rect b="b" l="l" r="r" t="t"/>
              <a:pathLst>
                <a:path extrusionOk="0" h="13335" w="9525">
                  <a:moveTo>
                    <a:pt x="9144" y="0"/>
                  </a:moveTo>
                  <a:lnTo>
                    <a:pt x="6096" y="4572"/>
                  </a:lnTo>
                  <a:lnTo>
                    <a:pt x="3048" y="8382"/>
                  </a:lnTo>
                  <a:lnTo>
                    <a:pt x="0" y="12954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24" name="Google Shape;3124;p28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5672315" y="3191243"/>
              <a:ext cx="81559" cy="1707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5" name="Google Shape;3125;p28"/>
          <p:cNvSpPr/>
          <p:nvPr/>
        </p:nvSpPr>
        <p:spPr>
          <a:xfrm>
            <a:off x="1557077" y="2950092"/>
            <a:ext cx="2417415" cy="166545"/>
          </a:xfrm>
          <a:custGeom>
            <a:rect b="b" l="l" r="r" t="t"/>
            <a:pathLst>
              <a:path extrusionOk="0" h="123825" w="1814195">
                <a:moveTo>
                  <a:pt x="0" y="123444"/>
                </a:moveTo>
                <a:lnTo>
                  <a:pt x="18168" y="120348"/>
                </a:lnTo>
                <a:lnTo>
                  <a:pt x="36195" y="116967"/>
                </a:lnTo>
                <a:lnTo>
                  <a:pt x="54221" y="113585"/>
                </a:lnTo>
                <a:lnTo>
                  <a:pt x="72390" y="110490"/>
                </a:lnTo>
                <a:lnTo>
                  <a:pt x="105667" y="106001"/>
                </a:lnTo>
                <a:lnTo>
                  <a:pt x="139160" y="102584"/>
                </a:lnTo>
                <a:lnTo>
                  <a:pt x="172795" y="99881"/>
                </a:lnTo>
                <a:lnTo>
                  <a:pt x="206502" y="97536"/>
                </a:lnTo>
                <a:lnTo>
                  <a:pt x="255651" y="93285"/>
                </a:lnTo>
                <a:lnTo>
                  <a:pt x="304800" y="88677"/>
                </a:lnTo>
                <a:lnTo>
                  <a:pt x="353948" y="83927"/>
                </a:lnTo>
                <a:lnTo>
                  <a:pt x="403098" y="79248"/>
                </a:lnTo>
                <a:lnTo>
                  <a:pt x="452018" y="74334"/>
                </a:lnTo>
                <a:lnTo>
                  <a:pt x="500938" y="69750"/>
                </a:lnTo>
                <a:lnTo>
                  <a:pt x="549859" y="65641"/>
                </a:lnTo>
                <a:lnTo>
                  <a:pt x="598779" y="62154"/>
                </a:lnTo>
                <a:lnTo>
                  <a:pt x="647700" y="59436"/>
                </a:lnTo>
                <a:lnTo>
                  <a:pt x="698122" y="57626"/>
                </a:lnTo>
                <a:lnTo>
                  <a:pt x="748760" y="56388"/>
                </a:lnTo>
                <a:lnTo>
                  <a:pt x="799540" y="55149"/>
                </a:lnTo>
                <a:lnTo>
                  <a:pt x="850391" y="53340"/>
                </a:lnTo>
                <a:lnTo>
                  <a:pt x="904696" y="51351"/>
                </a:lnTo>
                <a:lnTo>
                  <a:pt x="959072" y="48863"/>
                </a:lnTo>
                <a:lnTo>
                  <a:pt x="1013590" y="45946"/>
                </a:lnTo>
                <a:lnTo>
                  <a:pt x="1068324" y="42672"/>
                </a:lnTo>
                <a:lnTo>
                  <a:pt x="1123890" y="39135"/>
                </a:lnTo>
                <a:lnTo>
                  <a:pt x="1179671" y="35528"/>
                </a:lnTo>
                <a:lnTo>
                  <a:pt x="1235594" y="32063"/>
                </a:lnTo>
                <a:lnTo>
                  <a:pt x="1291590" y="28956"/>
                </a:lnTo>
                <a:lnTo>
                  <a:pt x="1342441" y="26670"/>
                </a:lnTo>
                <a:lnTo>
                  <a:pt x="1393221" y="24384"/>
                </a:lnTo>
                <a:lnTo>
                  <a:pt x="1443859" y="22098"/>
                </a:lnTo>
                <a:lnTo>
                  <a:pt x="1494282" y="19812"/>
                </a:lnTo>
                <a:lnTo>
                  <a:pt x="1542728" y="18335"/>
                </a:lnTo>
                <a:lnTo>
                  <a:pt x="1590960" y="17145"/>
                </a:lnTo>
                <a:lnTo>
                  <a:pt x="1639050" y="15954"/>
                </a:lnTo>
                <a:lnTo>
                  <a:pt x="1687068" y="14478"/>
                </a:lnTo>
                <a:lnTo>
                  <a:pt x="1716333" y="14001"/>
                </a:lnTo>
                <a:lnTo>
                  <a:pt x="1745742" y="13525"/>
                </a:lnTo>
                <a:lnTo>
                  <a:pt x="1775150" y="12763"/>
                </a:lnTo>
                <a:lnTo>
                  <a:pt x="1804416" y="11430"/>
                </a:lnTo>
                <a:lnTo>
                  <a:pt x="1807499" y="11418"/>
                </a:lnTo>
                <a:lnTo>
                  <a:pt x="1811940" y="11334"/>
                </a:lnTo>
                <a:lnTo>
                  <a:pt x="1813952" y="11108"/>
                </a:lnTo>
                <a:lnTo>
                  <a:pt x="1809750" y="10667"/>
                </a:lnTo>
                <a:lnTo>
                  <a:pt x="1800403" y="9322"/>
                </a:lnTo>
                <a:lnTo>
                  <a:pt x="1791557" y="6762"/>
                </a:lnTo>
                <a:lnTo>
                  <a:pt x="1782853" y="3488"/>
                </a:lnTo>
                <a:lnTo>
                  <a:pt x="1773936" y="0"/>
                </a:lnTo>
              </a:path>
            </a:pathLst>
          </a:custGeom>
          <a:noFill/>
          <a:ln cap="flat" cmpd="sng" w="15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26" name="Google Shape;3126;p28"/>
          <p:cNvGrpSpPr/>
          <p:nvPr/>
        </p:nvGrpSpPr>
        <p:grpSpPr>
          <a:xfrm>
            <a:off x="900290" y="3615597"/>
            <a:ext cx="4308557" cy="581935"/>
            <a:chOff x="900290" y="3615597"/>
            <a:chExt cx="4308557" cy="581935"/>
          </a:xfrm>
        </p:grpSpPr>
        <p:pic>
          <p:nvPicPr>
            <p:cNvPr id="3127" name="Google Shape;3127;p28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2075485" y="3744848"/>
              <a:ext cx="212070" cy="30376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28" name="Google Shape;3128;p28"/>
            <p:cNvGrpSpPr/>
            <p:nvPr/>
          </p:nvGrpSpPr>
          <p:grpSpPr>
            <a:xfrm>
              <a:off x="2913482" y="3733553"/>
              <a:ext cx="200892" cy="206172"/>
              <a:chOff x="4926330" y="4159757"/>
              <a:chExt cx="150888" cy="153174"/>
            </a:xfrm>
          </p:grpSpPr>
          <p:sp>
            <p:nvSpPr>
              <p:cNvPr id="3129" name="Google Shape;3129;p28"/>
              <p:cNvSpPr/>
              <p:nvPr/>
            </p:nvSpPr>
            <p:spPr>
              <a:xfrm>
                <a:off x="4926330" y="4159757"/>
                <a:ext cx="10160" cy="17779"/>
              </a:xfrm>
              <a:custGeom>
                <a:rect b="b" l="l" r="r" t="t"/>
                <a:pathLst>
                  <a:path extrusionOk="0" h="17779" w="10160">
                    <a:moveTo>
                      <a:pt x="0" y="0"/>
                    </a:moveTo>
                    <a:lnTo>
                      <a:pt x="3810" y="10668"/>
                    </a:lnTo>
                    <a:lnTo>
                      <a:pt x="4572" y="12954"/>
                    </a:lnTo>
                    <a:lnTo>
                      <a:pt x="9906" y="17525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130" name="Google Shape;3130;p28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4932032" y="4169210"/>
                <a:ext cx="145186" cy="1437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131" name="Google Shape;3131;p28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3731325" y="3677281"/>
              <a:ext cx="291077" cy="3487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32" name="Google Shape;3132;p28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4108603" y="3713180"/>
              <a:ext cx="365264" cy="16927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33" name="Google Shape;3133;p28"/>
            <p:cNvGrpSpPr/>
            <p:nvPr/>
          </p:nvGrpSpPr>
          <p:grpSpPr>
            <a:xfrm>
              <a:off x="4537468" y="3615597"/>
              <a:ext cx="671380" cy="257472"/>
              <a:chOff x="6146088" y="4072115"/>
              <a:chExt cx="504266" cy="191287"/>
            </a:xfrm>
          </p:grpSpPr>
          <p:pic>
            <p:nvPicPr>
              <p:cNvPr id="3134" name="Google Shape;3134;p28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6146088" y="4072115"/>
                <a:ext cx="435317" cy="19128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35" name="Google Shape;3135;p28"/>
              <p:cNvSpPr/>
              <p:nvPr/>
            </p:nvSpPr>
            <p:spPr>
              <a:xfrm>
                <a:off x="6633209" y="4162806"/>
                <a:ext cx="17145" cy="5079"/>
              </a:xfrm>
              <a:custGeom>
                <a:rect b="b" l="l" r="r" t="t"/>
                <a:pathLst>
                  <a:path extrusionOk="0" h="5079" w="17145">
                    <a:moveTo>
                      <a:pt x="16764" y="4572"/>
                    </a:moveTo>
                    <a:lnTo>
                      <a:pt x="10668" y="3048"/>
                    </a:lnTo>
                    <a:lnTo>
                      <a:pt x="5334" y="1524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36" name="Google Shape;3136;p28"/>
            <p:cNvGrpSpPr/>
            <p:nvPr/>
          </p:nvGrpSpPr>
          <p:grpSpPr>
            <a:xfrm>
              <a:off x="900290" y="3736845"/>
              <a:ext cx="403274" cy="460687"/>
              <a:chOff x="3414236" y="4162198"/>
              <a:chExt cx="302895" cy="342264"/>
            </a:xfrm>
          </p:grpSpPr>
          <p:pic>
            <p:nvPicPr>
              <p:cNvPr id="3137" name="Google Shape;3137;p28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3518141" y="4262615"/>
                <a:ext cx="115087" cy="123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38" name="Google Shape;3138;p28"/>
              <p:cNvSpPr/>
              <p:nvPr/>
            </p:nvSpPr>
            <p:spPr>
              <a:xfrm>
                <a:off x="3414236" y="4162198"/>
                <a:ext cx="302895" cy="342264"/>
              </a:xfrm>
              <a:custGeom>
                <a:rect b="b" l="l" r="r" t="t"/>
                <a:pathLst>
                  <a:path extrusionOk="0" h="342264" w="302895">
                    <a:moveTo>
                      <a:pt x="218217" y="42517"/>
                    </a:moveTo>
                    <a:lnTo>
                      <a:pt x="187356" y="16692"/>
                    </a:lnTo>
                    <a:lnTo>
                      <a:pt x="148304" y="1464"/>
                    </a:lnTo>
                    <a:lnTo>
                      <a:pt x="133969" y="0"/>
                    </a:lnTo>
                    <a:lnTo>
                      <a:pt x="119919" y="607"/>
                    </a:lnTo>
                    <a:lnTo>
                      <a:pt x="67198" y="21931"/>
                    </a:lnTo>
                    <a:lnTo>
                      <a:pt x="35385" y="49565"/>
                    </a:lnTo>
                    <a:lnTo>
                      <a:pt x="11382" y="87379"/>
                    </a:lnTo>
                    <a:lnTo>
                      <a:pt x="11" y="138850"/>
                    </a:lnTo>
                    <a:lnTo>
                      <a:pt x="0" y="168913"/>
                    </a:lnTo>
                    <a:lnTo>
                      <a:pt x="3559" y="198834"/>
                    </a:lnTo>
                    <a:lnTo>
                      <a:pt x="19228" y="253424"/>
                    </a:lnTo>
                    <a:lnTo>
                      <a:pt x="47589" y="299477"/>
                    </a:lnTo>
                    <a:lnTo>
                      <a:pt x="89356" y="331553"/>
                    </a:lnTo>
                    <a:lnTo>
                      <a:pt x="140529" y="341935"/>
                    </a:lnTo>
                    <a:lnTo>
                      <a:pt x="166401" y="339697"/>
                    </a:lnTo>
                    <a:lnTo>
                      <a:pt x="218217" y="317980"/>
                    </a:lnTo>
                    <a:lnTo>
                      <a:pt x="260889" y="280261"/>
                    </a:lnTo>
                    <a:lnTo>
                      <a:pt x="285464" y="244351"/>
                    </a:lnTo>
                    <a:lnTo>
                      <a:pt x="299751" y="203299"/>
                    </a:lnTo>
                    <a:lnTo>
                      <a:pt x="302359" y="180212"/>
                    </a:lnTo>
                    <a:lnTo>
                      <a:pt x="302323" y="156912"/>
                    </a:lnTo>
                    <a:lnTo>
                      <a:pt x="295179" y="111097"/>
                    </a:lnTo>
                    <a:lnTo>
                      <a:pt x="279273" y="66043"/>
                    </a:lnTo>
                    <a:lnTo>
                      <a:pt x="252507" y="27277"/>
                    </a:lnTo>
                    <a:lnTo>
                      <a:pt x="202787" y="6167"/>
                    </a:lnTo>
                    <a:lnTo>
                      <a:pt x="152590" y="19847"/>
                    </a:lnTo>
                    <a:lnTo>
                      <a:pt x="137433" y="28039"/>
                    </a:lnTo>
                    <a:lnTo>
                      <a:pt x="122205" y="35659"/>
                    </a:lnTo>
                    <a:lnTo>
                      <a:pt x="119157" y="36421"/>
                    </a:lnTo>
                    <a:lnTo>
                      <a:pt x="116871" y="37183"/>
                    </a:lnTo>
                    <a:lnTo>
                      <a:pt x="114585" y="37945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39" name="Google Shape;3139;p28"/>
          <p:cNvSpPr/>
          <p:nvPr/>
        </p:nvSpPr>
        <p:spPr>
          <a:xfrm>
            <a:off x="7145107" y="4188631"/>
            <a:ext cx="275839" cy="630306"/>
          </a:xfrm>
          <a:custGeom>
            <a:rect b="b" l="l" r="r" t="t"/>
            <a:pathLst>
              <a:path extrusionOk="0" h="468629" w="207009">
                <a:moveTo>
                  <a:pt x="24383" y="21693"/>
                </a:moveTo>
                <a:lnTo>
                  <a:pt x="57376" y="0"/>
                </a:lnTo>
                <a:lnTo>
                  <a:pt x="66960" y="166"/>
                </a:lnTo>
                <a:lnTo>
                  <a:pt x="107632" y="19026"/>
                </a:lnTo>
                <a:lnTo>
                  <a:pt x="137564" y="51196"/>
                </a:lnTo>
                <a:lnTo>
                  <a:pt x="156209" y="99417"/>
                </a:lnTo>
                <a:lnTo>
                  <a:pt x="156829" y="115371"/>
                </a:lnTo>
                <a:lnTo>
                  <a:pt x="155447" y="130468"/>
                </a:lnTo>
                <a:lnTo>
                  <a:pt x="152352" y="145280"/>
                </a:lnTo>
                <a:lnTo>
                  <a:pt x="147827" y="160377"/>
                </a:lnTo>
                <a:lnTo>
                  <a:pt x="141529" y="175450"/>
                </a:lnTo>
                <a:lnTo>
                  <a:pt x="134588" y="190095"/>
                </a:lnTo>
                <a:lnTo>
                  <a:pt x="127789" y="204739"/>
                </a:lnTo>
                <a:lnTo>
                  <a:pt x="121919" y="219813"/>
                </a:lnTo>
                <a:lnTo>
                  <a:pt x="119157" y="230135"/>
                </a:lnTo>
                <a:lnTo>
                  <a:pt x="116966" y="241244"/>
                </a:lnTo>
                <a:lnTo>
                  <a:pt x="115919" y="252495"/>
                </a:lnTo>
                <a:lnTo>
                  <a:pt x="116585" y="263247"/>
                </a:lnTo>
                <a:lnTo>
                  <a:pt x="153519" y="289821"/>
                </a:lnTo>
                <a:lnTo>
                  <a:pt x="167830" y="291250"/>
                </a:lnTo>
                <a:lnTo>
                  <a:pt x="182427" y="291250"/>
                </a:lnTo>
                <a:lnTo>
                  <a:pt x="196595" y="290679"/>
                </a:lnTo>
                <a:lnTo>
                  <a:pt x="198881" y="290679"/>
                </a:lnTo>
                <a:lnTo>
                  <a:pt x="204215" y="290679"/>
                </a:lnTo>
                <a:lnTo>
                  <a:pt x="206501" y="289155"/>
                </a:lnTo>
                <a:lnTo>
                  <a:pt x="205739" y="289155"/>
                </a:lnTo>
                <a:lnTo>
                  <a:pt x="204215" y="289155"/>
                </a:lnTo>
                <a:lnTo>
                  <a:pt x="203453" y="289155"/>
                </a:lnTo>
                <a:lnTo>
                  <a:pt x="195464" y="293643"/>
                </a:lnTo>
                <a:lnTo>
                  <a:pt x="164568" y="316134"/>
                </a:lnTo>
                <a:lnTo>
                  <a:pt x="147827" y="352448"/>
                </a:lnTo>
                <a:lnTo>
                  <a:pt x="147446" y="362688"/>
                </a:lnTo>
                <a:lnTo>
                  <a:pt x="147637" y="372927"/>
                </a:lnTo>
                <a:lnTo>
                  <a:pt x="147827" y="382881"/>
                </a:lnTo>
                <a:lnTo>
                  <a:pt x="148244" y="395025"/>
                </a:lnTo>
                <a:lnTo>
                  <a:pt x="148875" y="408027"/>
                </a:lnTo>
                <a:lnTo>
                  <a:pt x="148792" y="421028"/>
                </a:lnTo>
                <a:lnTo>
                  <a:pt x="131063" y="459081"/>
                </a:lnTo>
                <a:lnTo>
                  <a:pt x="106298" y="468510"/>
                </a:lnTo>
                <a:lnTo>
                  <a:pt x="100012" y="468403"/>
                </a:lnTo>
                <a:lnTo>
                  <a:pt x="93725" y="468225"/>
                </a:lnTo>
                <a:lnTo>
                  <a:pt x="83808" y="468022"/>
                </a:lnTo>
                <a:lnTo>
                  <a:pt x="41909" y="456604"/>
                </a:lnTo>
                <a:lnTo>
                  <a:pt x="28193" y="449937"/>
                </a:lnTo>
                <a:lnTo>
                  <a:pt x="21109" y="447067"/>
                </a:lnTo>
                <a:lnTo>
                  <a:pt x="13811" y="444698"/>
                </a:lnTo>
                <a:lnTo>
                  <a:pt x="6655" y="441900"/>
                </a:lnTo>
                <a:lnTo>
                  <a:pt x="0" y="437745"/>
                </a:lnTo>
              </a:path>
            </a:pathLst>
          </a:custGeom>
          <a:noFill/>
          <a:ln cap="flat" cmpd="sng" w="1525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40" name="Google Shape;3140;p28"/>
          <p:cNvGrpSpPr/>
          <p:nvPr/>
        </p:nvGrpSpPr>
        <p:grpSpPr>
          <a:xfrm>
            <a:off x="893767" y="4295618"/>
            <a:ext cx="8783569" cy="2399522"/>
            <a:chOff x="893767" y="4295618"/>
            <a:chExt cx="8783569" cy="2399522"/>
          </a:xfrm>
        </p:grpSpPr>
        <p:grpSp>
          <p:nvGrpSpPr>
            <p:cNvPr id="3141" name="Google Shape;3141;p28"/>
            <p:cNvGrpSpPr/>
            <p:nvPr/>
          </p:nvGrpSpPr>
          <p:grpSpPr>
            <a:xfrm>
              <a:off x="893767" y="4659733"/>
              <a:ext cx="375374" cy="487185"/>
              <a:chOff x="3409342" y="4847843"/>
              <a:chExt cx="281939" cy="361950"/>
            </a:xfrm>
          </p:grpSpPr>
          <p:pic>
            <p:nvPicPr>
              <p:cNvPr id="3142" name="Google Shape;3142;p28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3530333" y="4941557"/>
                <a:ext cx="81476" cy="1707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43" name="Google Shape;3143;p28"/>
              <p:cNvSpPr/>
              <p:nvPr/>
            </p:nvSpPr>
            <p:spPr>
              <a:xfrm>
                <a:off x="3409342" y="4847843"/>
                <a:ext cx="281939" cy="361950"/>
              </a:xfrm>
              <a:custGeom>
                <a:rect b="b" l="l" r="r" t="t"/>
                <a:pathLst>
                  <a:path extrusionOk="0" h="361950" w="281939">
                    <a:moveTo>
                      <a:pt x="178915" y="15239"/>
                    </a:moveTo>
                    <a:lnTo>
                      <a:pt x="164306" y="8251"/>
                    </a:lnTo>
                    <a:lnTo>
                      <a:pt x="151197" y="3333"/>
                    </a:lnTo>
                    <a:lnTo>
                      <a:pt x="137660" y="559"/>
                    </a:lnTo>
                    <a:lnTo>
                      <a:pt x="121765" y="0"/>
                    </a:lnTo>
                    <a:lnTo>
                      <a:pt x="104048" y="2476"/>
                    </a:lnTo>
                    <a:lnTo>
                      <a:pt x="57757" y="28193"/>
                    </a:lnTo>
                    <a:lnTo>
                      <a:pt x="28324" y="60578"/>
                    </a:lnTo>
                    <a:lnTo>
                      <a:pt x="9751" y="99821"/>
                    </a:lnTo>
                    <a:lnTo>
                      <a:pt x="511" y="151733"/>
                    </a:lnTo>
                    <a:lnTo>
                      <a:pt x="0" y="178367"/>
                    </a:lnTo>
                    <a:lnTo>
                      <a:pt x="2131" y="204215"/>
                    </a:lnTo>
                    <a:lnTo>
                      <a:pt x="15561" y="252602"/>
                    </a:lnTo>
                    <a:lnTo>
                      <a:pt x="40993" y="296417"/>
                    </a:lnTo>
                    <a:lnTo>
                      <a:pt x="69949" y="327278"/>
                    </a:lnTo>
                    <a:lnTo>
                      <a:pt x="105763" y="351281"/>
                    </a:lnTo>
                    <a:lnTo>
                      <a:pt x="147958" y="361664"/>
                    </a:lnTo>
                    <a:lnTo>
                      <a:pt x="169306" y="359533"/>
                    </a:lnTo>
                    <a:lnTo>
                      <a:pt x="207347" y="340971"/>
                    </a:lnTo>
                    <a:lnTo>
                      <a:pt x="237160" y="311967"/>
                    </a:lnTo>
                    <a:lnTo>
                      <a:pt x="263247" y="270319"/>
                    </a:lnTo>
                    <a:lnTo>
                      <a:pt x="279034" y="217741"/>
                    </a:lnTo>
                    <a:lnTo>
                      <a:pt x="281785" y="189737"/>
                    </a:lnTo>
                    <a:lnTo>
                      <a:pt x="281606" y="166949"/>
                    </a:lnTo>
                    <a:lnTo>
                      <a:pt x="272676" y="123944"/>
                    </a:lnTo>
                    <a:lnTo>
                      <a:pt x="252686" y="84832"/>
                    </a:lnTo>
                    <a:lnTo>
                      <a:pt x="225349" y="53042"/>
                    </a:lnTo>
                    <a:lnTo>
                      <a:pt x="194571" y="28122"/>
                    </a:lnTo>
                    <a:lnTo>
                      <a:pt x="145387" y="3047"/>
                    </a:lnTo>
                    <a:lnTo>
                      <a:pt x="109573" y="16763"/>
                    </a:lnTo>
                    <a:lnTo>
                      <a:pt x="109573" y="19811"/>
                    </a:lnTo>
                    <a:lnTo>
                      <a:pt x="108811" y="22859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4" name="Google Shape;3144;p28"/>
              <p:cNvSpPr/>
              <p:nvPr/>
            </p:nvSpPr>
            <p:spPr>
              <a:xfrm>
                <a:off x="3540847" y="5053583"/>
                <a:ext cx="3810" cy="41275"/>
              </a:xfrm>
              <a:custGeom>
                <a:rect b="b" l="l" r="r" t="t"/>
                <a:pathLst>
                  <a:path extrusionOk="0" h="41275" w="3810">
                    <a:moveTo>
                      <a:pt x="166" y="0"/>
                    </a:moveTo>
                    <a:lnTo>
                      <a:pt x="0" y="8667"/>
                    </a:lnTo>
                    <a:lnTo>
                      <a:pt x="547" y="16764"/>
                    </a:lnTo>
                    <a:lnTo>
                      <a:pt x="1666" y="24860"/>
                    </a:lnTo>
                    <a:lnTo>
                      <a:pt x="3214" y="33528"/>
                    </a:lnTo>
                    <a:lnTo>
                      <a:pt x="3214" y="38100"/>
                    </a:lnTo>
                    <a:lnTo>
                      <a:pt x="3214" y="38862"/>
                    </a:lnTo>
                    <a:lnTo>
                      <a:pt x="3214" y="4114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145" name="Google Shape;3145;p28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1966931" y="4695781"/>
              <a:ext cx="341930" cy="2800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6" name="Google Shape;3146;p28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2861239" y="4751168"/>
              <a:ext cx="423599" cy="30107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47" name="Google Shape;3147;p28"/>
            <p:cNvGrpSpPr/>
            <p:nvPr/>
          </p:nvGrpSpPr>
          <p:grpSpPr>
            <a:xfrm>
              <a:off x="3849670" y="4595093"/>
              <a:ext cx="889978" cy="288224"/>
              <a:chOff x="5629489" y="4799825"/>
              <a:chExt cx="668453" cy="214134"/>
            </a:xfrm>
          </p:grpSpPr>
          <p:sp>
            <p:nvSpPr>
              <p:cNvPr id="3148" name="Google Shape;3148;p28"/>
              <p:cNvSpPr/>
              <p:nvPr/>
            </p:nvSpPr>
            <p:spPr>
              <a:xfrm>
                <a:off x="5629489" y="4819649"/>
                <a:ext cx="78739" cy="194310"/>
              </a:xfrm>
              <a:custGeom>
                <a:rect b="b" l="l" r="r" t="t"/>
                <a:pathLst>
                  <a:path extrusionOk="0" h="194310" w="78739">
                    <a:moveTo>
                      <a:pt x="50458" y="0"/>
                    </a:moveTo>
                    <a:lnTo>
                      <a:pt x="67389" y="51220"/>
                    </a:lnTo>
                    <a:lnTo>
                      <a:pt x="69520" y="90296"/>
                    </a:lnTo>
                    <a:lnTo>
                      <a:pt x="69925" y="129158"/>
                    </a:lnTo>
                    <a:lnTo>
                      <a:pt x="70270" y="148589"/>
                    </a:lnTo>
                    <a:lnTo>
                      <a:pt x="70270" y="154888"/>
                    </a:lnTo>
                    <a:lnTo>
                      <a:pt x="70270" y="161258"/>
                    </a:lnTo>
                    <a:lnTo>
                      <a:pt x="70270" y="167770"/>
                    </a:lnTo>
                    <a:lnTo>
                      <a:pt x="70270" y="174497"/>
                    </a:lnTo>
                    <a:lnTo>
                      <a:pt x="69961" y="165258"/>
                    </a:lnTo>
                    <a:lnTo>
                      <a:pt x="60364" y="126968"/>
                    </a:lnTo>
                    <a:lnTo>
                      <a:pt x="31718" y="91154"/>
                    </a:lnTo>
                    <a:lnTo>
                      <a:pt x="23788" y="91058"/>
                    </a:lnTo>
                    <a:lnTo>
                      <a:pt x="16430" y="94392"/>
                    </a:lnTo>
                    <a:lnTo>
                      <a:pt x="10072" y="100583"/>
                    </a:lnTo>
                    <a:lnTo>
                      <a:pt x="4238" y="112430"/>
                    </a:lnTo>
                    <a:lnTo>
                      <a:pt x="1119" y="125634"/>
                    </a:lnTo>
                    <a:lnTo>
                      <a:pt x="0" y="139267"/>
                    </a:lnTo>
                    <a:lnTo>
                      <a:pt x="166" y="152399"/>
                    </a:lnTo>
                    <a:lnTo>
                      <a:pt x="23788" y="190499"/>
                    </a:lnTo>
                    <a:lnTo>
                      <a:pt x="37933" y="193738"/>
                    </a:lnTo>
                    <a:lnTo>
                      <a:pt x="51792" y="192976"/>
                    </a:lnTo>
                    <a:lnTo>
                      <a:pt x="65365" y="189642"/>
                    </a:lnTo>
                    <a:lnTo>
                      <a:pt x="78652" y="185165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9" name="Google Shape;3149;p28"/>
              <p:cNvSpPr/>
              <p:nvPr/>
            </p:nvSpPr>
            <p:spPr>
              <a:xfrm>
                <a:off x="5718369" y="4901183"/>
                <a:ext cx="102870" cy="91439"/>
              </a:xfrm>
              <a:custGeom>
                <a:rect b="b" l="l" r="r" t="t"/>
                <a:pathLst>
                  <a:path extrusionOk="0" h="91439" w="102870">
                    <a:moveTo>
                      <a:pt x="68258" y="22860"/>
                    </a:moveTo>
                    <a:lnTo>
                      <a:pt x="63126" y="14037"/>
                    </a:lnTo>
                    <a:lnTo>
                      <a:pt x="58066" y="7143"/>
                    </a:lnTo>
                    <a:lnTo>
                      <a:pt x="51434" y="2393"/>
                    </a:lnTo>
                    <a:lnTo>
                      <a:pt x="41588" y="0"/>
                    </a:lnTo>
                    <a:lnTo>
                      <a:pt x="31825" y="1440"/>
                    </a:lnTo>
                    <a:lnTo>
                      <a:pt x="7310" y="36647"/>
                    </a:lnTo>
                    <a:lnTo>
                      <a:pt x="0" y="67556"/>
                    </a:lnTo>
                    <a:lnTo>
                      <a:pt x="1202" y="82296"/>
                    </a:lnTo>
                    <a:lnTo>
                      <a:pt x="5714" y="88725"/>
                    </a:lnTo>
                    <a:lnTo>
                      <a:pt x="13299" y="91440"/>
                    </a:lnTo>
                    <a:lnTo>
                      <a:pt x="21883" y="91297"/>
                    </a:lnTo>
                    <a:lnTo>
                      <a:pt x="55221" y="63865"/>
                    </a:lnTo>
                    <a:lnTo>
                      <a:pt x="66532" y="23229"/>
                    </a:lnTo>
                    <a:lnTo>
                      <a:pt x="66734" y="11430"/>
                    </a:lnTo>
                    <a:lnTo>
                      <a:pt x="66734" y="9144"/>
                    </a:lnTo>
                    <a:lnTo>
                      <a:pt x="66734" y="7620"/>
                    </a:lnTo>
                    <a:lnTo>
                      <a:pt x="66734" y="5345"/>
                    </a:lnTo>
                    <a:lnTo>
                      <a:pt x="66734" y="10001"/>
                    </a:lnTo>
                    <a:lnTo>
                      <a:pt x="66734" y="16513"/>
                    </a:lnTo>
                    <a:lnTo>
                      <a:pt x="66734" y="19812"/>
                    </a:lnTo>
                    <a:lnTo>
                      <a:pt x="66925" y="30777"/>
                    </a:lnTo>
                    <a:lnTo>
                      <a:pt x="74842" y="70794"/>
                    </a:lnTo>
                    <a:lnTo>
                      <a:pt x="91880" y="86868"/>
                    </a:lnTo>
                    <a:lnTo>
                      <a:pt x="97214" y="86868"/>
                    </a:lnTo>
                    <a:lnTo>
                      <a:pt x="99500" y="86868"/>
                    </a:lnTo>
                    <a:lnTo>
                      <a:pt x="102548" y="8382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0" name="Google Shape;3150;p28"/>
              <p:cNvSpPr/>
              <p:nvPr/>
            </p:nvSpPr>
            <p:spPr>
              <a:xfrm>
                <a:off x="5846766" y="4826507"/>
                <a:ext cx="15875" cy="157479"/>
              </a:xfrm>
              <a:custGeom>
                <a:rect b="b" l="l" r="r" t="t"/>
                <a:pathLst>
                  <a:path extrusionOk="0" h="157479" w="15875">
                    <a:moveTo>
                      <a:pt x="5393" y="0"/>
                    </a:moveTo>
                    <a:lnTo>
                      <a:pt x="1988" y="14406"/>
                    </a:lnTo>
                    <a:lnTo>
                      <a:pt x="440" y="28384"/>
                    </a:lnTo>
                    <a:lnTo>
                      <a:pt x="35" y="42648"/>
                    </a:lnTo>
                    <a:lnTo>
                      <a:pt x="59" y="57912"/>
                    </a:lnTo>
                    <a:lnTo>
                      <a:pt x="0" y="74937"/>
                    </a:lnTo>
                    <a:lnTo>
                      <a:pt x="3107" y="125730"/>
                    </a:lnTo>
                    <a:lnTo>
                      <a:pt x="10179" y="150375"/>
                    </a:lnTo>
                    <a:lnTo>
                      <a:pt x="15299" y="15697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1" name="Google Shape;3151;p28"/>
              <p:cNvSpPr/>
              <p:nvPr/>
            </p:nvSpPr>
            <p:spPr>
              <a:xfrm>
                <a:off x="5832347" y="4902707"/>
                <a:ext cx="73660" cy="16510"/>
              </a:xfrm>
              <a:custGeom>
                <a:rect b="b" l="l" r="r" t="t"/>
                <a:pathLst>
                  <a:path extrusionOk="0" h="16510" w="73660">
                    <a:moveTo>
                      <a:pt x="0" y="16001"/>
                    </a:moveTo>
                    <a:lnTo>
                      <a:pt x="18609" y="13287"/>
                    </a:lnTo>
                    <a:lnTo>
                      <a:pt x="36861" y="9715"/>
                    </a:lnTo>
                    <a:lnTo>
                      <a:pt x="54971" y="5286"/>
                    </a:lnTo>
                    <a:lnTo>
                      <a:pt x="73152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2" name="Google Shape;3152;p28"/>
              <p:cNvSpPr/>
              <p:nvPr/>
            </p:nvSpPr>
            <p:spPr>
              <a:xfrm>
                <a:off x="5907428" y="4875275"/>
                <a:ext cx="104139" cy="100329"/>
              </a:xfrm>
              <a:custGeom>
                <a:rect b="b" l="l" r="r" t="t"/>
                <a:pathLst>
                  <a:path extrusionOk="0" h="100329" w="104139">
                    <a:moveTo>
                      <a:pt x="66651" y="70866"/>
                    </a:moveTo>
                    <a:lnTo>
                      <a:pt x="61364" y="61317"/>
                    </a:lnTo>
                    <a:lnTo>
                      <a:pt x="58650" y="53911"/>
                    </a:lnTo>
                    <a:lnTo>
                      <a:pt x="57650" y="46220"/>
                    </a:lnTo>
                    <a:lnTo>
                      <a:pt x="57507" y="35814"/>
                    </a:lnTo>
                    <a:lnTo>
                      <a:pt x="57661" y="27717"/>
                    </a:lnTo>
                    <a:lnTo>
                      <a:pt x="57602" y="19621"/>
                    </a:lnTo>
                    <a:lnTo>
                      <a:pt x="56542" y="11811"/>
                    </a:lnTo>
                    <a:lnTo>
                      <a:pt x="53697" y="4572"/>
                    </a:lnTo>
                    <a:lnTo>
                      <a:pt x="48541" y="0"/>
                    </a:lnTo>
                    <a:lnTo>
                      <a:pt x="42743" y="0"/>
                    </a:lnTo>
                    <a:lnTo>
                      <a:pt x="16073" y="28003"/>
                    </a:lnTo>
                    <a:lnTo>
                      <a:pt x="547" y="72771"/>
                    </a:lnTo>
                    <a:lnTo>
                      <a:pt x="0" y="83867"/>
                    </a:lnTo>
                    <a:lnTo>
                      <a:pt x="1881" y="92964"/>
                    </a:lnTo>
                    <a:lnTo>
                      <a:pt x="7262" y="97964"/>
                    </a:lnTo>
                    <a:lnTo>
                      <a:pt x="15216" y="99822"/>
                    </a:lnTo>
                    <a:lnTo>
                      <a:pt x="23741" y="99393"/>
                    </a:lnTo>
                    <a:lnTo>
                      <a:pt x="56233" y="73854"/>
                    </a:lnTo>
                    <a:lnTo>
                      <a:pt x="68937" y="31242"/>
                    </a:lnTo>
                    <a:lnTo>
                      <a:pt x="68937" y="29718"/>
                    </a:lnTo>
                    <a:lnTo>
                      <a:pt x="68937" y="28956"/>
                    </a:lnTo>
                    <a:lnTo>
                      <a:pt x="68937" y="27432"/>
                    </a:lnTo>
                    <a:lnTo>
                      <a:pt x="66651" y="35052"/>
                    </a:lnTo>
                    <a:lnTo>
                      <a:pt x="65127" y="41148"/>
                    </a:lnTo>
                    <a:lnTo>
                      <a:pt x="65127" y="49530"/>
                    </a:lnTo>
                    <a:lnTo>
                      <a:pt x="64686" y="59531"/>
                    </a:lnTo>
                    <a:lnTo>
                      <a:pt x="85605" y="97059"/>
                    </a:lnTo>
                    <a:lnTo>
                      <a:pt x="94261" y="98214"/>
                    </a:lnTo>
                    <a:lnTo>
                      <a:pt x="103989" y="98298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3" name="Google Shape;3153;p28"/>
              <p:cNvSpPr/>
              <p:nvPr/>
            </p:nvSpPr>
            <p:spPr>
              <a:xfrm>
                <a:off x="6022228" y="4845319"/>
                <a:ext cx="64770" cy="107314"/>
              </a:xfrm>
              <a:custGeom>
                <a:rect b="b" l="l" r="r" t="t"/>
                <a:pathLst>
                  <a:path extrusionOk="0" h="107314" w="64770">
                    <a:moveTo>
                      <a:pt x="44053" y="1000"/>
                    </a:moveTo>
                    <a:lnTo>
                      <a:pt x="32682" y="0"/>
                    </a:lnTo>
                    <a:lnTo>
                      <a:pt x="23955" y="428"/>
                    </a:lnTo>
                    <a:lnTo>
                      <a:pt x="16513" y="4000"/>
                    </a:lnTo>
                    <a:lnTo>
                      <a:pt x="9001" y="12430"/>
                    </a:lnTo>
                    <a:lnTo>
                      <a:pt x="4476" y="20847"/>
                    </a:lnTo>
                    <a:lnTo>
                      <a:pt x="1381" y="30622"/>
                    </a:lnTo>
                    <a:lnTo>
                      <a:pt x="0" y="40826"/>
                    </a:lnTo>
                    <a:lnTo>
                      <a:pt x="619" y="50530"/>
                    </a:lnTo>
                    <a:lnTo>
                      <a:pt x="31861" y="76438"/>
                    </a:lnTo>
                    <a:lnTo>
                      <a:pt x="45958" y="81200"/>
                    </a:lnTo>
                    <a:lnTo>
                      <a:pt x="53292" y="83724"/>
                    </a:lnTo>
                    <a:lnTo>
                      <a:pt x="60055" y="87106"/>
                    </a:lnTo>
                    <a:lnTo>
                      <a:pt x="64627" y="90154"/>
                    </a:lnTo>
                    <a:lnTo>
                      <a:pt x="62341" y="90154"/>
                    </a:lnTo>
                    <a:lnTo>
                      <a:pt x="63865" y="93202"/>
                    </a:lnTo>
                    <a:lnTo>
                      <a:pt x="57554" y="97000"/>
                    </a:lnTo>
                    <a:lnTo>
                      <a:pt x="51101" y="99583"/>
                    </a:lnTo>
                    <a:lnTo>
                      <a:pt x="44362" y="101453"/>
                    </a:lnTo>
                    <a:lnTo>
                      <a:pt x="37195" y="103108"/>
                    </a:lnTo>
                    <a:lnTo>
                      <a:pt x="31503" y="104429"/>
                    </a:lnTo>
                    <a:lnTo>
                      <a:pt x="23098" y="106251"/>
                    </a:lnTo>
                    <a:lnTo>
                      <a:pt x="14692" y="107072"/>
                    </a:lnTo>
                    <a:lnTo>
                      <a:pt x="9001" y="105394"/>
                    </a:lnTo>
                    <a:lnTo>
                      <a:pt x="8239" y="99298"/>
                    </a:lnTo>
                    <a:lnTo>
                      <a:pt x="7477" y="97012"/>
                    </a:lnTo>
                    <a:lnTo>
                      <a:pt x="8239" y="9244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4" name="Google Shape;3154;p28"/>
              <p:cNvSpPr/>
              <p:nvPr/>
            </p:nvSpPr>
            <p:spPr>
              <a:xfrm>
                <a:off x="6122479" y="4857749"/>
                <a:ext cx="55245" cy="92710"/>
              </a:xfrm>
              <a:custGeom>
                <a:rect b="b" l="l" r="r" t="t"/>
                <a:pathLst>
                  <a:path extrusionOk="0" h="92710" w="55245">
                    <a:moveTo>
                      <a:pt x="952" y="0"/>
                    </a:moveTo>
                    <a:lnTo>
                      <a:pt x="1928" y="9144"/>
                    </a:lnTo>
                    <a:lnTo>
                      <a:pt x="2476" y="18288"/>
                    </a:lnTo>
                    <a:lnTo>
                      <a:pt x="2452" y="27432"/>
                    </a:lnTo>
                    <a:lnTo>
                      <a:pt x="1714" y="36576"/>
                    </a:lnTo>
                    <a:lnTo>
                      <a:pt x="952" y="47672"/>
                    </a:lnTo>
                    <a:lnTo>
                      <a:pt x="190" y="59054"/>
                    </a:lnTo>
                    <a:lnTo>
                      <a:pt x="0" y="70437"/>
                    </a:lnTo>
                    <a:lnTo>
                      <a:pt x="952" y="81534"/>
                    </a:lnTo>
                    <a:lnTo>
                      <a:pt x="2476" y="91440"/>
                    </a:lnTo>
                    <a:lnTo>
                      <a:pt x="10858" y="92202"/>
                    </a:lnTo>
                    <a:lnTo>
                      <a:pt x="19240" y="91440"/>
                    </a:lnTo>
                    <a:lnTo>
                      <a:pt x="30087" y="88844"/>
                    </a:lnTo>
                    <a:lnTo>
                      <a:pt x="39147" y="83820"/>
                    </a:lnTo>
                    <a:lnTo>
                      <a:pt x="47208" y="77081"/>
                    </a:lnTo>
                    <a:lnTo>
                      <a:pt x="55054" y="69341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5" name="Google Shape;3155;p28"/>
              <p:cNvSpPr/>
              <p:nvPr/>
            </p:nvSpPr>
            <p:spPr>
              <a:xfrm>
                <a:off x="6121145" y="4859333"/>
                <a:ext cx="57150" cy="43814"/>
              </a:xfrm>
              <a:custGeom>
                <a:rect b="b" l="l" r="r" t="t"/>
                <a:pathLst>
                  <a:path extrusionOk="0" h="43814" w="57150">
                    <a:moveTo>
                      <a:pt x="6858" y="31944"/>
                    </a:moveTo>
                    <a:lnTo>
                      <a:pt x="4572" y="35754"/>
                    </a:lnTo>
                    <a:lnTo>
                      <a:pt x="2286" y="39564"/>
                    </a:lnTo>
                    <a:lnTo>
                      <a:pt x="0" y="43374"/>
                    </a:lnTo>
                    <a:lnTo>
                      <a:pt x="39112" y="34956"/>
                    </a:lnTo>
                    <a:lnTo>
                      <a:pt x="57150" y="9846"/>
                    </a:lnTo>
                    <a:lnTo>
                      <a:pt x="48006" y="6036"/>
                    </a:lnTo>
                    <a:lnTo>
                      <a:pt x="41148" y="3750"/>
                    </a:lnTo>
                    <a:lnTo>
                      <a:pt x="33920" y="1452"/>
                    </a:lnTo>
                    <a:lnTo>
                      <a:pt x="26193" y="226"/>
                    </a:lnTo>
                    <a:lnTo>
                      <a:pt x="18323" y="0"/>
                    </a:lnTo>
                    <a:lnTo>
                      <a:pt x="10668" y="702"/>
                    </a:lnTo>
                    <a:lnTo>
                      <a:pt x="5334" y="1464"/>
                    </a:lnTo>
                    <a:lnTo>
                      <a:pt x="4572" y="3750"/>
                    </a:lnTo>
                    <a:lnTo>
                      <a:pt x="3048" y="756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156" name="Google Shape;3156;p28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6209525" y="4799825"/>
                <a:ext cx="88417" cy="1630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157" name="Google Shape;3157;p28"/>
            <p:cNvSpPr/>
            <p:nvPr/>
          </p:nvSpPr>
          <p:spPr>
            <a:xfrm>
              <a:off x="5313881" y="4380913"/>
              <a:ext cx="111690" cy="567960"/>
            </a:xfrm>
            <a:custGeom>
              <a:rect b="b" l="l" r="r" t="t"/>
              <a:pathLst>
                <a:path extrusionOk="0" h="422275" w="83820">
                  <a:moveTo>
                    <a:pt x="68579" y="37337"/>
                  </a:moveTo>
                  <a:lnTo>
                    <a:pt x="68651" y="30027"/>
                  </a:lnTo>
                  <a:lnTo>
                    <a:pt x="68579" y="22859"/>
                  </a:lnTo>
                  <a:lnTo>
                    <a:pt x="67937" y="15692"/>
                  </a:lnTo>
                  <a:lnTo>
                    <a:pt x="66293" y="8381"/>
                  </a:lnTo>
                  <a:lnTo>
                    <a:pt x="64007" y="3047"/>
                  </a:lnTo>
                  <a:lnTo>
                    <a:pt x="59435" y="0"/>
                  </a:lnTo>
                  <a:lnTo>
                    <a:pt x="53339" y="1523"/>
                  </a:lnTo>
                  <a:lnTo>
                    <a:pt x="21085" y="38623"/>
                  </a:lnTo>
                  <a:lnTo>
                    <a:pt x="12096" y="81164"/>
                  </a:lnTo>
                  <a:lnTo>
                    <a:pt x="13144" y="89630"/>
                  </a:lnTo>
                  <a:lnTo>
                    <a:pt x="33432" y="123920"/>
                  </a:lnTo>
                  <a:lnTo>
                    <a:pt x="48767" y="140207"/>
                  </a:lnTo>
                  <a:lnTo>
                    <a:pt x="53601" y="145958"/>
                  </a:lnTo>
                  <a:lnTo>
                    <a:pt x="57721" y="151923"/>
                  </a:lnTo>
                  <a:lnTo>
                    <a:pt x="60983" y="158317"/>
                  </a:lnTo>
                  <a:lnTo>
                    <a:pt x="63245" y="165353"/>
                  </a:lnTo>
                  <a:lnTo>
                    <a:pt x="64674" y="172973"/>
                  </a:lnTo>
                  <a:lnTo>
                    <a:pt x="64388" y="180022"/>
                  </a:lnTo>
                  <a:lnTo>
                    <a:pt x="43338" y="212121"/>
                  </a:lnTo>
                  <a:lnTo>
                    <a:pt x="12572" y="237553"/>
                  </a:lnTo>
                  <a:lnTo>
                    <a:pt x="0" y="246126"/>
                  </a:lnTo>
                  <a:lnTo>
                    <a:pt x="1523" y="246887"/>
                  </a:lnTo>
                  <a:lnTo>
                    <a:pt x="6095" y="249173"/>
                  </a:lnTo>
                  <a:lnTo>
                    <a:pt x="8381" y="249935"/>
                  </a:lnTo>
                  <a:lnTo>
                    <a:pt x="15454" y="252388"/>
                  </a:lnTo>
                  <a:lnTo>
                    <a:pt x="45719" y="276701"/>
                  </a:lnTo>
                  <a:lnTo>
                    <a:pt x="48767" y="293370"/>
                  </a:lnTo>
                  <a:lnTo>
                    <a:pt x="48541" y="305692"/>
                  </a:lnTo>
                  <a:lnTo>
                    <a:pt x="46958" y="317658"/>
                  </a:lnTo>
                  <a:lnTo>
                    <a:pt x="44374" y="329481"/>
                  </a:lnTo>
                  <a:lnTo>
                    <a:pt x="41147" y="341376"/>
                  </a:lnTo>
                  <a:lnTo>
                    <a:pt x="38338" y="351424"/>
                  </a:lnTo>
                  <a:lnTo>
                    <a:pt x="35813" y="361188"/>
                  </a:lnTo>
                  <a:lnTo>
                    <a:pt x="33861" y="370951"/>
                  </a:lnTo>
                  <a:lnTo>
                    <a:pt x="32765" y="380999"/>
                  </a:lnTo>
                  <a:lnTo>
                    <a:pt x="32003" y="390144"/>
                  </a:lnTo>
                  <a:lnTo>
                    <a:pt x="32003" y="397002"/>
                  </a:lnTo>
                  <a:lnTo>
                    <a:pt x="65912" y="422243"/>
                  </a:lnTo>
                  <a:lnTo>
                    <a:pt x="72104" y="421778"/>
                  </a:lnTo>
                  <a:lnTo>
                    <a:pt x="77723" y="419100"/>
                  </a:lnTo>
                  <a:lnTo>
                    <a:pt x="79247" y="416813"/>
                  </a:lnTo>
                  <a:lnTo>
                    <a:pt x="81533" y="414528"/>
                  </a:lnTo>
                  <a:lnTo>
                    <a:pt x="83819" y="411480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58" name="Google Shape;3158;p28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5565468" y="4582956"/>
              <a:ext cx="204968" cy="2144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9" name="Google Shape;3159;p28"/>
            <p:cNvSpPr/>
            <p:nvPr/>
          </p:nvSpPr>
          <p:spPr>
            <a:xfrm>
              <a:off x="5878975" y="4675283"/>
              <a:ext cx="49075" cy="96509"/>
            </a:xfrm>
            <a:custGeom>
              <a:rect b="b" l="l" r="r" t="t"/>
              <a:pathLst>
                <a:path extrusionOk="0" h="71754" w="36829">
                  <a:moveTo>
                    <a:pt x="11429" y="0"/>
                  </a:moveTo>
                  <a:lnTo>
                    <a:pt x="21466" y="2583"/>
                  </a:lnTo>
                  <a:lnTo>
                    <a:pt x="28860" y="5810"/>
                  </a:lnTo>
                  <a:lnTo>
                    <a:pt x="33825" y="11465"/>
                  </a:lnTo>
                  <a:lnTo>
                    <a:pt x="36575" y="21335"/>
                  </a:lnTo>
                  <a:lnTo>
                    <a:pt x="36242" y="31420"/>
                  </a:lnTo>
                  <a:lnTo>
                    <a:pt x="12191" y="66579"/>
                  </a:lnTo>
                  <a:lnTo>
                    <a:pt x="0" y="71628"/>
                  </a:lnTo>
                  <a:lnTo>
                    <a:pt x="0" y="7086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0" name="Google Shape;3160;p28"/>
            <p:cNvSpPr/>
            <p:nvPr/>
          </p:nvSpPr>
          <p:spPr>
            <a:xfrm>
              <a:off x="6118404" y="4646566"/>
              <a:ext cx="21998" cy="20496"/>
            </a:xfrm>
            <a:custGeom>
              <a:rect b="b" l="l" r="r" t="t"/>
              <a:pathLst>
                <a:path extrusionOk="0" h="15239" w="16509">
                  <a:moveTo>
                    <a:pt x="0" y="3809"/>
                  </a:moveTo>
                  <a:lnTo>
                    <a:pt x="0" y="12191"/>
                  </a:lnTo>
                  <a:lnTo>
                    <a:pt x="3809" y="15239"/>
                  </a:lnTo>
                  <a:lnTo>
                    <a:pt x="12191" y="15239"/>
                  </a:lnTo>
                  <a:lnTo>
                    <a:pt x="16001" y="12191"/>
                  </a:lnTo>
                  <a:lnTo>
                    <a:pt x="16001" y="7619"/>
                  </a:lnTo>
                  <a:lnTo>
                    <a:pt x="16001" y="3809"/>
                  </a:lnTo>
                  <a:lnTo>
                    <a:pt x="12191" y="0"/>
                  </a:lnTo>
                  <a:lnTo>
                    <a:pt x="3809" y="0"/>
                  </a:lnTo>
                  <a:lnTo>
                    <a:pt x="0" y="3809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1" name="Google Shape;3161;p28"/>
            <p:cNvSpPr/>
            <p:nvPr/>
          </p:nvSpPr>
          <p:spPr>
            <a:xfrm>
              <a:off x="6285801" y="4628102"/>
              <a:ext cx="20307" cy="20496"/>
            </a:xfrm>
            <a:custGeom>
              <a:rect b="b" l="l" r="r" t="t"/>
              <a:pathLst>
                <a:path extrusionOk="0" h="15239" w="15240">
                  <a:moveTo>
                    <a:pt x="0" y="3047"/>
                  </a:moveTo>
                  <a:lnTo>
                    <a:pt x="0" y="12191"/>
                  </a:lnTo>
                  <a:lnTo>
                    <a:pt x="3810" y="15239"/>
                  </a:lnTo>
                  <a:lnTo>
                    <a:pt x="12192" y="15239"/>
                  </a:lnTo>
                  <a:lnTo>
                    <a:pt x="15240" y="12191"/>
                  </a:lnTo>
                  <a:lnTo>
                    <a:pt x="15240" y="7619"/>
                  </a:lnTo>
                  <a:lnTo>
                    <a:pt x="15240" y="3047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2" name="Google Shape;3162;p28"/>
            <p:cNvSpPr/>
            <p:nvPr/>
          </p:nvSpPr>
          <p:spPr>
            <a:xfrm>
              <a:off x="6430878" y="4622974"/>
              <a:ext cx="20307" cy="20496"/>
            </a:xfrm>
            <a:custGeom>
              <a:rect b="b" l="l" r="r" t="t"/>
              <a:pathLst>
                <a:path extrusionOk="0" h="15239" w="15240">
                  <a:moveTo>
                    <a:pt x="0" y="3047"/>
                  </a:moveTo>
                  <a:lnTo>
                    <a:pt x="0" y="11429"/>
                  </a:lnTo>
                  <a:lnTo>
                    <a:pt x="3810" y="15239"/>
                  </a:lnTo>
                  <a:lnTo>
                    <a:pt x="12192" y="15239"/>
                  </a:lnTo>
                  <a:lnTo>
                    <a:pt x="15240" y="11429"/>
                  </a:lnTo>
                  <a:lnTo>
                    <a:pt x="15240" y="7619"/>
                  </a:lnTo>
                  <a:lnTo>
                    <a:pt x="15240" y="3047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63" name="Google Shape;3163;p28"/>
            <p:cNvGrpSpPr/>
            <p:nvPr/>
          </p:nvGrpSpPr>
          <p:grpSpPr>
            <a:xfrm>
              <a:off x="6632740" y="4478157"/>
              <a:ext cx="419999" cy="285165"/>
              <a:chOff x="7719809" y="4712957"/>
              <a:chExt cx="315457" cy="211861"/>
            </a:xfrm>
          </p:grpSpPr>
          <p:pic>
            <p:nvPicPr>
              <p:cNvPr id="3164" name="Google Shape;3164;p28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7719809" y="4836913"/>
                <a:ext cx="68129" cy="8790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65" name="Google Shape;3165;p28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7828013" y="4712957"/>
                <a:ext cx="207253" cy="16537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166" name="Google Shape;3166;p28"/>
            <p:cNvSpPr/>
            <p:nvPr/>
          </p:nvSpPr>
          <p:spPr>
            <a:xfrm>
              <a:off x="7759913" y="4645540"/>
              <a:ext cx="52461" cy="90532"/>
            </a:xfrm>
            <a:custGeom>
              <a:rect b="b" l="l" r="r" t="t"/>
              <a:pathLst>
                <a:path extrusionOk="0" h="67310" w="39370">
                  <a:moveTo>
                    <a:pt x="19811" y="0"/>
                  </a:moveTo>
                  <a:lnTo>
                    <a:pt x="27503" y="7893"/>
                  </a:lnTo>
                  <a:lnTo>
                    <a:pt x="33337" y="14573"/>
                  </a:lnTo>
                  <a:lnTo>
                    <a:pt x="37171" y="21967"/>
                  </a:lnTo>
                  <a:lnTo>
                    <a:pt x="38861" y="32003"/>
                  </a:lnTo>
                  <a:lnTo>
                    <a:pt x="38195" y="40147"/>
                  </a:lnTo>
                  <a:lnTo>
                    <a:pt x="9143" y="66294"/>
                  </a:lnTo>
                  <a:lnTo>
                    <a:pt x="0" y="67056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67" name="Google Shape;3167;p28"/>
            <p:cNvGrpSpPr/>
            <p:nvPr/>
          </p:nvGrpSpPr>
          <p:grpSpPr>
            <a:xfrm>
              <a:off x="8172808" y="4295618"/>
              <a:ext cx="353392" cy="172822"/>
              <a:chOff x="8876537" y="4577334"/>
              <a:chExt cx="265429" cy="128397"/>
            </a:xfrm>
          </p:grpSpPr>
          <p:sp>
            <p:nvSpPr>
              <p:cNvPr id="3168" name="Google Shape;3168;p28"/>
              <p:cNvSpPr/>
              <p:nvPr/>
            </p:nvSpPr>
            <p:spPr>
              <a:xfrm>
                <a:off x="8908541" y="4577334"/>
                <a:ext cx="8254" cy="128270"/>
              </a:xfrm>
              <a:custGeom>
                <a:rect b="b" l="l" r="r" t="t"/>
                <a:pathLst>
                  <a:path extrusionOk="0" h="128270" w="8254">
                    <a:moveTo>
                      <a:pt x="6096" y="0"/>
                    </a:moveTo>
                    <a:lnTo>
                      <a:pt x="6977" y="13263"/>
                    </a:lnTo>
                    <a:lnTo>
                      <a:pt x="7429" y="26670"/>
                    </a:lnTo>
                    <a:lnTo>
                      <a:pt x="7596" y="40076"/>
                    </a:lnTo>
                    <a:lnTo>
                      <a:pt x="7620" y="53340"/>
                    </a:lnTo>
                    <a:lnTo>
                      <a:pt x="7798" y="65460"/>
                    </a:lnTo>
                    <a:lnTo>
                      <a:pt x="7334" y="77724"/>
                    </a:lnTo>
                    <a:lnTo>
                      <a:pt x="6441" y="89987"/>
                    </a:lnTo>
                    <a:lnTo>
                      <a:pt x="5334" y="102108"/>
                    </a:lnTo>
                    <a:lnTo>
                      <a:pt x="4572" y="110490"/>
                    </a:lnTo>
                    <a:lnTo>
                      <a:pt x="4572" y="118872"/>
                    </a:lnTo>
                    <a:lnTo>
                      <a:pt x="1524" y="126492"/>
                    </a:lnTo>
                    <a:lnTo>
                      <a:pt x="762" y="127254"/>
                    </a:lnTo>
                    <a:lnTo>
                      <a:pt x="762" y="128016"/>
                    </a:lnTo>
                    <a:lnTo>
                      <a:pt x="0" y="128016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9" name="Google Shape;3169;p28"/>
              <p:cNvSpPr/>
              <p:nvPr/>
            </p:nvSpPr>
            <p:spPr>
              <a:xfrm>
                <a:off x="8876537" y="4597146"/>
                <a:ext cx="265429" cy="108585"/>
              </a:xfrm>
              <a:custGeom>
                <a:rect b="b" l="l" r="r" t="t"/>
                <a:pathLst>
                  <a:path extrusionOk="0" h="108585" w="265429">
                    <a:moveTo>
                      <a:pt x="0" y="24383"/>
                    </a:moveTo>
                    <a:lnTo>
                      <a:pt x="10977" y="21752"/>
                    </a:lnTo>
                    <a:lnTo>
                      <a:pt x="22097" y="19335"/>
                    </a:lnTo>
                    <a:lnTo>
                      <a:pt x="33218" y="16775"/>
                    </a:lnTo>
                    <a:lnTo>
                      <a:pt x="70104" y="3809"/>
                    </a:lnTo>
                    <a:lnTo>
                      <a:pt x="72390" y="2285"/>
                    </a:lnTo>
                    <a:lnTo>
                      <a:pt x="73914" y="1523"/>
                    </a:lnTo>
                    <a:lnTo>
                      <a:pt x="76200" y="0"/>
                    </a:lnTo>
                    <a:lnTo>
                      <a:pt x="77402" y="13263"/>
                    </a:lnTo>
                    <a:lnTo>
                      <a:pt x="77819" y="26669"/>
                    </a:lnTo>
                    <a:lnTo>
                      <a:pt x="77807" y="40076"/>
                    </a:lnTo>
                    <a:lnTo>
                      <a:pt x="77724" y="53339"/>
                    </a:lnTo>
                    <a:lnTo>
                      <a:pt x="77628" y="62603"/>
                    </a:lnTo>
                    <a:lnTo>
                      <a:pt x="77533" y="72008"/>
                    </a:lnTo>
                    <a:lnTo>
                      <a:pt x="77724" y="81414"/>
                    </a:lnTo>
                    <a:lnTo>
                      <a:pt x="78486" y="90677"/>
                    </a:lnTo>
                    <a:lnTo>
                      <a:pt x="78486" y="93725"/>
                    </a:lnTo>
                    <a:lnTo>
                      <a:pt x="79248" y="96011"/>
                    </a:lnTo>
                    <a:lnTo>
                      <a:pt x="80010" y="99059"/>
                    </a:lnTo>
                    <a:lnTo>
                      <a:pt x="80010" y="92201"/>
                    </a:lnTo>
                    <a:lnTo>
                      <a:pt x="78486" y="85343"/>
                    </a:lnTo>
                    <a:lnTo>
                      <a:pt x="78486" y="78485"/>
                    </a:lnTo>
                    <a:lnTo>
                      <a:pt x="77783" y="70949"/>
                    </a:lnTo>
                    <a:lnTo>
                      <a:pt x="98774" y="36004"/>
                    </a:lnTo>
                    <a:lnTo>
                      <a:pt x="138684" y="29622"/>
                    </a:lnTo>
                    <a:lnTo>
                      <a:pt x="148161" y="29848"/>
                    </a:lnTo>
                    <a:lnTo>
                      <a:pt x="156210" y="32003"/>
                    </a:lnTo>
                    <a:lnTo>
                      <a:pt x="163830" y="35051"/>
                    </a:lnTo>
                    <a:lnTo>
                      <a:pt x="163830" y="48005"/>
                    </a:lnTo>
                    <a:lnTo>
                      <a:pt x="162306" y="54863"/>
                    </a:lnTo>
                    <a:lnTo>
                      <a:pt x="160293" y="63757"/>
                    </a:lnTo>
                    <a:lnTo>
                      <a:pt x="157067" y="72294"/>
                    </a:lnTo>
                    <a:lnTo>
                      <a:pt x="153412" y="80688"/>
                    </a:lnTo>
                    <a:lnTo>
                      <a:pt x="150114" y="89153"/>
                    </a:lnTo>
                    <a:lnTo>
                      <a:pt x="148590" y="92963"/>
                    </a:lnTo>
                    <a:lnTo>
                      <a:pt x="144780" y="104393"/>
                    </a:lnTo>
                    <a:lnTo>
                      <a:pt x="150114" y="106679"/>
                    </a:lnTo>
                    <a:lnTo>
                      <a:pt x="157674" y="108561"/>
                    </a:lnTo>
                    <a:lnTo>
                      <a:pt x="166020" y="108013"/>
                    </a:lnTo>
                    <a:lnTo>
                      <a:pt x="207073" y="89249"/>
                    </a:lnTo>
                    <a:lnTo>
                      <a:pt x="234029" y="53911"/>
                    </a:lnTo>
                    <a:lnTo>
                      <a:pt x="220979" y="27431"/>
                    </a:lnTo>
                    <a:lnTo>
                      <a:pt x="213360" y="28955"/>
                    </a:lnTo>
                    <a:lnTo>
                      <a:pt x="190845" y="63055"/>
                    </a:lnTo>
                    <a:lnTo>
                      <a:pt x="216693" y="93249"/>
                    </a:lnTo>
                    <a:lnTo>
                      <a:pt x="241899" y="96654"/>
                    </a:lnTo>
                    <a:lnTo>
                      <a:pt x="250221" y="97726"/>
                    </a:lnTo>
                    <a:lnTo>
                      <a:pt x="258401" y="97940"/>
                    </a:lnTo>
                    <a:lnTo>
                      <a:pt x="263652" y="96011"/>
                    </a:lnTo>
                    <a:lnTo>
                      <a:pt x="264414" y="94487"/>
                    </a:lnTo>
                    <a:lnTo>
                      <a:pt x="265176" y="92963"/>
                    </a:lnTo>
                    <a:lnTo>
                      <a:pt x="265176" y="91439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70" name="Google Shape;3170;p28"/>
            <p:cNvGrpSpPr/>
            <p:nvPr/>
          </p:nvGrpSpPr>
          <p:grpSpPr>
            <a:xfrm>
              <a:off x="4857144" y="5224306"/>
              <a:ext cx="384571" cy="150308"/>
              <a:chOff x="6386190" y="5267300"/>
              <a:chExt cx="288847" cy="111670"/>
            </a:xfrm>
          </p:grpSpPr>
          <p:pic>
            <p:nvPicPr>
              <p:cNvPr id="3171" name="Google Shape;3171;p28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6386190" y="5281409"/>
                <a:ext cx="152544" cy="9756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72" name="Google Shape;3172;p28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6568427" y="5267300"/>
                <a:ext cx="106610" cy="10786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173" name="Google Shape;3173;p28"/>
            <p:cNvGrpSpPr/>
            <p:nvPr/>
          </p:nvGrpSpPr>
          <p:grpSpPr>
            <a:xfrm>
              <a:off x="3569847" y="6179713"/>
              <a:ext cx="285774" cy="306858"/>
              <a:chOff x="5419331" y="5977115"/>
              <a:chExt cx="214642" cy="227978"/>
            </a:xfrm>
          </p:grpSpPr>
          <p:pic>
            <p:nvPicPr>
              <p:cNvPr id="3174" name="Google Shape;3174;p28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5419331" y="5977115"/>
                <a:ext cx="108229" cy="17680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75" name="Google Shape;3175;p28"/>
              <p:cNvSpPr/>
              <p:nvPr/>
            </p:nvSpPr>
            <p:spPr>
              <a:xfrm>
                <a:off x="5566409" y="6100572"/>
                <a:ext cx="2539" cy="63500"/>
              </a:xfrm>
              <a:custGeom>
                <a:rect b="b" l="l" r="r" t="t"/>
                <a:pathLst>
                  <a:path extrusionOk="0" h="63500" w="2539">
                    <a:moveTo>
                      <a:pt x="2286" y="0"/>
                    </a:moveTo>
                    <a:lnTo>
                      <a:pt x="1285" y="8786"/>
                    </a:lnTo>
                    <a:lnTo>
                      <a:pt x="571" y="17145"/>
                    </a:lnTo>
                    <a:lnTo>
                      <a:pt x="142" y="25503"/>
                    </a:lnTo>
                    <a:lnTo>
                      <a:pt x="0" y="34290"/>
                    </a:lnTo>
                    <a:lnTo>
                      <a:pt x="0" y="41600"/>
                    </a:lnTo>
                    <a:lnTo>
                      <a:pt x="0" y="48768"/>
                    </a:lnTo>
                    <a:lnTo>
                      <a:pt x="0" y="55935"/>
                    </a:lnTo>
                    <a:lnTo>
                      <a:pt x="0" y="63246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6" name="Google Shape;3176;p28"/>
              <p:cNvSpPr/>
              <p:nvPr/>
            </p:nvSpPr>
            <p:spPr>
              <a:xfrm>
                <a:off x="5561075" y="6043422"/>
                <a:ext cx="15239" cy="15239"/>
              </a:xfrm>
              <a:custGeom>
                <a:rect b="b" l="l" r="r" t="t"/>
                <a:pathLst>
                  <a:path extrusionOk="0" h="15239" w="15239">
                    <a:moveTo>
                      <a:pt x="0" y="3810"/>
                    </a:moveTo>
                    <a:lnTo>
                      <a:pt x="0" y="12192"/>
                    </a:lnTo>
                    <a:lnTo>
                      <a:pt x="3809" y="15240"/>
                    </a:lnTo>
                    <a:lnTo>
                      <a:pt x="12191" y="15240"/>
                    </a:lnTo>
                    <a:lnTo>
                      <a:pt x="15239" y="12192"/>
                    </a:lnTo>
                    <a:lnTo>
                      <a:pt x="15239" y="7620"/>
                    </a:lnTo>
                    <a:lnTo>
                      <a:pt x="15239" y="3810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7" name="Google Shape;3177;p28"/>
              <p:cNvSpPr/>
              <p:nvPr/>
            </p:nvSpPr>
            <p:spPr>
              <a:xfrm>
                <a:off x="5583173" y="6121908"/>
                <a:ext cx="38100" cy="83185"/>
              </a:xfrm>
              <a:custGeom>
                <a:rect b="b" l="l" r="r" t="t"/>
                <a:pathLst>
                  <a:path extrusionOk="0" h="83185" w="38100">
                    <a:moveTo>
                      <a:pt x="32765" y="0"/>
                    </a:moveTo>
                    <a:lnTo>
                      <a:pt x="32373" y="9775"/>
                    </a:lnTo>
                    <a:lnTo>
                      <a:pt x="32480" y="18192"/>
                    </a:lnTo>
                    <a:lnTo>
                      <a:pt x="33301" y="26467"/>
                    </a:lnTo>
                    <a:lnTo>
                      <a:pt x="35051" y="35814"/>
                    </a:lnTo>
                    <a:lnTo>
                      <a:pt x="36766" y="43612"/>
                    </a:lnTo>
                    <a:lnTo>
                      <a:pt x="37909" y="52482"/>
                    </a:lnTo>
                    <a:lnTo>
                      <a:pt x="12191" y="81534"/>
                    </a:lnTo>
                    <a:lnTo>
                      <a:pt x="0" y="83058"/>
                    </a:lnTo>
                    <a:lnTo>
                      <a:pt x="0" y="73152"/>
                    </a:lnTo>
                    <a:lnTo>
                      <a:pt x="0" y="63246"/>
                    </a:lnTo>
                    <a:lnTo>
                      <a:pt x="0" y="59436"/>
                    </a:lnTo>
                    <a:lnTo>
                      <a:pt x="0" y="54864"/>
                    </a:lnTo>
                    <a:lnTo>
                      <a:pt x="0" y="51054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8" name="Google Shape;3178;p28"/>
              <p:cNvSpPr/>
              <p:nvPr/>
            </p:nvSpPr>
            <p:spPr>
              <a:xfrm>
                <a:off x="5621273" y="6038088"/>
                <a:ext cx="12700" cy="7620"/>
              </a:xfrm>
              <a:custGeom>
                <a:rect b="b" l="l" r="r" t="t"/>
                <a:pathLst>
                  <a:path extrusionOk="0" h="7620" w="12700">
                    <a:moveTo>
                      <a:pt x="0" y="7619"/>
                    </a:moveTo>
                    <a:lnTo>
                      <a:pt x="3809" y="5333"/>
                    </a:lnTo>
                    <a:lnTo>
                      <a:pt x="8381" y="3047"/>
                    </a:lnTo>
                    <a:lnTo>
                      <a:pt x="12191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79" name="Google Shape;3179;p28"/>
            <p:cNvGrpSpPr/>
            <p:nvPr/>
          </p:nvGrpSpPr>
          <p:grpSpPr>
            <a:xfrm>
              <a:off x="4043629" y="6249530"/>
              <a:ext cx="79640" cy="88034"/>
              <a:chOff x="5775198" y="6028943"/>
              <a:chExt cx="59817" cy="65404"/>
            </a:xfrm>
          </p:grpSpPr>
          <p:sp>
            <p:nvSpPr>
              <p:cNvPr id="3180" name="Google Shape;3180;p28"/>
              <p:cNvSpPr/>
              <p:nvPr/>
            </p:nvSpPr>
            <p:spPr>
              <a:xfrm>
                <a:off x="5775198" y="6028943"/>
                <a:ext cx="38100" cy="7620"/>
              </a:xfrm>
              <a:custGeom>
                <a:rect b="b" l="l" r="r" t="t"/>
                <a:pathLst>
                  <a:path extrusionOk="0" h="7620" w="38100">
                    <a:moveTo>
                      <a:pt x="0" y="0"/>
                    </a:moveTo>
                    <a:lnTo>
                      <a:pt x="7905" y="369"/>
                    </a:lnTo>
                    <a:lnTo>
                      <a:pt x="16383" y="666"/>
                    </a:lnTo>
                    <a:lnTo>
                      <a:pt x="24860" y="1393"/>
                    </a:lnTo>
                    <a:lnTo>
                      <a:pt x="32766" y="3047"/>
                    </a:lnTo>
                    <a:lnTo>
                      <a:pt x="35814" y="5333"/>
                    </a:lnTo>
                    <a:lnTo>
                      <a:pt x="37338" y="5333"/>
                    </a:lnTo>
                    <a:lnTo>
                      <a:pt x="38100" y="7619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1" name="Google Shape;3181;p28"/>
              <p:cNvSpPr/>
              <p:nvPr/>
            </p:nvSpPr>
            <p:spPr>
              <a:xfrm>
                <a:off x="5783580" y="6086093"/>
                <a:ext cx="51435" cy="8254"/>
              </a:xfrm>
              <a:custGeom>
                <a:rect b="b" l="l" r="r" t="t"/>
                <a:pathLst>
                  <a:path extrusionOk="0" h="8254" w="51435">
                    <a:moveTo>
                      <a:pt x="0" y="7619"/>
                    </a:moveTo>
                    <a:lnTo>
                      <a:pt x="10167" y="8012"/>
                    </a:lnTo>
                    <a:lnTo>
                      <a:pt x="20193" y="7905"/>
                    </a:lnTo>
                    <a:lnTo>
                      <a:pt x="30218" y="7084"/>
                    </a:lnTo>
                    <a:lnTo>
                      <a:pt x="40386" y="5333"/>
                    </a:lnTo>
                    <a:lnTo>
                      <a:pt x="46482" y="3047"/>
                    </a:lnTo>
                    <a:lnTo>
                      <a:pt x="48006" y="3047"/>
                    </a:lnTo>
                    <a:lnTo>
                      <a:pt x="51053" y="0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182" name="Google Shape;3182;p28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4464703" y="6089294"/>
              <a:ext cx="195838" cy="25991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83" name="Google Shape;3183;p28"/>
            <p:cNvGrpSpPr/>
            <p:nvPr/>
          </p:nvGrpSpPr>
          <p:grpSpPr>
            <a:xfrm>
              <a:off x="4742050" y="6040781"/>
              <a:ext cx="422999" cy="340005"/>
              <a:chOff x="6299750" y="5873887"/>
              <a:chExt cx="317710" cy="252604"/>
            </a:xfrm>
          </p:grpSpPr>
          <p:pic>
            <p:nvPicPr>
              <p:cNvPr id="3184" name="Google Shape;3184;p28"/>
              <p:cNvPicPr preferRelativeResize="0"/>
              <p:nvPr/>
            </p:nvPicPr>
            <p:blipFill rotWithShape="1">
              <a:blip r:embed="rId49">
                <a:alphaModFix/>
              </a:blip>
              <a:srcRect b="0" l="0" r="0" t="0"/>
              <a:stretch/>
            </p:blipFill>
            <p:spPr>
              <a:xfrm>
                <a:off x="6299750" y="5873887"/>
                <a:ext cx="248889" cy="25260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85" name="Google Shape;3185;p28"/>
              <p:cNvSpPr/>
              <p:nvPr/>
            </p:nvSpPr>
            <p:spPr>
              <a:xfrm>
                <a:off x="6580631" y="6033515"/>
                <a:ext cx="36829" cy="69850"/>
              </a:xfrm>
              <a:custGeom>
                <a:rect b="b" l="l" r="r" t="t"/>
                <a:pathLst>
                  <a:path extrusionOk="0" h="69850" w="36829">
                    <a:moveTo>
                      <a:pt x="34290" y="0"/>
                    </a:moveTo>
                    <a:lnTo>
                      <a:pt x="36314" y="11977"/>
                    </a:lnTo>
                    <a:lnTo>
                      <a:pt x="36195" y="20955"/>
                    </a:lnTo>
                    <a:lnTo>
                      <a:pt x="33218" y="29360"/>
                    </a:lnTo>
                    <a:lnTo>
                      <a:pt x="7596" y="61912"/>
                    </a:lnTo>
                    <a:lnTo>
                      <a:pt x="762" y="68580"/>
                    </a:lnTo>
                    <a:lnTo>
                      <a:pt x="762" y="69342"/>
                    </a:lnTo>
                    <a:lnTo>
                      <a:pt x="0" y="69342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186" name="Google Shape;3186;p28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5238789" y="6069166"/>
              <a:ext cx="223230" cy="2420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87" name="Google Shape;3187;p28"/>
            <p:cNvSpPr/>
            <p:nvPr/>
          </p:nvSpPr>
          <p:spPr>
            <a:xfrm>
              <a:off x="5563455" y="5949179"/>
              <a:ext cx="106612" cy="401415"/>
            </a:xfrm>
            <a:custGeom>
              <a:rect b="b" l="l" r="r" t="t"/>
              <a:pathLst>
                <a:path extrusionOk="0" h="298450" w="80009">
                  <a:moveTo>
                    <a:pt x="3048" y="0"/>
                  </a:moveTo>
                  <a:lnTo>
                    <a:pt x="35194" y="34932"/>
                  </a:lnTo>
                  <a:lnTo>
                    <a:pt x="64103" y="82486"/>
                  </a:lnTo>
                  <a:lnTo>
                    <a:pt x="76962" y="120395"/>
                  </a:lnTo>
                  <a:lnTo>
                    <a:pt x="80010" y="156114"/>
                  </a:lnTo>
                  <a:lnTo>
                    <a:pt x="78247" y="174081"/>
                  </a:lnTo>
                  <a:lnTo>
                    <a:pt x="59721" y="221837"/>
                  </a:lnTo>
                  <a:lnTo>
                    <a:pt x="31396" y="262794"/>
                  </a:lnTo>
                  <a:lnTo>
                    <a:pt x="11132" y="286702"/>
                  </a:lnTo>
                  <a:lnTo>
                    <a:pt x="0" y="297942"/>
                  </a:lnTo>
                </a:path>
              </a:pathLst>
            </a:custGeom>
            <a:noFill/>
            <a:ln cap="flat" cmpd="sng" w="152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88" name="Google Shape;3188;p28"/>
            <p:cNvGrpSpPr/>
            <p:nvPr/>
          </p:nvGrpSpPr>
          <p:grpSpPr>
            <a:xfrm>
              <a:off x="2380841" y="5499712"/>
              <a:ext cx="859337" cy="229780"/>
              <a:chOff x="4526267" y="5471909"/>
              <a:chExt cx="645439" cy="170713"/>
            </a:xfrm>
          </p:grpSpPr>
          <p:pic>
            <p:nvPicPr>
              <p:cNvPr id="3189" name="Google Shape;3189;p28"/>
              <p:cNvPicPr preferRelativeResize="0"/>
              <p:nvPr/>
            </p:nvPicPr>
            <p:blipFill rotWithShape="1">
              <a:blip r:embed="rId51">
                <a:alphaModFix/>
              </a:blip>
              <a:srcRect b="0" l="0" r="0" t="0"/>
              <a:stretch/>
            </p:blipFill>
            <p:spPr>
              <a:xfrm>
                <a:off x="4526267" y="5471909"/>
                <a:ext cx="475513" cy="1707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90" name="Google Shape;3190;p28"/>
              <p:cNvPicPr preferRelativeResize="0"/>
              <p:nvPr/>
            </p:nvPicPr>
            <p:blipFill rotWithShape="1">
              <a:blip r:embed="rId52">
                <a:alphaModFix/>
              </a:blip>
              <a:srcRect b="0" l="0" r="0" t="0"/>
              <a:stretch/>
            </p:blipFill>
            <p:spPr>
              <a:xfrm>
                <a:off x="5038331" y="5489435"/>
                <a:ext cx="133375" cy="11500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191" name="Google Shape;3191;p28"/>
            <p:cNvGrpSpPr/>
            <p:nvPr/>
          </p:nvGrpSpPr>
          <p:grpSpPr>
            <a:xfrm>
              <a:off x="4083213" y="5467957"/>
              <a:ext cx="116163" cy="187180"/>
              <a:chOff x="5804916" y="5448299"/>
              <a:chExt cx="87249" cy="139064"/>
            </a:xfrm>
          </p:grpSpPr>
          <p:sp>
            <p:nvSpPr>
              <p:cNvPr id="3192" name="Google Shape;3192;p28"/>
              <p:cNvSpPr/>
              <p:nvPr/>
            </p:nvSpPr>
            <p:spPr>
              <a:xfrm>
                <a:off x="5804916" y="5448299"/>
                <a:ext cx="5714" cy="139064"/>
              </a:xfrm>
              <a:custGeom>
                <a:rect b="b" l="l" r="r" t="t"/>
                <a:pathLst>
                  <a:path extrusionOk="0" h="139064" w="5714">
                    <a:moveTo>
                      <a:pt x="0" y="0"/>
                    </a:moveTo>
                    <a:lnTo>
                      <a:pt x="1250" y="15430"/>
                    </a:lnTo>
                    <a:lnTo>
                      <a:pt x="2571" y="30861"/>
                    </a:lnTo>
                    <a:lnTo>
                      <a:pt x="3750" y="46291"/>
                    </a:lnTo>
                    <a:lnTo>
                      <a:pt x="5238" y="91440"/>
                    </a:lnTo>
                    <a:lnTo>
                      <a:pt x="5334" y="125730"/>
                    </a:lnTo>
                    <a:lnTo>
                      <a:pt x="5334" y="138684"/>
                    </a:lnTo>
                    <a:lnTo>
                      <a:pt x="5334" y="134112"/>
                    </a:lnTo>
                    <a:lnTo>
                      <a:pt x="5334" y="132588"/>
                    </a:lnTo>
                    <a:lnTo>
                      <a:pt x="5334" y="131064"/>
                    </a:lnTo>
                    <a:lnTo>
                      <a:pt x="5334" y="129539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3" name="Google Shape;3193;p28"/>
              <p:cNvSpPr/>
              <p:nvPr/>
            </p:nvSpPr>
            <p:spPr>
              <a:xfrm>
                <a:off x="5821680" y="5465063"/>
                <a:ext cx="70485" cy="100329"/>
              </a:xfrm>
              <a:custGeom>
                <a:rect b="b" l="l" r="r" t="t"/>
                <a:pathLst>
                  <a:path extrusionOk="0" h="100329" w="70485">
                    <a:moveTo>
                      <a:pt x="65532" y="0"/>
                    </a:moveTo>
                    <a:lnTo>
                      <a:pt x="26670" y="28956"/>
                    </a:lnTo>
                    <a:lnTo>
                      <a:pt x="14192" y="36671"/>
                    </a:lnTo>
                    <a:lnTo>
                      <a:pt x="7917" y="40636"/>
                    </a:lnTo>
                    <a:lnTo>
                      <a:pt x="2286" y="44958"/>
                    </a:lnTo>
                    <a:lnTo>
                      <a:pt x="0" y="46482"/>
                    </a:lnTo>
                    <a:lnTo>
                      <a:pt x="762" y="47244"/>
                    </a:lnTo>
                    <a:lnTo>
                      <a:pt x="19609" y="63567"/>
                    </a:lnTo>
                    <a:lnTo>
                      <a:pt x="29241" y="70199"/>
                    </a:lnTo>
                    <a:lnTo>
                      <a:pt x="38731" y="76973"/>
                    </a:lnTo>
                    <a:lnTo>
                      <a:pt x="48006" y="83820"/>
                    </a:lnTo>
                    <a:lnTo>
                      <a:pt x="54102" y="88392"/>
                    </a:lnTo>
                    <a:lnTo>
                      <a:pt x="60960" y="92202"/>
                    </a:lnTo>
                    <a:lnTo>
                      <a:pt x="66294" y="96774"/>
                    </a:lnTo>
                    <a:lnTo>
                      <a:pt x="67818" y="97536"/>
                    </a:lnTo>
                    <a:lnTo>
                      <a:pt x="68580" y="99822"/>
                    </a:lnTo>
                    <a:lnTo>
                      <a:pt x="70104" y="99822"/>
                    </a:lnTo>
                    <a:lnTo>
                      <a:pt x="70104" y="99060"/>
                    </a:lnTo>
                    <a:lnTo>
                      <a:pt x="70104" y="98298"/>
                    </a:lnTo>
                    <a:lnTo>
                      <a:pt x="70104" y="97536"/>
                    </a:lnTo>
                  </a:path>
                </a:pathLst>
              </a:custGeom>
              <a:noFill/>
              <a:ln cap="flat" cmpd="sng" w="1525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194" name="Google Shape;3194;p28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4433253" y="5440167"/>
              <a:ext cx="140038" cy="186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5" name="Google Shape;3195;p28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4687408" y="5435247"/>
              <a:ext cx="204445" cy="1949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6" name="Google Shape;3196;p28"/>
            <p:cNvSpPr/>
            <p:nvPr/>
          </p:nvSpPr>
          <p:spPr>
            <a:xfrm>
              <a:off x="4081227" y="5700963"/>
              <a:ext cx="870674" cy="108468"/>
            </a:xfrm>
            <a:custGeom>
              <a:rect b="b" l="l" r="r" t="t"/>
              <a:pathLst>
                <a:path extrusionOk="0" h="80645" w="653414">
                  <a:moveTo>
                    <a:pt x="9144" y="77724"/>
                  </a:moveTo>
                  <a:lnTo>
                    <a:pt x="25610" y="73616"/>
                  </a:lnTo>
                  <a:lnTo>
                    <a:pt x="42005" y="71151"/>
                  </a:lnTo>
                  <a:lnTo>
                    <a:pt x="58543" y="69687"/>
                  </a:lnTo>
                  <a:lnTo>
                    <a:pt x="75438" y="68580"/>
                  </a:lnTo>
                  <a:lnTo>
                    <a:pt x="94749" y="67115"/>
                  </a:lnTo>
                  <a:lnTo>
                    <a:pt x="113919" y="66008"/>
                  </a:lnTo>
                  <a:lnTo>
                    <a:pt x="133088" y="65043"/>
                  </a:lnTo>
                  <a:lnTo>
                    <a:pt x="152400" y="64008"/>
                  </a:lnTo>
                  <a:lnTo>
                    <a:pt x="163270" y="63329"/>
                  </a:lnTo>
                  <a:lnTo>
                    <a:pt x="174212" y="62579"/>
                  </a:lnTo>
                  <a:lnTo>
                    <a:pt x="185296" y="61972"/>
                  </a:lnTo>
                  <a:lnTo>
                    <a:pt x="196596" y="61722"/>
                  </a:lnTo>
                  <a:lnTo>
                    <a:pt x="197358" y="61722"/>
                  </a:lnTo>
                  <a:lnTo>
                    <a:pt x="187642" y="62876"/>
                  </a:lnTo>
                  <a:lnTo>
                    <a:pt x="177927" y="64103"/>
                  </a:lnTo>
                  <a:lnTo>
                    <a:pt x="168211" y="65472"/>
                  </a:lnTo>
                  <a:lnTo>
                    <a:pt x="158496" y="67056"/>
                  </a:lnTo>
                  <a:lnTo>
                    <a:pt x="136767" y="70008"/>
                  </a:lnTo>
                  <a:lnTo>
                    <a:pt x="93023" y="75628"/>
                  </a:lnTo>
                  <a:lnTo>
                    <a:pt x="40671" y="79057"/>
                  </a:lnTo>
                  <a:lnTo>
                    <a:pt x="9906" y="79248"/>
                  </a:lnTo>
                  <a:lnTo>
                    <a:pt x="6096" y="79248"/>
                  </a:lnTo>
                  <a:lnTo>
                    <a:pt x="3810" y="79248"/>
                  </a:lnTo>
                  <a:lnTo>
                    <a:pt x="0" y="79248"/>
                  </a:lnTo>
                  <a:lnTo>
                    <a:pt x="14287" y="79783"/>
                  </a:lnTo>
                  <a:lnTo>
                    <a:pt x="28575" y="80105"/>
                  </a:lnTo>
                  <a:lnTo>
                    <a:pt x="42862" y="79998"/>
                  </a:lnTo>
                  <a:lnTo>
                    <a:pt x="85153" y="77581"/>
                  </a:lnTo>
                  <a:lnTo>
                    <a:pt x="141160" y="71961"/>
                  </a:lnTo>
                  <a:lnTo>
                    <a:pt x="202882" y="64460"/>
                  </a:lnTo>
                  <a:lnTo>
                    <a:pt x="236601" y="60198"/>
                  </a:lnTo>
                  <a:lnTo>
                    <a:pt x="270319" y="55935"/>
                  </a:lnTo>
                  <a:lnTo>
                    <a:pt x="304038" y="51816"/>
                  </a:lnTo>
                  <a:lnTo>
                    <a:pt x="333756" y="48839"/>
                  </a:lnTo>
                  <a:lnTo>
                    <a:pt x="363474" y="45720"/>
                  </a:lnTo>
                  <a:lnTo>
                    <a:pt x="393192" y="42600"/>
                  </a:lnTo>
                  <a:lnTo>
                    <a:pt x="422910" y="39624"/>
                  </a:lnTo>
                  <a:lnTo>
                    <a:pt x="447496" y="37445"/>
                  </a:lnTo>
                  <a:lnTo>
                    <a:pt x="472154" y="35337"/>
                  </a:lnTo>
                  <a:lnTo>
                    <a:pt x="496954" y="33087"/>
                  </a:lnTo>
                  <a:lnTo>
                    <a:pt x="521970" y="30480"/>
                  </a:lnTo>
                  <a:lnTo>
                    <a:pt x="539567" y="28313"/>
                  </a:lnTo>
                  <a:lnTo>
                    <a:pt x="557022" y="26289"/>
                  </a:lnTo>
                  <a:lnTo>
                    <a:pt x="574476" y="24264"/>
                  </a:lnTo>
                  <a:lnTo>
                    <a:pt x="592074" y="22098"/>
                  </a:lnTo>
                  <a:lnTo>
                    <a:pt x="604075" y="20514"/>
                  </a:lnTo>
                  <a:lnTo>
                    <a:pt x="616077" y="19145"/>
                  </a:lnTo>
                  <a:lnTo>
                    <a:pt x="628078" y="17918"/>
                  </a:lnTo>
                  <a:lnTo>
                    <a:pt x="640080" y="16764"/>
                  </a:lnTo>
                  <a:lnTo>
                    <a:pt x="643890" y="16002"/>
                  </a:lnTo>
                  <a:lnTo>
                    <a:pt x="647700" y="16002"/>
                  </a:lnTo>
                  <a:lnTo>
                    <a:pt x="652272" y="15240"/>
                  </a:lnTo>
                  <a:lnTo>
                    <a:pt x="653034" y="15240"/>
                  </a:lnTo>
                  <a:lnTo>
                    <a:pt x="645414" y="12954"/>
                  </a:lnTo>
                  <a:lnTo>
                    <a:pt x="637794" y="11430"/>
                  </a:lnTo>
                  <a:lnTo>
                    <a:pt x="630174" y="9144"/>
                  </a:lnTo>
                  <a:lnTo>
                    <a:pt x="622280" y="6536"/>
                  </a:lnTo>
                  <a:lnTo>
                    <a:pt x="616172" y="4286"/>
                  </a:lnTo>
                  <a:lnTo>
                    <a:pt x="610778" y="2178"/>
                  </a:lnTo>
                  <a:lnTo>
                    <a:pt x="605028" y="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7" name="Google Shape;3197;p28"/>
            <p:cNvSpPr/>
            <p:nvPr/>
          </p:nvSpPr>
          <p:spPr>
            <a:xfrm>
              <a:off x="6412618" y="6031233"/>
              <a:ext cx="9306" cy="122131"/>
            </a:xfrm>
            <a:custGeom>
              <a:rect b="b" l="l" r="r" t="t"/>
              <a:pathLst>
                <a:path extrusionOk="0" h="90804" w="6984">
                  <a:moveTo>
                    <a:pt x="3809" y="0"/>
                  </a:moveTo>
                  <a:lnTo>
                    <a:pt x="1285" y="46934"/>
                  </a:lnTo>
                  <a:lnTo>
                    <a:pt x="571" y="56387"/>
                  </a:lnTo>
                  <a:lnTo>
                    <a:pt x="142" y="65841"/>
                  </a:lnTo>
                  <a:lnTo>
                    <a:pt x="0" y="75438"/>
                  </a:lnTo>
                  <a:lnTo>
                    <a:pt x="0" y="76200"/>
                  </a:lnTo>
                  <a:lnTo>
                    <a:pt x="0" y="90678"/>
                  </a:lnTo>
                  <a:lnTo>
                    <a:pt x="4571" y="89154"/>
                  </a:lnTo>
                  <a:lnTo>
                    <a:pt x="6095" y="89154"/>
                  </a:lnTo>
                  <a:lnTo>
                    <a:pt x="6857" y="88392"/>
                  </a:lnTo>
                  <a:lnTo>
                    <a:pt x="6095" y="85344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98" name="Google Shape;3198;p28"/>
            <p:cNvGrpSpPr/>
            <p:nvPr/>
          </p:nvGrpSpPr>
          <p:grpSpPr>
            <a:xfrm>
              <a:off x="6385198" y="5937707"/>
              <a:ext cx="189717" cy="196754"/>
              <a:chOff x="7533893" y="5797296"/>
              <a:chExt cx="142494" cy="146177"/>
            </a:xfrm>
          </p:grpSpPr>
          <p:sp>
            <p:nvSpPr>
              <p:cNvPr id="3199" name="Google Shape;3199;p28"/>
              <p:cNvSpPr/>
              <p:nvPr/>
            </p:nvSpPr>
            <p:spPr>
              <a:xfrm>
                <a:off x="7533893" y="5797296"/>
                <a:ext cx="15240" cy="15239"/>
              </a:xfrm>
              <a:custGeom>
                <a:rect b="b" l="l" r="r" t="t"/>
                <a:pathLst>
                  <a:path extrusionOk="0" h="15239" w="15240">
                    <a:moveTo>
                      <a:pt x="0" y="3047"/>
                    </a:moveTo>
                    <a:lnTo>
                      <a:pt x="0" y="11429"/>
                    </a:lnTo>
                    <a:lnTo>
                      <a:pt x="3810" y="15239"/>
                    </a:lnTo>
                    <a:lnTo>
                      <a:pt x="12192" y="15239"/>
                    </a:lnTo>
                    <a:lnTo>
                      <a:pt x="15240" y="11429"/>
                    </a:lnTo>
                    <a:lnTo>
                      <a:pt x="15240" y="7619"/>
                    </a:lnTo>
                    <a:lnTo>
                      <a:pt x="15240" y="3047"/>
                    </a:lnTo>
                    <a:lnTo>
                      <a:pt x="12192" y="0"/>
                    </a:lnTo>
                    <a:lnTo>
                      <a:pt x="3810" y="0"/>
                    </a:lnTo>
                    <a:lnTo>
                      <a:pt x="0" y="3047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0" name="Google Shape;3200;p28"/>
              <p:cNvSpPr/>
              <p:nvPr/>
            </p:nvSpPr>
            <p:spPr>
              <a:xfrm>
                <a:off x="7581137" y="5828538"/>
                <a:ext cx="95250" cy="114935"/>
              </a:xfrm>
              <a:custGeom>
                <a:rect b="b" l="l" r="r" t="t"/>
                <a:pathLst>
                  <a:path extrusionOk="0" h="114935" w="95250">
                    <a:moveTo>
                      <a:pt x="67055" y="31242"/>
                    </a:moveTo>
                    <a:lnTo>
                      <a:pt x="50291" y="0"/>
                    </a:lnTo>
                    <a:lnTo>
                      <a:pt x="46481" y="2286"/>
                    </a:lnTo>
                    <a:lnTo>
                      <a:pt x="25181" y="40921"/>
                    </a:lnTo>
                    <a:lnTo>
                      <a:pt x="23717" y="50577"/>
                    </a:lnTo>
                    <a:lnTo>
                      <a:pt x="24110" y="60090"/>
                    </a:lnTo>
                    <a:lnTo>
                      <a:pt x="59435" y="76962"/>
                    </a:lnTo>
                    <a:lnTo>
                      <a:pt x="73532" y="77533"/>
                    </a:lnTo>
                    <a:lnTo>
                      <a:pt x="80652" y="78033"/>
                    </a:lnTo>
                    <a:lnTo>
                      <a:pt x="87629" y="79248"/>
                    </a:lnTo>
                    <a:lnTo>
                      <a:pt x="93725" y="80010"/>
                    </a:lnTo>
                    <a:lnTo>
                      <a:pt x="94487" y="82296"/>
                    </a:lnTo>
                    <a:lnTo>
                      <a:pt x="94487" y="88392"/>
                    </a:lnTo>
                    <a:lnTo>
                      <a:pt x="95249" y="95250"/>
                    </a:lnTo>
                    <a:lnTo>
                      <a:pt x="84581" y="100584"/>
                    </a:lnTo>
                    <a:lnTo>
                      <a:pt x="47410" y="112418"/>
                    </a:lnTo>
                    <a:lnTo>
                      <a:pt x="21335" y="114585"/>
                    </a:lnTo>
                    <a:lnTo>
                      <a:pt x="13001" y="114288"/>
                    </a:lnTo>
                    <a:lnTo>
                      <a:pt x="6095" y="112776"/>
                    </a:lnTo>
                    <a:lnTo>
                      <a:pt x="0" y="111252"/>
                    </a:lnTo>
                    <a:lnTo>
                      <a:pt x="2285" y="102108"/>
                    </a:lnTo>
                    <a:lnTo>
                      <a:pt x="2285" y="9753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01" name="Google Shape;3201;p28"/>
            <p:cNvSpPr/>
            <p:nvPr/>
          </p:nvSpPr>
          <p:spPr>
            <a:xfrm>
              <a:off x="8259061" y="5490956"/>
              <a:ext cx="186150" cy="1061614"/>
            </a:xfrm>
            <a:custGeom>
              <a:rect b="b" l="l" r="r" t="t"/>
              <a:pathLst>
                <a:path extrusionOk="0" h="789304" w="139700">
                  <a:moveTo>
                    <a:pt x="0" y="4381"/>
                  </a:moveTo>
                  <a:lnTo>
                    <a:pt x="41469" y="1273"/>
                  </a:lnTo>
                  <a:lnTo>
                    <a:pt x="81915" y="0"/>
                  </a:lnTo>
                  <a:lnTo>
                    <a:pt x="95059" y="142"/>
                  </a:lnTo>
                  <a:lnTo>
                    <a:pt x="108204" y="571"/>
                  </a:lnTo>
                  <a:lnTo>
                    <a:pt x="114490" y="440"/>
                  </a:lnTo>
                  <a:lnTo>
                    <a:pt x="137922" y="22383"/>
                  </a:lnTo>
                  <a:lnTo>
                    <a:pt x="137850" y="31515"/>
                  </a:lnTo>
                  <a:lnTo>
                    <a:pt x="137922" y="39433"/>
                  </a:lnTo>
                  <a:lnTo>
                    <a:pt x="137922" y="61150"/>
                  </a:lnTo>
                  <a:lnTo>
                    <a:pt x="137922" y="82867"/>
                  </a:lnTo>
                  <a:lnTo>
                    <a:pt x="137922" y="104584"/>
                  </a:lnTo>
                  <a:lnTo>
                    <a:pt x="137922" y="126301"/>
                  </a:lnTo>
                  <a:lnTo>
                    <a:pt x="138052" y="155578"/>
                  </a:lnTo>
                  <a:lnTo>
                    <a:pt x="138398" y="185070"/>
                  </a:lnTo>
                  <a:lnTo>
                    <a:pt x="138886" y="214705"/>
                  </a:lnTo>
                  <a:lnTo>
                    <a:pt x="139446" y="244411"/>
                  </a:lnTo>
                  <a:lnTo>
                    <a:pt x="139315" y="276415"/>
                  </a:lnTo>
                  <a:lnTo>
                    <a:pt x="138481" y="340423"/>
                  </a:lnTo>
                  <a:lnTo>
                    <a:pt x="136540" y="403740"/>
                  </a:lnTo>
                  <a:lnTo>
                    <a:pt x="133207" y="466082"/>
                  </a:lnTo>
                  <a:lnTo>
                    <a:pt x="131826" y="497395"/>
                  </a:lnTo>
                  <a:lnTo>
                    <a:pt x="130706" y="523684"/>
                  </a:lnTo>
                  <a:lnTo>
                    <a:pt x="129730" y="549973"/>
                  </a:lnTo>
                  <a:lnTo>
                    <a:pt x="129039" y="576262"/>
                  </a:lnTo>
                  <a:lnTo>
                    <a:pt x="128778" y="602551"/>
                  </a:lnTo>
                  <a:lnTo>
                    <a:pt x="128194" y="623125"/>
                  </a:lnTo>
                  <a:lnTo>
                    <a:pt x="126742" y="664273"/>
                  </a:lnTo>
                  <a:lnTo>
                    <a:pt x="123063" y="715232"/>
                  </a:lnTo>
                  <a:lnTo>
                    <a:pt x="121658" y="730174"/>
                  </a:lnTo>
                  <a:lnTo>
                    <a:pt x="120396" y="745045"/>
                  </a:lnTo>
                  <a:lnTo>
                    <a:pt x="119836" y="752939"/>
                  </a:lnTo>
                  <a:lnTo>
                    <a:pt x="119348" y="760761"/>
                  </a:lnTo>
                  <a:lnTo>
                    <a:pt x="119002" y="768727"/>
                  </a:lnTo>
                  <a:lnTo>
                    <a:pt x="118872" y="777049"/>
                  </a:lnTo>
                  <a:lnTo>
                    <a:pt x="119634" y="778573"/>
                  </a:lnTo>
                  <a:lnTo>
                    <a:pt x="118872" y="780097"/>
                  </a:lnTo>
                  <a:lnTo>
                    <a:pt x="118872" y="782383"/>
                  </a:lnTo>
                  <a:lnTo>
                    <a:pt x="116586" y="782383"/>
                  </a:lnTo>
                  <a:lnTo>
                    <a:pt x="113538" y="783145"/>
                  </a:lnTo>
                  <a:lnTo>
                    <a:pt x="111252" y="783145"/>
                  </a:lnTo>
                  <a:lnTo>
                    <a:pt x="103953" y="784288"/>
                  </a:lnTo>
                  <a:lnTo>
                    <a:pt x="96869" y="785431"/>
                  </a:lnTo>
                  <a:lnTo>
                    <a:pt x="89927" y="786574"/>
                  </a:lnTo>
                  <a:lnTo>
                    <a:pt x="83058" y="787717"/>
                  </a:lnTo>
                  <a:lnTo>
                    <a:pt x="73914" y="788598"/>
                  </a:lnTo>
                  <a:lnTo>
                    <a:pt x="64770" y="789050"/>
                  </a:lnTo>
                  <a:lnTo>
                    <a:pt x="55626" y="789217"/>
                  </a:lnTo>
                  <a:lnTo>
                    <a:pt x="46482" y="789241"/>
                  </a:lnTo>
                  <a:lnTo>
                    <a:pt x="44196" y="789241"/>
                  </a:lnTo>
                  <a:lnTo>
                    <a:pt x="41148" y="789241"/>
                  </a:lnTo>
                  <a:lnTo>
                    <a:pt x="38862" y="789241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02" name="Google Shape;3202;p28"/>
            <p:cNvGrpSpPr/>
            <p:nvPr/>
          </p:nvGrpSpPr>
          <p:grpSpPr>
            <a:xfrm>
              <a:off x="7142029" y="5611205"/>
              <a:ext cx="256709" cy="248562"/>
              <a:chOff x="8102333" y="5554729"/>
              <a:chExt cx="192811" cy="184667"/>
            </a:xfrm>
          </p:grpSpPr>
          <p:pic>
            <p:nvPicPr>
              <p:cNvPr id="3203" name="Google Shape;3203;p28"/>
              <p:cNvPicPr preferRelativeResize="0"/>
              <p:nvPr/>
            </p:nvPicPr>
            <p:blipFill rotWithShape="1">
              <a:blip r:embed="rId55">
                <a:alphaModFix/>
              </a:blip>
              <a:srcRect b="0" l="0" r="0" t="0"/>
              <a:stretch/>
            </p:blipFill>
            <p:spPr>
              <a:xfrm>
                <a:off x="8102333" y="5554729"/>
                <a:ext cx="93751" cy="1846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04" name="Google Shape;3204;p28"/>
              <p:cNvPicPr preferRelativeResize="0"/>
              <p:nvPr/>
            </p:nvPicPr>
            <p:blipFill rotWithShape="1">
              <a:blip r:embed="rId56">
                <a:alphaModFix/>
              </a:blip>
              <a:srcRect b="0" l="0" r="0" t="0"/>
              <a:stretch/>
            </p:blipFill>
            <p:spPr>
              <a:xfrm>
                <a:off x="8217109" y="5597579"/>
                <a:ext cx="78035" cy="11028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205" name="Google Shape;3205;p28"/>
            <p:cNvGrpSpPr/>
            <p:nvPr/>
          </p:nvGrpSpPr>
          <p:grpSpPr>
            <a:xfrm>
              <a:off x="7467687" y="5557148"/>
              <a:ext cx="672665" cy="229780"/>
              <a:chOff x="8346935" y="5514581"/>
              <a:chExt cx="505231" cy="170713"/>
            </a:xfrm>
          </p:grpSpPr>
          <p:pic>
            <p:nvPicPr>
              <p:cNvPr id="3206" name="Google Shape;3206;p28"/>
              <p:cNvPicPr preferRelativeResize="0"/>
              <p:nvPr/>
            </p:nvPicPr>
            <p:blipFill rotWithShape="1">
              <a:blip r:embed="rId57">
                <a:alphaModFix/>
              </a:blip>
              <a:srcRect b="0" l="0" r="0" t="0"/>
              <a:stretch/>
            </p:blipFill>
            <p:spPr>
              <a:xfrm>
                <a:off x="8346935" y="5548109"/>
                <a:ext cx="105943" cy="13718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07" name="Google Shape;3207;p28"/>
              <p:cNvPicPr preferRelativeResize="0"/>
              <p:nvPr/>
            </p:nvPicPr>
            <p:blipFill rotWithShape="1">
              <a:blip r:embed="rId58">
                <a:alphaModFix/>
              </a:blip>
              <a:srcRect b="0" l="0" r="0" t="0"/>
              <a:stretch/>
            </p:blipFill>
            <p:spPr>
              <a:xfrm>
                <a:off x="8481047" y="5542013"/>
                <a:ext cx="149377" cy="1318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08" name="Google Shape;3208;p28"/>
              <p:cNvPicPr preferRelativeResize="0"/>
              <p:nvPr/>
            </p:nvPicPr>
            <p:blipFill rotWithShape="1">
              <a:blip r:embed="rId59">
                <a:alphaModFix/>
              </a:blip>
              <a:srcRect b="0" l="0" r="0" t="0"/>
              <a:stretch/>
            </p:blipFill>
            <p:spPr>
              <a:xfrm>
                <a:off x="8669261" y="5514581"/>
                <a:ext cx="182905" cy="14937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209" name="Google Shape;3209;p28"/>
            <p:cNvGrpSpPr/>
            <p:nvPr/>
          </p:nvGrpSpPr>
          <p:grpSpPr>
            <a:xfrm>
              <a:off x="8664948" y="5597168"/>
              <a:ext cx="1004287" cy="286685"/>
              <a:chOff x="9246191" y="5544299"/>
              <a:chExt cx="754309" cy="212990"/>
            </a:xfrm>
          </p:grpSpPr>
          <p:sp>
            <p:nvSpPr>
              <p:cNvPr id="3210" name="Google Shape;3210;p28"/>
              <p:cNvSpPr/>
              <p:nvPr/>
            </p:nvSpPr>
            <p:spPr>
              <a:xfrm>
                <a:off x="9246191" y="5601461"/>
                <a:ext cx="53340" cy="104139"/>
              </a:xfrm>
              <a:custGeom>
                <a:rect b="b" l="l" r="r" t="t"/>
                <a:pathLst>
                  <a:path extrusionOk="0" h="104139" w="53340">
                    <a:moveTo>
                      <a:pt x="28110" y="0"/>
                    </a:moveTo>
                    <a:lnTo>
                      <a:pt x="5250" y="44958"/>
                    </a:lnTo>
                    <a:lnTo>
                      <a:pt x="0" y="81176"/>
                    </a:lnTo>
                    <a:lnTo>
                      <a:pt x="1440" y="92202"/>
                    </a:lnTo>
                    <a:lnTo>
                      <a:pt x="5238" y="98167"/>
                    </a:lnTo>
                    <a:lnTo>
                      <a:pt x="11251" y="101631"/>
                    </a:lnTo>
                    <a:lnTo>
                      <a:pt x="18264" y="103239"/>
                    </a:lnTo>
                    <a:lnTo>
                      <a:pt x="25062" y="103632"/>
                    </a:lnTo>
                    <a:lnTo>
                      <a:pt x="34182" y="101607"/>
                    </a:lnTo>
                    <a:lnTo>
                      <a:pt x="41445" y="97155"/>
                    </a:lnTo>
                    <a:lnTo>
                      <a:pt x="47565" y="90987"/>
                    </a:lnTo>
                    <a:lnTo>
                      <a:pt x="53256" y="8382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1" name="Google Shape;3211;p28"/>
              <p:cNvSpPr/>
              <p:nvPr/>
            </p:nvSpPr>
            <p:spPr>
              <a:xfrm>
                <a:off x="9254489" y="5604128"/>
                <a:ext cx="60325" cy="48260"/>
              </a:xfrm>
              <a:custGeom>
                <a:rect b="b" l="l" r="r" t="t"/>
                <a:pathLst>
                  <a:path extrusionOk="0" h="48260" w="60325">
                    <a:moveTo>
                      <a:pt x="0" y="46100"/>
                    </a:moveTo>
                    <a:lnTo>
                      <a:pt x="13144" y="48101"/>
                    </a:lnTo>
                    <a:lnTo>
                      <a:pt x="24003" y="47815"/>
                    </a:lnTo>
                    <a:lnTo>
                      <a:pt x="34290" y="44386"/>
                    </a:lnTo>
                    <a:lnTo>
                      <a:pt x="60197" y="14858"/>
                    </a:lnTo>
                    <a:lnTo>
                      <a:pt x="57054" y="9072"/>
                    </a:lnTo>
                    <a:lnTo>
                      <a:pt x="21621" y="0"/>
                    </a:lnTo>
                    <a:lnTo>
                      <a:pt x="13870" y="1571"/>
                    </a:lnTo>
                    <a:lnTo>
                      <a:pt x="10667" y="26288"/>
                    </a:lnTo>
                    <a:lnTo>
                      <a:pt x="12191" y="27812"/>
                    </a:lnTo>
                    <a:lnTo>
                      <a:pt x="13715" y="28574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2" name="Google Shape;3212;p28"/>
              <p:cNvSpPr/>
              <p:nvPr/>
            </p:nvSpPr>
            <p:spPr>
              <a:xfrm>
                <a:off x="9349739" y="5631941"/>
                <a:ext cx="10159" cy="74295"/>
              </a:xfrm>
              <a:custGeom>
                <a:rect b="b" l="l" r="r" t="t"/>
                <a:pathLst>
                  <a:path extrusionOk="0" h="74295" w="10159">
                    <a:moveTo>
                      <a:pt x="0" y="0"/>
                    </a:moveTo>
                    <a:lnTo>
                      <a:pt x="3452" y="16906"/>
                    </a:lnTo>
                    <a:lnTo>
                      <a:pt x="5334" y="33528"/>
                    </a:lnTo>
                    <a:lnTo>
                      <a:pt x="6643" y="50149"/>
                    </a:lnTo>
                    <a:lnTo>
                      <a:pt x="8382" y="67056"/>
                    </a:lnTo>
                    <a:lnTo>
                      <a:pt x="9144" y="70866"/>
                    </a:lnTo>
                    <a:lnTo>
                      <a:pt x="9144" y="71628"/>
                    </a:lnTo>
                    <a:lnTo>
                      <a:pt x="9906" y="73914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3" name="Google Shape;3213;p28"/>
              <p:cNvSpPr/>
              <p:nvPr/>
            </p:nvSpPr>
            <p:spPr>
              <a:xfrm>
                <a:off x="9331451" y="5572505"/>
                <a:ext cx="15240" cy="15239"/>
              </a:xfrm>
              <a:custGeom>
                <a:rect b="b" l="l" r="r" t="t"/>
                <a:pathLst>
                  <a:path extrusionOk="0" h="15239" w="15240">
                    <a:moveTo>
                      <a:pt x="0" y="3809"/>
                    </a:moveTo>
                    <a:lnTo>
                      <a:pt x="0" y="12191"/>
                    </a:lnTo>
                    <a:lnTo>
                      <a:pt x="3810" y="15239"/>
                    </a:lnTo>
                    <a:lnTo>
                      <a:pt x="12192" y="15239"/>
                    </a:lnTo>
                    <a:lnTo>
                      <a:pt x="15240" y="12191"/>
                    </a:lnTo>
                    <a:lnTo>
                      <a:pt x="15240" y="7619"/>
                    </a:lnTo>
                    <a:lnTo>
                      <a:pt x="15240" y="3809"/>
                    </a:lnTo>
                    <a:lnTo>
                      <a:pt x="12192" y="0"/>
                    </a:lnTo>
                    <a:lnTo>
                      <a:pt x="3810" y="0"/>
                    </a:lnTo>
                    <a:lnTo>
                      <a:pt x="0" y="3809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4" name="Google Shape;3214;p28"/>
              <p:cNvSpPr/>
              <p:nvPr/>
            </p:nvSpPr>
            <p:spPr>
              <a:xfrm>
                <a:off x="9392447" y="5602985"/>
                <a:ext cx="45084" cy="154304"/>
              </a:xfrm>
              <a:custGeom>
                <a:rect b="b" l="l" r="r" t="t"/>
                <a:pathLst>
                  <a:path extrusionOk="0" h="154304" w="45084">
                    <a:moveTo>
                      <a:pt x="44922" y="50292"/>
                    </a:moveTo>
                    <a:lnTo>
                      <a:pt x="44172" y="42076"/>
                    </a:lnTo>
                    <a:lnTo>
                      <a:pt x="44065" y="34290"/>
                    </a:lnTo>
                    <a:lnTo>
                      <a:pt x="44386" y="26503"/>
                    </a:lnTo>
                    <a:lnTo>
                      <a:pt x="44922" y="18288"/>
                    </a:lnTo>
                    <a:lnTo>
                      <a:pt x="44922" y="9906"/>
                    </a:lnTo>
                    <a:lnTo>
                      <a:pt x="44160" y="2286"/>
                    </a:lnTo>
                    <a:lnTo>
                      <a:pt x="34254" y="0"/>
                    </a:lnTo>
                    <a:lnTo>
                      <a:pt x="26253" y="369"/>
                    </a:lnTo>
                    <a:lnTo>
                      <a:pt x="1774" y="36004"/>
                    </a:lnTo>
                    <a:lnTo>
                      <a:pt x="0" y="46767"/>
                    </a:lnTo>
                    <a:lnTo>
                      <a:pt x="726" y="56388"/>
                    </a:lnTo>
                    <a:lnTo>
                      <a:pt x="4083" y="62007"/>
                    </a:lnTo>
                    <a:lnTo>
                      <a:pt x="9870" y="65341"/>
                    </a:lnTo>
                    <a:lnTo>
                      <a:pt x="16799" y="66675"/>
                    </a:lnTo>
                    <a:lnTo>
                      <a:pt x="23586" y="66294"/>
                    </a:lnTo>
                    <a:lnTo>
                      <a:pt x="32730" y="64770"/>
                    </a:lnTo>
                    <a:lnTo>
                      <a:pt x="37302" y="54864"/>
                    </a:lnTo>
                    <a:lnTo>
                      <a:pt x="38826" y="46482"/>
                    </a:lnTo>
                    <a:lnTo>
                      <a:pt x="39588" y="42672"/>
                    </a:lnTo>
                    <a:lnTo>
                      <a:pt x="38826" y="39624"/>
                    </a:lnTo>
                    <a:lnTo>
                      <a:pt x="38826" y="36576"/>
                    </a:lnTo>
                    <a:lnTo>
                      <a:pt x="40159" y="45850"/>
                    </a:lnTo>
                    <a:lnTo>
                      <a:pt x="40921" y="55340"/>
                    </a:lnTo>
                    <a:lnTo>
                      <a:pt x="41398" y="64972"/>
                    </a:lnTo>
                    <a:lnTo>
                      <a:pt x="41874" y="74676"/>
                    </a:lnTo>
                    <a:lnTo>
                      <a:pt x="42362" y="88392"/>
                    </a:lnTo>
                    <a:lnTo>
                      <a:pt x="42350" y="102108"/>
                    </a:lnTo>
                    <a:lnTo>
                      <a:pt x="33111" y="144589"/>
                    </a:lnTo>
                    <a:lnTo>
                      <a:pt x="13144" y="153995"/>
                    </a:lnTo>
                    <a:lnTo>
                      <a:pt x="9394" y="150495"/>
                    </a:lnTo>
                    <a:lnTo>
                      <a:pt x="7786" y="144708"/>
                    </a:lnTo>
                    <a:lnTo>
                      <a:pt x="6822" y="137922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5" name="Google Shape;3215;p28"/>
              <p:cNvSpPr/>
              <p:nvPr/>
            </p:nvSpPr>
            <p:spPr>
              <a:xfrm>
                <a:off x="9470135" y="5613653"/>
                <a:ext cx="47625" cy="93345"/>
              </a:xfrm>
              <a:custGeom>
                <a:rect b="b" l="l" r="r" t="t"/>
                <a:pathLst>
                  <a:path extrusionOk="0" h="93345" w="47625">
                    <a:moveTo>
                      <a:pt x="0" y="0"/>
                    </a:moveTo>
                    <a:lnTo>
                      <a:pt x="0" y="10417"/>
                    </a:lnTo>
                    <a:lnTo>
                      <a:pt x="0" y="21050"/>
                    </a:lnTo>
                    <a:lnTo>
                      <a:pt x="0" y="31825"/>
                    </a:lnTo>
                    <a:lnTo>
                      <a:pt x="0" y="42671"/>
                    </a:lnTo>
                    <a:lnTo>
                      <a:pt x="9322" y="82426"/>
                    </a:lnTo>
                    <a:lnTo>
                      <a:pt x="27741" y="92833"/>
                    </a:lnTo>
                    <a:lnTo>
                      <a:pt x="34671" y="91916"/>
                    </a:lnTo>
                    <a:lnTo>
                      <a:pt x="41028" y="88856"/>
                    </a:lnTo>
                    <a:lnTo>
                      <a:pt x="47244" y="84581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6" name="Google Shape;3216;p28"/>
              <p:cNvSpPr/>
              <p:nvPr/>
            </p:nvSpPr>
            <p:spPr>
              <a:xfrm>
                <a:off x="9464039" y="5619749"/>
                <a:ext cx="41909" cy="29210"/>
              </a:xfrm>
              <a:custGeom>
                <a:rect b="b" l="l" r="r" t="t"/>
                <a:pathLst>
                  <a:path extrusionOk="0" h="29210" w="41909">
                    <a:moveTo>
                      <a:pt x="761" y="16001"/>
                    </a:moveTo>
                    <a:lnTo>
                      <a:pt x="5941" y="23872"/>
                    </a:lnTo>
                    <a:lnTo>
                      <a:pt x="11906" y="28098"/>
                    </a:lnTo>
                    <a:lnTo>
                      <a:pt x="19728" y="28753"/>
                    </a:lnTo>
                    <a:lnTo>
                      <a:pt x="30479" y="25907"/>
                    </a:lnTo>
                    <a:lnTo>
                      <a:pt x="35230" y="23729"/>
                    </a:lnTo>
                    <a:lnTo>
                      <a:pt x="39338" y="19907"/>
                    </a:lnTo>
                    <a:lnTo>
                      <a:pt x="41302" y="15085"/>
                    </a:lnTo>
                    <a:lnTo>
                      <a:pt x="39623" y="9905"/>
                    </a:lnTo>
                    <a:lnTo>
                      <a:pt x="34385" y="5250"/>
                    </a:lnTo>
                    <a:lnTo>
                      <a:pt x="27431" y="2381"/>
                    </a:lnTo>
                    <a:lnTo>
                      <a:pt x="19907" y="797"/>
                    </a:lnTo>
                    <a:lnTo>
                      <a:pt x="12953" y="0"/>
                    </a:lnTo>
                    <a:lnTo>
                      <a:pt x="5333" y="0"/>
                    </a:lnTo>
                    <a:lnTo>
                      <a:pt x="0" y="2285"/>
                    </a:lnTo>
                    <a:lnTo>
                      <a:pt x="3047" y="10667"/>
                    </a:lnTo>
                    <a:lnTo>
                      <a:pt x="5333" y="16001"/>
                    </a:lnTo>
                    <a:lnTo>
                      <a:pt x="6857" y="17525"/>
                    </a:lnTo>
                    <a:lnTo>
                      <a:pt x="10667" y="19049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7" name="Google Shape;3217;p28"/>
              <p:cNvSpPr/>
              <p:nvPr/>
            </p:nvSpPr>
            <p:spPr>
              <a:xfrm>
                <a:off x="9527952" y="5626572"/>
                <a:ext cx="69850" cy="67310"/>
              </a:xfrm>
              <a:custGeom>
                <a:rect b="b" l="l" r="r" t="t"/>
                <a:pathLst>
                  <a:path extrusionOk="0" h="67310" w="69850">
                    <a:moveTo>
                      <a:pt x="1619" y="9179"/>
                    </a:moveTo>
                    <a:lnTo>
                      <a:pt x="559" y="19669"/>
                    </a:lnTo>
                    <a:lnTo>
                      <a:pt x="0" y="29658"/>
                    </a:lnTo>
                    <a:lnTo>
                      <a:pt x="440" y="39504"/>
                    </a:lnTo>
                    <a:lnTo>
                      <a:pt x="2381" y="49565"/>
                    </a:lnTo>
                    <a:lnTo>
                      <a:pt x="3905" y="56423"/>
                    </a:lnTo>
                    <a:lnTo>
                      <a:pt x="6953" y="61757"/>
                    </a:lnTo>
                    <a:lnTo>
                      <a:pt x="10001" y="67091"/>
                    </a:lnTo>
                    <a:lnTo>
                      <a:pt x="10763" y="62519"/>
                    </a:lnTo>
                    <a:lnTo>
                      <a:pt x="11525" y="54899"/>
                    </a:lnTo>
                    <a:lnTo>
                      <a:pt x="10763" y="49565"/>
                    </a:lnTo>
                    <a:lnTo>
                      <a:pt x="10977" y="39540"/>
                    </a:lnTo>
                    <a:lnTo>
                      <a:pt x="26765" y="1845"/>
                    </a:lnTo>
                    <a:lnTo>
                      <a:pt x="33266" y="0"/>
                    </a:lnTo>
                    <a:lnTo>
                      <a:pt x="40481" y="797"/>
                    </a:lnTo>
                    <a:lnTo>
                      <a:pt x="67294" y="31456"/>
                    </a:lnTo>
                    <a:lnTo>
                      <a:pt x="69580" y="48196"/>
                    </a:lnTo>
                    <a:lnTo>
                      <a:pt x="69437" y="56423"/>
                    </a:lnTo>
                    <a:lnTo>
                      <a:pt x="69437" y="57947"/>
                    </a:lnTo>
                    <a:lnTo>
                      <a:pt x="68675" y="59471"/>
                    </a:lnTo>
                    <a:lnTo>
                      <a:pt x="68675" y="61757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218" name="Google Shape;3218;p28"/>
              <p:cNvPicPr preferRelativeResize="0"/>
              <p:nvPr/>
            </p:nvPicPr>
            <p:blipFill rotWithShape="1">
              <a:blip r:embed="rId60">
                <a:alphaModFix/>
              </a:blip>
              <a:srcRect b="0" l="0" r="0" t="0"/>
              <a:stretch/>
            </p:blipFill>
            <p:spPr>
              <a:xfrm>
                <a:off x="9626333" y="5544299"/>
                <a:ext cx="374167" cy="13947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219" name="Google Shape;3219;p28"/>
            <p:cNvGrpSpPr/>
            <p:nvPr/>
          </p:nvGrpSpPr>
          <p:grpSpPr>
            <a:xfrm>
              <a:off x="7402754" y="5954093"/>
              <a:ext cx="561557" cy="182567"/>
              <a:chOff x="8298167" y="5809475"/>
              <a:chExt cx="421779" cy="135637"/>
            </a:xfrm>
          </p:grpSpPr>
          <p:pic>
            <p:nvPicPr>
              <p:cNvPr id="3220" name="Google Shape;3220;p28"/>
              <p:cNvPicPr preferRelativeResize="0"/>
              <p:nvPr/>
            </p:nvPicPr>
            <p:blipFill rotWithShape="1">
              <a:blip r:embed="rId61">
                <a:alphaModFix/>
              </a:blip>
              <a:srcRect b="0" l="0" r="0" t="0"/>
              <a:stretch/>
            </p:blipFill>
            <p:spPr>
              <a:xfrm>
                <a:off x="8298167" y="5809475"/>
                <a:ext cx="235483" cy="13563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21" name="Google Shape;3221;p28"/>
              <p:cNvSpPr/>
              <p:nvPr/>
            </p:nvSpPr>
            <p:spPr>
              <a:xfrm>
                <a:off x="8564879" y="5824727"/>
                <a:ext cx="95250" cy="89535"/>
              </a:xfrm>
              <a:custGeom>
                <a:rect b="b" l="l" r="r" t="t"/>
                <a:pathLst>
                  <a:path extrusionOk="0" h="89535" w="95250">
                    <a:moveTo>
                      <a:pt x="4572" y="16002"/>
                    </a:moveTo>
                    <a:lnTo>
                      <a:pt x="4321" y="24907"/>
                    </a:lnTo>
                    <a:lnTo>
                      <a:pt x="3714" y="33528"/>
                    </a:lnTo>
                    <a:lnTo>
                      <a:pt x="2964" y="42148"/>
                    </a:lnTo>
                    <a:lnTo>
                      <a:pt x="2286" y="51054"/>
                    </a:lnTo>
                    <a:lnTo>
                      <a:pt x="1607" y="58042"/>
                    </a:lnTo>
                    <a:lnTo>
                      <a:pt x="857" y="65246"/>
                    </a:lnTo>
                    <a:lnTo>
                      <a:pt x="250" y="72592"/>
                    </a:lnTo>
                    <a:lnTo>
                      <a:pt x="0" y="80010"/>
                    </a:lnTo>
                    <a:lnTo>
                      <a:pt x="0" y="83820"/>
                    </a:lnTo>
                    <a:lnTo>
                      <a:pt x="0" y="84582"/>
                    </a:lnTo>
                    <a:lnTo>
                      <a:pt x="0" y="86868"/>
                    </a:lnTo>
                  </a:path>
                  <a:path extrusionOk="0" h="89535" w="95250">
                    <a:moveTo>
                      <a:pt x="4572" y="16002"/>
                    </a:moveTo>
                    <a:lnTo>
                      <a:pt x="44196" y="44196"/>
                    </a:lnTo>
                    <a:lnTo>
                      <a:pt x="60198" y="51054"/>
                    </a:lnTo>
                    <a:lnTo>
                      <a:pt x="66294" y="47244"/>
                    </a:lnTo>
                    <a:lnTo>
                      <a:pt x="70866" y="44196"/>
                    </a:lnTo>
                    <a:lnTo>
                      <a:pt x="70104" y="32004"/>
                    </a:lnTo>
                    <a:lnTo>
                      <a:pt x="70104" y="26670"/>
                    </a:lnTo>
                    <a:lnTo>
                      <a:pt x="70104" y="19050"/>
                    </a:lnTo>
                    <a:lnTo>
                      <a:pt x="70866" y="12192"/>
                    </a:lnTo>
                    <a:lnTo>
                      <a:pt x="73152" y="4572"/>
                    </a:lnTo>
                    <a:lnTo>
                      <a:pt x="74676" y="0"/>
                    </a:lnTo>
                    <a:lnTo>
                      <a:pt x="75438" y="2286"/>
                    </a:lnTo>
                    <a:lnTo>
                      <a:pt x="78486" y="762"/>
                    </a:lnTo>
                    <a:lnTo>
                      <a:pt x="84582" y="5334"/>
                    </a:lnTo>
                    <a:lnTo>
                      <a:pt x="86868" y="12954"/>
                    </a:lnTo>
                    <a:lnTo>
                      <a:pt x="89154" y="19812"/>
                    </a:lnTo>
                    <a:lnTo>
                      <a:pt x="91594" y="28515"/>
                    </a:lnTo>
                    <a:lnTo>
                      <a:pt x="93249" y="37433"/>
                    </a:lnTo>
                    <a:lnTo>
                      <a:pt x="94190" y="46493"/>
                    </a:lnTo>
                    <a:lnTo>
                      <a:pt x="94488" y="55626"/>
                    </a:lnTo>
                    <a:lnTo>
                      <a:pt x="94476" y="62484"/>
                    </a:lnTo>
                    <a:lnTo>
                      <a:pt x="94392" y="69342"/>
                    </a:lnTo>
                    <a:lnTo>
                      <a:pt x="94166" y="76200"/>
                    </a:lnTo>
                    <a:lnTo>
                      <a:pt x="93726" y="83058"/>
                    </a:lnTo>
                    <a:lnTo>
                      <a:pt x="93726" y="89154"/>
                    </a:lnTo>
                    <a:lnTo>
                      <a:pt x="94488" y="86106"/>
                    </a:lnTo>
                    <a:lnTo>
                      <a:pt x="95250" y="8839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2" name="Google Shape;3222;p28"/>
              <p:cNvSpPr/>
              <p:nvPr/>
            </p:nvSpPr>
            <p:spPr>
              <a:xfrm>
                <a:off x="8710421" y="5830061"/>
                <a:ext cx="9525" cy="85089"/>
              </a:xfrm>
              <a:custGeom>
                <a:rect b="b" l="l" r="r" t="t"/>
                <a:pathLst>
                  <a:path extrusionOk="0" h="85089" w="9525">
                    <a:moveTo>
                      <a:pt x="8381" y="0"/>
                    </a:moveTo>
                    <a:lnTo>
                      <a:pt x="8786" y="15775"/>
                    </a:lnTo>
                    <a:lnTo>
                      <a:pt x="9334" y="31908"/>
                    </a:lnTo>
                    <a:lnTo>
                      <a:pt x="9024" y="47898"/>
                    </a:lnTo>
                    <a:lnTo>
                      <a:pt x="6857" y="63246"/>
                    </a:lnTo>
                    <a:lnTo>
                      <a:pt x="5333" y="70866"/>
                    </a:lnTo>
                    <a:lnTo>
                      <a:pt x="3047" y="77724"/>
                    </a:lnTo>
                    <a:lnTo>
                      <a:pt x="0" y="8458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223" name="Google Shape;3223;p28"/>
            <p:cNvPicPr preferRelativeResize="0"/>
            <p:nvPr/>
          </p:nvPicPr>
          <p:blipFill rotWithShape="1">
            <a:blip r:embed="rId62">
              <a:alphaModFix/>
            </a:blip>
            <a:srcRect b="0" l="0" r="0" t="0"/>
            <a:stretch/>
          </p:blipFill>
          <p:spPr>
            <a:xfrm>
              <a:off x="8822109" y="5921468"/>
              <a:ext cx="163008" cy="22965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24" name="Google Shape;3224;p28"/>
            <p:cNvGrpSpPr/>
            <p:nvPr/>
          </p:nvGrpSpPr>
          <p:grpSpPr>
            <a:xfrm>
              <a:off x="7287103" y="6305892"/>
              <a:ext cx="534689" cy="230116"/>
              <a:chOff x="8211299" y="6070841"/>
              <a:chExt cx="401599" cy="170963"/>
            </a:xfrm>
          </p:grpSpPr>
          <p:pic>
            <p:nvPicPr>
              <p:cNvPr id="3225" name="Google Shape;3225;p28"/>
              <p:cNvPicPr preferRelativeResize="0"/>
              <p:nvPr/>
            </p:nvPicPr>
            <p:blipFill rotWithShape="1">
              <a:blip r:embed="rId63">
                <a:alphaModFix/>
              </a:blip>
              <a:srcRect b="0" l="0" r="0" t="0"/>
              <a:stretch/>
            </p:blipFill>
            <p:spPr>
              <a:xfrm>
                <a:off x="8211299" y="6090653"/>
                <a:ext cx="239293" cy="1511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26" name="Google Shape;3226;p28"/>
              <p:cNvPicPr preferRelativeResize="0"/>
              <p:nvPr/>
            </p:nvPicPr>
            <p:blipFill rotWithShape="1">
              <a:blip r:embed="rId64">
                <a:alphaModFix/>
              </a:blip>
              <a:srcRect b="0" l="0" r="0" t="0"/>
              <a:stretch/>
            </p:blipFill>
            <p:spPr>
              <a:xfrm>
                <a:off x="8489477" y="6070841"/>
                <a:ext cx="123421" cy="1371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227" name="Google Shape;3227;p28"/>
            <p:cNvGrpSpPr/>
            <p:nvPr/>
          </p:nvGrpSpPr>
          <p:grpSpPr>
            <a:xfrm>
              <a:off x="7881590" y="6259724"/>
              <a:ext cx="461643" cy="213369"/>
              <a:chOff x="8657831" y="6036551"/>
              <a:chExt cx="346735" cy="158521"/>
            </a:xfrm>
          </p:grpSpPr>
          <p:pic>
            <p:nvPicPr>
              <p:cNvPr id="3228" name="Google Shape;3228;p28"/>
              <p:cNvPicPr preferRelativeResize="0"/>
              <p:nvPr/>
            </p:nvPicPr>
            <p:blipFill rotWithShape="1">
              <a:blip r:embed="rId65">
                <a:alphaModFix/>
              </a:blip>
              <a:srcRect b="0" l="0" r="0" t="0"/>
              <a:stretch/>
            </p:blipFill>
            <p:spPr>
              <a:xfrm>
                <a:off x="8657831" y="6060173"/>
                <a:ext cx="91465" cy="1348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29" name="Google Shape;3229;p28"/>
              <p:cNvPicPr preferRelativeResize="0"/>
              <p:nvPr/>
            </p:nvPicPr>
            <p:blipFill rotWithShape="1">
              <a:blip r:embed="rId66">
                <a:alphaModFix/>
              </a:blip>
              <a:srcRect b="0" l="0" r="0" t="0"/>
              <a:stretch/>
            </p:blipFill>
            <p:spPr>
              <a:xfrm>
                <a:off x="8782037" y="6036551"/>
                <a:ext cx="222529" cy="14556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230" name="Google Shape;3230;p28"/>
            <p:cNvPicPr preferRelativeResize="0"/>
            <p:nvPr/>
          </p:nvPicPr>
          <p:blipFill rotWithShape="1">
            <a:blip r:embed="rId67">
              <a:alphaModFix/>
            </a:blip>
            <a:srcRect b="0" l="0" r="0" t="0"/>
            <a:stretch/>
          </p:blipFill>
          <p:spPr>
            <a:xfrm>
              <a:off x="8652681" y="6218915"/>
              <a:ext cx="139024" cy="16721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31" name="Google Shape;3231;p28"/>
            <p:cNvGrpSpPr/>
            <p:nvPr/>
          </p:nvGrpSpPr>
          <p:grpSpPr>
            <a:xfrm>
              <a:off x="9067585" y="6245344"/>
              <a:ext cx="279518" cy="111830"/>
              <a:chOff x="9548609" y="6025883"/>
              <a:chExt cx="209943" cy="83083"/>
            </a:xfrm>
          </p:grpSpPr>
          <p:pic>
            <p:nvPicPr>
              <p:cNvPr id="3232" name="Google Shape;3232;p28"/>
              <p:cNvPicPr preferRelativeResize="0"/>
              <p:nvPr/>
            </p:nvPicPr>
            <p:blipFill rotWithShape="1">
              <a:blip r:embed="rId68">
                <a:alphaModFix/>
              </a:blip>
              <a:srcRect b="0" l="0" r="0" t="0"/>
              <a:stretch/>
            </p:blipFill>
            <p:spPr>
              <a:xfrm>
                <a:off x="9548609" y="6025883"/>
                <a:ext cx="139471" cy="8308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33" name="Google Shape;3233;p28"/>
              <p:cNvSpPr/>
              <p:nvPr/>
            </p:nvSpPr>
            <p:spPr>
              <a:xfrm>
                <a:off x="9717024" y="6043422"/>
                <a:ext cx="28575" cy="59689"/>
              </a:xfrm>
              <a:custGeom>
                <a:rect b="b" l="l" r="r" t="t"/>
                <a:pathLst>
                  <a:path extrusionOk="0" h="59689" w="28575">
                    <a:moveTo>
                      <a:pt x="4572" y="0"/>
                    </a:moveTo>
                    <a:lnTo>
                      <a:pt x="4441" y="9024"/>
                    </a:lnTo>
                    <a:lnTo>
                      <a:pt x="4095" y="17906"/>
                    </a:lnTo>
                    <a:lnTo>
                      <a:pt x="3607" y="26789"/>
                    </a:lnTo>
                    <a:lnTo>
                      <a:pt x="3048" y="35813"/>
                    </a:lnTo>
                    <a:lnTo>
                      <a:pt x="3048" y="40385"/>
                    </a:lnTo>
                    <a:lnTo>
                      <a:pt x="0" y="54101"/>
                    </a:lnTo>
                    <a:lnTo>
                      <a:pt x="4572" y="57149"/>
                    </a:lnTo>
                    <a:lnTo>
                      <a:pt x="10298" y="59483"/>
                    </a:lnTo>
                    <a:lnTo>
                      <a:pt x="16668" y="59245"/>
                    </a:lnTo>
                    <a:lnTo>
                      <a:pt x="22895" y="57578"/>
                    </a:lnTo>
                    <a:lnTo>
                      <a:pt x="28194" y="55625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4" name="Google Shape;3234;p28"/>
              <p:cNvSpPr/>
              <p:nvPr/>
            </p:nvSpPr>
            <p:spPr>
              <a:xfrm>
                <a:off x="9726168" y="6031992"/>
                <a:ext cx="32384" cy="37464"/>
              </a:xfrm>
              <a:custGeom>
                <a:rect b="b" l="l" r="r" t="t"/>
                <a:pathLst>
                  <a:path extrusionOk="0" h="37464" w="32384">
                    <a:moveTo>
                      <a:pt x="0" y="22860"/>
                    </a:moveTo>
                    <a:lnTo>
                      <a:pt x="3559" y="30241"/>
                    </a:lnTo>
                    <a:lnTo>
                      <a:pt x="7334" y="35052"/>
                    </a:lnTo>
                    <a:lnTo>
                      <a:pt x="12965" y="37004"/>
                    </a:lnTo>
                    <a:lnTo>
                      <a:pt x="22098" y="35814"/>
                    </a:lnTo>
                    <a:lnTo>
                      <a:pt x="28194" y="34290"/>
                    </a:lnTo>
                    <a:lnTo>
                      <a:pt x="32004" y="26670"/>
                    </a:lnTo>
                    <a:lnTo>
                      <a:pt x="30480" y="20574"/>
                    </a:lnTo>
                    <a:lnTo>
                      <a:pt x="27193" y="14680"/>
                    </a:lnTo>
                    <a:lnTo>
                      <a:pt x="22478" y="9429"/>
                    </a:lnTo>
                    <a:lnTo>
                      <a:pt x="17192" y="4607"/>
                    </a:lnTo>
                    <a:lnTo>
                      <a:pt x="12191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235" name="Google Shape;3235;p28"/>
            <p:cNvPicPr preferRelativeResize="0"/>
            <p:nvPr/>
          </p:nvPicPr>
          <p:blipFill rotWithShape="1">
            <a:blip r:embed="rId69">
              <a:alphaModFix/>
            </a:blip>
            <a:srcRect b="0" l="0" r="0" t="0"/>
            <a:stretch/>
          </p:blipFill>
          <p:spPr>
            <a:xfrm>
              <a:off x="9439545" y="6211735"/>
              <a:ext cx="187118" cy="14875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36" name="Google Shape;3236;p28"/>
            <p:cNvGrpSpPr/>
            <p:nvPr/>
          </p:nvGrpSpPr>
          <p:grpSpPr>
            <a:xfrm>
              <a:off x="8612955" y="6478215"/>
              <a:ext cx="1064381" cy="216925"/>
              <a:chOff x="9207138" y="6198870"/>
              <a:chExt cx="799445" cy="161163"/>
            </a:xfrm>
          </p:grpSpPr>
          <p:pic>
            <p:nvPicPr>
              <p:cNvPr id="3237" name="Google Shape;3237;p28"/>
              <p:cNvPicPr preferRelativeResize="0"/>
              <p:nvPr/>
            </p:nvPicPr>
            <p:blipFill rotWithShape="1">
              <a:blip r:embed="rId70">
                <a:alphaModFix/>
              </a:blip>
              <a:srcRect b="0" l="0" r="0" t="0"/>
              <a:stretch/>
            </p:blipFill>
            <p:spPr>
              <a:xfrm>
                <a:off x="9207138" y="6234671"/>
                <a:ext cx="206622" cy="87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38" name="Google Shape;3238;p28"/>
              <p:cNvSpPr/>
              <p:nvPr/>
            </p:nvSpPr>
            <p:spPr>
              <a:xfrm>
                <a:off x="9453371" y="6259068"/>
                <a:ext cx="45084" cy="11429"/>
              </a:xfrm>
              <a:custGeom>
                <a:rect b="b" l="l" r="r" t="t"/>
                <a:pathLst>
                  <a:path extrusionOk="0" h="11429" w="45084">
                    <a:moveTo>
                      <a:pt x="0" y="11430"/>
                    </a:moveTo>
                    <a:lnTo>
                      <a:pt x="11418" y="7393"/>
                    </a:lnTo>
                    <a:lnTo>
                      <a:pt x="22193" y="4286"/>
                    </a:lnTo>
                    <a:lnTo>
                      <a:pt x="33111" y="1893"/>
                    </a:lnTo>
                    <a:lnTo>
                      <a:pt x="44958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9" name="Google Shape;3239;p28"/>
              <p:cNvSpPr/>
              <p:nvPr/>
            </p:nvSpPr>
            <p:spPr>
              <a:xfrm>
                <a:off x="9524999" y="6234303"/>
                <a:ext cx="72390" cy="71754"/>
              </a:xfrm>
              <a:custGeom>
                <a:rect b="b" l="l" r="r" t="t"/>
                <a:pathLst>
                  <a:path extrusionOk="0" h="71754" w="72390">
                    <a:moveTo>
                      <a:pt x="0" y="14097"/>
                    </a:moveTo>
                    <a:lnTo>
                      <a:pt x="6858" y="52959"/>
                    </a:lnTo>
                    <a:lnTo>
                      <a:pt x="9144" y="59817"/>
                    </a:lnTo>
                    <a:lnTo>
                      <a:pt x="11430" y="65913"/>
                    </a:lnTo>
                    <a:lnTo>
                      <a:pt x="12192" y="65913"/>
                    </a:lnTo>
                    <a:lnTo>
                      <a:pt x="12192" y="66675"/>
                    </a:lnTo>
                    <a:lnTo>
                      <a:pt x="12061" y="59245"/>
                    </a:lnTo>
                    <a:lnTo>
                      <a:pt x="11715" y="51816"/>
                    </a:lnTo>
                    <a:lnTo>
                      <a:pt x="11227" y="44386"/>
                    </a:lnTo>
                    <a:lnTo>
                      <a:pt x="10668" y="36957"/>
                    </a:lnTo>
                    <a:lnTo>
                      <a:pt x="10941" y="27991"/>
                    </a:lnTo>
                    <a:lnTo>
                      <a:pt x="36290" y="0"/>
                    </a:lnTo>
                    <a:lnTo>
                      <a:pt x="44374" y="1095"/>
                    </a:lnTo>
                    <a:lnTo>
                      <a:pt x="71532" y="37730"/>
                    </a:lnTo>
                    <a:lnTo>
                      <a:pt x="72390" y="51435"/>
                    </a:lnTo>
                    <a:lnTo>
                      <a:pt x="72390" y="59055"/>
                    </a:lnTo>
                    <a:lnTo>
                      <a:pt x="71628" y="64389"/>
                    </a:lnTo>
                    <a:lnTo>
                      <a:pt x="70104" y="71247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0" name="Google Shape;3240;p28"/>
              <p:cNvSpPr/>
              <p:nvPr/>
            </p:nvSpPr>
            <p:spPr>
              <a:xfrm>
                <a:off x="9621011" y="6242304"/>
                <a:ext cx="38100" cy="67945"/>
              </a:xfrm>
              <a:custGeom>
                <a:rect b="b" l="l" r="r" t="t"/>
                <a:pathLst>
                  <a:path extrusionOk="0" h="67945" w="38100">
                    <a:moveTo>
                      <a:pt x="0" y="0"/>
                    </a:moveTo>
                    <a:lnTo>
                      <a:pt x="881" y="10870"/>
                    </a:lnTo>
                    <a:lnTo>
                      <a:pt x="1333" y="21812"/>
                    </a:lnTo>
                    <a:lnTo>
                      <a:pt x="1500" y="32896"/>
                    </a:lnTo>
                    <a:lnTo>
                      <a:pt x="1524" y="44196"/>
                    </a:lnTo>
                    <a:lnTo>
                      <a:pt x="1821" y="51411"/>
                    </a:lnTo>
                    <a:lnTo>
                      <a:pt x="3333" y="57912"/>
                    </a:lnTo>
                    <a:lnTo>
                      <a:pt x="6988" y="63269"/>
                    </a:lnTo>
                    <a:lnTo>
                      <a:pt x="13716" y="67056"/>
                    </a:lnTo>
                    <a:lnTo>
                      <a:pt x="19883" y="67865"/>
                    </a:lnTo>
                    <a:lnTo>
                      <a:pt x="25908" y="67246"/>
                    </a:lnTo>
                    <a:lnTo>
                      <a:pt x="31932" y="65770"/>
                    </a:lnTo>
                    <a:lnTo>
                      <a:pt x="38100" y="64008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1" name="Google Shape;3241;p28"/>
              <p:cNvSpPr/>
              <p:nvPr/>
            </p:nvSpPr>
            <p:spPr>
              <a:xfrm>
                <a:off x="9625679" y="6229350"/>
                <a:ext cx="52070" cy="40004"/>
              </a:xfrm>
              <a:custGeom>
                <a:rect b="b" l="l" r="r" t="t"/>
                <a:pathLst>
                  <a:path extrusionOk="0" h="40004" w="52070">
                    <a:moveTo>
                      <a:pt x="5238" y="16001"/>
                    </a:moveTo>
                    <a:lnTo>
                      <a:pt x="797" y="26003"/>
                    </a:lnTo>
                    <a:lnTo>
                      <a:pt x="0" y="32575"/>
                    </a:lnTo>
                    <a:lnTo>
                      <a:pt x="4488" y="36575"/>
                    </a:lnTo>
                    <a:lnTo>
                      <a:pt x="15906" y="38861"/>
                    </a:lnTo>
                    <a:lnTo>
                      <a:pt x="24348" y="39862"/>
                    </a:lnTo>
                    <a:lnTo>
                      <a:pt x="33147" y="40004"/>
                    </a:lnTo>
                    <a:lnTo>
                      <a:pt x="41517" y="38433"/>
                    </a:lnTo>
                    <a:lnTo>
                      <a:pt x="48672" y="34289"/>
                    </a:lnTo>
                    <a:lnTo>
                      <a:pt x="51804" y="28944"/>
                    </a:lnTo>
                    <a:lnTo>
                      <a:pt x="50863" y="23526"/>
                    </a:lnTo>
                    <a:lnTo>
                      <a:pt x="14382" y="0"/>
                    </a:lnTo>
                    <a:lnTo>
                      <a:pt x="11334" y="0"/>
                    </a:lnTo>
                    <a:lnTo>
                      <a:pt x="10572" y="0"/>
                    </a:lnTo>
                    <a:lnTo>
                      <a:pt x="9048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2" name="Google Shape;3242;p28"/>
              <p:cNvSpPr/>
              <p:nvPr/>
            </p:nvSpPr>
            <p:spPr>
              <a:xfrm>
                <a:off x="9672065" y="6236208"/>
                <a:ext cx="46990" cy="123825"/>
              </a:xfrm>
              <a:custGeom>
                <a:rect b="b" l="l" r="r" t="t"/>
                <a:pathLst>
                  <a:path extrusionOk="0" h="123825" w="46990">
                    <a:moveTo>
                      <a:pt x="42672" y="40386"/>
                    </a:moveTo>
                    <a:lnTo>
                      <a:pt x="42231" y="32515"/>
                    </a:lnTo>
                    <a:lnTo>
                      <a:pt x="42005" y="24860"/>
                    </a:lnTo>
                    <a:lnTo>
                      <a:pt x="41921" y="17347"/>
                    </a:lnTo>
                    <a:lnTo>
                      <a:pt x="41910" y="9906"/>
                    </a:lnTo>
                    <a:lnTo>
                      <a:pt x="41910" y="6858"/>
                    </a:lnTo>
                    <a:lnTo>
                      <a:pt x="41910" y="3048"/>
                    </a:lnTo>
                    <a:lnTo>
                      <a:pt x="41910" y="0"/>
                    </a:lnTo>
                    <a:lnTo>
                      <a:pt x="33528" y="0"/>
                    </a:lnTo>
                    <a:lnTo>
                      <a:pt x="10668" y="35814"/>
                    </a:lnTo>
                    <a:lnTo>
                      <a:pt x="10668" y="44958"/>
                    </a:lnTo>
                    <a:lnTo>
                      <a:pt x="12954" y="47244"/>
                    </a:lnTo>
                    <a:lnTo>
                      <a:pt x="22098" y="48006"/>
                    </a:lnTo>
                    <a:lnTo>
                      <a:pt x="28956" y="48006"/>
                    </a:lnTo>
                    <a:lnTo>
                      <a:pt x="32766" y="45720"/>
                    </a:lnTo>
                    <a:lnTo>
                      <a:pt x="37338" y="40386"/>
                    </a:lnTo>
                    <a:lnTo>
                      <a:pt x="38862" y="37338"/>
                    </a:lnTo>
                    <a:lnTo>
                      <a:pt x="39624" y="36576"/>
                    </a:lnTo>
                    <a:lnTo>
                      <a:pt x="41148" y="35052"/>
                    </a:lnTo>
                    <a:lnTo>
                      <a:pt x="44958" y="38100"/>
                    </a:lnTo>
                    <a:lnTo>
                      <a:pt x="44958" y="41910"/>
                    </a:lnTo>
                    <a:lnTo>
                      <a:pt x="44958" y="48006"/>
                    </a:lnTo>
                    <a:lnTo>
                      <a:pt x="45922" y="58519"/>
                    </a:lnTo>
                    <a:lnTo>
                      <a:pt x="46386" y="69246"/>
                    </a:lnTo>
                    <a:lnTo>
                      <a:pt x="46136" y="79831"/>
                    </a:lnTo>
                    <a:lnTo>
                      <a:pt x="32527" y="117990"/>
                    </a:lnTo>
                    <a:lnTo>
                      <a:pt x="16073" y="123729"/>
                    </a:lnTo>
                    <a:lnTo>
                      <a:pt x="10096" y="122491"/>
                    </a:lnTo>
                    <a:lnTo>
                      <a:pt x="4976" y="119253"/>
                    </a:lnTo>
                    <a:lnTo>
                      <a:pt x="0" y="11430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3" name="Google Shape;3243;p28"/>
              <p:cNvSpPr/>
              <p:nvPr/>
            </p:nvSpPr>
            <p:spPr>
              <a:xfrm>
                <a:off x="9739883" y="6227826"/>
                <a:ext cx="47625" cy="85089"/>
              </a:xfrm>
              <a:custGeom>
                <a:rect b="b" l="l" r="r" t="t"/>
                <a:pathLst>
                  <a:path extrusionOk="0" h="85089" w="47625">
                    <a:moveTo>
                      <a:pt x="32003" y="34289"/>
                    </a:moveTo>
                    <a:lnTo>
                      <a:pt x="32313" y="28932"/>
                    </a:lnTo>
                    <a:lnTo>
                      <a:pt x="32765" y="21145"/>
                    </a:lnTo>
                    <a:lnTo>
                      <a:pt x="32646" y="13073"/>
                    </a:lnTo>
                    <a:lnTo>
                      <a:pt x="31241" y="6857"/>
                    </a:lnTo>
                    <a:lnTo>
                      <a:pt x="27431" y="0"/>
                    </a:lnTo>
                    <a:lnTo>
                      <a:pt x="18287" y="10667"/>
                    </a:lnTo>
                    <a:lnTo>
                      <a:pt x="16763" y="12953"/>
                    </a:lnTo>
                    <a:lnTo>
                      <a:pt x="10941" y="21002"/>
                    </a:lnTo>
                    <a:lnTo>
                      <a:pt x="6191" y="29336"/>
                    </a:lnTo>
                    <a:lnTo>
                      <a:pt x="2726" y="38242"/>
                    </a:lnTo>
                    <a:lnTo>
                      <a:pt x="761" y="48005"/>
                    </a:lnTo>
                    <a:lnTo>
                      <a:pt x="0" y="58673"/>
                    </a:lnTo>
                    <a:lnTo>
                      <a:pt x="3047" y="60959"/>
                    </a:lnTo>
                    <a:lnTo>
                      <a:pt x="12191" y="61721"/>
                    </a:lnTo>
                    <a:lnTo>
                      <a:pt x="22097" y="61721"/>
                    </a:lnTo>
                    <a:lnTo>
                      <a:pt x="25907" y="57149"/>
                    </a:lnTo>
                    <a:lnTo>
                      <a:pt x="28955" y="48005"/>
                    </a:lnTo>
                    <a:lnTo>
                      <a:pt x="32003" y="41147"/>
                    </a:lnTo>
                    <a:lnTo>
                      <a:pt x="33527" y="32765"/>
                    </a:lnTo>
                    <a:lnTo>
                      <a:pt x="35051" y="25145"/>
                    </a:lnTo>
                    <a:lnTo>
                      <a:pt x="35813" y="28193"/>
                    </a:lnTo>
                    <a:lnTo>
                      <a:pt x="35813" y="35813"/>
                    </a:lnTo>
                    <a:lnTo>
                      <a:pt x="35813" y="40385"/>
                    </a:lnTo>
                    <a:lnTo>
                      <a:pt x="35397" y="50803"/>
                    </a:lnTo>
                    <a:lnTo>
                      <a:pt x="35337" y="63150"/>
                    </a:lnTo>
                    <a:lnTo>
                      <a:pt x="37421" y="74783"/>
                    </a:lnTo>
                    <a:lnTo>
                      <a:pt x="43433" y="83057"/>
                    </a:lnTo>
                    <a:lnTo>
                      <a:pt x="44957" y="83819"/>
                    </a:lnTo>
                    <a:lnTo>
                      <a:pt x="46481" y="83819"/>
                    </a:lnTo>
                    <a:lnTo>
                      <a:pt x="47243" y="84581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4" name="Google Shape;3244;p28"/>
              <p:cNvSpPr/>
              <p:nvPr/>
            </p:nvSpPr>
            <p:spPr>
              <a:xfrm>
                <a:off x="9805034" y="6201918"/>
                <a:ext cx="9525" cy="109220"/>
              </a:xfrm>
              <a:custGeom>
                <a:rect b="b" l="l" r="r" t="t"/>
                <a:pathLst>
                  <a:path extrusionOk="0" h="109220" w="9525">
                    <a:moveTo>
                      <a:pt x="9525" y="19812"/>
                    </a:moveTo>
                    <a:lnTo>
                      <a:pt x="8167" y="3321"/>
                    </a:lnTo>
                    <a:lnTo>
                      <a:pt x="7810" y="476"/>
                    </a:lnTo>
                    <a:lnTo>
                      <a:pt x="7167" y="2345"/>
                    </a:lnTo>
                    <a:lnTo>
                      <a:pt x="4952" y="0"/>
                    </a:lnTo>
                    <a:lnTo>
                      <a:pt x="1095" y="42862"/>
                    </a:lnTo>
                    <a:lnTo>
                      <a:pt x="0" y="81057"/>
                    </a:lnTo>
                    <a:lnTo>
                      <a:pt x="1023" y="93047"/>
                    </a:lnTo>
                    <a:lnTo>
                      <a:pt x="4191" y="104394"/>
                    </a:lnTo>
                    <a:lnTo>
                      <a:pt x="4953" y="105918"/>
                    </a:lnTo>
                    <a:lnTo>
                      <a:pt x="6477" y="107442"/>
                    </a:lnTo>
                    <a:lnTo>
                      <a:pt x="7239" y="108966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5" name="Google Shape;3245;p28"/>
              <p:cNvSpPr/>
              <p:nvPr/>
            </p:nvSpPr>
            <p:spPr>
              <a:xfrm>
                <a:off x="9803129" y="6251448"/>
                <a:ext cx="59690" cy="51435"/>
              </a:xfrm>
              <a:custGeom>
                <a:rect b="b" l="l" r="r" t="t"/>
                <a:pathLst>
                  <a:path extrusionOk="0" h="51435" w="59690">
                    <a:moveTo>
                      <a:pt x="3048" y="16002"/>
                    </a:moveTo>
                    <a:lnTo>
                      <a:pt x="762" y="7620"/>
                    </a:lnTo>
                    <a:lnTo>
                      <a:pt x="0" y="7620"/>
                    </a:lnTo>
                    <a:lnTo>
                      <a:pt x="0" y="3048"/>
                    </a:lnTo>
                    <a:lnTo>
                      <a:pt x="6858" y="2607"/>
                    </a:lnTo>
                    <a:lnTo>
                      <a:pt x="13716" y="2381"/>
                    </a:lnTo>
                    <a:lnTo>
                      <a:pt x="20574" y="2297"/>
                    </a:lnTo>
                    <a:lnTo>
                      <a:pt x="27432" y="2286"/>
                    </a:lnTo>
                    <a:lnTo>
                      <a:pt x="35814" y="1524"/>
                    </a:lnTo>
                    <a:lnTo>
                      <a:pt x="44196" y="762"/>
                    </a:lnTo>
                    <a:lnTo>
                      <a:pt x="52578" y="0"/>
                    </a:lnTo>
                    <a:lnTo>
                      <a:pt x="53340" y="0"/>
                    </a:lnTo>
                    <a:lnTo>
                      <a:pt x="54864" y="6096"/>
                    </a:lnTo>
                    <a:lnTo>
                      <a:pt x="54864" y="10668"/>
                    </a:lnTo>
                    <a:lnTo>
                      <a:pt x="54864" y="16764"/>
                    </a:lnTo>
                    <a:lnTo>
                      <a:pt x="54661" y="23407"/>
                    </a:lnTo>
                    <a:lnTo>
                      <a:pt x="54387" y="30480"/>
                    </a:lnTo>
                    <a:lnTo>
                      <a:pt x="54542" y="37552"/>
                    </a:lnTo>
                    <a:lnTo>
                      <a:pt x="55626" y="44196"/>
                    </a:lnTo>
                    <a:lnTo>
                      <a:pt x="56388" y="48006"/>
                    </a:lnTo>
                    <a:lnTo>
                      <a:pt x="57912" y="48006"/>
                    </a:lnTo>
                    <a:lnTo>
                      <a:pt x="59436" y="51054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6" name="Google Shape;3246;p28"/>
              <p:cNvSpPr/>
              <p:nvPr/>
            </p:nvSpPr>
            <p:spPr>
              <a:xfrm>
                <a:off x="9848087" y="6198870"/>
                <a:ext cx="16509" cy="15239"/>
              </a:xfrm>
              <a:custGeom>
                <a:rect b="b" l="l" r="r" t="t"/>
                <a:pathLst>
                  <a:path extrusionOk="0" h="15239" w="16509">
                    <a:moveTo>
                      <a:pt x="0" y="3810"/>
                    </a:moveTo>
                    <a:lnTo>
                      <a:pt x="0" y="12192"/>
                    </a:lnTo>
                    <a:lnTo>
                      <a:pt x="3809" y="15240"/>
                    </a:lnTo>
                    <a:lnTo>
                      <a:pt x="12191" y="15240"/>
                    </a:lnTo>
                    <a:lnTo>
                      <a:pt x="16001" y="12192"/>
                    </a:lnTo>
                    <a:lnTo>
                      <a:pt x="16001" y="7620"/>
                    </a:lnTo>
                    <a:lnTo>
                      <a:pt x="16001" y="3810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7" name="Google Shape;3247;p28"/>
              <p:cNvSpPr/>
              <p:nvPr/>
            </p:nvSpPr>
            <p:spPr>
              <a:xfrm>
                <a:off x="9886949" y="6243828"/>
                <a:ext cx="30479" cy="50800"/>
              </a:xfrm>
              <a:custGeom>
                <a:rect b="b" l="l" r="r" t="t"/>
                <a:pathLst>
                  <a:path extrusionOk="0" h="50800" w="30479">
                    <a:moveTo>
                      <a:pt x="0" y="13715"/>
                    </a:moveTo>
                    <a:lnTo>
                      <a:pt x="1607" y="20002"/>
                    </a:lnTo>
                    <a:lnTo>
                      <a:pt x="3143" y="26288"/>
                    </a:lnTo>
                    <a:lnTo>
                      <a:pt x="4822" y="32575"/>
                    </a:lnTo>
                    <a:lnTo>
                      <a:pt x="6858" y="38861"/>
                    </a:lnTo>
                    <a:lnTo>
                      <a:pt x="8382" y="42671"/>
                    </a:lnTo>
                    <a:lnTo>
                      <a:pt x="9906" y="45719"/>
                    </a:lnTo>
                    <a:lnTo>
                      <a:pt x="11430" y="49529"/>
                    </a:lnTo>
                    <a:lnTo>
                      <a:pt x="11430" y="50291"/>
                    </a:lnTo>
                    <a:lnTo>
                      <a:pt x="12192" y="50291"/>
                    </a:lnTo>
                    <a:lnTo>
                      <a:pt x="14478" y="48767"/>
                    </a:lnTo>
                    <a:lnTo>
                      <a:pt x="24384" y="18287"/>
                    </a:lnTo>
                    <a:lnTo>
                      <a:pt x="25908" y="11429"/>
                    </a:lnTo>
                    <a:lnTo>
                      <a:pt x="27432" y="6095"/>
                    </a:lnTo>
                    <a:lnTo>
                      <a:pt x="30480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8" name="Google Shape;3248;p28"/>
              <p:cNvSpPr/>
              <p:nvPr/>
            </p:nvSpPr>
            <p:spPr>
              <a:xfrm>
                <a:off x="9918191" y="6250686"/>
                <a:ext cx="46354" cy="45085"/>
              </a:xfrm>
              <a:custGeom>
                <a:rect b="b" l="l" r="r" t="t"/>
                <a:pathLst>
                  <a:path extrusionOk="0" h="45085" w="46354">
                    <a:moveTo>
                      <a:pt x="0" y="43434"/>
                    </a:moveTo>
                    <a:lnTo>
                      <a:pt x="36576" y="28194"/>
                    </a:lnTo>
                    <a:lnTo>
                      <a:pt x="46327" y="12120"/>
                    </a:lnTo>
                    <a:lnTo>
                      <a:pt x="45719" y="6096"/>
                    </a:lnTo>
                    <a:lnTo>
                      <a:pt x="43433" y="1524"/>
                    </a:lnTo>
                    <a:lnTo>
                      <a:pt x="34290" y="0"/>
                    </a:lnTo>
                    <a:lnTo>
                      <a:pt x="30479" y="1524"/>
                    </a:lnTo>
                    <a:lnTo>
                      <a:pt x="22097" y="4572"/>
                    </a:lnTo>
                    <a:lnTo>
                      <a:pt x="22859" y="15240"/>
                    </a:lnTo>
                    <a:lnTo>
                      <a:pt x="22097" y="22098"/>
                    </a:lnTo>
                    <a:lnTo>
                      <a:pt x="22097" y="32004"/>
                    </a:lnTo>
                    <a:lnTo>
                      <a:pt x="22098" y="39624"/>
                    </a:lnTo>
                    <a:lnTo>
                      <a:pt x="32766" y="43434"/>
                    </a:lnTo>
                    <a:lnTo>
                      <a:pt x="38862" y="44958"/>
                    </a:lnTo>
                    <a:lnTo>
                      <a:pt x="41148" y="44958"/>
                    </a:lnTo>
                    <a:lnTo>
                      <a:pt x="45720" y="44958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9" name="Google Shape;3249;p28"/>
              <p:cNvSpPr/>
              <p:nvPr/>
            </p:nvSpPr>
            <p:spPr>
              <a:xfrm>
                <a:off x="9991343" y="6282690"/>
                <a:ext cx="15240" cy="15239"/>
              </a:xfrm>
              <a:custGeom>
                <a:rect b="b" l="l" r="r" t="t"/>
                <a:pathLst>
                  <a:path extrusionOk="0" h="15239" w="15240">
                    <a:moveTo>
                      <a:pt x="0" y="3047"/>
                    </a:moveTo>
                    <a:lnTo>
                      <a:pt x="0" y="12191"/>
                    </a:lnTo>
                    <a:lnTo>
                      <a:pt x="3810" y="15239"/>
                    </a:lnTo>
                    <a:lnTo>
                      <a:pt x="12192" y="15239"/>
                    </a:lnTo>
                    <a:lnTo>
                      <a:pt x="15240" y="12191"/>
                    </a:lnTo>
                    <a:lnTo>
                      <a:pt x="15240" y="7619"/>
                    </a:lnTo>
                    <a:lnTo>
                      <a:pt x="15240" y="3047"/>
                    </a:lnTo>
                    <a:lnTo>
                      <a:pt x="12192" y="0"/>
                    </a:lnTo>
                    <a:lnTo>
                      <a:pt x="3810" y="0"/>
                    </a:lnTo>
                    <a:lnTo>
                      <a:pt x="0" y="3047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53" name="Shape 3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4" name="Google Shape;3254;p29"/>
          <p:cNvGrpSpPr/>
          <p:nvPr/>
        </p:nvGrpSpPr>
        <p:grpSpPr>
          <a:xfrm>
            <a:off x="468035" y="685800"/>
            <a:ext cx="9090302" cy="6019799"/>
            <a:chOff x="3155441" y="2059113"/>
            <a:chExt cx="6403099" cy="4159581"/>
          </a:xfrm>
        </p:grpSpPr>
        <p:grpSp>
          <p:nvGrpSpPr>
            <p:cNvPr id="3255" name="Google Shape;3255;p29"/>
            <p:cNvGrpSpPr/>
            <p:nvPr/>
          </p:nvGrpSpPr>
          <p:grpSpPr>
            <a:xfrm>
              <a:off x="4597133" y="2088629"/>
              <a:ext cx="897649" cy="253009"/>
              <a:chOff x="4597133" y="2088629"/>
              <a:chExt cx="897649" cy="253009"/>
            </a:xfrm>
          </p:grpSpPr>
          <p:pic>
            <p:nvPicPr>
              <p:cNvPr id="3256" name="Google Shape;3256;p2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597133" y="2093963"/>
                <a:ext cx="151663" cy="247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57" name="Google Shape;3257;p2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769916" y="2118347"/>
                <a:ext cx="116039" cy="20500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58" name="Google Shape;3258;p2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908029" y="2110274"/>
                <a:ext cx="131089" cy="19326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59" name="Google Shape;3259;p29"/>
              <p:cNvSpPr/>
              <p:nvPr/>
            </p:nvSpPr>
            <p:spPr>
              <a:xfrm>
                <a:off x="5084516" y="2143505"/>
                <a:ext cx="4445" cy="136525"/>
              </a:xfrm>
              <a:custGeom>
                <a:rect b="b" l="l" r="r" t="t"/>
                <a:pathLst>
                  <a:path extrusionOk="0" h="136525" w="4445">
                    <a:moveTo>
                      <a:pt x="1071" y="0"/>
                    </a:moveTo>
                    <a:lnTo>
                      <a:pt x="523" y="14418"/>
                    </a:lnTo>
                    <a:lnTo>
                      <a:pt x="119" y="29051"/>
                    </a:lnTo>
                    <a:lnTo>
                      <a:pt x="0" y="43826"/>
                    </a:lnTo>
                    <a:lnTo>
                      <a:pt x="309" y="58674"/>
                    </a:lnTo>
                    <a:lnTo>
                      <a:pt x="440" y="72842"/>
                    </a:lnTo>
                    <a:lnTo>
                      <a:pt x="785" y="86868"/>
                    </a:lnTo>
                    <a:lnTo>
                      <a:pt x="1273" y="100893"/>
                    </a:lnTo>
                    <a:lnTo>
                      <a:pt x="1833" y="115062"/>
                    </a:lnTo>
                    <a:lnTo>
                      <a:pt x="2595" y="121920"/>
                    </a:lnTo>
                    <a:lnTo>
                      <a:pt x="3357" y="129539"/>
                    </a:lnTo>
                    <a:lnTo>
                      <a:pt x="4119" y="136398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0" name="Google Shape;3260;p29"/>
              <p:cNvSpPr/>
              <p:nvPr/>
            </p:nvSpPr>
            <p:spPr>
              <a:xfrm>
                <a:off x="5088636" y="2126741"/>
                <a:ext cx="81915" cy="139700"/>
              </a:xfrm>
              <a:custGeom>
                <a:rect b="b" l="l" r="r" t="t"/>
                <a:pathLst>
                  <a:path extrusionOk="0" h="139700" w="81914">
                    <a:moveTo>
                      <a:pt x="0" y="32003"/>
                    </a:moveTo>
                    <a:lnTo>
                      <a:pt x="19050" y="67055"/>
                    </a:lnTo>
                    <a:lnTo>
                      <a:pt x="37338" y="89915"/>
                    </a:lnTo>
                    <a:lnTo>
                      <a:pt x="46482" y="101345"/>
                    </a:lnTo>
                    <a:lnTo>
                      <a:pt x="55626" y="112775"/>
                    </a:lnTo>
                    <a:lnTo>
                      <a:pt x="60662" y="118717"/>
                    </a:lnTo>
                    <a:lnTo>
                      <a:pt x="65627" y="124872"/>
                    </a:lnTo>
                    <a:lnTo>
                      <a:pt x="70735" y="130885"/>
                    </a:lnTo>
                    <a:lnTo>
                      <a:pt x="76200" y="136397"/>
                    </a:lnTo>
                    <a:lnTo>
                      <a:pt x="80772" y="139445"/>
                    </a:lnTo>
                    <a:lnTo>
                      <a:pt x="78486" y="136397"/>
                    </a:lnTo>
                    <a:lnTo>
                      <a:pt x="81534" y="137921"/>
                    </a:lnTo>
                    <a:lnTo>
                      <a:pt x="81498" y="126622"/>
                    </a:lnTo>
                    <a:lnTo>
                      <a:pt x="81248" y="115538"/>
                    </a:lnTo>
                    <a:lnTo>
                      <a:pt x="80569" y="104596"/>
                    </a:lnTo>
                    <a:lnTo>
                      <a:pt x="79248" y="93725"/>
                    </a:lnTo>
                    <a:lnTo>
                      <a:pt x="77545" y="78878"/>
                    </a:lnTo>
                    <a:lnTo>
                      <a:pt x="75914" y="64103"/>
                    </a:lnTo>
                    <a:lnTo>
                      <a:pt x="74425" y="49470"/>
                    </a:lnTo>
                    <a:lnTo>
                      <a:pt x="73152" y="35051"/>
                    </a:lnTo>
                    <a:lnTo>
                      <a:pt x="72461" y="27741"/>
                    </a:lnTo>
                    <a:lnTo>
                      <a:pt x="71628" y="20573"/>
                    </a:lnTo>
                    <a:lnTo>
                      <a:pt x="70794" y="13406"/>
                    </a:lnTo>
                    <a:lnTo>
                      <a:pt x="70104" y="6095"/>
                    </a:lnTo>
                    <a:lnTo>
                      <a:pt x="70104" y="3047"/>
                    </a:lnTo>
                    <a:lnTo>
                      <a:pt x="70104" y="2285"/>
                    </a:lnTo>
                    <a:lnTo>
                      <a:pt x="70103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261" name="Google Shape;3261;p29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208828" y="2088629"/>
                <a:ext cx="205955" cy="18519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62" name="Google Shape;3262;p29"/>
              <p:cNvSpPr/>
              <p:nvPr/>
            </p:nvSpPr>
            <p:spPr>
              <a:xfrm>
                <a:off x="5452872" y="2168651"/>
                <a:ext cx="41910" cy="6985"/>
              </a:xfrm>
              <a:custGeom>
                <a:rect b="b" l="l" r="r" t="t"/>
                <a:pathLst>
                  <a:path extrusionOk="0" h="6985" w="41910">
                    <a:moveTo>
                      <a:pt x="0" y="6858"/>
                    </a:moveTo>
                    <a:lnTo>
                      <a:pt x="9024" y="5369"/>
                    </a:lnTo>
                    <a:lnTo>
                      <a:pt x="17907" y="3524"/>
                    </a:lnTo>
                    <a:lnTo>
                      <a:pt x="26789" y="1821"/>
                    </a:lnTo>
                    <a:lnTo>
                      <a:pt x="35814" y="762"/>
                    </a:lnTo>
                    <a:lnTo>
                      <a:pt x="38100" y="0"/>
                    </a:lnTo>
                    <a:lnTo>
                      <a:pt x="39624" y="0"/>
                    </a:lnTo>
                    <a:lnTo>
                      <a:pt x="41910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63" name="Google Shape;3263;p29"/>
            <p:cNvGrpSpPr/>
            <p:nvPr/>
          </p:nvGrpSpPr>
          <p:grpSpPr>
            <a:xfrm>
              <a:off x="5602211" y="2059113"/>
              <a:ext cx="355116" cy="194894"/>
              <a:chOff x="5602211" y="2059113"/>
              <a:chExt cx="355116" cy="194894"/>
            </a:xfrm>
          </p:grpSpPr>
          <p:pic>
            <p:nvPicPr>
              <p:cNvPr id="3264" name="Google Shape;3264;p2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602211" y="2059113"/>
                <a:ext cx="97561" cy="19489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65" name="Google Shape;3265;p29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730881" y="2061959"/>
                <a:ext cx="226446" cy="17648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266" name="Google Shape;3266;p29"/>
            <p:cNvSpPr/>
            <p:nvPr/>
          </p:nvSpPr>
          <p:spPr>
            <a:xfrm>
              <a:off x="4525517" y="2379726"/>
              <a:ext cx="1462405" cy="71120"/>
            </a:xfrm>
            <a:custGeom>
              <a:rect b="b" l="l" r="r" t="t"/>
              <a:pathLst>
                <a:path extrusionOk="0" h="71119" w="1462404">
                  <a:moveTo>
                    <a:pt x="0" y="54863"/>
                  </a:moveTo>
                  <a:lnTo>
                    <a:pt x="11882" y="56804"/>
                  </a:lnTo>
                  <a:lnTo>
                    <a:pt x="23622" y="58959"/>
                  </a:lnTo>
                  <a:lnTo>
                    <a:pt x="35361" y="60971"/>
                  </a:lnTo>
                  <a:lnTo>
                    <a:pt x="84963" y="66008"/>
                  </a:lnTo>
                  <a:lnTo>
                    <a:pt x="151840" y="68937"/>
                  </a:lnTo>
                  <a:lnTo>
                    <a:pt x="210442" y="70604"/>
                  </a:lnTo>
                  <a:lnTo>
                    <a:pt x="240029" y="70865"/>
                  </a:lnTo>
                  <a:lnTo>
                    <a:pt x="279344" y="70711"/>
                  </a:lnTo>
                  <a:lnTo>
                    <a:pt x="318516" y="70199"/>
                  </a:lnTo>
                  <a:lnTo>
                    <a:pt x="357687" y="69258"/>
                  </a:lnTo>
                  <a:lnTo>
                    <a:pt x="397002" y="67817"/>
                  </a:lnTo>
                  <a:lnTo>
                    <a:pt x="440305" y="65734"/>
                  </a:lnTo>
                  <a:lnTo>
                    <a:pt x="483393" y="63150"/>
                  </a:lnTo>
                  <a:lnTo>
                    <a:pt x="526339" y="60424"/>
                  </a:lnTo>
                  <a:lnTo>
                    <a:pt x="569214" y="57911"/>
                  </a:lnTo>
                  <a:lnTo>
                    <a:pt x="611505" y="55495"/>
                  </a:lnTo>
                  <a:lnTo>
                    <a:pt x="653796" y="52863"/>
                  </a:lnTo>
                  <a:lnTo>
                    <a:pt x="696086" y="50089"/>
                  </a:lnTo>
                  <a:lnTo>
                    <a:pt x="738378" y="47243"/>
                  </a:lnTo>
                  <a:lnTo>
                    <a:pt x="779085" y="44827"/>
                  </a:lnTo>
                  <a:lnTo>
                    <a:pt x="820007" y="42195"/>
                  </a:lnTo>
                  <a:lnTo>
                    <a:pt x="861071" y="39421"/>
                  </a:lnTo>
                  <a:lnTo>
                    <a:pt x="902208" y="36575"/>
                  </a:lnTo>
                  <a:lnTo>
                    <a:pt x="950773" y="33825"/>
                  </a:lnTo>
                  <a:lnTo>
                    <a:pt x="999267" y="31146"/>
                  </a:lnTo>
                  <a:lnTo>
                    <a:pt x="1047619" y="28324"/>
                  </a:lnTo>
                  <a:lnTo>
                    <a:pt x="1095756" y="25145"/>
                  </a:lnTo>
                  <a:lnTo>
                    <a:pt x="1141345" y="21716"/>
                  </a:lnTo>
                  <a:lnTo>
                    <a:pt x="1186719" y="18287"/>
                  </a:lnTo>
                  <a:lnTo>
                    <a:pt x="1231951" y="14858"/>
                  </a:lnTo>
                  <a:lnTo>
                    <a:pt x="1277112" y="11429"/>
                  </a:lnTo>
                  <a:lnTo>
                    <a:pt x="1307520" y="9155"/>
                  </a:lnTo>
                  <a:lnTo>
                    <a:pt x="1368623" y="4893"/>
                  </a:lnTo>
                  <a:lnTo>
                    <a:pt x="1413771" y="2488"/>
                  </a:lnTo>
                  <a:lnTo>
                    <a:pt x="1457706" y="1523"/>
                  </a:lnTo>
                  <a:lnTo>
                    <a:pt x="1459230" y="1523"/>
                  </a:lnTo>
                  <a:lnTo>
                    <a:pt x="1460754" y="1523"/>
                  </a:lnTo>
                  <a:lnTo>
                    <a:pt x="1462278" y="1523"/>
                  </a:lnTo>
                  <a:lnTo>
                    <a:pt x="1459230" y="2285"/>
                  </a:lnTo>
                  <a:lnTo>
                    <a:pt x="1459992" y="2285"/>
                  </a:lnTo>
                  <a:lnTo>
                    <a:pt x="1456182" y="3047"/>
                  </a:lnTo>
                  <a:lnTo>
                    <a:pt x="1448562" y="3809"/>
                  </a:lnTo>
                  <a:lnTo>
                    <a:pt x="1443228" y="5333"/>
                  </a:lnTo>
                  <a:lnTo>
                    <a:pt x="1438656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7" name="Google Shape;3267;p29"/>
            <p:cNvSpPr/>
            <p:nvPr/>
          </p:nvSpPr>
          <p:spPr>
            <a:xfrm>
              <a:off x="6101334" y="2353817"/>
              <a:ext cx="13970" cy="2540"/>
            </a:xfrm>
            <a:custGeom>
              <a:rect b="b" l="l" r="r" t="t"/>
              <a:pathLst>
                <a:path extrusionOk="0" h="2539" w="13970">
                  <a:moveTo>
                    <a:pt x="13715" y="2286"/>
                  </a:moveTo>
                  <a:lnTo>
                    <a:pt x="9143" y="1524"/>
                  </a:lnTo>
                  <a:lnTo>
                    <a:pt x="4571" y="762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68" name="Google Shape;3268;p29"/>
            <p:cNvGrpSpPr/>
            <p:nvPr/>
          </p:nvGrpSpPr>
          <p:grpSpPr>
            <a:xfrm>
              <a:off x="3155441" y="2740151"/>
              <a:ext cx="643890" cy="267715"/>
              <a:chOff x="3155441" y="2740151"/>
              <a:chExt cx="643890" cy="267715"/>
            </a:xfrm>
          </p:grpSpPr>
          <p:sp>
            <p:nvSpPr>
              <p:cNvPr id="3269" name="Google Shape;3269;p29"/>
              <p:cNvSpPr/>
              <p:nvPr/>
            </p:nvSpPr>
            <p:spPr>
              <a:xfrm>
                <a:off x="3155441" y="2765297"/>
                <a:ext cx="124460" cy="24130"/>
              </a:xfrm>
              <a:custGeom>
                <a:rect b="b" l="l" r="r" t="t"/>
                <a:pathLst>
                  <a:path extrusionOk="0" h="24130" w="124460">
                    <a:moveTo>
                      <a:pt x="0" y="23622"/>
                    </a:moveTo>
                    <a:lnTo>
                      <a:pt x="51435" y="14728"/>
                    </a:lnTo>
                    <a:lnTo>
                      <a:pt x="82307" y="8143"/>
                    </a:lnTo>
                    <a:lnTo>
                      <a:pt x="96107" y="5143"/>
                    </a:lnTo>
                    <a:lnTo>
                      <a:pt x="110049" y="2428"/>
                    </a:lnTo>
                    <a:lnTo>
                      <a:pt x="124205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0" name="Google Shape;3270;p29"/>
              <p:cNvSpPr/>
              <p:nvPr/>
            </p:nvSpPr>
            <p:spPr>
              <a:xfrm>
                <a:off x="3223259" y="2790443"/>
                <a:ext cx="8890" cy="140970"/>
              </a:xfrm>
              <a:custGeom>
                <a:rect b="b" l="l" r="r" t="t"/>
                <a:pathLst>
                  <a:path extrusionOk="0" h="140969" w="8889">
                    <a:moveTo>
                      <a:pt x="0" y="0"/>
                    </a:moveTo>
                    <a:lnTo>
                      <a:pt x="1071" y="12656"/>
                    </a:lnTo>
                    <a:lnTo>
                      <a:pt x="2857" y="24669"/>
                    </a:lnTo>
                    <a:lnTo>
                      <a:pt x="4929" y="36540"/>
                    </a:lnTo>
                    <a:lnTo>
                      <a:pt x="6858" y="48768"/>
                    </a:lnTo>
                    <a:lnTo>
                      <a:pt x="8060" y="61912"/>
                    </a:lnTo>
                    <a:lnTo>
                      <a:pt x="8477" y="75057"/>
                    </a:lnTo>
                    <a:lnTo>
                      <a:pt x="8465" y="88201"/>
                    </a:lnTo>
                    <a:lnTo>
                      <a:pt x="8382" y="101346"/>
                    </a:lnTo>
                    <a:lnTo>
                      <a:pt x="8393" y="112037"/>
                    </a:lnTo>
                    <a:lnTo>
                      <a:pt x="7905" y="121729"/>
                    </a:lnTo>
                    <a:lnTo>
                      <a:pt x="6131" y="131135"/>
                    </a:lnTo>
                    <a:lnTo>
                      <a:pt x="2286" y="14097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1" name="Google Shape;3271;p29"/>
              <p:cNvSpPr/>
              <p:nvPr/>
            </p:nvSpPr>
            <p:spPr>
              <a:xfrm>
                <a:off x="3160013" y="2896361"/>
                <a:ext cx="129539" cy="48895"/>
              </a:xfrm>
              <a:custGeom>
                <a:rect b="b" l="l" r="r" t="t"/>
                <a:pathLst>
                  <a:path extrusionOk="0" h="48894" w="129539">
                    <a:moveTo>
                      <a:pt x="0" y="48767"/>
                    </a:moveTo>
                    <a:lnTo>
                      <a:pt x="46291" y="33123"/>
                    </a:lnTo>
                    <a:lnTo>
                      <a:pt x="76128" y="21931"/>
                    </a:lnTo>
                    <a:lnTo>
                      <a:pt x="90677" y="16573"/>
                    </a:lnTo>
                    <a:lnTo>
                      <a:pt x="105227" y="10929"/>
                    </a:lnTo>
                    <a:lnTo>
                      <a:pt x="119634" y="4571"/>
                    </a:lnTo>
                    <a:lnTo>
                      <a:pt x="122682" y="3047"/>
                    </a:lnTo>
                    <a:lnTo>
                      <a:pt x="125730" y="1523"/>
                    </a:lnTo>
                    <a:lnTo>
                      <a:pt x="129539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2" name="Google Shape;3272;p29"/>
              <p:cNvSpPr/>
              <p:nvPr/>
            </p:nvSpPr>
            <p:spPr>
              <a:xfrm>
                <a:off x="3301912" y="2818745"/>
                <a:ext cx="82550" cy="97155"/>
              </a:xfrm>
              <a:custGeom>
                <a:rect b="b" l="l" r="r" t="t"/>
                <a:pathLst>
                  <a:path extrusionOk="0" h="97155" w="82550">
                    <a:moveTo>
                      <a:pt x="595" y="15894"/>
                    </a:moveTo>
                    <a:lnTo>
                      <a:pt x="0" y="26860"/>
                    </a:lnTo>
                    <a:lnTo>
                      <a:pt x="404" y="37326"/>
                    </a:lnTo>
                    <a:lnTo>
                      <a:pt x="1666" y="47934"/>
                    </a:lnTo>
                    <a:lnTo>
                      <a:pt x="12025" y="92094"/>
                    </a:lnTo>
                    <a:lnTo>
                      <a:pt x="12787" y="93618"/>
                    </a:lnTo>
                    <a:lnTo>
                      <a:pt x="12787" y="95142"/>
                    </a:lnTo>
                    <a:lnTo>
                      <a:pt x="13549" y="96666"/>
                    </a:lnTo>
                    <a:lnTo>
                      <a:pt x="10501" y="90570"/>
                    </a:lnTo>
                    <a:lnTo>
                      <a:pt x="9739" y="87522"/>
                    </a:lnTo>
                    <a:lnTo>
                      <a:pt x="7453" y="81426"/>
                    </a:lnTo>
                    <a:lnTo>
                      <a:pt x="4143" y="70103"/>
                    </a:lnTo>
                    <a:lnTo>
                      <a:pt x="2119" y="58852"/>
                    </a:lnTo>
                    <a:lnTo>
                      <a:pt x="1238" y="47458"/>
                    </a:lnTo>
                    <a:lnTo>
                      <a:pt x="1357" y="35706"/>
                    </a:lnTo>
                    <a:lnTo>
                      <a:pt x="22693" y="2178"/>
                    </a:lnTo>
                    <a:lnTo>
                      <a:pt x="32039" y="0"/>
                    </a:lnTo>
                    <a:lnTo>
                      <a:pt x="41457" y="178"/>
                    </a:lnTo>
                    <a:lnTo>
                      <a:pt x="74128" y="25515"/>
                    </a:lnTo>
                    <a:lnTo>
                      <a:pt x="81653" y="66567"/>
                    </a:lnTo>
                    <a:lnTo>
                      <a:pt x="81784" y="75354"/>
                    </a:lnTo>
                    <a:lnTo>
                      <a:pt x="82129" y="83712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3" name="Google Shape;3273;p29"/>
              <p:cNvSpPr/>
              <p:nvPr/>
            </p:nvSpPr>
            <p:spPr>
              <a:xfrm>
                <a:off x="3416807" y="2756153"/>
                <a:ext cx="32384" cy="234315"/>
              </a:xfrm>
              <a:custGeom>
                <a:rect b="b" l="l" r="r" t="t"/>
                <a:pathLst>
                  <a:path extrusionOk="0" h="234314" w="32385">
                    <a:moveTo>
                      <a:pt x="0" y="0"/>
                    </a:moveTo>
                    <a:lnTo>
                      <a:pt x="285" y="12906"/>
                    </a:lnTo>
                    <a:lnTo>
                      <a:pt x="1143" y="25526"/>
                    </a:lnTo>
                    <a:lnTo>
                      <a:pt x="2571" y="38147"/>
                    </a:lnTo>
                    <a:lnTo>
                      <a:pt x="4572" y="51053"/>
                    </a:lnTo>
                    <a:lnTo>
                      <a:pt x="6965" y="69913"/>
                    </a:lnTo>
                    <a:lnTo>
                      <a:pt x="13716" y="126492"/>
                    </a:lnTo>
                    <a:lnTo>
                      <a:pt x="17621" y="166973"/>
                    </a:lnTo>
                    <a:lnTo>
                      <a:pt x="19609" y="187463"/>
                    </a:lnTo>
                    <a:lnTo>
                      <a:pt x="22098" y="208026"/>
                    </a:lnTo>
                    <a:lnTo>
                      <a:pt x="23217" y="216467"/>
                    </a:lnTo>
                    <a:lnTo>
                      <a:pt x="24765" y="222980"/>
                    </a:lnTo>
                    <a:lnTo>
                      <a:pt x="27455" y="228492"/>
                    </a:lnTo>
                    <a:lnTo>
                      <a:pt x="32004" y="233934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4" name="Google Shape;3274;p29"/>
              <p:cNvSpPr/>
              <p:nvPr/>
            </p:nvSpPr>
            <p:spPr>
              <a:xfrm>
                <a:off x="3416807" y="2808731"/>
                <a:ext cx="89535" cy="71120"/>
              </a:xfrm>
              <a:custGeom>
                <a:rect b="b" l="l" r="r" t="t"/>
                <a:pathLst>
                  <a:path extrusionOk="0" h="71119" w="89535">
                    <a:moveTo>
                      <a:pt x="0" y="44196"/>
                    </a:moveTo>
                    <a:lnTo>
                      <a:pt x="22859" y="9144"/>
                    </a:lnTo>
                    <a:lnTo>
                      <a:pt x="69341" y="0"/>
                    </a:lnTo>
                    <a:lnTo>
                      <a:pt x="77795" y="2143"/>
                    </a:lnTo>
                    <a:lnTo>
                      <a:pt x="83820" y="6286"/>
                    </a:lnTo>
                    <a:lnTo>
                      <a:pt x="87558" y="12430"/>
                    </a:lnTo>
                    <a:lnTo>
                      <a:pt x="89154" y="20574"/>
                    </a:lnTo>
                    <a:lnTo>
                      <a:pt x="87713" y="31182"/>
                    </a:lnTo>
                    <a:lnTo>
                      <a:pt x="58519" y="60043"/>
                    </a:lnTo>
                    <a:lnTo>
                      <a:pt x="35052" y="70866"/>
                    </a:lnTo>
                    <a:lnTo>
                      <a:pt x="34290" y="70866"/>
                    </a:lnTo>
                    <a:lnTo>
                      <a:pt x="32766" y="70866"/>
                    </a:lnTo>
                    <a:lnTo>
                      <a:pt x="32004" y="70866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5" name="Google Shape;3275;p29"/>
              <p:cNvSpPr/>
              <p:nvPr/>
            </p:nvSpPr>
            <p:spPr>
              <a:xfrm>
                <a:off x="3530345" y="2793491"/>
                <a:ext cx="97790" cy="95885"/>
              </a:xfrm>
              <a:custGeom>
                <a:rect b="b" l="l" r="r" t="t"/>
                <a:pathLst>
                  <a:path extrusionOk="0" h="95885" w="97789">
                    <a:moveTo>
                      <a:pt x="3810" y="11429"/>
                    </a:moveTo>
                    <a:lnTo>
                      <a:pt x="1607" y="20800"/>
                    </a:lnTo>
                    <a:lnTo>
                      <a:pt x="476" y="29813"/>
                    </a:lnTo>
                    <a:lnTo>
                      <a:pt x="59" y="38969"/>
                    </a:lnTo>
                    <a:lnTo>
                      <a:pt x="0" y="48767"/>
                    </a:lnTo>
                    <a:lnTo>
                      <a:pt x="107" y="58376"/>
                    </a:lnTo>
                    <a:lnTo>
                      <a:pt x="17526" y="95440"/>
                    </a:lnTo>
                    <a:lnTo>
                      <a:pt x="24217" y="95559"/>
                    </a:lnTo>
                    <a:lnTo>
                      <a:pt x="30480" y="92963"/>
                    </a:lnTo>
                    <a:lnTo>
                      <a:pt x="52578" y="54101"/>
                    </a:lnTo>
                    <a:lnTo>
                      <a:pt x="55899" y="21097"/>
                    </a:lnTo>
                    <a:lnTo>
                      <a:pt x="54864" y="10667"/>
                    </a:lnTo>
                    <a:lnTo>
                      <a:pt x="53340" y="3047"/>
                    </a:lnTo>
                    <a:lnTo>
                      <a:pt x="50292" y="2285"/>
                    </a:lnTo>
                    <a:lnTo>
                      <a:pt x="44196" y="0"/>
                    </a:lnTo>
                    <a:lnTo>
                      <a:pt x="41552" y="7334"/>
                    </a:lnTo>
                    <a:lnTo>
                      <a:pt x="40195" y="14668"/>
                    </a:lnTo>
                    <a:lnTo>
                      <a:pt x="39695" y="22288"/>
                    </a:lnTo>
                    <a:lnTo>
                      <a:pt x="39624" y="30479"/>
                    </a:lnTo>
                    <a:lnTo>
                      <a:pt x="39707" y="41171"/>
                    </a:lnTo>
                    <a:lnTo>
                      <a:pt x="57757" y="75402"/>
                    </a:lnTo>
                    <a:lnTo>
                      <a:pt x="74211" y="81141"/>
                    </a:lnTo>
                    <a:lnTo>
                      <a:pt x="82296" y="80009"/>
                    </a:lnTo>
                    <a:lnTo>
                      <a:pt x="90678" y="73913"/>
                    </a:lnTo>
                    <a:lnTo>
                      <a:pt x="92964" y="71627"/>
                    </a:lnTo>
                    <a:lnTo>
                      <a:pt x="97536" y="67055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6" name="Google Shape;3276;p29"/>
              <p:cNvSpPr/>
              <p:nvPr/>
            </p:nvSpPr>
            <p:spPr>
              <a:xfrm>
                <a:off x="3639407" y="2740151"/>
                <a:ext cx="8890" cy="137160"/>
              </a:xfrm>
              <a:custGeom>
                <a:rect b="b" l="l" r="r" t="t"/>
                <a:pathLst>
                  <a:path extrusionOk="0" h="137160" w="8889">
                    <a:moveTo>
                      <a:pt x="2952" y="0"/>
                    </a:moveTo>
                    <a:lnTo>
                      <a:pt x="1952" y="13585"/>
                    </a:lnTo>
                    <a:lnTo>
                      <a:pt x="1238" y="26955"/>
                    </a:lnTo>
                    <a:lnTo>
                      <a:pt x="809" y="40183"/>
                    </a:lnTo>
                    <a:lnTo>
                      <a:pt x="666" y="53340"/>
                    </a:lnTo>
                    <a:lnTo>
                      <a:pt x="369" y="71854"/>
                    </a:lnTo>
                    <a:lnTo>
                      <a:pt x="0" y="90582"/>
                    </a:lnTo>
                    <a:lnTo>
                      <a:pt x="345" y="109168"/>
                    </a:lnTo>
                    <a:lnTo>
                      <a:pt x="2190" y="127254"/>
                    </a:lnTo>
                    <a:lnTo>
                      <a:pt x="2952" y="136398"/>
                    </a:lnTo>
                    <a:lnTo>
                      <a:pt x="2952" y="137160"/>
                    </a:lnTo>
                    <a:lnTo>
                      <a:pt x="8286" y="136398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7" name="Google Shape;3277;p29"/>
              <p:cNvSpPr/>
              <p:nvPr/>
            </p:nvSpPr>
            <p:spPr>
              <a:xfrm>
                <a:off x="3624833" y="2817113"/>
                <a:ext cx="87630" cy="1270"/>
              </a:xfrm>
              <a:custGeom>
                <a:rect b="b" l="l" r="r" t="t"/>
                <a:pathLst>
                  <a:path extrusionOk="0" h="1269" w="87629">
                    <a:moveTo>
                      <a:pt x="0" y="0"/>
                    </a:moveTo>
                    <a:lnTo>
                      <a:pt x="16442" y="11"/>
                    </a:lnTo>
                    <a:lnTo>
                      <a:pt x="32670" y="95"/>
                    </a:lnTo>
                    <a:lnTo>
                      <a:pt x="48756" y="321"/>
                    </a:lnTo>
                    <a:lnTo>
                      <a:pt x="64769" y="761"/>
                    </a:lnTo>
                    <a:lnTo>
                      <a:pt x="72390" y="761"/>
                    </a:lnTo>
                    <a:lnTo>
                      <a:pt x="80010" y="761"/>
                    </a:lnTo>
                    <a:lnTo>
                      <a:pt x="87630" y="761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8" name="Google Shape;3278;p29"/>
              <p:cNvSpPr/>
              <p:nvPr/>
            </p:nvSpPr>
            <p:spPr>
              <a:xfrm>
                <a:off x="3333749" y="2955797"/>
                <a:ext cx="346075" cy="52069"/>
              </a:xfrm>
              <a:custGeom>
                <a:rect b="b" l="l" r="r" t="t"/>
                <a:pathLst>
                  <a:path extrusionOk="0" h="52069" w="346075">
                    <a:moveTo>
                      <a:pt x="0" y="49529"/>
                    </a:moveTo>
                    <a:lnTo>
                      <a:pt x="21038" y="51720"/>
                    </a:lnTo>
                    <a:lnTo>
                      <a:pt x="42005" y="51053"/>
                    </a:lnTo>
                    <a:lnTo>
                      <a:pt x="63115" y="48672"/>
                    </a:lnTo>
                    <a:lnTo>
                      <a:pt x="84582" y="45719"/>
                    </a:lnTo>
                    <a:lnTo>
                      <a:pt x="116014" y="41421"/>
                    </a:lnTo>
                    <a:lnTo>
                      <a:pt x="178879" y="34254"/>
                    </a:lnTo>
                    <a:lnTo>
                      <a:pt x="233624" y="29063"/>
                    </a:lnTo>
                    <a:lnTo>
                      <a:pt x="256794" y="26955"/>
                    </a:lnTo>
                    <a:lnTo>
                      <a:pt x="279963" y="24705"/>
                    </a:lnTo>
                    <a:lnTo>
                      <a:pt x="303276" y="22097"/>
                    </a:lnTo>
                    <a:lnTo>
                      <a:pt x="312360" y="21109"/>
                    </a:lnTo>
                    <a:lnTo>
                      <a:pt x="323373" y="19907"/>
                    </a:lnTo>
                    <a:lnTo>
                      <a:pt x="334244" y="17704"/>
                    </a:lnTo>
                    <a:lnTo>
                      <a:pt x="342900" y="13715"/>
                    </a:lnTo>
                    <a:lnTo>
                      <a:pt x="345948" y="11429"/>
                    </a:lnTo>
                    <a:lnTo>
                      <a:pt x="344424" y="3047"/>
                    </a:lnTo>
                    <a:lnTo>
                      <a:pt x="344424" y="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9" name="Google Shape;3279;p29"/>
              <p:cNvSpPr/>
              <p:nvPr/>
            </p:nvSpPr>
            <p:spPr>
              <a:xfrm>
                <a:off x="3764279" y="2779775"/>
                <a:ext cx="5715" cy="19050"/>
              </a:xfrm>
              <a:custGeom>
                <a:rect b="b" l="l" r="r" t="t"/>
                <a:pathLst>
                  <a:path extrusionOk="0" h="19050" w="5714">
                    <a:moveTo>
                      <a:pt x="5334" y="0"/>
                    </a:moveTo>
                    <a:lnTo>
                      <a:pt x="2286" y="10668"/>
                    </a:lnTo>
                    <a:lnTo>
                      <a:pt x="1524" y="12192"/>
                    </a:lnTo>
                    <a:lnTo>
                      <a:pt x="0" y="19050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0" name="Google Shape;3280;p29"/>
              <p:cNvSpPr/>
              <p:nvPr/>
            </p:nvSpPr>
            <p:spPr>
              <a:xfrm>
                <a:off x="3784091" y="2895599"/>
                <a:ext cx="15240" cy="15240"/>
              </a:xfrm>
              <a:custGeom>
                <a:rect b="b" l="l" r="r" t="t"/>
                <a:pathLst>
                  <a:path extrusionOk="0" h="15239" w="15239">
                    <a:moveTo>
                      <a:pt x="0" y="3048"/>
                    </a:moveTo>
                    <a:lnTo>
                      <a:pt x="0" y="11430"/>
                    </a:lnTo>
                    <a:lnTo>
                      <a:pt x="3809" y="15240"/>
                    </a:lnTo>
                    <a:lnTo>
                      <a:pt x="12191" y="15240"/>
                    </a:lnTo>
                    <a:lnTo>
                      <a:pt x="15239" y="11430"/>
                    </a:lnTo>
                    <a:lnTo>
                      <a:pt x="15239" y="7620"/>
                    </a:lnTo>
                    <a:lnTo>
                      <a:pt x="15239" y="3048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048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81" name="Google Shape;3281;p29"/>
            <p:cNvGrpSpPr/>
            <p:nvPr/>
          </p:nvGrpSpPr>
          <p:grpSpPr>
            <a:xfrm>
              <a:off x="4165079" y="2757855"/>
              <a:ext cx="827799" cy="213956"/>
              <a:chOff x="4165079" y="2757855"/>
              <a:chExt cx="827799" cy="213956"/>
            </a:xfrm>
          </p:grpSpPr>
          <p:pic>
            <p:nvPicPr>
              <p:cNvPr id="3282" name="Google Shape;3282;p29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4165079" y="2757855"/>
                <a:ext cx="199669" cy="21395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83" name="Google Shape;3283;p29"/>
              <p:cNvSpPr/>
              <p:nvPr/>
            </p:nvSpPr>
            <p:spPr>
              <a:xfrm>
                <a:off x="4391691" y="2803398"/>
                <a:ext cx="93980" cy="128905"/>
              </a:xfrm>
              <a:custGeom>
                <a:rect b="b" l="l" r="r" t="t"/>
                <a:pathLst>
                  <a:path extrusionOk="0" h="128905" w="93979">
                    <a:moveTo>
                      <a:pt x="50768" y="60198"/>
                    </a:moveTo>
                    <a:lnTo>
                      <a:pt x="50446" y="52197"/>
                    </a:lnTo>
                    <a:lnTo>
                      <a:pt x="50482" y="44196"/>
                    </a:lnTo>
                    <a:lnTo>
                      <a:pt x="50661" y="36195"/>
                    </a:lnTo>
                    <a:lnTo>
                      <a:pt x="50768" y="28194"/>
                    </a:lnTo>
                    <a:lnTo>
                      <a:pt x="50768" y="19812"/>
                    </a:lnTo>
                    <a:lnTo>
                      <a:pt x="51530" y="12192"/>
                    </a:lnTo>
                    <a:lnTo>
                      <a:pt x="44672" y="5334"/>
                    </a:lnTo>
                    <a:lnTo>
                      <a:pt x="39338" y="762"/>
                    </a:lnTo>
                    <a:lnTo>
                      <a:pt x="29432" y="0"/>
                    </a:lnTo>
                    <a:lnTo>
                      <a:pt x="24098" y="4572"/>
                    </a:lnTo>
                    <a:lnTo>
                      <a:pt x="6953" y="39826"/>
                    </a:lnTo>
                    <a:lnTo>
                      <a:pt x="285" y="82296"/>
                    </a:lnTo>
                    <a:lnTo>
                      <a:pt x="0" y="98107"/>
                    </a:lnTo>
                    <a:lnTo>
                      <a:pt x="2000" y="112776"/>
                    </a:lnTo>
                    <a:lnTo>
                      <a:pt x="5381" y="120515"/>
                    </a:lnTo>
                    <a:lnTo>
                      <a:pt x="10763" y="126111"/>
                    </a:lnTo>
                    <a:lnTo>
                      <a:pt x="17859" y="128849"/>
                    </a:lnTo>
                    <a:lnTo>
                      <a:pt x="26384" y="128016"/>
                    </a:lnTo>
                    <a:lnTo>
                      <a:pt x="55340" y="94488"/>
                    </a:lnTo>
                    <a:lnTo>
                      <a:pt x="62948" y="48410"/>
                    </a:lnTo>
                    <a:lnTo>
                      <a:pt x="62198" y="32766"/>
                    </a:lnTo>
                    <a:lnTo>
                      <a:pt x="62198" y="31242"/>
                    </a:lnTo>
                    <a:lnTo>
                      <a:pt x="61436" y="29718"/>
                    </a:lnTo>
                    <a:lnTo>
                      <a:pt x="61436" y="28194"/>
                    </a:lnTo>
                    <a:lnTo>
                      <a:pt x="60674" y="33528"/>
                    </a:lnTo>
                    <a:lnTo>
                      <a:pt x="59912" y="37338"/>
                    </a:lnTo>
                    <a:lnTo>
                      <a:pt x="59912" y="42672"/>
                    </a:lnTo>
                    <a:lnTo>
                      <a:pt x="71342" y="91440"/>
                    </a:lnTo>
                    <a:lnTo>
                      <a:pt x="74390" y="98298"/>
                    </a:lnTo>
                    <a:lnTo>
                      <a:pt x="78200" y="108966"/>
                    </a:lnTo>
                    <a:lnTo>
                      <a:pt x="86582" y="111252"/>
                    </a:lnTo>
                    <a:lnTo>
                      <a:pt x="90392" y="111252"/>
                    </a:lnTo>
                    <a:lnTo>
                      <a:pt x="91154" y="111252"/>
                    </a:lnTo>
                    <a:lnTo>
                      <a:pt x="93440" y="108966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4" name="Google Shape;3284;p29"/>
              <p:cNvSpPr/>
              <p:nvPr/>
            </p:nvSpPr>
            <p:spPr>
              <a:xfrm>
                <a:off x="4498848" y="2771394"/>
                <a:ext cx="15240" cy="149860"/>
              </a:xfrm>
              <a:custGeom>
                <a:rect b="b" l="l" r="r" t="t"/>
                <a:pathLst>
                  <a:path extrusionOk="0" h="149860" w="15239">
                    <a:moveTo>
                      <a:pt x="3810" y="0"/>
                    </a:moveTo>
                    <a:lnTo>
                      <a:pt x="1607" y="14501"/>
                    </a:lnTo>
                    <a:lnTo>
                      <a:pt x="476" y="28575"/>
                    </a:lnTo>
                    <a:lnTo>
                      <a:pt x="59" y="42648"/>
                    </a:lnTo>
                    <a:lnTo>
                      <a:pt x="0" y="57150"/>
                    </a:lnTo>
                    <a:lnTo>
                      <a:pt x="273" y="72009"/>
                    </a:lnTo>
                    <a:lnTo>
                      <a:pt x="1047" y="86868"/>
                    </a:lnTo>
                    <a:lnTo>
                      <a:pt x="2250" y="101727"/>
                    </a:lnTo>
                    <a:lnTo>
                      <a:pt x="3810" y="116586"/>
                    </a:lnTo>
                    <a:lnTo>
                      <a:pt x="4476" y="124170"/>
                    </a:lnTo>
                    <a:lnTo>
                      <a:pt x="5715" y="133826"/>
                    </a:lnTo>
                    <a:lnTo>
                      <a:pt x="8096" y="143053"/>
                    </a:lnTo>
                    <a:lnTo>
                      <a:pt x="12192" y="149352"/>
                    </a:lnTo>
                    <a:lnTo>
                      <a:pt x="13716" y="149352"/>
                    </a:lnTo>
                    <a:lnTo>
                      <a:pt x="14478" y="149352"/>
                    </a:lnTo>
                    <a:lnTo>
                      <a:pt x="15240" y="14935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5" name="Google Shape;3285;p29"/>
              <p:cNvSpPr/>
              <p:nvPr/>
            </p:nvSpPr>
            <p:spPr>
              <a:xfrm>
                <a:off x="4488180" y="2838450"/>
                <a:ext cx="69850" cy="10160"/>
              </a:xfrm>
              <a:custGeom>
                <a:rect b="b" l="l" r="r" t="t"/>
                <a:pathLst>
                  <a:path extrusionOk="0" h="10160" w="69850">
                    <a:moveTo>
                      <a:pt x="0" y="0"/>
                    </a:moveTo>
                    <a:lnTo>
                      <a:pt x="12322" y="6024"/>
                    </a:lnTo>
                    <a:lnTo>
                      <a:pt x="23145" y="9334"/>
                    </a:lnTo>
                    <a:lnTo>
                      <a:pt x="34397" y="10072"/>
                    </a:lnTo>
                    <a:lnTo>
                      <a:pt x="48006" y="8381"/>
                    </a:lnTo>
                    <a:lnTo>
                      <a:pt x="58674" y="5333"/>
                    </a:lnTo>
                    <a:lnTo>
                      <a:pt x="62484" y="4571"/>
                    </a:lnTo>
                    <a:lnTo>
                      <a:pt x="69342" y="1523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6" name="Google Shape;3286;p29"/>
              <p:cNvSpPr/>
              <p:nvPr/>
            </p:nvSpPr>
            <p:spPr>
              <a:xfrm>
                <a:off x="4567713" y="2811732"/>
                <a:ext cx="111760" cy="117475"/>
              </a:xfrm>
              <a:custGeom>
                <a:rect b="b" l="l" r="r" t="t"/>
                <a:pathLst>
                  <a:path extrusionOk="0" h="117475" w="111760">
                    <a:moveTo>
                      <a:pt x="63722" y="58721"/>
                    </a:moveTo>
                    <a:lnTo>
                      <a:pt x="60031" y="50280"/>
                    </a:lnTo>
                    <a:lnTo>
                      <a:pt x="57626" y="42624"/>
                    </a:lnTo>
                    <a:lnTo>
                      <a:pt x="55792" y="34825"/>
                    </a:lnTo>
                    <a:lnTo>
                      <a:pt x="53816" y="25955"/>
                    </a:lnTo>
                    <a:lnTo>
                      <a:pt x="51899" y="19800"/>
                    </a:lnTo>
                    <a:lnTo>
                      <a:pt x="49339" y="13287"/>
                    </a:lnTo>
                    <a:lnTo>
                      <a:pt x="45779" y="7203"/>
                    </a:lnTo>
                    <a:lnTo>
                      <a:pt x="40862" y="2333"/>
                    </a:lnTo>
                    <a:lnTo>
                      <a:pt x="34432" y="0"/>
                    </a:lnTo>
                    <a:lnTo>
                      <a:pt x="28860" y="1381"/>
                    </a:lnTo>
                    <a:lnTo>
                      <a:pt x="8667" y="37671"/>
                    </a:lnTo>
                    <a:lnTo>
                      <a:pt x="1273" y="76807"/>
                    </a:lnTo>
                    <a:lnTo>
                      <a:pt x="0" y="89487"/>
                    </a:lnTo>
                    <a:lnTo>
                      <a:pt x="297" y="102024"/>
                    </a:lnTo>
                    <a:lnTo>
                      <a:pt x="3524" y="112061"/>
                    </a:lnTo>
                    <a:lnTo>
                      <a:pt x="10215" y="116752"/>
                    </a:lnTo>
                    <a:lnTo>
                      <a:pt x="18764" y="117014"/>
                    </a:lnTo>
                    <a:lnTo>
                      <a:pt x="27312" y="114419"/>
                    </a:lnTo>
                    <a:lnTo>
                      <a:pt x="58435" y="81176"/>
                    </a:lnTo>
                    <a:lnTo>
                      <a:pt x="67460" y="42064"/>
                    </a:lnTo>
                    <a:lnTo>
                      <a:pt x="67532" y="32813"/>
                    </a:lnTo>
                    <a:lnTo>
                      <a:pt x="67532" y="25193"/>
                    </a:lnTo>
                    <a:lnTo>
                      <a:pt x="67532" y="31289"/>
                    </a:lnTo>
                    <a:lnTo>
                      <a:pt x="63722" y="60245"/>
                    </a:lnTo>
                    <a:lnTo>
                      <a:pt x="63722" y="71294"/>
                    </a:lnTo>
                    <a:lnTo>
                      <a:pt x="76188" y="108858"/>
                    </a:lnTo>
                    <a:lnTo>
                      <a:pt x="91690" y="114264"/>
                    </a:lnTo>
                    <a:lnTo>
                      <a:pt x="100298" y="112823"/>
                    </a:lnTo>
                    <a:lnTo>
                      <a:pt x="104108" y="111299"/>
                    </a:lnTo>
                    <a:lnTo>
                      <a:pt x="107918" y="109013"/>
                    </a:lnTo>
                    <a:lnTo>
                      <a:pt x="111728" y="107489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7" name="Google Shape;3287;p29"/>
              <p:cNvSpPr/>
              <p:nvPr/>
            </p:nvSpPr>
            <p:spPr>
              <a:xfrm>
                <a:off x="4689348" y="2772918"/>
                <a:ext cx="81280" cy="142875"/>
              </a:xfrm>
              <a:custGeom>
                <a:rect b="b" l="l" r="r" t="t"/>
                <a:pathLst>
                  <a:path extrusionOk="0" h="142875" w="81279">
                    <a:moveTo>
                      <a:pt x="64770" y="0"/>
                    </a:moveTo>
                    <a:lnTo>
                      <a:pt x="22407" y="22181"/>
                    </a:lnTo>
                    <a:lnTo>
                      <a:pt x="6488" y="63912"/>
                    </a:lnTo>
                    <a:lnTo>
                      <a:pt x="7143" y="72390"/>
                    </a:lnTo>
                    <a:lnTo>
                      <a:pt x="44422" y="93595"/>
                    </a:lnTo>
                    <a:lnTo>
                      <a:pt x="71628" y="98298"/>
                    </a:lnTo>
                    <a:lnTo>
                      <a:pt x="76200" y="105155"/>
                    </a:lnTo>
                    <a:lnTo>
                      <a:pt x="80772" y="111252"/>
                    </a:lnTo>
                    <a:lnTo>
                      <a:pt x="79248" y="118872"/>
                    </a:lnTo>
                    <a:lnTo>
                      <a:pt x="73914" y="123444"/>
                    </a:lnTo>
                    <a:lnTo>
                      <a:pt x="36576" y="139446"/>
                    </a:lnTo>
                    <a:lnTo>
                      <a:pt x="20574" y="142589"/>
                    </a:lnTo>
                    <a:lnTo>
                      <a:pt x="11501" y="142553"/>
                    </a:lnTo>
                    <a:lnTo>
                      <a:pt x="4572" y="139446"/>
                    </a:lnTo>
                    <a:lnTo>
                      <a:pt x="0" y="134112"/>
                    </a:lnTo>
                    <a:lnTo>
                      <a:pt x="3810" y="123444"/>
                    </a:lnTo>
                    <a:lnTo>
                      <a:pt x="4572" y="11811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8" name="Google Shape;3288;p29"/>
              <p:cNvSpPr/>
              <p:nvPr/>
            </p:nvSpPr>
            <p:spPr>
              <a:xfrm>
                <a:off x="4801362" y="2798064"/>
                <a:ext cx="97790" cy="125730"/>
              </a:xfrm>
              <a:custGeom>
                <a:rect b="b" l="l" r="r" t="t"/>
                <a:pathLst>
                  <a:path extrusionOk="0" h="125730" w="97789">
                    <a:moveTo>
                      <a:pt x="10667" y="0"/>
                    </a:moveTo>
                    <a:lnTo>
                      <a:pt x="3047" y="43434"/>
                    </a:lnTo>
                    <a:lnTo>
                      <a:pt x="0" y="93726"/>
                    </a:lnTo>
                    <a:lnTo>
                      <a:pt x="1023" y="103191"/>
                    </a:lnTo>
                    <a:lnTo>
                      <a:pt x="3619" y="111728"/>
                    </a:lnTo>
                    <a:lnTo>
                      <a:pt x="8786" y="118693"/>
                    </a:lnTo>
                    <a:lnTo>
                      <a:pt x="17525" y="123444"/>
                    </a:lnTo>
                    <a:lnTo>
                      <a:pt x="29610" y="125218"/>
                    </a:lnTo>
                    <a:lnTo>
                      <a:pt x="41624" y="123348"/>
                    </a:lnTo>
                    <a:lnTo>
                      <a:pt x="82200" y="100107"/>
                    </a:lnTo>
                    <a:lnTo>
                      <a:pt x="89832" y="92428"/>
                    </a:lnTo>
                    <a:lnTo>
                      <a:pt x="97535" y="83819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9" name="Google Shape;3289;p29"/>
              <p:cNvSpPr/>
              <p:nvPr/>
            </p:nvSpPr>
            <p:spPr>
              <a:xfrm>
                <a:off x="4814316" y="2801874"/>
                <a:ext cx="62230" cy="43180"/>
              </a:xfrm>
              <a:custGeom>
                <a:rect b="b" l="l" r="r" t="t"/>
                <a:pathLst>
                  <a:path extrusionOk="0" h="43180" w="62229">
                    <a:moveTo>
                      <a:pt x="3810" y="36575"/>
                    </a:moveTo>
                    <a:lnTo>
                      <a:pt x="16394" y="41326"/>
                    </a:lnTo>
                    <a:lnTo>
                      <a:pt x="26193" y="42576"/>
                    </a:lnTo>
                    <a:lnTo>
                      <a:pt x="35849" y="39683"/>
                    </a:lnTo>
                    <a:lnTo>
                      <a:pt x="61722" y="9905"/>
                    </a:lnTo>
                    <a:lnTo>
                      <a:pt x="58209" y="3857"/>
                    </a:lnTo>
                    <a:lnTo>
                      <a:pt x="51339" y="952"/>
                    </a:lnTo>
                    <a:lnTo>
                      <a:pt x="43183" y="47"/>
                    </a:lnTo>
                    <a:lnTo>
                      <a:pt x="35814" y="0"/>
                    </a:lnTo>
                    <a:lnTo>
                      <a:pt x="26955" y="154"/>
                    </a:lnTo>
                    <a:lnTo>
                      <a:pt x="18669" y="1238"/>
                    </a:lnTo>
                    <a:lnTo>
                      <a:pt x="10953" y="4179"/>
                    </a:lnTo>
                    <a:lnTo>
                      <a:pt x="3810" y="9905"/>
                    </a:lnTo>
                    <a:lnTo>
                      <a:pt x="0" y="13715"/>
                    </a:lnTo>
                    <a:lnTo>
                      <a:pt x="0" y="16763"/>
                    </a:lnTo>
                    <a:lnTo>
                      <a:pt x="0" y="22097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0" name="Google Shape;3290;p29"/>
              <p:cNvSpPr/>
              <p:nvPr/>
            </p:nvSpPr>
            <p:spPr>
              <a:xfrm>
                <a:off x="4926758" y="2765298"/>
                <a:ext cx="24765" cy="146685"/>
              </a:xfrm>
              <a:custGeom>
                <a:rect b="b" l="l" r="r" t="t"/>
                <a:pathLst>
                  <a:path extrusionOk="0" h="146685" w="24764">
                    <a:moveTo>
                      <a:pt x="6429" y="0"/>
                    </a:moveTo>
                    <a:lnTo>
                      <a:pt x="2381" y="14823"/>
                    </a:lnTo>
                    <a:lnTo>
                      <a:pt x="333" y="28289"/>
                    </a:lnTo>
                    <a:lnTo>
                      <a:pt x="0" y="41898"/>
                    </a:lnTo>
                    <a:lnTo>
                      <a:pt x="1095" y="57150"/>
                    </a:lnTo>
                    <a:lnTo>
                      <a:pt x="2952" y="71425"/>
                    </a:lnTo>
                    <a:lnTo>
                      <a:pt x="5095" y="85629"/>
                    </a:lnTo>
                    <a:lnTo>
                      <a:pt x="7524" y="99691"/>
                    </a:lnTo>
                    <a:lnTo>
                      <a:pt x="10239" y="113538"/>
                    </a:lnTo>
                    <a:lnTo>
                      <a:pt x="11465" y="120336"/>
                    </a:lnTo>
                    <a:lnTo>
                      <a:pt x="13192" y="129635"/>
                    </a:lnTo>
                    <a:lnTo>
                      <a:pt x="15918" y="138505"/>
                    </a:lnTo>
                    <a:lnTo>
                      <a:pt x="20145" y="144018"/>
                    </a:lnTo>
                    <a:lnTo>
                      <a:pt x="24717" y="146304"/>
                    </a:lnTo>
                    <a:lnTo>
                      <a:pt x="23955" y="139446"/>
                    </a:lnTo>
                    <a:lnTo>
                      <a:pt x="24717" y="13792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1" name="Google Shape;3291;p29"/>
              <p:cNvSpPr/>
              <p:nvPr/>
            </p:nvSpPr>
            <p:spPr>
              <a:xfrm>
                <a:off x="4887468" y="2825496"/>
                <a:ext cx="105410" cy="12700"/>
              </a:xfrm>
              <a:custGeom>
                <a:rect b="b" l="l" r="r" t="t"/>
                <a:pathLst>
                  <a:path extrusionOk="0" h="12700" w="105410">
                    <a:moveTo>
                      <a:pt x="0" y="9906"/>
                    </a:moveTo>
                    <a:lnTo>
                      <a:pt x="14478" y="11930"/>
                    </a:lnTo>
                    <a:lnTo>
                      <a:pt x="27813" y="12382"/>
                    </a:lnTo>
                    <a:lnTo>
                      <a:pt x="41148" y="11406"/>
                    </a:lnTo>
                    <a:lnTo>
                      <a:pt x="55626" y="9144"/>
                    </a:lnTo>
                    <a:lnTo>
                      <a:pt x="66841" y="7429"/>
                    </a:lnTo>
                    <a:lnTo>
                      <a:pt x="103632" y="762"/>
                    </a:lnTo>
                    <a:lnTo>
                      <a:pt x="105155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92" name="Google Shape;3292;p29"/>
            <p:cNvSpPr/>
            <p:nvPr/>
          </p:nvSpPr>
          <p:spPr>
            <a:xfrm>
              <a:off x="5490971" y="2599825"/>
              <a:ext cx="100965" cy="452755"/>
            </a:xfrm>
            <a:custGeom>
              <a:rect b="b" l="l" r="r" t="t"/>
              <a:pathLst>
                <a:path extrusionOk="0" h="452755" w="100964">
                  <a:moveTo>
                    <a:pt x="100584" y="29837"/>
                  </a:moveTo>
                  <a:lnTo>
                    <a:pt x="69342" y="881"/>
                  </a:lnTo>
                  <a:lnTo>
                    <a:pt x="57900" y="0"/>
                  </a:lnTo>
                  <a:lnTo>
                    <a:pt x="47529" y="1833"/>
                  </a:lnTo>
                  <a:lnTo>
                    <a:pt x="13430" y="38504"/>
                  </a:lnTo>
                  <a:lnTo>
                    <a:pt x="6858" y="67937"/>
                  </a:lnTo>
                  <a:lnTo>
                    <a:pt x="7012" y="82784"/>
                  </a:lnTo>
                  <a:lnTo>
                    <a:pt x="23622" y="119753"/>
                  </a:lnTo>
                  <a:lnTo>
                    <a:pt x="52875" y="144720"/>
                  </a:lnTo>
                  <a:lnTo>
                    <a:pt x="62484" y="153281"/>
                  </a:lnTo>
                  <a:lnTo>
                    <a:pt x="68484" y="160520"/>
                  </a:lnTo>
                  <a:lnTo>
                    <a:pt x="72771" y="167759"/>
                  </a:lnTo>
                  <a:lnTo>
                    <a:pt x="75342" y="175569"/>
                  </a:lnTo>
                  <a:lnTo>
                    <a:pt x="76200" y="184523"/>
                  </a:lnTo>
                  <a:lnTo>
                    <a:pt x="73890" y="196381"/>
                  </a:lnTo>
                  <a:lnTo>
                    <a:pt x="41517" y="233541"/>
                  </a:lnTo>
                  <a:lnTo>
                    <a:pt x="9906" y="263009"/>
                  </a:lnTo>
                  <a:lnTo>
                    <a:pt x="6096" y="266057"/>
                  </a:lnTo>
                  <a:lnTo>
                    <a:pt x="3048" y="269867"/>
                  </a:lnTo>
                  <a:lnTo>
                    <a:pt x="0" y="273677"/>
                  </a:lnTo>
                  <a:lnTo>
                    <a:pt x="9132" y="273581"/>
                  </a:lnTo>
                  <a:lnTo>
                    <a:pt x="18192" y="273486"/>
                  </a:lnTo>
                  <a:lnTo>
                    <a:pt x="27110" y="273677"/>
                  </a:lnTo>
                  <a:lnTo>
                    <a:pt x="58971" y="297310"/>
                  </a:lnTo>
                  <a:lnTo>
                    <a:pt x="59150" y="307109"/>
                  </a:lnTo>
                  <a:lnTo>
                    <a:pt x="58328" y="316765"/>
                  </a:lnTo>
                  <a:lnTo>
                    <a:pt x="57150" y="325493"/>
                  </a:lnTo>
                  <a:lnTo>
                    <a:pt x="53673" y="339518"/>
                  </a:lnTo>
                  <a:lnTo>
                    <a:pt x="49339" y="353115"/>
                  </a:lnTo>
                  <a:lnTo>
                    <a:pt x="44719" y="366426"/>
                  </a:lnTo>
                  <a:lnTo>
                    <a:pt x="40386" y="379595"/>
                  </a:lnTo>
                  <a:lnTo>
                    <a:pt x="36957" y="393203"/>
                  </a:lnTo>
                  <a:lnTo>
                    <a:pt x="34671" y="406741"/>
                  </a:lnTo>
                  <a:lnTo>
                    <a:pt x="33528" y="420421"/>
                  </a:lnTo>
                  <a:lnTo>
                    <a:pt x="33528" y="434459"/>
                  </a:lnTo>
                  <a:lnTo>
                    <a:pt x="34290" y="443603"/>
                  </a:lnTo>
                  <a:lnTo>
                    <a:pt x="39624" y="448937"/>
                  </a:lnTo>
                  <a:lnTo>
                    <a:pt x="48006" y="451223"/>
                  </a:lnTo>
                  <a:lnTo>
                    <a:pt x="57292" y="452485"/>
                  </a:lnTo>
                  <a:lnTo>
                    <a:pt x="65151" y="451032"/>
                  </a:lnTo>
                  <a:lnTo>
                    <a:pt x="72437" y="447579"/>
                  </a:lnTo>
                  <a:lnTo>
                    <a:pt x="80010" y="442841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93" name="Google Shape;3293;p29"/>
            <p:cNvGrpSpPr/>
            <p:nvPr/>
          </p:nvGrpSpPr>
          <p:grpSpPr>
            <a:xfrm>
              <a:off x="5700509" y="2743187"/>
              <a:ext cx="143717" cy="153936"/>
              <a:chOff x="5700509" y="2743187"/>
              <a:chExt cx="143717" cy="153936"/>
            </a:xfrm>
          </p:grpSpPr>
          <p:pic>
            <p:nvPicPr>
              <p:cNvPr id="3294" name="Google Shape;3294;p29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5700509" y="2743187"/>
                <a:ext cx="91465" cy="12118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95" name="Google Shape;3295;p29"/>
              <p:cNvSpPr/>
              <p:nvPr/>
            </p:nvSpPr>
            <p:spPr>
              <a:xfrm>
                <a:off x="5837241" y="2813303"/>
                <a:ext cx="6985" cy="83820"/>
              </a:xfrm>
              <a:custGeom>
                <a:rect b="b" l="l" r="r" t="t"/>
                <a:pathLst>
                  <a:path extrusionOk="0" h="83819" w="6985">
                    <a:moveTo>
                      <a:pt x="6536" y="0"/>
                    </a:moveTo>
                    <a:lnTo>
                      <a:pt x="3119" y="11263"/>
                    </a:lnTo>
                    <a:lnTo>
                      <a:pt x="916" y="20955"/>
                    </a:lnTo>
                    <a:lnTo>
                      <a:pt x="0" y="30646"/>
                    </a:lnTo>
                    <a:lnTo>
                      <a:pt x="440" y="41910"/>
                    </a:lnTo>
                    <a:lnTo>
                      <a:pt x="1452" y="50923"/>
                    </a:lnTo>
                    <a:lnTo>
                      <a:pt x="2250" y="59721"/>
                    </a:lnTo>
                    <a:lnTo>
                      <a:pt x="2905" y="68377"/>
                    </a:lnTo>
                    <a:lnTo>
                      <a:pt x="3488" y="76962"/>
                    </a:lnTo>
                    <a:lnTo>
                      <a:pt x="3488" y="80772"/>
                    </a:lnTo>
                    <a:lnTo>
                      <a:pt x="2726" y="81534"/>
                    </a:lnTo>
                    <a:lnTo>
                      <a:pt x="3488" y="8382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96" name="Google Shape;3296;p29"/>
            <p:cNvSpPr/>
            <p:nvPr/>
          </p:nvSpPr>
          <p:spPr>
            <a:xfrm>
              <a:off x="5931408" y="2817685"/>
              <a:ext cx="37465" cy="80645"/>
            </a:xfrm>
            <a:custGeom>
              <a:rect b="b" l="l" r="r" t="t"/>
              <a:pathLst>
                <a:path extrusionOk="0" h="80644" w="37464">
                  <a:moveTo>
                    <a:pt x="7620" y="1714"/>
                  </a:moveTo>
                  <a:lnTo>
                    <a:pt x="16192" y="142"/>
                  </a:lnTo>
                  <a:lnTo>
                    <a:pt x="23622" y="0"/>
                  </a:lnTo>
                  <a:lnTo>
                    <a:pt x="29908" y="3000"/>
                  </a:lnTo>
                  <a:lnTo>
                    <a:pt x="35052" y="10858"/>
                  </a:lnTo>
                  <a:lnTo>
                    <a:pt x="37195" y="20550"/>
                  </a:lnTo>
                  <a:lnTo>
                    <a:pt x="36195" y="30098"/>
                  </a:lnTo>
                  <a:lnTo>
                    <a:pt x="15240" y="65341"/>
                  </a:lnTo>
                  <a:lnTo>
                    <a:pt x="7834" y="73056"/>
                  </a:lnTo>
                  <a:lnTo>
                    <a:pt x="0" y="8020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7" name="Google Shape;3297;p29"/>
            <p:cNvSpPr/>
            <p:nvPr/>
          </p:nvSpPr>
          <p:spPr>
            <a:xfrm>
              <a:off x="6129528" y="2795016"/>
              <a:ext cx="17145" cy="0"/>
            </a:xfrm>
            <a:custGeom>
              <a:rect b="b" l="l" r="r" t="t"/>
              <a:pathLst>
                <a:path extrusionOk="0" h="120000" w="17145">
                  <a:moveTo>
                    <a:pt x="0" y="0"/>
                  </a:moveTo>
                  <a:lnTo>
                    <a:pt x="9144" y="0"/>
                  </a:lnTo>
                  <a:lnTo>
                    <a:pt x="11430" y="0"/>
                  </a:lnTo>
                  <a:lnTo>
                    <a:pt x="16764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8" name="Google Shape;3298;p29"/>
            <p:cNvSpPr/>
            <p:nvPr/>
          </p:nvSpPr>
          <p:spPr>
            <a:xfrm>
              <a:off x="6302502" y="2782823"/>
              <a:ext cx="6350" cy="1270"/>
            </a:xfrm>
            <a:custGeom>
              <a:rect b="b" l="l" r="r" t="t"/>
              <a:pathLst>
                <a:path extrusionOk="0" h="1269" w="6350">
                  <a:moveTo>
                    <a:pt x="0" y="762"/>
                  </a:moveTo>
                  <a:lnTo>
                    <a:pt x="1524" y="762"/>
                  </a:lnTo>
                  <a:lnTo>
                    <a:pt x="3810" y="0"/>
                  </a:lnTo>
                  <a:lnTo>
                    <a:pt x="6096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9" name="Google Shape;3299;p29"/>
            <p:cNvSpPr/>
            <p:nvPr/>
          </p:nvSpPr>
          <p:spPr>
            <a:xfrm>
              <a:off x="6441185" y="2782823"/>
              <a:ext cx="1270" cy="1905"/>
            </a:xfrm>
            <a:custGeom>
              <a:rect b="b" l="l" r="r" t="t"/>
              <a:pathLst>
                <a:path extrusionOk="0" h="1905" w="1270">
                  <a:moveTo>
                    <a:pt x="0" y="1524"/>
                  </a:moveTo>
                  <a:lnTo>
                    <a:pt x="0" y="762"/>
                  </a:lnTo>
                  <a:lnTo>
                    <a:pt x="761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0" name="Google Shape;3300;p29"/>
            <p:cNvSpPr/>
            <p:nvPr/>
          </p:nvSpPr>
          <p:spPr>
            <a:xfrm>
              <a:off x="6705600" y="2811779"/>
              <a:ext cx="41275" cy="73660"/>
            </a:xfrm>
            <a:custGeom>
              <a:rect b="b" l="l" r="r" t="t"/>
              <a:pathLst>
                <a:path extrusionOk="0" h="73660" w="41275">
                  <a:moveTo>
                    <a:pt x="32766" y="0"/>
                  </a:moveTo>
                  <a:lnTo>
                    <a:pt x="39754" y="14025"/>
                  </a:lnTo>
                  <a:lnTo>
                    <a:pt x="41243" y="24193"/>
                  </a:lnTo>
                  <a:lnTo>
                    <a:pt x="37159" y="34075"/>
                  </a:lnTo>
                  <a:lnTo>
                    <a:pt x="27432" y="47244"/>
                  </a:lnTo>
                  <a:lnTo>
                    <a:pt x="21109" y="54721"/>
                  </a:lnTo>
                  <a:lnTo>
                    <a:pt x="14573" y="61341"/>
                  </a:lnTo>
                  <a:lnTo>
                    <a:pt x="7608" y="67389"/>
                  </a:lnTo>
                  <a:lnTo>
                    <a:pt x="0" y="7315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01" name="Google Shape;3301;p2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842747" y="2681465"/>
              <a:ext cx="162617" cy="1547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02" name="Google Shape;3302;p29"/>
            <p:cNvSpPr/>
            <p:nvPr/>
          </p:nvSpPr>
          <p:spPr>
            <a:xfrm>
              <a:off x="7076693" y="2517147"/>
              <a:ext cx="167005" cy="424815"/>
            </a:xfrm>
            <a:custGeom>
              <a:rect b="b" l="l" r="r" t="t"/>
              <a:pathLst>
                <a:path extrusionOk="0" h="424814" w="167004">
                  <a:moveTo>
                    <a:pt x="0" y="23360"/>
                  </a:moveTo>
                  <a:lnTo>
                    <a:pt x="2547" y="11858"/>
                  </a:lnTo>
                  <a:lnTo>
                    <a:pt x="6095" y="3929"/>
                  </a:lnTo>
                  <a:lnTo>
                    <a:pt x="13073" y="0"/>
                  </a:lnTo>
                  <a:lnTo>
                    <a:pt x="25907" y="500"/>
                  </a:lnTo>
                  <a:lnTo>
                    <a:pt x="57947" y="25788"/>
                  </a:lnTo>
                  <a:lnTo>
                    <a:pt x="78140" y="61531"/>
                  </a:lnTo>
                  <a:lnTo>
                    <a:pt x="93928" y="114442"/>
                  </a:lnTo>
                  <a:lnTo>
                    <a:pt x="98583" y="164318"/>
                  </a:lnTo>
                  <a:lnTo>
                    <a:pt x="98488" y="187094"/>
                  </a:lnTo>
                  <a:lnTo>
                    <a:pt x="97536" y="209728"/>
                  </a:lnTo>
                  <a:lnTo>
                    <a:pt x="96012" y="232148"/>
                  </a:lnTo>
                  <a:lnTo>
                    <a:pt x="94999" y="243292"/>
                  </a:lnTo>
                  <a:lnTo>
                    <a:pt x="94202" y="256722"/>
                  </a:lnTo>
                  <a:lnTo>
                    <a:pt x="126289" y="287869"/>
                  </a:lnTo>
                  <a:lnTo>
                    <a:pt x="134874" y="287012"/>
                  </a:lnTo>
                  <a:lnTo>
                    <a:pt x="166116" y="271772"/>
                  </a:lnTo>
                  <a:lnTo>
                    <a:pt x="166878" y="271772"/>
                  </a:lnTo>
                  <a:lnTo>
                    <a:pt x="166878" y="270248"/>
                  </a:lnTo>
                  <a:lnTo>
                    <a:pt x="159519" y="273748"/>
                  </a:lnTo>
                  <a:lnTo>
                    <a:pt x="132647" y="301537"/>
                  </a:lnTo>
                  <a:lnTo>
                    <a:pt x="115824" y="345686"/>
                  </a:lnTo>
                  <a:lnTo>
                    <a:pt x="113823" y="372737"/>
                  </a:lnTo>
                  <a:lnTo>
                    <a:pt x="114430" y="386619"/>
                  </a:lnTo>
                  <a:lnTo>
                    <a:pt x="115824" y="399788"/>
                  </a:lnTo>
                  <a:lnTo>
                    <a:pt x="117288" y="406157"/>
                  </a:lnTo>
                  <a:lnTo>
                    <a:pt x="118967" y="413599"/>
                  </a:lnTo>
                  <a:lnTo>
                    <a:pt x="118502" y="420040"/>
                  </a:lnTo>
                  <a:lnTo>
                    <a:pt x="113538" y="423410"/>
                  </a:lnTo>
                  <a:lnTo>
                    <a:pt x="101643" y="424457"/>
                  </a:lnTo>
                  <a:lnTo>
                    <a:pt x="89249" y="424362"/>
                  </a:lnTo>
                  <a:lnTo>
                    <a:pt x="51387" y="418516"/>
                  </a:lnTo>
                  <a:lnTo>
                    <a:pt x="28241" y="407205"/>
                  </a:lnTo>
                  <a:lnTo>
                    <a:pt x="17526" y="39826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03" name="Google Shape;3303;p2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749526" y="2613660"/>
              <a:ext cx="108229" cy="15850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04" name="Google Shape;3304;p29"/>
            <p:cNvGrpSpPr/>
            <p:nvPr/>
          </p:nvGrpSpPr>
          <p:grpSpPr>
            <a:xfrm>
              <a:off x="7955113" y="2623661"/>
              <a:ext cx="87630" cy="95885"/>
              <a:chOff x="7955113" y="2623661"/>
              <a:chExt cx="87630" cy="95885"/>
            </a:xfrm>
          </p:grpSpPr>
          <p:sp>
            <p:nvSpPr>
              <p:cNvPr id="3305" name="Google Shape;3305;p29"/>
              <p:cNvSpPr/>
              <p:nvPr/>
            </p:nvSpPr>
            <p:spPr>
              <a:xfrm>
                <a:off x="7955113" y="2623661"/>
                <a:ext cx="87630" cy="95885"/>
              </a:xfrm>
              <a:custGeom>
                <a:rect b="b" l="l" r="r" t="t"/>
                <a:pathLst>
                  <a:path extrusionOk="0" h="95885" w="87629">
                    <a:moveTo>
                      <a:pt x="47410" y="3714"/>
                    </a:moveTo>
                    <a:lnTo>
                      <a:pt x="36004" y="1035"/>
                    </a:lnTo>
                    <a:lnTo>
                      <a:pt x="26455" y="0"/>
                    </a:lnTo>
                    <a:lnTo>
                      <a:pt x="18049" y="2536"/>
                    </a:lnTo>
                    <a:lnTo>
                      <a:pt x="10072" y="10572"/>
                    </a:lnTo>
                    <a:lnTo>
                      <a:pt x="4238" y="21466"/>
                    </a:lnTo>
                    <a:lnTo>
                      <a:pt x="1119" y="32575"/>
                    </a:lnTo>
                    <a:lnTo>
                      <a:pt x="0" y="44112"/>
                    </a:lnTo>
                    <a:lnTo>
                      <a:pt x="166" y="56292"/>
                    </a:lnTo>
                    <a:lnTo>
                      <a:pt x="23788" y="90582"/>
                    </a:lnTo>
                    <a:lnTo>
                      <a:pt x="47886" y="95726"/>
                    </a:lnTo>
                    <a:lnTo>
                      <a:pt x="60971" y="95297"/>
                    </a:lnTo>
                    <a:lnTo>
                      <a:pt x="72556" y="92868"/>
                    </a:lnTo>
                    <a:lnTo>
                      <a:pt x="80938" y="88296"/>
                    </a:lnTo>
                    <a:lnTo>
                      <a:pt x="83224" y="86772"/>
                    </a:lnTo>
                    <a:lnTo>
                      <a:pt x="87034" y="8220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6" name="Google Shape;3306;p29"/>
              <p:cNvSpPr/>
              <p:nvPr/>
            </p:nvSpPr>
            <p:spPr>
              <a:xfrm>
                <a:off x="7976616" y="2656331"/>
                <a:ext cx="57150" cy="7620"/>
              </a:xfrm>
              <a:custGeom>
                <a:rect b="b" l="l" r="r" t="t"/>
                <a:pathLst>
                  <a:path extrusionOk="0" h="7619" w="57150">
                    <a:moveTo>
                      <a:pt x="0" y="7620"/>
                    </a:moveTo>
                    <a:lnTo>
                      <a:pt x="14823" y="7179"/>
                    </a:lnTo>
                    <a:lnTo>
                      <a:pt x="28860" y="5810"/>
                    </a:lnTo>
                    <a:lnTo>
                      <a:pt x="42755" y="3440"/>
                    </a:lnTo>
                    <a:lnTo>
                      <a:pt x="57150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307" name="Google Shape;3307;p2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8110715" y="2408669"/>
              <a:ext cx="215671" cy="30406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08" name="Google Shape;3308;p29"/>
            <p:cNvGrpSpPr/>
            <p:nvPr/>
          </p:nvGrpSpPr>
          <p:grpSpPr>
            <a:xfrm>
              <a:off x="4466843" y="3260598"/>
              <a:ext cx="567702" cy="181610"/>
              <a:chOff x="4466843" y="3260598"/>
              <a:chExt cx="567702" cy="181610"/>
            </a:xfrm>
          </p:grpSpPr>
          <p:sp>
            <p:nvSpPr>
              <p:cNvPr id="3309" name="Google Shape;3309;p29"/>
              <p:cNvSpPr/>
              <p:nvPr/>
            </p:nvSpPr>
            <p:spPr>
              <a:xfrm>
                <a:off x="4466843" y="3260598"/>
                <a:ext cx="30480" cy="181610"/>
              </a:xfrm>
              <a:custGeom>
                <a:rect b="b" l="l" r="r" t="t"/>
                <a:pathLst>
                  <a:path extrusionOk="0" h="181610" w="30479">
                    <a:moveTo>
                      <a:pt x="0" y="0"/>
                    </a:moveTo>
                    <a:lnTo>
                      <a:pt x="1643" y="14870"/>
                    </a:lnTo>
                    <a:lnTo>
                      <a:pt x="4000" y="29813"/>
                    </a:lnTo>
                    <a:lnTo>
                      <a:pt x="6643" y="44898"/>
                    </a:lnTo>
                    <a:lnTo>
                      <a:pt x="9144" y="60198"/>
                    </a:lnTo>
                    <a:lnTo>
                      <a:pt x="16097" y="107537"/>
                    </a:lnTo>
                    <a:lnTo>
                      <a:pt x="21336" y="155448"/>
                    </a:lnTo>
                    <a:lnTo>
                      <a:pt x="21752" y="162067"/>
                    </a:lnTo>
                    <a:lnTo>
                      <a:pt x="22383" y="169545"/>
                    </a:lnTo>
                    <a:lnTo>
                      <a:pt x="24014" y="176450"/>
                    </a:lnTo>
                    <a:lnTo>
                      <a:pt x="27432" y="181356"/>
                    </a:lnTo>
                    <a:lnTo>
                      <a:pt x="28194" y="181356"/>
                    </a:lnTo>
                    <a:lnTo>
                      <a:pt x="29718" y="181356"/>
                    </a:lnTo>
                    <a:lnTo>
                      <a:pt x="30480" y="18059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0" name="Google Shape;3310;p29"/>
              <p:cNvSpPr/>
              <p:nvPr/>
            </p:nvSpPr>
            <p:spPr>
              <a:xfrm>
                <a:off x="4495037" y="3294888"/>
                <a:ext cx="104139" cy="127635"/>
              </a:xfrm>
              <a:custGeom>
                <a:rect b="b" l="l" r="r" t="t"/>
                <a:pathLst>
                  <a:path extrusionOk="0" h="127635" w="104139">
                    <a:moveTo>
                      <a:pt x="57150" y="0"/>
                    </a:moveTo>
                    <a:lnTo>
                      <a:pt x="32004" y="42672"/>
                    </a:lnTo>
                    <a:lnTo>
                      <a:pt x="16097" y="58007"/>
                    </a:lnTo>
                    <a:lnTo>
                      <a:pt x="7893" y="65710"/>
                    </a:lnTo>
                    <a:lnTo>
                      <a:pt x="762" y="73914"/>
                    </a:lnTo>
                    <a:lnTo>
                      <a:pt x="0" y="74676"/>
                    </a:lnTo>
                    <a:lnTo>
                      <a:pt x="0" y="75438"/>
                    </a:lnTo>
                    <a:lnTo>
                      <a:pt x="0" y="76200"/>
                    </a:lnTo>
                    <a:lnTo>
                      <a:pt x="5845" y="79390"/>
                    </a:lnTo>
                    <a:lnTo>
                      <a:pt x="11906" y="82296"/>
                    </a:lnTo>
                    <a:lnTo>
                      <a:pt x="18109" y="85201"/>
                    </a:lnTo>
                    <a:lnTo>
                      <a:pt x="24384" y="88392"/>
                    </a:lnTo>
                    <a:lnTo>
                      <a:pt x="34087" y="93428"/>
                    </a:lnTo>
                    <a:lnTo>
                      <a:pt x="43719" y="98393"/>
                    </a:lnTo>
                    <a:lnTo>
                      <a:pt x="53209" y="103501"/>
                    </a:lnTo>
                    <a:lnTo>
                      <a:pt x="62484" y="108966"/>
                    </a:lnTo>
                    <a:lnTo>
                      <a:pt x="70770" y="114823"/>
                    </a:lnTo>
                    <a:lnTo>
                      <a:pt x="79629" y="120396"/>
                    </a:lnTo>
                    <a:lnTo>
                      <a:pt x="89058" y="124825"/>
                    </a:lnTo>
                    <a:lnTo>
                      <a:pt x="99060" y="127254"/>
                    </a:lnTo>
                    <a:lnTo>
                      <a:pt x="100584" y="127254"/>
                    </a:lnTo>
                    <a:lnTo>
                      <a:pt x="102108" y="127254"/>
                    </a:lnTo>
                    <a:lnTo>
                      <a:pt x="103632" y="12725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1" name="Google Shape;3311;p29"/>
              <p:cNvSpPr/>
              <p:nvPr/>
            </p:nvSpPr>
            <p:spPr>
              <a:xfrm>
                <a:off x="4626101" y="3329178"/>
                <a:ext cx="74295" cy="92075"/>
              </a:xfrm>
              <a:custGeom>
                <a:rect b="b" l="l" r="r" t="t"/>
                <a:pathLst>
                  <a:path extrusionOk="0" h="92075" w="74295">
                    <a:moveTo>
                      <a:pt x="0" y="0"/>
                    </a:moveTo>
                    <a:lnTo>
                      <a:pt x="476" y="9144"/>
                    </a:lnTo>
                    <a:lnTo>
                      <a:pt x="952" y="18288"/>
                    </a:lnTo>
                    <a:lnTo>
                      <a:pt x="1714" y="27432"/>
                    </a:lnTo>
                    <a:lnTo>
                      <a:pt x="3048" y="36576"/>
                    </a:lnTo>
                    <a:lnTo>
                      <a:pt x="4941" y="49803"/>
                    </a:lnTo>
                    <a:lnTo>
                      <a:pt x="7905" y="64103"/>
                    </a:lnTo>
                    <a:lnTo>
                      <a:pt x="13013" y="77402"/>
                    </a:lnTo>
                    <a:lnTo>
                      <a:pt x="21336" y="87630"/>
                    </a:lnTo>
                    <a:lnTo>
                      <a:pt x="28015" y="90963"/>
                    </a:lnTo>
                    <a:lnTo>
                      <a:pt x="35909" y="92011"/>
                    </a:lnTo>
                    <a:lnTo>
                      <a:pt x="43945" y="91058"/>
                    </a:lnTo>
                    <a:lnTo>
                      <a:pt x="51054" y="88391"/>
                    </a:lnTo>
                    <a:lnTo>
                      <a:pt x="58483" y="83855"/>
                    </a:lnTo>
                    <a:lnTo>
                      <a:pt x="64198" y="78390"/>
                    </a:lnTo>
                    <a:lnTo>
                      <a:pt x="69056" y="72211"/>
                    </a:lnTo>
                    <a:lnTo>
                      <a:pt x="73914" y="65531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2" name="Google Shape;3312;p29"/>
              <p:cNvSpPr/>
              <p:nvPr/>
            </p:nvSpPr>
            <p:spPr>
              <a:xfrm>
                <a:off x="4624780" y="3302115"/>
                <a:ext cx="63500" cy="65405"/>
              </a:xfrm>
              <a:custGeom>
                <a:rect b="b" l="l" r="r" t="t"/>
                <a:pathLst>
                  <a:path extrusionOk="0" h="65404" w="63500">
                    <a:moveTo>
                      <a:pt x="18085" y="56018"/>
                    </a:moveTo>
                    <a:lnTo>
                      <a:pt x="27801" y="62745"/>
                    </a:lnTo>
                    <a:lnTo>
                      <a:pt x="34659" y="65258"/>
                    </a:lnTo>
                    <a:lnTo>
                      <a:pt x="41231" y="62769"/>
                    </a:lnTo>
                    <a:lnTo>
                      <a:pt x="50089" y="54494"/>
                    </a:lnTo>
                    <a:lnTo>
                      <a:pt x="55852" y="46720"/>
                    </a:lnTo>
                    <a:lnTo>
                      <a:pt x="60757" y="36873"/>
                    </a:lnTo>
                    <a:lnTo>
                      <a:pt x="63376" y="26312"/>
                    </a:lnTo>
                    <a:lnTo>
                      <a:pt x="62281" y="16394"/>
                    </a:lnTo>
                    <a:lnTo>
                      <a:pt x="23955" y="0"/>
                    </a:lnTo>
                    <a:lnTo>
                      <a:pt x="15894" y="678"/>
                    </a:lnTo>
                    <a:lnTo>
                      <a:pt x="8548" y="3500"/>
                    </a:lnTo>
                    <a:lnTo>
                      <a:pt x="2845" y="9536"/>
                    </a:lnTo>
                    <a:lnTo>
                      <a:pt x="0" y="16359"/>
                    </a:lnTo>
                    <a:lnTo>
                      <a:pt x="83" y="22967"/>
                    </a:lnTo>
                    <a:lnTo>
                      <a:pt x="2309" y="29146"/>
                    </a:lnTo>
                    <a:lnTo>
                      <a:pt x="5893" y="3468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3" name="Google Shape;3313;p29"/>
              <p:cNvSpPr/>
              <p:nvPr/>
            </p:nvSpPr>
            <p:spPr>
              <a:xfrm>
                <a:off x="4706016" y="3326094"/>
                <a:ext cx="60325" cy="96520"/>
              </a:xfrm>
              <a:custGeom>
                <a:rect b="b" l="l" r="r" t="t"/>
                <a:pathLst>
                  <a:path extrusionOk="0" h="96520" w="60325">
                    <a:moveTo>
                      <a:pt x="1619" y="5369"/>
                    </a:moveTo>
                    <a:lnTo>
                      <a:pt x="3059" y="16525"/>
                    </a:lnTo>
                    <a:lnTo>
                      <a:pt x="5143" y="26610"/>
                    </a:lnTo>
                    <a:lnTo>
                      <a:pt x="7941" y="36552"/>
                    </a:lnTo>
                    <a:lnTo>
                      <a:pt x="11525" y="47279"/>
                    </a:lnTo>
                    <a:lnTo>
                      <a:pt x="14227" y="55864"/>
                    </a:lnTo>
                    <a:lnTo>
                      <a:pt x="16573" y="64519"/>
                    </a:lnTo>
                    <a:lnTo>
                      <a:pt x="18490" y="73318"/>
                    </a:lnTo>
                    <a:lnTo>
                      <a:pt x="19907" y="82331"/>
                    </a:lnTo>
                    <a:lnTo>
                      <a:pt x="19907" y="86903"/>
                    </a:lnTo>
                    <a:lnTo>
                      <a:pt x="19907" y="91475"/>
                    </a:lnTo>
                    <a:lnTo>
                      <a:pt x="2857" y="51089"/>
                    </a:lnTo>
                    <a:lnTo>
                      <a:pt x="0" y="21752"/>
                    </a:lnTo>
                    <a:lnTo>
                      <a:pt x="476" y="15085"/>
                    </a:lnTo>
                    <a:lnTo>
                      <a:pt x="32789" y="0"/>
                    </a:lnTo>
                    <a:lnTo>
                      <a:pt x="41243" y="35"/>
                    </a:lnTo>
                    <a:lnTo>
                      <a:pt x="51149" y="35"/>
                    </a:lnTo>
                    <a:lnTo>
                      <a:pt x="54197" y="35"/>
                    </a:lnTo>
                    <a:lnTo>
                      <a:pt x="60293" y="35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4" name="Google Shape;3314;p29"/>
              <p:cNvSpPr/>
              <p:nvPr/>
            </p:nvSpPr>
            <p:spPr>
              <a:xfrm>
                <a:off x="4800409" y="3311175"/>
                <a:ext cx="81915" cy="102870"/>
              </a:xfrm>
              <a:custGeom>
                <a:rect b="b" l="l" r="r" t="t"/>
                <a:pathLst>
                  <a:path extrusionOk="0" h="102870" w="81914">
                    <a:moveTo>
                      <a:pt x="5524" y="30956"/>
                    </a:moveTo>
                    <a:lnTo>
                      <a:pt x="4643" y="40433"/>
                    </a:lnTo>
                    <a:lnTo>
                      <a:pt x="4191" y="49625"/>
                    </a:lnTo>
                    <a:lnTo>
                      <a:pt x="4024" y="58816"/>
                    </a:lnTo>
                    <a:lnTo>
                      <a:pt x="4000" y="68294"/>
                    </a:lnTo>
                    <a:lnTo>
                      <a:pt x="4000" y="76866"/>
                    </a:lnTo>
                    <a:lnTo>
                      <a:pt x="4000" y="85439"/>
                    </a:lnTo>
                    <a:lnTo>
                      <a:pt x="4000" y="94011"/>
                    </a:lnTo>
                    <a:lnTo>
                      <a:pt x="4000" y="102584"/>
                    </a:lnTo>
                    <a:lnTo>
                      <a:pt x="2476" y="94202"/>
                    </a:lnTo>
                    <a:lnTo>
                      <a:pt x="952" y="86582"/>
                    </a:lnTo>
                    <a:lnTo>
                      <a:pt x="952" y="78200"/>
                    </a:lnTo>
                    <a:lnTo>
                      <a:pt x="333" y="65960"/>
                    </a:lnTo>
                    <a:lnTo>
                      <a:pt x="0" y="53435"/>
                    </a:lnTo>
                    <a:lnTo>
                      <a:pt x="9048" y="11715"/>
                    </a:lnTo>
                    <a:lnTo>
                      <a:pt x="31789" y="0"/>
                    </a:lnTo>
                    <a:lnTo>
                      <a:pt x="39814" y="1809"/>
                    </a:lnTo>
                    <a:lnTo>
                      <a:pt x="69342" y="27812"/>
                    </a:lnTo>
                    <a:lnTo>
                      <a:pt x="81629" y="69913"/>
                    </a:lnTo>
                    <a:lnTo>
                      <a:pt x="81784" y="80950"/>
                    </a:lnTo>
                    <a:lnTo>
                      <a:pt x="81724" y="91916"/>
                    </a:lnTo>
                    <a:lnTo>
                      <a:pt x="80962" y="98012"/>
                    </a:lnTo>
                    <a:lnTo>
                      <a:pt x="81724" y="99536"/>
                    </a:lnTo>
                    <a:lnTo>
                      <a:pt x="79438" y="10258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5" name="Google Shape;3315;p29"/>
              <p:cNvSpPr/>
              <p:nvPr/>
            </p:nvSpPr>
            <p:spPr>
              <a:xfrm>
                <a:off x="4917602" y="3307080"/>
                <a:ext cx="72390" cy="109220"/>
              </a:xfrm>
              <a:custGeom>
                <a:rect b="b" l="l" r="r" t="t"/>
                <a:pathLst>
                  <a:path extrusionOk="0" h="109220" w="72389">
                    <a:moveTo>
                      <a:pt x="7965" y="0"/>
                    </a:moveTo>
                    <a:lnTo>
                      <a:pt x="4202" y="13227"/>
                    </a:lnTo>
                    <a:lnTo>
                      <a:pt x="1869" y="25241"/>
                    </a:lnTo>
                    <a:lnTo>
                      <a:pt x="678" y="37397"/>
                    </a:lnTo>
                    <a:lnTo>
                      <a:pt x="345" y="51053"/>
                    </a:lnTo>
                    <a:lnTo>
                      <a:pt x="0" y="62019"/>
                    </a:lnTo>
                    <a:lnTo>
                      <a:pt x="11680" y="103155"/>
                    </a:lnTo>
                    <a:lnTo>
                      <a:pt x="29682" y="109061"/>
                    </a:lnTo>
                    <a:lnTo>
                      <a:pt x="39969" y="107442"/>
                    </a:lnTo>
                    <a:lnTo>
                      <a:pt x="50220" y="103393"/>
                    </a:lnTo>
                    <a:lnTo>
                      <a:pt x="58543" y="97345"/>
                    </a:lnTo>
                    <a:lnTo>
                      <a:pt x="65579" y="89868"/>
                    </a:lnTo>
                    <a:lnTo>
                      <a:pt x="71973" y="81533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6" name="Google Shape;3316;p29"/>
              <p:cNvSpPr/>
              <p:nvPr/>
            </p:nvSpPr>
            <p:spPr>
              <a:xfrm>
                <a:off x="4915661" y="3311461"/>
                <a:ext cx="64769" cy="51435"/>
              </a:xfrm>
              <a:custGeom>
                <a:rect b="b" l="l" r="r" t="t"/>
                <a:pathLst>
                  <a:path extrusionOk="0" h="51435" w="64770">
                    <a:moveTo>
                      <a:pt x="3048" y="46672"/>
                    </a:moveTo>
                    <a:lnTo>
                      <a:pt x="15966" y="50649"/>
                    </a:lnTo>
                    <a:lnTo>
                      <a:pt x="25812" y="51054"/>
                    </a:lnTo>
                    <a:lnTo>
                      <a:pt x="35516" y="47744"/>
                    </a:lnTo>
                    <a:lnTo>
                      <a:pt x="64770" y="16954"/>
                    </a:lnTo>
                    <a:lnTo>
                      <a:pt x="61698" y="10287"/>
                    </a:lnTo>
                    <a:lnTo>
                      <a:pt x="22288" y="0"/>
                    </a:lnTo>
                    <a:lnTo>
                      <a:pt x="13692" y="857"/>
                    </a:lnTo>
                    <a:lnTo>
                      <a:pt x="6096" y="4000"/>
                    </a:lnTo>
                    <a:lnTo>
                      <a:pt x="0" y="7810"/>
                    </a:lnTo>
                    <a:lnTo>
                      <a:pt x="0" y="12382"/>
                    </a:lnTo>
                    <a:lnTo>
                      <a:pt x="4572" y="1543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7" name="Google Shape;3317;p29"/>
              <p:cNvSpPr/>
              <p:nvPr/>
            </p:nvSpPr>
            <p:spPr>
              <a:xfrm>
                <a:off x="5021210" y="3269742"/>
                <a:ext cx="13335" cy="147955"/>
              </a:xfrm>
              <a:custGeom>
                <a:rect b="b" l="l" r="r" t="t"/>
                <a:pathLst>
                  <a:path extrusionOk="0" h="147954" w="13335">
                    <a:moveTo>
                      <a:pt x="369" y="0"/>
                    </a:moveTo>
                    <a:lnTo>
                      <a:pt x="4179" y="49530"/>
                    </a:lnTo>
                    <a:lnTo>
                      <a:pt x="6322" y="63936"/>
                    </a:lnTo>
                    <a:lnTo>
                      <a:pt x="8179" y="78486"/>
                    </a:lnTo>
                    <a:lnTo>
                      <a:pt x="9751" y="93035"/>
                    </a:lnTo>
                    <a:lnTo>
                      <a:pt x="11037" y="107442"/>
                    </a:lnTo>
                    <a:lnTo>
                      <a:pt x="11608" y="117717"/>
                    </a:lnTo>
                    <a:lnTo>
                      <a:pt x="12180" y="127920"/>
                    </a:lnTo>
                    <a:lnTo>
                      <a:pt x="12751" y="137981"/>
                    </a:lnTo>
                    <a:lnTo>
                      <a:pt x="13323" y="147828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318" name="Google Shape;3318;p29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530583" y="3259918"/>
              <a:ext cx="140995" cy="1972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19" name="Google Shape;3319;p29"/>
            <p:cNvSpPr/>
            <p:nvPr/>
          </p:nvSpPr>
          <p:spPr>
            <a:xfrm>
              <a:off x="5727953" y="3306317"/>
              <a:ext cx="3810" cy="24130"/>
            </a:xfrm>
            <a:custGeom>
              <a:rect b="b" l="l" r="r" t="t"/>
              <a:pathLst>
                <a:path extrusionOk="0" h="24129" w="3810">
                  <a:moveTo>
                    <a:pt x="3810" y="0"/>
                  </a:moveTo>
                  <a:lnTo>
                    <a:pt x="762" y="12954"/>
                  </a:lnTo>
                  <a:lnTo>
                    <a:pt x="0" y="15240"/>
                  </a:lnTo>
                  <a:lnTo>
                    <a:pt x="0" y="2362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0" name="Google Shape;3320;p29"/>
            <p:cNvSpPr/>
            <p:nvPr/>
          </p:nvSpPr>
          <p:spPr>
            <a:xfrm>
              <a:off x="5747003" y="3412235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810"/>
                  </a:moveTo>
                  <a:lnTo>
                    <a:pt x="0" y="12192"/>
                  </a:lnTo>
                  <a:lnTo>
                    <a:pt x="3047" y="15240"/>
                  </a:lnTo>
                  <a:lnTo>
                    <a:pt x="11429" y="15240"/>
                  </a:lnTo>
                  <a:lnTo>
                    <a:pt x="15239" y="12192"/>
                  </a:lnTo>
                  <a:lnTo>
                    <a:pt x="15239" y="7620"/>
                  </a:lnTo>
                  <a:lnTo>
                    <a:pt x="15239" y="3810"/>
                  </a:lnTo>
                  <a:lnTo>
                    <a:pt x="11429" y="0"/>
                  </a:lnTo>
                  <a:lnTo>
                    <a:pt x="3047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21" name="Google Shape;3321;p29"/>
            <p:cNvGrpSpPr/>
            <p:nvPr/>
          </p:nvGrpSpPr>
          <p:grpSpPr>
            <a:xfrm>
              <a:off x="6061602" y="3132569"/>
              <a:ext cx="530472" cy="329209"/>
              <a:chOff x="6061602" y="3132569"/>
              <a:chExt cx="530472" cy="329209"/>
            </a:xfrm>
          </p:grpSpPr>
          <p:pic>
            <p:nvPicPr>
              <p:cNvPr id="3322" name="Google Shape;3322;p29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6061602" y="3181337"/>
                <a:ext cx="165474" cy="2804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23" name="Google Shape;3323;p29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6251435" y="3336785"/>
                <a:ext cx="105943" cy="8079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24" name="Google Shape;3324;p29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6393334" y="3132569"/>
                <a:ext cx="198740" cy="28044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325" name="Google Shape;3325;p2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6666725" y="3274301"/>
              <a:ext cx="169951" cy="1013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6" name="Google Shape;3326;p29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6931900" y="3210936"/>
              <a:ext cx="148615" cy="15178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27" name="Google Shape;3327;p29"/>
            <p:cNvGrpSpPr/>
            <p:nvPr/>
          </p:nvGrpSpPr>
          <p:grpSpPr>
            <a:xfrm>
              <a:off x="6902945" y="3866208"/>
              <a:ext cx="245425" cy="100013"/>
              <a:chOff x="6902945" y="3866208"/>
              <a:chExt cx="245425" cy="100013"/>
            </a:xfrm>
          </p:grpSpPr>
          <p:pic>
            <p:nvPicPr>
              <p:cNvPr id="3328" name="Google Shape;3328;p29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6902945" y="3888770"/>
                <a:ext cx="144043" cy="774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29" name="Google Shape;3329;p29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7069942" y="3866208"/>
                <a:ext cx="78428" cy="847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330" name="Google Shape;3330;p29"/>
            <p:cNvGrpSpPr/>
            <p:nvPr/>
          </p:nvGrpSpPr>
          <p:grpSpPr>
            <a:xfrm>
              <a:off x="3694841" y="4100309"/>
              <a:ext cx="565246" cy="259347"/>
              <a:chOff x="3694841" y="4100309"/>
              <a:chExt cx="565246" cy="259347"/>
            </a:xfrm>
          </p:grpSpPr>
          <p:pic>
            <p:nvPicPr>
              <p:cNvPr id="3331" name="Google Shape;3331;p29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3694841" y="4100309"/>
                <a:ext cx="341484" cy="2095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32" name="Google Shape;3332;p29"/>
              <p:cNvSpPr/>
              <p:nvPr/>
            </p:nvSpPr>
            <p:spPr>
              <a:xfrm>
                <a:off x="3793997" y="4288536"/>
                <a:ext cx="466090" cy="71120"/>
              </a:xfrm>
              <a:custGeom>
                <a:rect b="b" l="l" r="r" t="t"/>
                <a:pathLst>
                  <a:path extrusionOk="0" h="71120" w="466089">
                    <a:moveTo>
                      <a:pt x="11429" y="66294"/>
                    </a:moveTo>
                    <a:lnTo>
                      <a:pt x="7619" y="67818"/>
                    </a:lnTo>
                    <a:lnTo>
                      <a:pt x="3809" y="69342"/>
                    </a:lnTo>
                    <a:lnTo>
                      <a:pt x="0" y="70866"/>
                    </a:lnTo>
                    <a:lnTo>
                      <a:pt x="57816" y="68961"/>
                    </a:lnTo>
                    <a:lnTo>
                      <a:pt x="115061" y="62484"/>
                    </a:lnTo>
                    <a:lnTo>
                      <a:pt x="154364" y="56959"/>
                    </a:lnTo>
                    <a:lnTo>
                      <a:pt x="193452" y="50863"/>
                    </a:lnTo>
                    <a:lnTo>
                      <a:pt x="232398" y="44481"/>
                    </a:lnTo>
                    <a:lnTo>
                      <a:pt x="271271" y="38100"/>
                    </a:lnTo>
                    <a:lnTo>
                      <a:pt x="304990" y="32968"/>
                    </a:lnTo>
                    <a:lnTo>
                      <a:pt x="338708" y="27908"/>
                    </a:lnTo>
                    <a:lnTo>
                      <a:pt x="372427" y="22990"/>
                    </a:lnTo>
                    <a:lnTo>
                      <a:pt x="406145" y="18288"/>
                    </a:lnTo>
                    <a:lnTo>
                      <a:pt x="419731" y="17037"/>
                    </a:lnTo>
                    <a:lnTo>
                      <a:pt x="433101" y="15716"/>
                    </a:lnTo>
                    <a:lnTo>
                      <a:pt x="446329" y="14537"/>
                    </a:lnTo>
                    <a:lnTo>
                      <a:pt x="459485" y="13716"/>
                    </a:lnTo>
                    <a:lnTo>
                      <a:pt x="463295" y="13716"/>
                    </a:lnTo>
                    <a:lnTo>
                      <a:pt x="465581" y="12954"/>
                    </a:lnTo>
                    <a:lnTo>
                      <a:pt x="465581" y="8382"/>
                    </a:lnTo>
                    <a:lnTo>
                      <a:pt x="465581" y="4572"/>
                    </a:lnTo>
                    <a:lnTo>
                      <a:pt x="465581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33" name="Google Shape;3333;p29"/>
            <p:cNvSpPr/>
            <p:nvPr/>
          </p:nvSpPr>
          <p:spPr>
            <a:xfrm>
              <a:off x="4348734" y="4126229"/>
              <a:ext cx="10795" cy="20320"/>
            </a:xfrm>
            <a:custGeom>
              <a:rect b="b" l="l" r="r" t="t"/>
              <a:pathLst>
                <a:path extrusionOk="0" h="20320" w="10795">
                  <a:moveTo>
                    <a:pt x="10667" y="0"/>
                  </a:moveTo>
                  <a:lnTo>
                    <a:pt x="4571" y="11430"/>
                  </a:lnTo>
                  <a:lnTo>
                    <a:pt x="3809" y="12954"/>
                  </a:lnTo>
                  <a:lnTo>
                    <a:pt x="0" y="1981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4" name="Google Shape;3334;p29"/>
            <p:cNvSpPr/>
            <p:nvPr/>
          </p:nvSpPr>
          <p:spPr>
            <a:xfrm>
              <a:off x="4363973" y="4229100"/>
              <a:ext cx="9525" cy="11430"/>
            </a:xfrm>
            <a:custGeom>
              <a:rect b="b" l="l" r="r" t="t"/>
              <a:pathLst>
                <a:path extrusionOk="0" h="11429" w="9525">
                  <a:moveTo>
                    <a:pt x="9144" y="11429"/>
                  </a:moveTo>
                  <a:lnTo>
                    <a:pt x="6096" y="7619"/>
                  </a:lnTo>
                  <a:lnTo>
                    <a:pt x="3048" y="3809"/>
                  </a:lnTo>
                  <a:lnTo>
                    <a:pt x="0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35" name="Google Shape;3335;p29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4144064" y="4089641"/>
              <a:ext cx="100287" cy="15013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36" name="Google Shape;3336;p29"/>
            <p:cNvGrpSpPr/>
            <p:nvPr/>
          </p:nvGrpSpPr>
          <p:grpSpPr>
            <a:xfrm>
              <a:off x="5015399" y="4035551"/>
              <a:ext cx="783293" cy="242697"/>
              <a:chOff x="5015399" y="4035551"/>
              <a:chExt cx="783293" cy="242697"/>
            </a:xfrm>
          </p:grpSpPr>
          <p:pic>
            <p:nvPicPr>
              <p:cNvPr id="3337" name="Google Shape;3337;p29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5015399" y="4078211"/>
                <a:ext cx="158592" cy="17490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38" name="Google Shape;3338;p29"/>
              <p:cNvSpPr/>
              <p:nvPr/>
            </p:nvSpPr>
            <p:spPr>
              <a:xfrm>
                <a:off x="5212079" y="4129277"/>
                <a:ext cx="153670" cy="97155"/>
              </a:xfrm>
              <a:custGeom>
                <a:rect b="b" l="l" r="r" t="t"/>
                <a:pathLst>
                  <a:path extrusionOk="0" h="97154" w="153670">
                    <a:moveTo>
                      <a:pt x="0" y="24384"/>
                    </a:moveTo>
                    <a:lnTo>
                      <a:pt x="6858" y="64008"/>
                    </a:lnTo>
                    <a:lnTo>
                      <a:pt x="7429" y="71425"/>
                    </a:lnTo>
                    <a:lnTo>
                      <a:pt x="8001" y="78771"/>
                    </a:lnTo>
                    <a:lnTo>
                      <a:pt x="8572" y="85975"/>
                    </a:lnTo>
                    <a:lnTo>
                      <a:pt x="9144" y="92964"/>
                    </a:lnTo>
                    <a:lnTo>
                      <a:pt x="9144" y="94488"/>
                    </a:lnTo>
                    <a:lnTo>
                      <a:pt x="9144" y="96012"/>
                    </a:lnTo>
                    <a:lnTo>
                      <a:pt x="9144" y="96774"/>
                    </a:lnTo>
                    <a:lnTo>
                      <a:pt x="9144" y="89916"/>
                    </a:lnTo>
                    <a:lnTo>
                      <a:pt x="9144" y="85344"/>
                    </a:lnTo>
                    <a:lnTo>
                      <a:pt x="9144" y="77724"/>
                    </a:lnTo>
                    <a:lnTo>
                      <a:pt x="8965" y="66103"/>
                    </a:lnTo>
                    <a:lnTo>
                      <a:pt x="10001" y="55054"/>
                    </a:lnTo>
                    <a:lnTo>
                      <a:pt x="30956" y="20574"/>
                    </a:lnTo>
                    <a:lnTo>
                      <a:pt x="48768" y="16764"/>
                    </a:lnTo>
                    <a:lnTo>
                      <a:pt x="56769" y="18692"/>
                    </a:lnTo>
                    <a:lnTo>
                      <a:pt x="81534" y="54768"/>
                    </a:lnTo>
                    <a:lnTo>
                      <a:pt x="84582" y="73914"/>
                    </a:lnTo>
                    <a:lnTo>
                      <a:pt x="84582" y="76200"/>
                    </a:lnTo>
                    <a:lnTo>
                      <a:pt x="84582" y="76962"/>
                    </a:lnTo>
                    <a:lnTo>
                      <a:pt x="77652" y="52101"/>
                    </a:lnTo>
                    <a:lnTo>
                      <a:pt x="78867" y="42100"/>
                    </a:lnTo>
                    <a:lnTo>
                      <a:pt x="97536" y="7905"/>
                    </a:lnTo>
                    <a:lnTo>
                      <a:pt x="112776" y="0"/>
                    </a:lnTo>
                    <a:lnTo>
                      <a:pt x="119955" y="1273"/>
                    </a:lnTo>
                    <a:lnTo>
                      <a:pt x="140589" y="37528"/>
                    </a:lnTo>
                    <a:lnTo>
                      <a:pt x="145542" y="56388"/>
                    </a:lnTo>
                    <a:lnTo>
                      <a:pt x="147066" y="60960"/>
                    </a:lnTo>
                    <a:lnTo>
                      <a:pt x="147066" y="73152"/>
                    </a:lnTo>
                    <a:lnTo>
                      <a:pt x="151638" y="76962"/>
                    </a:lnTo>
                    <a:lnTo>
                      <a:pt x="152400" y="76962"/>
                    </a:lnTo>
                    <a:lnTo>
                      <a:pt x="153162" y="7696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9" name="Google Shape;3339;p29"/>
              <p:cNvSpPr/>
              <p:nvPr/>
            </p:nvSpPr>
            <p:spPr>
              <a:xfrm>
                <a:off x="5387732" y="4089653"/>
                <a:ext cx="76835" cy="188595"/>
              </a:xfrm>
              <a:custGeom>
                <a:rect b="b" l="l" r="r" t="t"/>
                <a:pathLst>
                  <a:path extrusionOk="0" h="188595" w="76835">
                    <a:moveTo>
                      <a:pt x="2655" y="0"/>
                    </a:moveTo>
                    <a:lnTo>
                      <a:pt x="3024" y="17145"/>
                    </a:lnTo>
                    <a:lnTo>
                      <a:pt x="3893" y="34290"/>
                    </a:lnTo>
                    <a:lnTo>
                      <a:pt x="4905" y="51435"/>
                    </a:lnTo>
                    <a:lnTo>
                      <a:pt x="5703" y="68580"/>
                    </a:lnTo>
                    <a:lnTo>
                      <a:pt x="6143" y="86427"/>
                    </a:lnTo>
                    <a:lnTo>
                      <a:pt x="6369" y="104489"/>
                    </a:lnTo>
                    <a:lnTo>
                      <a:pt x="6453" y="122693"/>
                    </a:lnTo>
                    <a:lnTo>
                      <a:pt x="6465" y="140970"/>
                    </a:lnTo>
                    <a:lnTo>
                      <a:pt x="6381" y="152745"/>
                    </a:lnTo>
                    <a:lnTo>
                      <a:pt x="6369" y="164877"/>
                    </a:lnTo>
                    <a:lnTo>
                      <a:pt x="6786" y="176867"/>
                    </a:lnTo>
                    <a:lnTo>
                      <a:pt x="7989" y="188214"/>
                    </a:lnTo>
                    <a:lnTo>
                      <a:pt x="8536" y="181225"/>
                    </a:lnTo>
                    <a:lnTo>
                      <a:pt x="8941" y="174021"/>
                    </a:lnTo>
                    <a:lnTo>
                      <a:pt x="9060" y="166675"/>
                    </a:lnTo>
                    <a:lnTo>
                      <a:pt x="8751" y="159258"/>
                    </a:lnTo>
                    <a:lnTo>
                      <a:pt x="7012" y="146101"/>
                    </a:lnTo>
                    <a:lnTo>
                      <a:pt x="4560" y="132873"/>
                    </a:lnTo>
                    <a:lnTo>
                      <a:pt x="2107" y="119503"/>
                    </a:lnTo>
                    <a:lnTo>
                      <a:pt x="369" y="105918"/>
                    </a:lnTo>
                    <a:lnTo>
                      <a:pt x="0" y="96083"/>
                    </a:lnTo>
                    <a:lnTo>
                      <a:pt x="845" y="87249"/>
                    </a:lnTo>
                    <a:lnTo>
                      <a:pt x="40933" y="66936"/>
                    </a:lnTo>
                    <a:lnTo>
                      <a:pt x="50661" y="67055"/>
                    </a:lnTo>
                    <a:lnTo>
                      <a:pt x="58138" y="68008"/>
                    </a:lnTo>
                    <a:lnTo>
                      <a:pt x="65901" y="70104"/>
                    </a:lnTo>
                    <a:lnTo>
                      <a:pt x="72520" y="73913"/>
                    </a:lnTo>
                    <a:lnTo>
                      <a:pt x="76569" y="80009"/>
                    </a:lnTo>
                    <a:lnTo>
                      <a:pt x="75688" y="88225"/>
                    </a:lnTo>
                    <a:lnTo>
                      <a:pt x="69520" y="95440"/>
                    </a:lnTo>
                    <a:lnTo>
                      <a:pt x="61352" y="101226"/>
                    </a:lnTo>
                    <a:lnTo>
                      <a:pt x="54471" y="105155"/>
                    </a:lnTo>
                    <a:lnTo>
                      <a:pt x="45410" y="111121"/>
                    </a:lnTo>
                    <a:lnTo>
                      <a:pt x="36278" y="116300"/>
                    </a:lnTo>
                    <a:lnTo>
                      <a:pt x="26717" y="120479"/>
                    </a:lnTo>
                    <a:lnTo>
                      <a:pt x="16371" y="12344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0" name="Google Shape;3340;p29"/>
              <p:cNvSpPr/>
              <p:nvPr/>
            </p:nvSpPr>
            <p:spPr>
              <a:xfrm>
                <a:off x="5496305" y="4100321"/>
                <a:ext cx="139065" cy="95885"/>
              </a:xfrm>
              <a:custGeom>
                <a:rect b="b" l="l" r="r" t="t"/>
                <a:pathLst>
                  <a:path extrusionOk="0" h="95885" w="139064">
                    <a:moveTo>
                      <a:pt x="6858" y="0"/>
                    </a:moveTo>
                    <a:lnTo>
                      <a:pt x="3536" y="15085"/>
                    </a:lnTo>
                    <a:lnTo>
                      <a:pt x="1428" y="29813"/>
                    </a:lnTo>
                    <a:lnTo>
                      <a:pt x="321" y="44684"/>
                    </a:lnTo>
                    <a:lnTo>
                      <a:pt x="0" y="60198"/>
                    </a:lnTo>
                    <a:lnTo>
                      <a:pt x="59" y="69282"/>
                    </a:lnTo>
                    <a:lnTo>
                      <a:pt x="1047" y="78581"/>
                    </a:lnTo>
                    <a:lnTo>
                      <a:pt x="4179" y="86879"/>
                    </a:lnTo>
                    <a:lnTo>
                      <a:pt x="10668" y="92964"/>
                    </a:lnTo>
                    <a:lnTo>
                      <a:pt x="19561" y="95881"/>
                    </a:lnTo>
                    <a:lnTo>
                      <a:pt x="28670" y="95154"/>
                    </a:lnTo>
                    <a:lnTo>
                      <a:pt x="62484" y="71532"/>
                    </a:lnTo>
                    <a:lnTo>
                      <a:pt x="76295" y="28193"/>
                    </a:lnTo>
                    <a:lnTo>
                      <a:pt x="75830" y="16430"/>
                    </a:lnTo>
                    <a:lnTo>
                      <a:pt x="73152" y="6095"/>
                    </a:lnTo>
                    <a:lnTo>
                      <a:pt x="70866" y="3809"/>
                    </a:lnTo>
                    <a:lnTo>
                      <a:pt x="70866" y="3047"/>
                    </a:lnTo>
                    <a:lnTo>
                      <a:pt x="64008" y="35051"/>
                    </a:lnTo>
                    <a:lnTo>
                      <a:pt x="64055" y="44517"/>
                    </a:lnTo>
                    <a:lnTo>
                      <a:pt x="93154" y="78295"/>
                    </a:lnTo>
                    <a:lnTo>
                      <a:pt x="104132" y="78485"/>
                    </a:lnTo>
                    <a:lnTo>
                      <a:pt x="113538" y="76961"/>
                    </a:lnTo>
                    <a:lnTo>
                      <a:pt x="121860" y="73556"/>
                    </a:lnTo>
                    <a:lnTo>
                      <a:pt x="128111" y="70865"/>
                    </a:lnTo>
                    <a:lnTo>
                      <a:pt x="133361" y="68175"/>
                    </a:lnTo>
                    <a:lnTo>
                      <a:pt x="138684" y="64769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1" name="Google Shape;3341;p29"/>
              <p:cNvSpPr/>
              <p:nvPr/>
            </p:nvSpPr>
            <p:spPr>
              <a:xfrm>
                <a:off x="5660647" y="4035551"/>
                <a:ext cx="17780" cy="142875"/>
              </a:xfrm>
              <a:custGeom>
                <a:rect b="b" l="l" r="r" t="t"/>
                <a:pathLst>
                  <a:path extrusionOk="0" h="142875" w="17779">
                    <a:moveTo>
                      <a:pt x="250" y="0"/>
                    </a:moveTo>
                    <a:lnTo>
                      <a:pt x="2928" y="41040"/>
                    </a:lnTo>
                    <a:lnTo>
                      <a:pt x="7536" y="71568"/>
                    </a:lnTo>
                    <a:lnTo>
                      <a:pt x="9965" y="88487"/>
                    </a:lnTo>
                    <a:lnTo>
                      <a:pt x="12108" y="105548"/>
                    </a:lnTo>
                    <a:lnTo>
                      <a:pt x="13966" y="122682"/>
                    </a:lnTo>
                    <a:lnTo>
                      <a:pt x="14728" y="128778"/>
                    </a:lnTo>
                    <a:lnTo>
                      <a:pt x="14728" y="136398"/>
                    </a:lnTo>
                    <a:lnTo>
                      <a:pt x="17776" y="142494"/>
                    </a:lnTo>
                    <a:lnTo>
                      <a:pt x="17776" y="141732"/>
                    </a:lnTo>
                    <a:lnTo>
                      <a:pt x="17776" y="14097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2" name="Google Shape;3342;p29"/>
              <p:cNvSpPr/>
              <p:nvPr/>
            </p:nvSpPr>
            <p:spPr>
              <a:xfrm>
                <a:off x="5649467" y="4091939"/>
                <a:ext cx="140335" cy="80010"/>
              </a:xfrm>
              <a:custGeom>
                <a:rect b="b" l="l" r="r" t="t"/>
                <a:pathLst>
                  <a:path extrusionOk="0" h="80010" w="140335">
                    <a:moveTo>
                      <a:pt x="0" y="17525"/>
                    </a:moveTo>
                    <a:lnTo>
                      <a:pt x="48768" y="11429"/>
                    </a:lnTo>
                    <a:lnTo>
                      <a:pt x="85344" y="1523"/>
                    </a:lnTo>
                    <a:lnTo>
                      <a:pt x="87630" y="1523"/>
                    </a:lnTo>
                    <a:lnTo>
                      <a:pt x="89916" y="761"/>
                    </a:lnTo>
                    <a:lnTo>
                      <a:pt x="92202" y="0"/>
                    </a:lnTo>
                    <a:lnTo>
                      <a:pt x="92082" y="14168"/>
                    </a:lnTo>
                    <a:lnTo>
                      <a:pt x="91821" y="28193"/>
                    </a:lnTo>
                    <a:lnTo>
                      <a:pt x="91559" y="42219"/>
                    </a:lnTo>
                    <a:lnTo>
                      <a:pt x="91440" y="56387"/>
                    </a:lnTo>
                    <a:lnTo>
                      <a:pt x="91440" y="64007"/>
                    </a:lnTo>
                    <a:lnTo>
                      <a:pt x="92202" y="74675"/>
                    </a:lnTo>
                    <a:lnTo>
                      <a:pt x="100584" y="78485"/>
                    </a:lnTo>
                    <a:lnTo>
                      <a:pt x="108906" y="79998"/>
                    </a:lnTo>
                    <a:lnTo>
                      <a:pt x="117443" y="79152"/>
                    </a:lnTo>
                    <a:lnTo>
                      <a:pt x="125551" y="76450"/>
                    </a:lnTo>
                    <a:lnTo>
                      <a:pt x="132588" y="72389"/>
                    </a:lnTo>
                    <a:lnTo>
                      <a:pt x="135636" y="70865"/>
                    </a:lnTo>
                    <a:lnTo>
                      <a:pt x="137922" y="68579"/>
                    </a:lnTo>
                    <a:lnTo>
                      <a:pt x="140208" y="66293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3" name="Google Shape;3343;p29"/>
              <p:cNvSpPr/>
              <p:nvPr/>
            </p:nvSpPr>
            <p:spPr>
              <a:xfrm>
                <a:off x="5725667" y="4081200"/>
                <a:ext cx="73025" cy="40005"/>
              </a:xfrm>
              <a:custGeom>
                <a:rect b="b" l="l" r="r" t="t"/>
                <a:pathLst>
                  <a:path extrusionOk="0" h="40004" w="73025">
                    <a:moveTo>
                      <a:pt x="19050" y="31313"/>
                    </a:moveTo>
                    <a:lnTo>
                      <a:pt x="31539" y="36778"/>
                    </a:lnTo>
                    <a:lnTo>
                      <a:pt x="41814" y="39600"/>
                    </a:lnTo>
                    <a:lnTo>
                      <a:pt x="51946" y="38278"/>
                    </a:lnTo>
                    <a:lnTo>
                      <a:pt x="64008" y="31313"/>
                    </a:lnTo>
                    <a:lnTo>
                      <a:pt x="67663" y="26896"/>
                    </a:lnTo>
                    <a:lnTo>
                      <a:pt x="70961" y="21121"/>
                    </a:lnTo>
                    <a:lnTo>
                      <a:pt x="72687" y="14918"/>
                    </a:lnTo>
                    <a:lnTo>
                      <a:pt x="71628" y="9215"/>
                    </a:lnTo>
                    <a:lnTo>
                      <a:pt x="65448" y="3286"/>
                    </a:lnTo>
                    <a:lnTo>
                      <a:pt x="57054" y="642"/>
                    </a:lnTo>
                    <a:lnTo>
                      <a:pt x="47946" y="0"/>
                    </a:lnTo>
                    <a:lnTo>
                      <a:pt x="39623" y="71"/>
                    </a:lnTo>
                    <a:lnTo>
                      <a:pt x="28741" y="714"/>
                    </a:lnTo>
                    <a:lnTo>
                      <a:pt x="19430" y="3500"/>
                    </a:lnTo>
                    <a:lnTo>
                      <a:pt x="10691" y="8000"/>
                    </a:lnTo>
                    <a:lnTo>
                      <a:pt x="1523" y="13787"/>
                    </a:lnTo>
                    <a:lnTo>
                      <a:pt x="761" y="13787"/>
                    </a:lnTo>
                    <a:lnTo>
                      <a:pt x="0" y="14549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344" name="Google Shape;3344;p29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6339065" y="4034777"/>
              <a:ext cx="120421" cy="1676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5" name="Google Shape;3345;p29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6600479" y="4031824"/>
              <a:ext cx="115039" cy="1390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6" name="Google Shape;3346;p29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6790359" y="4023347"/>
              <a:ext cx="135470" cy="1318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7" name="Google Shape;3347;p29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5856719" y="4578845"/>
              <a:ext cx="190715" cy="2271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48" name="Google Shape;3348;p29"/>
            <p:cNvGrpSpPr/>
            <p:nvPr/>
          </p:nvGrpSpPr>
          <p:grpSpPr>
            <a:xfrm>
              <a:off x="6173724" y="4633722"/>
              <a:ext cx="58165" cy="52197"/>
              <a:chOff x="6173724" y="4633722"/>
              <a:chExt cx="58165" cy="52197"/>
            </a:xfrm>
          </p:grpSpPr>
          <p:sp>
            <p:nvSpPr>
              <p:cNvPr id="3349" name="Google Shape;3349;p29"/>
              <p:cNvSpPr/>
              <p:nvPr/>
            </p:nvSpPr>
            <p:spPr>
              <a:xfrm>
                <a:off x="6173724" y="4633722"/>
                <a:ext cx="47625" cy="5080"/>
              </a:xfrm>
              <a:custGeom>
                <a:rect b="b" l="l" r="r" t="t"/>
                <a:pathLst>
                  <a:path extrusionOk="0" h="5079" w="47625">
                    <a:moveTo>
                      <a:pt x="0" y="0"/>
                    </a:moveTo>
                    <a:lnTo>
                      <a:pt x="9382" y="345"/>
                    </a:lnTo>
                    <a:lnTo>
                      <a:pt x="19050" y="476"/>
                    </a:lnTo>
                    <a:lnTo>
                      <a:pt x="28717" y="750"/>
                    </a:lnTo>
                    <a:lnTo>
                      <a:pt x="38100" y="1524"/>
                    </a:lnTo>
                    <a:lnTo>
                      <a:pt x="43434" y="2286"/>
                    </a:lnTo>
                    <a:lnTo>
                      <a:pt x="44196" y="2286"/>
                    </a:lnTo>
                    <a:lnTo>
                      <a:pt x="47244" y="457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0" name="Google Shape;3350;p29"/>
              <p:cNvSpPr/>
              <p:nvPr/>
            </p:nvSpPr>
            <p:spPr>
              <a:xfrm>
                <a:off x="6179820" y="4680204"/>
                <a:ext cx="52069" cy="5715"/>
              </a:xfrm>
              <a:custGeom>
                <a:rect b="b" l="l" r="r" t="t"/>
                <a:pathLst>
                  <a:path extrusionOk="0" h="5714" w="52070">
                    <a:moveTo>
                      <a:pt x="0" y="4572"/>
                    </a:moveTo>
                    <a:lnTo>
                      <a:pt x="13454" y="5143"/>
                    </a:lnTo>
                    <a:lnTo>
                      <a:pt x="26479" y="5143"/>
                    </a:lnTo>
                    <a:lnTo>
                      <a:pt x="39219" y="3714"/>
                    </a:lnTo>
                    <a:lnTo>
                      <a:pt x="51816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51" name="Google Shape;3351;p29"/>
            <p:cNvGrpSpPr/>
            <p:nvPr/>
          </p:nvGrpSpPr>
          <p:grpSpPr>
            <a:xfrm>
              <a:off x="6513563" y="4466081"/>
              <a:ext cx="520840" cy="263525"/>
              <a:chOff x="6513563" y="4466081"/>
              <a:chExt cx="520840" cy="263525"/>
            </a:xfrm>
          </p:grpSpPr>
          <p:pic>
            <p:nvPicPr>
              <p:cNvPr id="3352" name="Google Shape;3352;p29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6513563" y="4490488"/>
                <a:ext cx="167665" cy="21563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53" name="Google Shape;3353;p29"/>
              <p:cNvSpPr/>
              <p:nvPr/>
            </p:nvSpPr>
            <p:spPr>
              <a:xfrm>
                <a:off x="6726174" y="4466081"/>
                <a:ext cx="104139" cy="263525"/>
              </a:xfrm>
              <a:custGeom>
                <a:rect b="b" l="l" r="r" t="t"/>
                <a:pathLst>
                  <a:path extrusionOk="0" h="263525" w="104140">
                    <a:moveTo>
                      <a:pt x="39624" y="0"/>
                    </a:moveTo>
                    <a:lnTo>
                      <a:pt x="22479" y="41148"/>
                    </a:lnTo>
                    <a:lnTo>
                      <a:pt x="9906" y="84582"/>
                    </a:lnTo>
                    <a:lnTo>
                      <a:pt x="2095" y="132683"/>
                    </a:lnTo>
                    <a:lnTo>
                      <a:pt x="0" y="181356"/>
                    </a:lnTo>
                    <a:lnTo>
                      <a:pt x="702" y="199239"/>
                    </a:lnTo>
                    <a:lnTo>
                      <a:pt x="17526" y="249174"/>
                    </a:lnTo>
                    <a:lnTo>
                      <a:pt x="50851" y="262997"/>
                    </a:lnTo>
                    <a:lnTo>
                      <a:pt x="63246" y="260604"/>
                    </a:lnTo>
                    <a:lnTo>
                      <a:pt x="75235" y="255293"/>
                    </a:lnTo>
                    <a:lnTo>
                      <a:pt x="85439" y="247840"/>
                    </a:lnTo>
                    <a:lnTo>
                      <a:pt x="94642" y="238958"/>
                    </a:lnTo>
                    <a:lnTo>
                      <a:pt x="103632" y="229361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354" name="Google Shape;3354;p29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6823697" y="4523219"/>
                <a:ext cx="151663" cy="13794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55" name="Google Shape;3355;p29"/>
              <p:cNvSpPr/>
              <p:nvPr/>
            </p:nvSpPr>
            <p:spPr>
              <a:xfrm>
                <a:off x="7005828" y="4629149"/>
                <a:ext cx="28575" cy="58419"/>
              </a:xfrm>
              <a:custGeom>
                <a:rect b="b" l="l" r="r" t="t"/>
                <a:pathLst>
                  <a:path extrusionOk="0" h="58420" w="28575">
                    <a:moveTo>
                      <a:pt x="28194" y="0"/>
                    </a:moveTo>
                    <a:lnTo>
                      <a:pt x="10668" y="41148"/>
                    </a:lnTo>
                    <a:lnTo>
                      <a:pt x="6858" y="46482"/>
                    </a:lnTo>
                    <a:lnTo>
                      <a:pt x="3810" y="52578"/>
                    </a:lnTo>
                    <a:lnTo>
                      <a:pt x="0" y="5791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56" name="Google Shape;3356;p29"/>
            <p:cNvGrpSpPr/>
            <p:nvPr/>
          </p:nvGrpSpPr>
          <p:grpSpPr>
            <a:xfrm>
              <a:off x="7087349" y="4424934"/>
              <a:ext cx="322085" cy="251472"/>
              <a:chOff x="7087349" y="4424934"/>
              <a:chExt cx="322085" cy="251472"/>
            </a:xfrm>
          </p:grpSpPr>
          <p:pic>
            <p:nvPicPr>
              <p:cNvPr id="3357" name="Google Shape;3357;p29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7087349" y="4495038"/>
                <a:ext cx="154698" cy="18136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58" name="Google Shape;3358;p29"/>
              <p:cNvSpPr/>
              <p:nvPr/>
            </p:nvSpPr>
            <p:spPr>
              <a:xfrm>
                <a:off x="7278624" y="4424934"/>
                <a:ext cx="130810" cy="247015"/>
              </a:xfrm>
              <a:custGeom>
                <a:rect b="b" l="l" r="r" t="t"/>
                <a:pathLst>
                  <a:path extrusionOk="0" h="247014" w="130809">
                    <a:moveTo>
                      <a:pt x="43433" y="0"/>
                    </a:moveTo>
                    <a:lnTo>
                      <a:pt x="89511" y="28396"/>
                    </a:lnTo>
                    <a:lnTo>
                      <a:pt x="113264" y="58352"/>
                    </a:lnTo>
                    <a:lnTo>
                      <a:pt x="127289" y="94095"/>
                    </a:lnTo>
                    <a:lnTo>
                      <a:pt x="130301" y="113537"/>
                    </a:lnTo>
                    <a:lnTo>
                      <a:pt x="129932" y="133540"/>
                    </a:lnTo>
                    <a:lnTo>
                      <a:pt x="117764" y="170116"/>
                    </a:lnTo>
                    <a:lnTo>
                      <a:pt x="87237" y="207347"/>
                    </a:lnTo>
                    <a:lnTo>
                      <a:pt x="35206" y="240375"/>
                    </a:lnTo>
                    <a:lnTo>
                      <a:pt x="7619" y="246888"/>
                    </a:lnTo>
                    <a:lnTo>
                      <a:pt x="5333" y="246126"/>
                    </a:lnTo>
                    <a:lnTo>
                      <a:pt x="3047" y="246126"/>
                    </a:lnTo>
                    <a:lnTo>
                      <a:pt x="0" y="246126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59" name="Google Shape;3359;p29"/>
            <p:cNvGrpSpPr/>
            <p:nvPr/>
          </p:nvGrpSpPr>
          <p:grpSpPr>
            <a:xfrm>
              <a:off x="3896855" y="5392316"/>
              <a:ext cx="607326" cy="283059"/>
              <a:chOff x="3896855" y="5392316"/>
              <a:chExt cx="607326" cy="283059"/>
            </a:xfrm>
          </p:grpSpPr>
          <p:pic>
            <p:nvPicPr>
              <p:cNvPr id="3360" name="Google Shape;3360;p29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3896855" y="5392316"/>
                <a:ext cx="327685" cy="2396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61" name="Google Shape;3361;p29"/>
              <p:cNvSpPr/>
              <p:nvPr/>
            </p:nvSpPr>
            <p:spPr>
              <a:xfrm>
                <a:off x="3983735" y="5610606"/>
                <a:ext cx="443230" cy="64769"/>
              </a:xfrm>
              <a:custGeom>
                <a:rect b="b" l="l" r="r" t="t"/>
                <a:pathLst>
                  <a:path extrusionOk="0" h="64770" w="443229">
                    <a:moveTo>
                      <a:pt x="0" y="64007"/>
                    </a:moveTo>
                    <a:lnTo>
                      <a:pt x="48768" y="62769"/>
                    </a:lnTo>
                    <a:lnTo>
                      <a:pt x="97536" y="56387"/>
                    </a:lnTo>
                    <a:lnTo>
                      <a:pt x="171450" y="45815"/>
                    </a:lnTo>
                    <a:lnTo>
                      <a:pt x="208335" y="40636"/>
                    </a:lnTo>
                    <a:lnTo>
                      <a:pt x="245364" y="35813"/>
                    </a:lnTo>
                    <a:lnTo>
                      <a:pt x="278380" y="31706"/>
                    </a:lnTo>
                    <a:lnTo>
                      <a:pt x="311181" y="27527"/>
                    </a:lnTo>
                    <a:lnTo>
                      <a:pt x="343840" y="23491"/>
                    </a:lnTo>
                    <a:lnTo>
                      <a:pt x="376428" y="19811"/>
                    </a:lnTo>
                    <a:lnTo>
                      <a:pt x="391739" y="18216"/>
                    </a:lnTo>
                    <a:lnTo>
                      <a:pt x="406908" y="16763"/>
                    </a:lnTo>
                    <a:lnTo>
                      <a:pt x="422076" y="15311"/>
                    </a:lnTo>
                    <a:lnTo>
                      <a:pt x="437388" y="13715"/>
                    </a:lnTo>
                    <a:lnTo>
                      <a:pt x="440436" y="12953"/>
                    </a:lnTo>
                    <a:lnTo>
                      <a:pt x="442722" y="12953"/>
                    </a:lnTo>
                    <a:lnTo>
                      <a:pt x="437388" y="11429"/>
                    </a:lnTo>
                    <a:lnTo>
                      <a:pt x="433578" y="11429"/>
                    </a:lnTo>
                    <a:lnTo>
                      <a:pt x="429768" y="6095"/>
                    </a:lnTo>
                    <a:lnTo>
                      <a:pt x="429006" y="3809"/>
                    </a:lnTo>
                    <a:lnTo>
                      <a:pt x="427481" y="1523"/>
                    </a:lnTo>
                    <a:lnTo>
                      <a:pt x="425958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2" name="Google Shape;3362;p29"/>
              <p:cNvSpPr/>
              <p:nvPr/>
            </p:nvSpPr>
            <p:spPr>
              <a:xfrm>
                <a:off x="4464557" y="5448300"/>
                <a:ext cx="5715" cy="21590"/>
              </a:xfrm>
              <a:custGeom>
                <a:rect b="b" l="l" r="r" t="t"/>
                <a:pathLst>
                  <a:path extrusionOk="0" h="21589" w="5714">
                    <a:moveTo>
                      <a:pt x="5334" y="0"/>
                    </a:moveTo>
                    <a:lnTo>
                      <a:pt x="2286" y="9144"/>
                    </a:lnTo>
                    <a:lnTo>
                      <a:pt x="762" y="12192"/>
                    </a:lnTo>
                    <a:lnTo>
                      <a:pt x="0" y="21336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3" name="Google Shape;3363;p29"/>
              <p:cNvSpPr/>
              <p:nvPr/>
            </p:nvSpPr>
            <p:spPr>
              <a:xfrm>
                <a:off x="4488941" y="5558028"/>
                <a:ext cx="15240" cy="15240"/>
              </a:xfrm>
              <a:custGeom>
                <a:rect b="b" l="l" r="r" t="t"/>
                <a:pathLst>
                  <a:path extrusionOk="0" h="15239" w="15239">
                    <a:moveTo>
                      <a:pt x="0" y="3047"/>
                    </a:moveTo>
                    <a:lnTo>
                      <a:pt x="0" y="11429"/>
                    </a:lnTo>
                    <a:lnTo>
                      <a:pt x="3809" y="15239"/>
                    </a:lnTo>
                    <a:lnTo>
                      <a:pt x="12191" y="15239"/>
                    </a:lnTo>
                    <a:lnTo>
                      <a:pt x="15239" y="11429"/>
                    </a:lnTo>
                    <a:lnTo>
                      <a:pt x="15239" y="7619"/>
                    </a:lnTo>
                    <a:lnTo>
                      <a:pt x="15239" y="3047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047"/>
                    </a:lnTo>
                    <a:close/>
                  </a:path>
                </a:pathLst>
              </a:custGeom>
              <a:solidFill>
                <a:srgbClr val="33339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364" name="Google Shape;3364;p29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4284725" y="5417807"/>
                <a:ext cx="94501" cy="13870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365" name="Google Shape;3365;p29"/>
            <p:cNvGrpSpPr/>
            <p:nvPr/>
          </p:nvGrpSpPr>
          <p:grpSpPr>
            <a:xfrm>
              <a:off x="6798563" y="6047231"/>
              <a:ext cx="162433" cy="131572"/>
              <a:chOff x="6798563" y="6047231"/>
              <a:chExt cx="162433" cy="131572"/>
            </a:xfrm>
          </p:grpSpPr>
          <p:sp>
            <p:nvSpPr>
              <p:cNvPr id="3366" name="Google Shape;3366;p29"/>
              <p:cNvSpPr/>
              <p:nvPr/>
            </p:nvSpPr>
            <p:spPr>
              <a:xfrm>
                <a:off x="6799849" y="6078473"/>
                <a:ext cx="44450" cy="100330"/>
              </a:xfrm>
              <a:custGeom>
                <a:rect b="b" l="l" r="r" t="t"/>
                <a:pathLst>
                  <a:path extrusionOk="0" h="100329" w="44450">
                    <a:moveTo>
                      <a:pt x="2524" y="0"/>
                    </a:moveTo>
                    <a:lnTo>
                      <a:pt x="1524" y="12573"/>
                    </a:lnTo>
                    <a:lnTo>
                      <a:pt x="809" y="25146"/>
                    </a:lnTo>
                    <a:lnTo>
                      <a:pt x="381" y="37719"/>
                    </a:lnTo>
                    <a:lnTo>
                      <a:pt x="238" y="50292"/>
                    </a:lnTo>
                    <a:lnTo>
                      <a:pt x="0" y="60102"/>
                    </a:lnTo>
                    <a:lnTo>
                      <a:pt x="17764" y="99822"/>
                    </a:lnTo>
                    <a:lnTo>
                      <a:pt x="26146" y="97536"/>
                    </a:lnTo>
                    <a:lnTo>
                      <a:pt x="32432" y="94345"/>
                    </a:lnTo>
                    <a:lnTo>
                      <a:pt x="37004" y="89725"/>
                    </a:lnTo>
                    <a:lnTo>
                      <a:pt x="40719" y="84248"/>
                    </a:lnTo>
                    <a:lnTo>
                      <a:pt x="44434" y="78485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7" name="Google Shape;3367;p29"/>
              <p:cNvSpPr/>
              <p:nvPr/>
            </p:nvSpPr>
            <p:spPr>
              <a:xfrm>
                <a:off x="6798563" y="6083807"/>
                <a:ext cx="41275" cy="39370"/>
              </a:xfrm>
              <a:custGeom>
                <a:rect b="b" l="l" r="r" t="t"/>
                <a:pathLst>
                  <a:path extrusionOk="0" h="39370" w="41275">
                    <a:moveTo>
                      <a:pt x="0" y="26669"/>
                    </a:moveTo>
                    <a:lnTo>
                      <a:pt x="4810" y="34313"/>
                    </a:lnTo>
                    <a:lnTo>
                      <a:pt x="9906" y="38671"/>
                    </a:lnTo>
                    <a:lnTo>
                      <a:pt x="16716" y="39314"/>
                    </a:lnTo>
                    <a:lnTo>
                      <a:pt x="26670" y="35813"/>
                    </a:lnTo>
                    <a:lnTo>
                      <a:pt x="34290" y="32003"/>
                    </a:lnTo>
                    <a:lnTo>
                      <a:pt x="41148" y="25145"/>
                    </a:lnTo>
                    <a:lnTo>
                      <a:pt x="40386" y="16763"/>
                    </a:lnTo>
                    <a:lnTo>
                      <a:pt x="39623" y="8381"/>
                    </a:lnTo>
                    <a:lnTo>
                      <a:pt x="30479" y="4571"/>
                    </a:lnTo>
                    <a:lnTo>
                      <a:pt x="23621" y="2285"/>
                    </a:lnTo>
                    <a:lnTo>
                      <a:pt x="19811" y="761"/>
                    </a:lnTo>
                    <a:lnTo>
                      <a:pt x="15239" y="761"/>
                    </a:lnTo>
                    <a:lnTo>
                      <a:pt x="11429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8" name="Google Shape;3368;p29"/>
              <p:cNvSpPr/>
              <p:nvPr/>
            </p:nvSpPr>
            <p:spPr>
              <a:xfrm>
                <a:off x="6871715" y="6076949"/>
                <a:ext cx="15240" cy="15240"/>
              </a:xfrm>
              <a:custGeom>
                <a:rect b="b" l="l" r="r" t="t"/>
                <a:pathLst>
                  <a:path extrusionOk="0" h="15239" w="15240">
                    <a:moveTo>
                      <a:pt x="0" y="3810"/>
                    </a:moveTo>
                    <a:lnTo>
                      <a:pt x="0" y="12192"/>
                    </a:lnTo>
                    <a:lnTo>
                      <a:pt x="3048" y="15240"/>
                    </a:lnTo>
                    <a:lnTo>
                      <a:pt x="12192" y="15240"/>
                    </a:lnTo>
                    <a:lnTo>
                      <a:pt x="15240" y="12192"/>
                    </a:lnTo>
                    <a:lnTo>
                      <a:pt x="15240" y="7620"/>
                    </a:lnTo>
                    <a:lnTo>
                      <a:pt x="15240" y="3810"/>
                    </a:lnTo>
                    <a:lnTo>
                      <a:pt x="12192" y="0"/>
                    </a:lnTo>
                    <a:lnTo>
                      <a:pt x="3048" y="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33339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9" name="Google Shape;3369;p29"/>
              <p:cNvSpPr/>
              <p:nvPr/>
            </p:nvSpPr>
            <p:spPr>
              <a:xfrm>
                <a:off x="6919721" y="6047231"/>
                <a:ext cx="41275" cy="104775"/>
              </a:xfrm>
              <a:custGeom>
                <a:rect b="b" l="l" r="r" t="t"/>
                <a:pathLst>
                  <a:path extrusionOk="0" h="104775" w="41275">
                    <a:moveTo>
                      <a:pt x="0" y="46481"/>
                    </a:moveTo>
                    <a:lnTo>
                      <a:pt x="17359" y="85939"/>
                    </a:lnTo>
                    <a:lnTo>
                      <a:pt x="28956" y="103631"/>
                    </a:lnTo>
                    <a:lnTo>
                      <a:pt x="29718" y="104393"/>
                    </a:lnTo>
                    <a:lnTo>
                      <a:pt x="38778" y="61983"/>
                    </a:lnTo>
                    <a:lnTo>
                      <a:pt x="40386" y="9905"/>
                    </a:lnTo>
                    <a:lnTo>
                      <a:pt x="40386" y="4571"/>
                    </a:lnTo>
                    <a:lnTo>
                      <a:pt x="40386" y="3047"/>
                    </a:lnTo>
                    <a:lnTo>
                      <a:pt x="41147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370" name="Google Shape;3370;p29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7132557" y="6035027"/>
              <a:ext cx="104169" cy="1836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71" name="Google Shape;3371;p29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7334237" y="6026645"/>
              <a:ext cx="79273" cy="13566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72" name="Google Shape;3372;p29"/>
            <p:cNvGrpSpPr/>
            <p:nvPr/>
          </p:nvGrpSpPr>
          <p:grpSpPr>
            <a:xfrm>
              <a:off x="6797753" y="5042141"/>
              <a:ext cx="347533" cy="150520"/>
              <a:chOff x="6797753" y="5042141"/>
              <a:chExt cx="347533" cy="150520"/>
            </a:xfrm>
          </p:grpSpPr>
          <p:pic>
            <p:nvPicPr>
              <p:cNvPr id="3373" name="Google Shape;3373;p29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6797753" y="5061191"/>
                <a:ext cx="101394" cy="13147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74" name="Google Shape;3374;p29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6937997" y="5042141"/>
                <a:ext cx="207289" cy="1166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375" name="Google Shape;3375;p29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7210948" y="4984991"/>
              <a:ext cx="98930" cy="1647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76" name="Google Shape;3376;p29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7375385" y="4995659"/>
              <a:ext cx="96799" cy="1158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77" name="Google Shape;3377;p29"/>
            <p:cNvGrpSpPr/>
            <p:nvPr/>
          </p:nvGrpSpPr>
          <p:grpSpPr>
            <a:xfrm>
              <a:off x="5236023" y="5392674"/>
              <a:ext cx="721420" cy="263779"/>
              <a:chOff x="5236023" y="5392674"/>
              <a:chExt cx="721420" cy="263779"/>
            </a:xfrm>
          </p:grpSpPr>
          <p:sp>
            <p:nvSpPr>
              <p:cNvPr id="3378" name="Google Shape;3378;p29"/>
              <p:cNvSpPr/>
              <p:nvPr/>
            </p:nvSpPr>
            <p:spPr>
              <a:xfrm>
                <a:off x="5236023" y="5407152"/>
                <a:ext cx="126364" cy="179070"/>
              </a:xfrm>
              <a:custGeom>
                <a:rect b="b" l="l" r="r" t="t"/>
                <a:pathLst>
                  <a:path extrusionOk="0" h="179070" w="126364">
                    <a:moveTo>
                      <a:pt x="48446" y="9906"/>
                    </a:moveTo>
                    <a:lnTo>
                      <a:pt x="43874" y="6096"/>
                    </a:lnTo>
                    <a:lnTo>
                      <a:pt x="39302" y="3048"/>
                    </a:lnTo>
                    <a:lnTo>
                      <a:pt x="33968" y="0"/>
                    </a:lnTo>
                    <a:lnTo>
                      <a:pt x="27205" y="10001"/>
                    </a:lnTo>
                    <a:lnTo>
                      <a:pt x="7619" y="61995"/>
                    </a:lnTo>
                    <a:lnTo>
                      <a:pt x="1595" y="100548"/>
                    </a:lnTo>
                    <a:lnTo>
                      <a:pt x="0" y="134171"/>
                    </a:lnTo>
                    <a:lnTo>
                      <a:pt x="916" y="148304"/>
                    </a:lnTo>
                    <a:lnTo>
                      <a:pt x="4833" y="161436"/>
                    </a:lnTo>
                    <a:lnTo>
                      <a:pt x="13394" y="172212"/>
                    </a:lnTo>
                    <a:lnTo>
                      <a:pt x="23860" y="177486"/>
                    </a:lnTo>
                    <a:lnTo>
                      <a:pt x="35968" y="178974"/>
                    </a:lnTo>
                    <a:lnTo>
                      <a:pt x="48220" y="177462"/>
                    </a:lnTo>
                    <a:lnTo>
                      <a:pt x="80641" y="155829"/>
                    </a:lnTo>
                    <a:lnTo>
                      <a:pt x="96262" y="112871"/>
                    </a:lnTo>
                    <a:lnTo>
                      <a:pt x="78569" y="148637"/>
                    </a:lnTo>
                    <a:lnTo>
                      <a:pt x="120384" y="143625"/>
                    </a:lnTo>
                    <a:lnTo>
                      <a:pt x="126170" y="112013"/>
                    </a:lnTo>
                    <a:lnTo>
                      <a:pt x="124920" y="101977"/>
                    </a:lnTo>
                    <a:lnTo>
                      <a:pt x="94166" y="75438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9" name="Google Shape;3379;p29"/>
              <p:cNvSpPr/>
              <p:nvPr/>
            </p:nvSpPr>
            <p:spPr>
              <a:xfrm>
                <a:off x="5359146" y="5456444"/>
                <a:ext cx="151130" cy="111125"/>
              </a:xfrm>
              <a:custGeom>
                <a:rect b="b" l="l" r="r" t="t"/>
                <a:pathLst>
                  <a:path extrusionOk="0" h="111125" w="151129">
                    <a:moveTo>
                      <a:pt x="0" y="31480"/>
                    </a:moveTo>
                    <a:lnTo>
                      <a:pt x="5822" y="40505"/>
                    </a:lnTo>
                    <a:lnTo>
                      <a:pt x="11715" y="49387"/>
                    </a:lnTo>
                    <a:lnTo>
                      <a:pt x="17466" y="58269"/>
                    </a:lnTo>
                    <a:lnTo>
                      <a:pt x="22860" y="67294"/>
                    </a:lnTo>
                    <a:lnTo>
                      <a:pt x="27051" y="74723"/>
                    </a:lnTo>
                    <a:lnTo>
                      <a:pt x="30670" y="82153"/>
                    </a:lnTo>
                    <a:lnTo>
                      <a:pt x="34004" y="89582"/>
                    </a:lnTo>
                    <a:lnTo>
                      <a:pt x="37338" y="97012"/>
                    </a:lnTo>
                    <a:lnTo>
                      <a:pt x="39624" y="101584"/>
                    </a:lnTo>
                    <a:lnTo>
                      <a:pt x="40386" y="105394"/>
                    </a:lnTo>
                    <a:lnTo>
                      <a:pt x="41148" y="110728"/>
                    </a:lnTo>
                    <a:lnTo>
                      <a:pt x="37897" y="103846"/>
                    </a:lnTo>
                    <a:lnTo>
                      <a:pt x="30575" y="59102"/>
                    </a:lnTo>
                    <a:lnTo>
                      <a:pt x="32325" y="47696"/>
                    </a:lnTo>
                    <a:lnTo>
                      <a:pt x="36576" y="37576"/>
                    </a:lnTo>
                    <a:lnTo>
                      <a:pt x="41838" y="31956"/>
                    </a:lnTo>
                    <a:lnTo>
                      <a:pt x="48958" y="28051"/>
                    </a:lnTo>
                    <a:lnTo>
                      <a:pt x="56935" y="26431"/>
                    </a:lnTo>
                    <a:lnTo>
                      <a:pt x="64769" y="27670"/>
                    </a:lnTo>
                    <a:lnTo>
                      <a:pt x="86463" y="61210"/>
                    </a:lnTo>
                    <a:lnTo>
                      <a:pt x="88392" y="82534"/>
                    </a:lnTo>
                    <a:lnTo>
                      <a:pt x="88392" y="85582"/>
                    </a:lnTo>
                    <a:lnTo>
                      <a:pt x="88392" y="86344"/>
                    </a:lnTo>
                    <a:lnTo>
                      <a:pt x="88392" y="87868"/>
                    </a:lnTo>
                    <a:lnTo>
                      <a:pt x="83820" y="84820"/>
                    </a:lnTo>
                    <a:lnTo>
                      <a:pt x="83058" y="81772"/>
                    </a:lnTo>
                    <a:lnTo>
                      <a:pt x="83058" y="74914"/>
                    </a:lnTo>
                    <a:lnTo>
                      <a:pt x="81998" y="63817"/>
                    </a:lnTo>
                    <a:lnTo>
                      <a:pt x="81438" y="52435"/>
                    </a:lnTo>
                    <a:lnTo>
                      <a:pt x="81879" y="41052"/>
                    </a:lnTo>
                    <a:lnTo>
                      <a:pt x="83820" y="29956"/>
                    </a:lnTo>
                    <a:lnTo>
                      <a:pt x="111073" y="0"/>
                    </a:lnTo>
                    <a:lnTo>
                      <a:pt x="117443" y="2333"/>
                    </a:lnTo>
                    <a:lnTo>
                      <a:pt x="137350" y="35099"/>
                    </a:lnTo>
                    <a:lnTo>
                      <a:pt x="146304" y="75676"/>
                    </a:lnTo>
                    <a:lnTo>
                      <a:pt x="150114" y="82534"/>
                    </a:lnTo>
                    <a:lnTo>
                      <a:pt x="150876" y="8253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0" name="Google Shape;3380;p29"/>
              <p:cNvSpPr/>
              <p:nvPr/>
            </p:nvSpPr>
            <p:spPr>
              <a:xfrm>
                <a:off x="5532120" y="5420868"/>
                <a:ext cx="77470" cy="235585"/>
              </a:xfrm>
              <a:custGeom>
                <a:rect b="b" l="l" r="r" t="t"/>
                <a:pathLst>
                  <a:path extrusionOk="0" h="235585" w="77470">
                    <a:moveTo>
                      <a:pt x="0" y="0"/>
                    </a:moveTo>
                    <a:lnTo>
                      <a:pt x="8572" y="45005"/>
                    </a:lnTo>
                    <a:lnTo>
                      <a:pt x="11811" y="103632"/>
                    </a:lnTo>
                    <a:lnTo>
                      <a:pt x="11834" y="125349"/>
                    </a:lnTo>
                    <a:lnTo>
                      <a:pt x="11430" y="147066"/>
                    </a:lnTo>
                    <a:lnTo>
                      <a:pt x="10632" y="165473"/>
                    </a:lnTo>
                    <a:lnTo>
                      <a:pt x="9620" y="184023"/>
                    </a:lnTo>
                    <a:lnTo>
                      <a:pt x="8751" y="202572"/>
                    </a:lnTo>
                    <a:lnTo>
                      <a:pt x="8382" y="220980"/>
                    </a:lnTo>
                    <a:lnTo>
                      <a:pt x="8382" y="229362"/>
                    </a:lnTo>
                    <a:lnTo>
                      <a:pt x="8382" y="230886"/>
                    </a:lnTo>
                    <a:lnTo>
                      <a:pt x="8382" y="235458"/>
                    </a:lnTo>
                    <a:lnTo>
                      <a:pt x="8501" y="222313"/>
                    </a:lnTo>
                    <a:lnTo>
                      <a:pt x="8763" y="209169"/>
                    </a:lnTo>
                    <a:lnTo>
                      <a:pt x="9024" y="196024"/>
                    </a:lnTo>
                    <a:lnTo>
                      <a:pt x="9144" y="182880"/>
                    </a:lnTo>
                    <a:lnTo>
                      <a:pt x="8882" y="160008"/>
                    </a:lnTo>
                    <a:lnTo>
                      <a:pt x="8191" y="137064"/>
                    </a:lnTo>
                    <a:lnTo>
                      <a:pt x="7215" y="113978"/>
                    </a:lnTo>
                    <a:lnTo>
                      <a:pt x="6096" y="90678"/>
                    </a:lnTo>
                    <a:lnTo>
                      <a:pt x="6191" y="82736"/>
                    </a:lnTo>
                    <a:lnTo>
                      <a:pt x="7429" y="76295"/>
                    </a:lnTo>
                    <a:lnTo>
                      <a:pt x="11239" y="71711"/>
                    </a:lnTo>
                    <a:lnTo>
                      <a:pt x="19050" y="69342"/>
                    </a:lnTo>
                    <a:lnTo>
                      <a:pt x="28301" y="69270"/>
                    </a:lnTo>
                    <a:lnTo>
                      <a:pt x="37623" y="71056"/>
                    </a:lnTo>
                    <a:lnTo>
                      <a:pt x="73949" y="94345"/>
                    </a:lnTo>
                    <a:lnTo>
                      <a:pt x="76962" y="102108"/>
                    </a:lnTo>
                    <a:lnTo>
                      <a:pt x="74949" y="111347"/>
                    </a:lnTo>
                    <a:lnTo>
                      <a:pt x="68294" y="119443"/>
                    </a:lnTo>
                    <a:lnTo>
                      <a:pt x="59495" y="126111"/>
                    </a:lnTo>
                    <a:lnTo>
                      <a:pt x="51054" y="131064"/>
                    </a:lnTo>
                    <a:lnTo>
                      <a:pt x="43303" y="136005"/>
                    </a:lnTo>
                    <a:lnTo>
                      <a:pt x="33623" y="141446"/>
                    </a:lnTo>
                    <a:lnTo>
                      <a:pt x="23514" y="145315"/>
                    </a:lnTo>
                    <a:lnTo>
                      <a:pt x="14478" y="145542"/>
                    </a:lnTo>
                    <a:lnTo>
                      <a:pt x="11430" y="141732"/>
                    </a:lnTo>
                    <a:lnTo>
                      <a:pt x="11430" y="139446"/>
                    </a:lnTo>
                    <a:lnTo>
                      <a:pt x="12954" y="135636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1" name="Google Shape;3381;p29"/>
              <p:cNvSpPr/>
              <p:nvPr/>
            </p:nvSpPr>
            <p:spPr>
              <a:xfrm>
                <a:off x="5628894" y="5434584"/>
                <a:ext cx="151765" cy="97155"/>
              </a:xfrm>
              <a:custGeom>
                <a:rect b="b" l="l" r="r" t="t"/>
                <a:pathLst>
                  <a:path extrusionOk="0" h="97154" w="151764">
                    <a:moveTo>
                      <a:pt x="0" y="21335"/>
                    </a:moveTo>
                    <a:lnTo>
                      <a:pt x="5334" y="60959"/>
                    </a:lnTo>
                    <a:lnTo>
                      <a:pt x="29122" y="95511"/>
                    </a:lnTo>
                    <a:lnTo>
                      <a:pt x="37338" y="96583"/>
                    </a:lnTo>
                    <a:lnTo>
                      <a:pt x="45553" y="95083"/>
                    </a:lnTo>
                    <a:lnTo>
                      <a:pt x="75628" y="62400"/>
                    </a:lnTo>
                    <a:lnTo>
                      <a:pt x="82569" y="18680"/>
                    </a:lnTo>
                    <a:lnTo>
                      <a:pt x="81534" y="8381"/>
                    </a:lnTo>
                    <a:lnTo>
                      <a:pt x="80010" y="0"/>
                    </a:lnTo>
                    <a:lnTo>
                      <a:pt x="79248" y="3809"/>
                    </a:lnTo>
                    <a:lnTo>
                      <a:pt x="75438" y="761"/>
                    </a:lnTo>
                    <a:lnTo>
                      <a:pt x="73794" y="8762"/>
                    </a:lnTo>
                    <a:lnTo>
                      <a:pt x="73152" y="16763"/>
                    </a:lnTo>
                    <a:lnTo>
                      <a:pt x="73080" y="24764"/>
                    </a:lnTo>
                    <a:lnTo>
                      <a:pt x="73152" y="32765"/>
                    </a:lnTo>
                    <a:lnTo>
                      <a:pt x="89916" y="69341"/>
                    </a:lnTo>
                    <a:lnTo>
                      <a:pt x="116597" y="76414"/>
                    </a:lnTo>
                    <a:lnTo>
                      <a:pt x="125730" y="74675"/>
                    </a:lnTo>
                    <a:lnTo>
                      <a:pt x="133421" y="71151"/>
                    </a:lnTo>
                    <a:lnTo>
                      <a:pt x="139827" y="66484"/>
                    </a:lnTo>
                    <a:lnTo>
                      <a:pt x="145661" y="60959"/>
                    </a:lnTo>
                    <a:lnTo>
                      <a:pt x="151638" y="54863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2" name="Google Shape;3382;p29"/>
              <p:cNvSpPr/>
              <p:nvPr/>
            </p:nvSpPr>
            <p:spPr>
              <a:xfrm>
                <a:off x="5786151" y="5392674"/>
                <a:ext cx="12700" cy="143510"/>
              </a:xfrm>
              <a:custGeom>
                <a:rect b="b" l="l" r="r" t="t"/>
                <a:pathLst>
                  <a:path extrusionOk="0" h="143510" w="12700">
                    <a:moveTo>
                      <a:pt x="2000" y="0"/>
                    </a:moveTo>
                    <a:lnTo>
                      <a:pt x="607" y="13811"/>
                    </a:lnTo>
                    <a:lnTo>
                      <a:pt x="0" y="27051"/>
                    </a:lnTo>
                    <a:lnTo>
                      <a:pt x="392" y="40290"/>
                    </a:lnTo>
                    <a:lnTo>
                      <a:pt x="2000" y="54102"/>
                    </a:lnTo>
                    <a:lnTo>
                      <a:pt x="4810" y="66555"/>
                    </a:lnTo>
                    <a:lnTo>
                      <a:pt x="7334" y="78867"/>
                    </a:lnTo>
                    <a:lnTo>
                      <a:pt x="9286" y="91178"/>
                    </a:lnTo>
                    <a:lnTo>
                      <a:pt x="10382" y="103632"/>
                    </a:lnTo>
                    <a:lnTo>
                      <a:pt x="10525" y="113359"/>
                    </a:lnTo>
                    <a:lnTo>
                      <a:pt x="10382" y="124301"/>
                    </a:lnTo>
                    <a:lnTo>
                      <a:pt x="10810" y="134814"/>
                    </a:lnTo>
                    <a:lnTo>
                      <a:pt x="12668" y="143256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3" name="Google Shape;3383;p29"/>
              <p:cNvSpPr/>
              <p:nvPr/>
            </p:nvSpPr>
            <p:spPr>
              <a:xfrm>
                <a:off x="5779008" y="5436870"/>
                <a:ext cx="178435" cy="78105"/>
              </a:xfrm>
              <a:custGeom>
                <a:rect b="b" l="l" r="r" t="t"/>
                <a:pathLst>
                  <a:path extrusionOk="0" h="78104" w="178435">
                    <a:moveTo>
                      <a:pt x="0" y="22860"/>
                    </a:moveTo>
                    <a:lnTo>
                      <a:pt x="13144" y="21109"/>
                    </a:lnTo>
                    <a:lnTo>
                      <a:pt x="26288" y="19145"/>
                    </a:lnTo>
                    <a:lnTo>
                      <a:pt x="39433" y="16752"/>
                    </a:lnTo>
                    <a:lnTo>
                      <a:pt x="52577" y="13716"/>
                    </a:lnTo>
                    <a:lnTo>
                      <a:pt x="64698" y="11060"/>
                    </a:lnTo>
                    <a:lnTo>
                      <a:pt x="76962" y="7905"/>
                    </a:lnTo>
                    <a:lnTo>
                      <a:pt x="89225" y="4607"/>
                    </a:lnTo>
                    <a:lnTo>
                      <a:pt x="101346" y="1524"/>
                    </a:lnTo>
                    <a:lnTo>
                      <a:pt x="106680" y="0"/>
                    </a:lnTo>
                    <a:lnTo>
                      <a:pt x="108966" y="0"/>
                    </a:lnTo>
                    <a:lnTo>
                      <a:pt x="113538" y="0"/>
                    </a:lnTo>
                    <a:lnTo>
                      <a:pt x="113538" y="7620"/>
                    </a:lnTo>
                    <a:lnTo>
                      <a:pt x="112776" y="14478"/>
                    </a:lnTo>
                    <a:lnTo>
                      <a:pt x="112014" y="22098"/>
                    </a:lnTo>
                    <a:lnTo>
                      <a:pt x="111692" y="29551"/>
                    </a:lnTo>
                    <a:lnTo>
                      <a:pt x="111156" y="37719"/>
                    </a:lnTo>
                    <a:lnTo>
                      <a:pt x="111049" y="45886"/>
                    </a:lnTo>
                    <a:lnTo>
                      <a:pt x="134623" y="77533"/>
                    </a:lnTo>
                    <a:lnTo>
                      <a:pt x="143541" y="77343"/>
                    </a:lnTo>
                    <a:lnTo>
                      <a:pt x="174486" y="56745"/>
                    </a:lnTo>
                    <a:lnTo>
                      <a:pt x="178308" y="5029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4" name="Google Shape;3384;p29"/>
              <p:cNvSpPr/>
              <p:nvPr/>
            </p:nvSpPr>
            <p:spPr>
              <a:xfrm>
                <a:off x="5884926" y="5417915"/>
                <a:ext cx="72390" cy="52705"/>
              </a:xfrm>
              <a:custGeom>
                <a:rect b="b" l="l" r="r" t="t"/>
                <a:pathLst>
                  <a:path extrusionOk="0" h="52704" w="72389">
                    <a:moveTo>
                      <a:pt x="7620" y="35718"/>
                    </a:moveTo>
                    <a:lnTo>
                      <a:pt x="3048" y="44100"/>
                    </a:lnTo>
                    <a:lnTo>
                      <a:pt x="0" y="44862"/>
                    </a:lnTo>
                    <a:lnTo>
                      <a:pt x="3048" y="49434"/>
                    </a:lnTo>
                    <a:lnTo>
                      <a:pt x="11287" y="51268"/>
                    </a:lnTo>
                    <a:lnTo>
                      <a:pt x="19812" y="52101"/>
                    </a:lnTo>
                    <a:lnTo>
                      <a:pt x="28336" y="51792"/>
                    </a:lnTo>
                    <a:lnTo>
                      <a:pt x="68580" y="28098"/>
                    </a:lnTo>
                    <a:lnTo>
                      <a:pt x="72390" y="22002"/>
                    </a:lnTo>
                    <a:lnTo>
                      <a:pt x="72390" y="11334"/>
                    </a:lnTo>
                    <a:lnTo>
                      <a:pt x="66294" y="6000"/>
                    </a:lnTo>
                    <a:lnTo>
                      <a:pt x="59936" y="2381"/>
                    </a:lnTo>
                    <a:lnTo>
                      <a:pt x="52006" y="476"/>
                    </a:lnTo>
                    <a:lnTo>
                      <a:pt x="43791" y="0"/>
                    </a:lnTo>
                    <a:lnTo>
                      <a:pt x="36576" y="666"/>
                    </a:lnTo>
                    <a:lnTo>
                      <a:pt x="28063" y="4083"/>
                    </a:lnTo>
                    <a:lnTo>
                      <a:pt x="20478" y="9144"/>
                    </a:lnTo>
                    <a:lnTo>
                      <a:pt x="13323" y="14918"/>
                    </a:lnTo>
                    <a:lnTo>
                      <a:pt x="6096" y="20478"/>
                    </a:lnTo>
                    <a:lnTo>
                      <a:pt x="5334" y="21240"/>
                    </a:lnTo>
                    <a:lnTo>
                      <a:pt x="3810" y="21240"/>
                    </a:lnTo>
                    <a:lnTo>
                      <a:pt x="2286" y="22002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85" name="Google Shape;3385;p29"/>
            <p:cNvSpPr/>
            <p:nvPr/>
          </p:nvSpPr>
          <p:spPr>
            <a:xfrm>
              <a:off x="6298691" y="5221997"/>
              <a:ext cx="81915" cy="358140"/>
            </a:xfrm>
            <a:custGeom>
              <a:rect b="b" l="l" r="r" t="t"/>
              <a:pathLst>
                <a:path extrusionOk="0" h="358139" w="81914">
                  <a:moveTo>
                    <a:pt x="81534" y="29706"/>
                  </a:moveTo>
                  <a:lnTo>
                    <a:pt x="80319" y="24133"/>
                  </a:lnTo>
                  <a:lnTo>
                    <a:pt x="78676" y="15990"/>
                  </a:lnTo>
                  <a:lnTo>
                    <a:pt x="76176" y="7846"/>
                  </a:lnTo>
                  <a:lnTo>
                    <a:pt x="72390" y="2274"/>
                  </a:lnTo>
                  <a:lnTo>
                    <a:pt x="66544" y="0"/>
                  </a:lnTo>
                  <a:lnTo>
                    <a:pt x="59912" y="1226"/>
                  </a:lnTo>
                  <a:lnTo>
                    <a:pt x="27813" y="24753"/>
                  </a:lnTo>
                  <a:lnTo>
                    <a:pt x="7381" y="58423"/>
                  </a:lnTo>
                  <a:lnTo>
                    <a:pt x="4048" y="85474"/>
                  </a:lnTo>
                  <a:lnTo>
                    <a:pt x="6096" y="98286"/>
                  </a:lnTo>
                  <a:lnTo>
                    <a:pt x="11894" y="112668"/>
                  </a:lnTo>
                  <a:lnTo>
                    <a:pt x="20478" y="125337"/>
                  </a:lnTo>
                  <a:lnTo>
                    <a:pt x="30634" y="136862"/>
                  </a:lnTo>
                  <a:lnTo>
                    <a:pt x="41148" y="147816"/>
                  </a:lnTo>
                  <a:lnTo>
                    <a:pt x="45827" y="153566"/>
                  </a:lnTo>
                  <a:lnTo>
                    <a:pt x="49434" y="159531"/>
                  </a:lnTo>
                  <a:lnTo>
                    <a:pt x="51756" y="165925"/>
                  </a:lnTo>
                  <a:lnTo>
                    <a:pt x="52578" y="172962"/>
                  </a:lnTo>
                  <a:lnTo>
                    <a:pt x="51935" y="180641"/>
                  </a:lnTo>
                  <a:lnTo>
                    <a:pt x="23622" y="211728"/>
                  </a:lnTo>
                  <a:lnTo>
                    <a:pt x="15930" y="218146"/>
                  </a:lnTo>
                  <a:lnTo>
                    <a:pt x="8382" y="224778"/>
                  </a:lnTo>
                  <a:lnTo>
                    <a:pt x="3048" y="228588"/>
                  </a:lnTo>
                  <a:lnTo>
                    <a:pt x="1524" y="230874"/>
                  </a:lnTo>
                  <a:lnTo>
                    <a:pt x="0" y="236208"/>
                  </a:lnTo>
                  <a:lnTo>
                    <a:pt x="10060" y="236946"/>
                  </a:lnTo>
                  <a:lnTo>
                    <a:pt x="20478" y="237541"/>
                  </a:lnTo>
                  <a:lnTo>
                    <a:pt x="30753" y="238994"/>
                  </a:lnTo>
                  <a:lnTo>
                    <a:pt x="40386" y="242304"/>
                  </a:lnTo>
                  <a:lnTo>
                    <a:pt x="48006" y="246876"/>
                  </a:lnTo>
                  <a:lnTo>
                    <a:pt x="48768" y="256782"/>
                  </a:lnTo>
                  <a:lnTo>
                    <a:pt x="47244" y="265164"/>
                  </a:lnTo>
                  <a:lnTo>
                    <a:pt x="43707" y="276129"/>
                  </a:lnTo>
                  <a:lnTo>
                    <a:pt x="38385" y="287166"/>
                  </a:lnTo>
                  <a:lnTo>
                    <a:pt x="32349" y="298061"/>
                  </a:lnTo>
                  <a:lnTo>
                    <a:pt x="26670" y="308598"/>
                  </a:lnTo>
                  <a:lnTo>
                    <a:pt x="9144" y="349746"/>
                  </a:lnTo>
                  <a:lnTo>
                    <a:pt x="8382" y="358128"/>
                  </a:lnTo>
                  <a:lnTo>
                    <a:pt x="18288" y="356604"/>
                  </a:lnTo>
                  <a:lnTo>
                    <a:pt x="24384" y="356604"/>
                  </a:lnTo>
                  <a:lnTo>
                    <a:pt x="26670" y="356604"/>
                  </a:lnTo>
                  <a:lnTo>
                    <a:pt x="28956" y="357366"/>
                  </a:lnTo>
                  <a:lnTo>
                    <a:pt x="31242" y="35736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86" name="Google Shape;3386;p29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6461747" y="5289636"/>
              <a:ext cx="118135" cy="234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7" name="Google Shape;3387;p29"/>
            <p:cNvSpPr/>
            <p:nvPr/>
          </p:nvSpPr>
          <p:spPr>
            <a:xfrm>
              <a:off x="6691883" y="5432297"/>
              <a:ext cx="36195" cy="66675"/>
            </a:xfrm>
            <a:custGeom>
              <a:rect b="b" l="l" r="r" t="t"/>
              <a:pathLst>
                <a:path extrusionOk="0" h="66675" w="36195">
                  <a:moveTo>
                    <a:pt x="28194" y="0"/>
                  </a:moveTo>
                  <a:lnTo>
                    <a:pt x="32849" y="10025"/>
                  </a:lnTo>
                  <a:lnTo>
                    <a:pt x="35718" y="19050"/>
                  </a:lnTo>
                  <a:lnTo>
                    <a:pt x="35587" y="28074"/>
                  </a:lnTo>
                  <a:lnTo>
                    <a:pt x="31242" y="38100"/>
                  </a:lnTo>
                  <a:lnTo>
                    <a:pt x="24860" y="46577"/>
                  </a:lnTo>
                  <a:lnTo>
                    <a:pt x="17335" y="54483"/>
                  </a:lnTo>
                  <a:lnTo>
                    <a:pt x="8953" y="61245"/>
                  </a:lnTo>
                  <a:lnTo>
                    <a:pt x="0" y="6629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8" name="Google Shape;3388;p29"/>
            <p:cNvSpPr/>
            <p:nvPr/>
          </p:nvSpPr>
          <p:spPr>
            <a:xfrm>
              <a:off x="6887718" y="5383529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7"/>
                  </a:moveTo>
                  <a:lnTo>
                    <a:pt x="0" y="11429"/>
                  </a:lnTo>
                  <a:lnTo>
                    <a:pt x="3048" y="15239"/>
                  </a:lnTo>
                  <a:lnTo>
                    <a:pt x="11430" y="15239"/>
                  </a:lnTo>
                  <a:lnTo>
                    <a:pt x="15240" y="11429"/>
                  </a:lnTo>
                  <a:lnTo>
                    <a:pt x="15240" y="7619"/>
                  </a:lnTo>
                  <a:lnTo>
                    <a:pt x="15240" y="3047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9" name="Google Shape;3389;p29"/>
            <p:cNvSpPr/>
            <p:nvPr/>
          </p:nvSpPr>
          <p:spPr>
            <a:xfrm>
              <a:off x="7010400" y="5378958"/>
              <a:ext cx="12700" cy="3810"/>
            </a:xfrm>
            <a:custGeom>
              <a:rect b="b" l="l" r="r" t="t"/>
              <a:pathLst>
                <a:path extrusionOk="0" h="3810" w="12700">
                  <a:moveTo>
                    <a:pt x="0" y="3810"/>
                  </a:moveTo>
                  <a:lnTo>
                    <a:pt x="4572" y="2286"/>
                  </a:lnTo>
                  <a:lnTo>
                    <a:pt x="8382" y="762"/>
                  </a:lnTo>
                  <a:lnTo>
                    <a:pt x="12192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0" name="Google Shape;3390;p29"/>
            <p:cNvSpPr/>
            <p:nvPr/>
          </p:nvSpPr>
          <p:spPr>
            <a:xfrm>
              <a:off x="7127747" y="5375147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7"/>
                  </a:moveTo>
                  <a:lnTo>
                    <a:pt x="0" y="11429"/>
                  </a:lnTo>
                  <a:lnTo>
                    <a:pt x="3810" y="15239"/>
                  </a:lnTo>
                  <a:lnTo>
                    <a:pt x="12192" y="15239"/>
                  </a:lnTo>
                  <a:lnTo>
                    <a:pt x="15240" y="11429"/>
                  </a:lnTo>
                  <a:lnTo>
                    <a:pt x="15240" y="7619"/>
                  </a:lnTo>
                  <a:lnTo>
                    <a:pt x="15240" y="3047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91" name="Google Shape;3391;p29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7214603" y="5383517"/>
              <a:ext cx="86131" cy="7927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92" name="Google Shape;3392;p29"/>
            <p:cNvGrpSpPr/>
            <p:nvPr/>
          </p:nvGrpSpPr>
          <p:grpSpPr>
            <a:xfrm>
              <a:off x="7423391" y="5145595"/>
              <a:ext cx="317766" cy="323850"/>
              <a:chOff x="7423391" y="5145595"/>
              <a:chExt cx="317766" cy="323850"/>
            </a:xfrm>
          </p:grpSpPr>
          <p:pic>
            <p:nvPicPr>
              <p:cNvPr id="3393" name="Google Shape;3393;p29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7423391" y="5219210"/>
                <a:ext cx="183667" cy="22376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94" name="Google Shape;3394;p29"/>
              <p:cNvSpPr/>
              <p:nvPr/>
            </p:nvSpPr>
            <p:spPr>
              <a:xfrm>
                <a:off x="7619237" y="5145595"/>
                <a:ext cx="121920" cy="323850"/>
              </a:xfrm>
              <a:custGeom>
                <a:rect b="b" l="l" r="r" t="t"/>
                <a:pathLst>
                  <a:path extrusionOk="0" h="323850" w="121920">
                    <a:moveTo>
                      <a:pt x="53340" y="10858"/>
                    </a:moveTo>
                    <a:lnTo>
                      <a:pt x="62460" y="3929"/>
                    </a:lnTo>
                    <a:lnTo>
                      <a:pt x="70294" y="0"/>
                    </a:lnTo>
                    <a:lnTo>
                      <a:pt x="78414" y="357"/>
                    </a:lnTo>
                    <a:lnTo>
                      <a:pt x="107144" y="41112"/>
                    </a:lnTo>
                    <a:lnTo>
                      <a:pt x="109489" y="72663"/>
                    </a:lnTo>
                    <a:lnTo>
                      <a:pt x="108013" y="90392"/>
                    </a:lnTo>
                    <a:lnTo>
                      <a:pt x="105108" y="107977"/>
                    </a:lnTo>
                    <a:lnTo>
                      <a:pt x="101346" y="125920"/>
                    </a:lnTo>
                    <a:lnTo>
                      <a:pt x="97166" y="141231"/>
                    </a:lnTo>
                    <a:lnTo>
                      <a:pt x="93059" y="156400"/>
                    </a:lnTo>
                    <a:lnTo>
                      <a:pt x="89665" y="171569"/>
                    </a:lnTo>
                    <a:lnTo>
                      <a:pt x="87630" y="186880"/>
                    </a:lnTo>
                    <a:lnTo>
                      <a:pt x="86439" y="193857"/>
                    </a:lnTo>
                    <a:lnTo>
                      <a:pt x="86106" y="200406"/>
                    </a:lnTo>
                    <a:lnTo>
                      <a:pt x="88058" y="205525"/>
                    </a:lnTo>
                    <a:lnTo>
                      <a:pt x="93726" y="208216"/>
                    </a:lnTo>
                    <a:lnTo>
                      <a:pt x="102108" y="209740"/>
                    </a:lnTo>
                    <a:lnTo>
                      <a:pt x="109728" y="206692"/>
                    </a:lnTo>
                    <a:lnTo>
                      <a:pt x="116586" y="202120"/>
                    </a:lnTo>
                    <a:lnTo>
                      <a:pt x="119634" y="200596"/>
                    </a:lnTo>
                    <a:lnTo>
                      <a:pt x="120396" y="199834"/>
                    </a:lnTo>
                    <a:lnTo>
                      <a:pt x="121920" y="197548"/>
                    </a:lnTo>
                    <a:lnTo>
                      <a:pt x="117633" y="203727"/>
                    </a:lnTo>
                    <a:lnTo>
                      <a:pt x="103346" y="246792"/>
                    </a:lnTo>
                    <a:lnTo>
                      <a:pt x="101346" y="271462"/>
                    </a:lnTo>
                    <a:lnTo>
                      <a:pt x="99822" y="282035"/>
                    </a:lnTo>
                    <a:lnTo>
                      <a:pt x="75164" y="316741"/>
                    </a:lnTo>
                    <a:lnTo>
                      <a:pt x="37338" y="323278"/>
                    </a:lnTo>
                    <a:lnTo>
                      <a:pt x="27324" y="323850"/>
                    </a:lnTo>
                    <a:lnTo>
                      <a:pt x="18383" y="323278"/>
                    </a:lnTo>
                    <a:lnTo>
                      <a:pt x="9584" y="321564"/>
                    </a:lnTo>
                    <a:lnTo>
                      <a:pt x="0" y="318706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395" name="Google Shape;3395;p29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8175485" y="5301221"/>
              <a:ext cx="241579" cy="13566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96" name="Google Shape;3396;p29"/>
            <p:cNvGrpSpPr/>
            <p:nvPr/>
          </p:nvGrpSpPr>
          <p:grpSpPr>
            <a:xfrm>
              <a:off x="8681679" y="5284457"/>
              <a:ext cx="341924" cy="244627"/>
              <a:chOff x="8681679" y="5284457"/>
              <a:chExt cx="341924" cy="244627"/>
            </a:xfrm>
          </p:grpSpPr>
          <p:pic>
            <p:nvPicPr>
              <p:cNvPr id="3397" name="Google Shape;3397;p29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8681679" y="5284457"/>
                <a:ext cx="254294" cy="24462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98" name="Google Shape;3398;p29"/>
              <p:cNvSpPr/>
              <p:nvPr/>
            </p:nvSpPr>
            <p:spPr>
              <a:xfrm>
                <a:off x="8970263" y="5305805"/>
                <a:ext cx="53340" cy="2540"/>
              </a:xfrm>
              <a:custGeom>
                <a:rect b="b" l="l" r="r" t="t"/>
                <a:pathLst>
                  <a:path extrusionOk="0" h="2539" w="53340">
                    <a:moveTo>
                      <a:pt x="0" y="2286"/>
                    </a:moveTo>
                    <a:lnTo>
                      <a:pt x="41148" y="0"/>
                    </a:lnTo>
                    <a:lnTo>
                      <a:pt x="49530" y="0"/>
                    </a:lnTo>
                    <a:lnTo>
                      <a:pt x="53340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9" name="Google Shape;3399;p29"/>
              <p:cNvSpPr/>
              <p:nvPr/>
            </p:nvSpPr>
            <p:spPr>
              <a:xfrm>
                <a:off x="8982455" y="5358383"/>
                <a:ext cx="39370" cy="8255"/>
              </a:xfrm>
              <a:custGeom>
                <a:rect b="b" l="l" r="r" t="t"/>
                <a:pathLst>
                  <a:path extrusionOk="0" h="8254" w="39370">
                    <a:moveTo>
                      <a:pt x="0" y="2286"/>
                    </a:moveTo>
                    <a:lnTo>
                      <a:pt x="8774" y="5845"/>
                    </a:lnTo>
                    <a:lnTo>
                      <a:pt x="16478" y="7905"/>
                    </a:lnTo>
                    <a:lnTo>
                      <a:pt x="24324" y="7536"/>
                    </a:lnTo>
                    <a:lnTo>
                      <a:pt x="33528" y="3810"/>
                    </a:lnTo>
                    <a:lnTo>
                      <a:pt x="35052" y="2286"/>
                    </a:lnTo>
                    <a:lnTo>
                      <a:pt x="37338" y="1524"/>
                    </a:lnTo>
                    <a:lnTo>
                      <a:pt x="38862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400" name="Google Shape;3400;p29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9206471" y="5195970"/>
              <a:ext cx="203479" cy="21729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01" name="Google Shape;3401;p29"/>
            <p:cNvGrpSpPr/>
            <p:nvPr/>
          </p:nvGrpSpPr>
          <p:grpSpPr>
            <a:xfrm>
              <a:off x="6301739" y="5675375"/>
              <a:ext cx="350647" cy="299720"/>
              <a:chOff x="6301739" y="5675375"/>
              <a:chExt cx="350647" cy="299720"/>
            </a:xfrm>
          </p:grpSpPr>
          <p:sp>
            <p:nvSpPr>
              <p:cNvPr id="3402" name="Google Shape;3402;p29"/>
              <p:cNvSpPr/>
              <p:nvPr/>
            </p:nvSpPr>
            <p:spPr>
              <a:xfrm>
                <a:off x="6301739" y="5675375"/>
                <a:ext cx="82550" cy="299720"/>
              </a:xfrm>
              <a:custGeom>
                <a:rect b="b" l="l" r="r" t="t"/>
                <a:pathLst>
                  <a:path extrusionOk="0" h="299720" w="82550">
                    <a:moveTo>
                      <a:pt x="80010" y="32766"/>
                    </a:moveTo>
                    <a:lnTo>
                      <a:pt x="48768" y="3810"/>
                    </a:lnTo>
                    <a:lnTo>
                      <a:pt x="39624" y="0"/>
                    </a:lnTo>
                    <a:lnTo>
                      <a:pt x="33528" y="3810"/>
                    </a:lnTo>
                    <a:lnTo>
                      <a:pt x="29718" y="12954"/>
                    </a:lnTo>
                    <a:lnTo>
                      <a:pt x="25098" y="25360"/>
                    </a:lnTo>
                    <a:lnTo>
                      <a:pt x="22479" y="39052"/>
                    </a:lnTo>
                    <a:lnTo>
                      <a:pt x="21574" y="53030"/>
                    </a:lnTo>
                    <a:lnTo>
                      <a:pt x="22098" y="66294"/>
                    </a:lnTo>
                    <a:lnTo>
                      <a:pt x="43434" y="99822"/>
                    </a:lnTo>
                    <a:lnTo>
                      <a:pt x="57435" y="109061"/>
                    </a:lnTo>
                    <a:lnTo>
                      <a:pt x="64543" y="113645"/>
                    </a:lnTo>
                    <a:lnTo>
                      <a:pt x="70866" y="118872"/>
                    </a:lnTo>
                    <a:lnTo>
                      <a:pt x="73473" y="124920"/>
                    </a:lnTo>
                    <a:lnTo>
                      <a:pt x="72866" y="131254"/>
                    </a:lnTo>
                    <a:lnTo>
                      <a:pt x="46291" y="165258"/>
                    </a:lnTo>
                    <a:lnTo>
                      <a:pt x="35647" y="176248"/>
                    </a:lnTo>
                    <a:lnTo>
                      <a:pt x="25146" y="187452"/>
                    </a:lnTo>
                    <a:lnTo>
                      <a:pt x="18538" y="194833"/>
                    </a:lnTo>
                    <a:lnTo>
                      <a:pt x="11144" y="203073"/>
                    </a:lnTo>
                    <a:lnTo>
                      <a:pt x="4464" y="211883"/>
                    </a:lnTo>
                    <a:lnTo>
                      <a:pt x="0" y="220980"/>
                    </a:lnTo>
                    <a:lnTo>
                      <a:pt x="0" y="221742"/>
                    </a:lnTo>
                    <a:lnTo>
                      <a:pt x="0" y="223266"/>
                    </a:lnTo>
                    <a:lnTo>
                      <a:pt x="0" y="224790"/>
                    </a:lnTo>
                    <a:lnTo>
                      <a:pt x="7620" y="227076"/>
                    </a:lnTo>
                    <a:lnTo>
                      <a:pt x="16764" y="226314"/>
                    </a:lnTo>
                    <a:lnTo>
                      <a:pt x="25146" y="226314"/>
                    </a:lnTo>
                    <a:lnTo>
                      <a:pt x="32004" y="226314"/>
                    </a:lnTo>
                    <a:lnTo>
                      <a:pt x="43434" y="224028"/>
                    </a:lnTo>
                    <a:lnTo>
                      <a:pt x="46482" y="233172"/>
                    </a:lnTo>
                    <a:lnTo>
                      <a:pt x="47291" y="239589"/>
                    </a:lnTo>
                    <a:lnTo>
                      <a:pt x="46672" y="246792"/>
                    </a:lnTo>
                    <a:lnTo>
                      <a:pt x="45196" y="253853"/>
                    </a:lnTo>
                    <a:lnTo>
                      <a:pt x="43434" y="259842"/>
                    </a:lnTo>
                    <a:lnTo>
                      <a:pt x="41076" y="267604"/>
                    </a:lnTo>
                    <a:lnTo>
                      <a:pt x="38862" y="275082"/>
                    </a:lnTo>
                    <a:lnTo>
                      <a:pt x="37218" y="282559"/>
                    </a:lnTo>
                    <a:lnTo>
                      <a:pt x="36576" y="290322"/>
                    </a:lnTo>
                    <a:lnTo>
                      <a:pt x="36576" y="297942"/>
                    </a:lnTo>
                    <a:lnTo>
                      <a:pt x="41148" y="298704"/>
                    </a:lnTo>
                    <a:lnTo>
                      <a:pt x="48006" y="299466"/>
                    </a:lnTo>
                    <a:lnTo>
                      <a:pt x="58293" y="298573"/>
                    </a:lnTo>
                    <a:lnTo>
                      <a:pt x="66865" y="295179"/>
                    </a:lnTo>
                    <a:lnTo>
                      <a:pt x="74580" y="289929"/>
                    </a:lnTo>
                    <a:lnTo>
                      <a:pt x="82296" y="283464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403" name="Google Shape;3403;p29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6424409" y="5788139"/>
                <a:ext cx="73177" cy="1006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04" name="Google Shape;3404;p29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6521361" y="5761469"/>
                <a:ext cx="88238" cy="12956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05" name="Google Shape;3405;p29"/>
              <p:cNvSpPr/>
              <p:nvPr/>
            </p:nvSpPr>
            <p:spPr>
              <a:xfrm>
                <a:off x="6641591" y="5846063"/>
                <a:ext cx="10795" cy="72390"/>
              </a:xfrm>
              <a:custGeom>
                <a:rect b="b" l="l" r="r" t="t"/>
                <a:pathLst>
                  <a:path extrusionOk="0" h="72389" w="10795">
                    <a:moveTo>
                      <a:pt x="10668" y="0"/>
                    </a:moveTo>
                    <a:lnTo>
                      <a:pt x="3810" y="41910"/>
                    </a:lnTo>
                    <a:lnTo>
                      <a:pt x="2250" y="49351"/>
                    </a:lnTo>
                    <a:lnTo>
                      <a:pt x="1047" y="56864"/>
                    </a:lnTo>
                    <a:lnTo>
                      <a:pt x="273" y="64519"/>
                    </a:lnTo>
                    <a:lnTo>
                      <a:pt x="0" y="7239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06" name="Google Shape;3406;p29"/>
            <p:cNvSpPr/>
            <p:nvPr/>
          </p:nvSpPr>
          <p:spPr>
            <a:xfrm>
              <a:off x="6723888" y="5846826"/>
              <a:ext cx="40640" cy="71120"/>
            </a:xfrm>
            <a:custGeom>
              <a:rect b="b" l="l" r="r" t="t"/>
              <a:pathLst>
                <a:path extrusionOk="0" h="71120" w="40640">
                  <a:moveTo>
                    <a:pt x="23622" y="0"/>
                  </a:moveTo>
                  <a:lnTo>
                    <a:pt x="31372" y="7143"/>
                  </a:lnTo>
                  <a:lnTo>
                    <a:pt x="37052" y="13715"/>
                  </a:lnTo>
                  <a:lnTo>
                    <a:pt x="40016" y="21431"/>
                  </a:lnTo>
                  <a:lnTo>
                    <a:pt x="39624" y="32003"/>
                  </a:lnTo>
                  <a:lnTo>
                    <a:pt x="16002" y="60198"/>
                  </a:lnTo>
                  <a:lnTo>
                    <a:pt x="3810" y="70866"/>
                  </a:lnTo>
                  <a:lnTo>
                    <a:pt x="0" y="68580"/>
                  </a:lnTo>
                  <a:lnTo>
                    <a:pt x="0" y="67818"/>
                  </a:lnTo>
                  <a:lnTo>
                    <a:pt x="0" y="66294"/>
                  </a:lnTo>
                  <a:lnTo>
                    <a:pt x="0" y="6553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7" name="Google Shape;3407;p29"/>
            <p:cNvSpPr/>
            <p:nvPr/>
          </p:nvSpPr>
          <p:spPr>
            <a:xfrm>
              <a:off x="6958583" y="5827014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047"/>
                  </a:moveTo>
                  <a:lnTo>
                    <a:pt x="0" y="11429"/>
                  </a:lnTo>
                  <a:lnTo>
                    <a:pt x="3048" y="15239"/>
                  </a:lnTo>
                  <a:lnTo>
                    <a:pt x="11430" y="15239"/>
                  </a:lnTo>
                  <a:lnTo>
                    <a:pt x="15240" y="11429"/>
                  </a:lnTo>
                  <a:lnTo>
                    <a:pt x="15240" y="7619"/>
                  </a:lnTo>
                  <a:lnTo>
                    <a:pt x="15240" y="3047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8" name="Google Shape;3408;p29"/>
            <p:cNvSpPr/>
            <p:nvPr/>
          </p:nvSpPr>
          <p:spPr>
            <a:xfrm>
              <a:off x="7098792" y="5798820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09"/>
                  </a:moveTo>
                  <a:lnTo>
                    <a:pt x="0" y="12191"/>
                  </a:lnTo>
                  <a:lnTo>
                    <a:pt x="3048" y="15239"/>
                  </a:lnTo>
                  <a:lnTo>
                    <a:pt x="11430" y="15239"/>
                  </a:lnTo>
                  <a:lnTo>
                    <a:pt x="15240" y="12191"/>
                  </a:lnTo>
                  <a:lnTo>
                    <a:pt x="15240" y="7619"/>
                  </a:lnTo>
                  <a:lnTo>
                    <a:pt x="15240" y="3809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09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9" name="Google Shape;3409;p29"/>
            <p:cNvSpPr/>
            <p:nvPr/>
          </p:nvSpPr>
          <p:spPr>
            <a:xfrm>
              <a:off x="7211568" y="5792723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09"/>
                  </a:moveTo>
                  <a:lnTo>
                    <a:pt x="0" y="12191"/>
                  </a:lnTo>
                  <a:lnTo>
                    <a:pt x="3048" y="15239"/>
                  </a:lnTo>
                  <a:lnTo>
                    <a:pt x="11430" y="15239"/>
                  </a:lnTo>
                  <a:lnTo>
                    <a:pt x="15240" y="12191"/>
                  </a:lnTo>
                  <a:lnTo>
                    <a:pt x="15240" y="7619"/>
                  </a:lnTo>
                  <a:lnTo>
                    <a:pt x="15240" y="3809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09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10" name="Google Shape;3410;p29"/>
            <p:cNvGrpSpPr/>
            <p:nvPr/>
          </p:nvGrpSpPr>
          <p:grpSpPr>
            <a:xfrm>
              <a:off x="7492733" y="5591270"/>
              <a:ext cx="329705" cy="292735"/>
              <a:chOff x="7492733" y="5591270"/>
              <a:chExt cx="329705" cy="292735"/>
            </a:xfrm>
          </p:grpSpPr>
          <p:pic>
            <p:nvPicPr>
              <p:cNvPr id="3411" name="Google Shape;3411;p29"/>
              <p:cNvPicPr preferRelativeResize="0"/>
              <p:nvPr/>
            </p:nvPicPr>
            <p:blipFill rotWithShape="1">
              <a:blip r:embed="rId48">
                <a:alphaModFix/>
              </a:blip>
              <a:srcRect b="0" l="0" r="0" t="0"/>
              <a:stretch/>
            </p:blipFill>
            <p:spPr>
              <a:xfrm>
                <a:off x="7492733" y="5703557"/>
                <a:ext cx="85369" cy="95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12" name="Google Shape;3412;p29"/>
              <p:cNvPicPr preferRelativeResize="0"/>
              <p:nvPr/>
            </p:nvPicPr>
            <p:blipFill rotWithShape="1">
              <a:blip r:embed="rId49">
                <a:alphaModFix/>
              </a:blip>
              <a:srcRect b="0" l="0" r="0" t="0"/>
              <a:stretch/>
            </p:blipFill>
            <p:spPr>
              <a:xfrm>
                <a:off x="7599413" y="5676125"/>
                <a:ext cx="134137" cy="13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13" name="Google Shape;3413;p29"/>
              <p:cNvSpPr/>
              <p:nvPr/>
            </p:nvSpPr>
            <p:spPr>
              <a:xfrm>
                <a:off x="7703058" y="5591270"/>
                <a:ext cx="119380" cy="292735"/>
              </a:xfrm>
              <a:custGeom>
                <a:rect b="b" l="l" r="r" t="t"/>
                <a:pathLst>
                  <a:path extrusionOk="0" h="292735" w="119379">
                    <a:moveTo>
                      <a:pt x="46481" y="4095"/>
                    </a:moveTo>
                    <a:lnTo>
                      <a:pt x="57364" y="154"/>
                    </a:lnTo>
                    <a:lnTo>
                      <a:pt x="66103" y="0"/>
                    </a:lnTo>
                    <a:lnTo>
                      <a:pt x="74556" y="3988"/>
                    </a:lnTo>
                    <a:lnTo>
                      <a:pt x="101631" y="33051"/>
                    </a:lnTo>
                    <a:lnTo>
                      <a:pt x="112573" y="73032"/>
                    </a:lnTo>
                    <a:lnTo>
                      <a:pt x="112109" y="87725"/>
                    </a:lnTo>
                    <a:lnTo>
                      <a:pt x="110073" y="102131"/>
                    </a:lnTo>
                    <a:lnTo>
                      <a:pt x="106679" y="116109"/>
                    </a:lnTo>
                    <a:lnTo>
                      <a:pt x="103024" y="125122"/>
                    </a:lnTo>
                    <a:lnTo>
                      <a:pt x="99155" y="133921"/>
                    </a:lnTo>
                    <a:lnTo>
                      <a:pt x="95428" y="142577"/>
                    </a:lnTo>
                    <a:lnTo>
                      <a:pt x="92201" y="151161"/>
                    </a:lnTo>
                    <a:lnTo>
                      <a:pt x="91439" y="154971"/>
                    </a:lnTo>
                    <a:lnTo>
                      <a:pt x="90677" y="154971"/>
                    </a:lnTo>
                    <a:lnTo>
                      <a:pt x="90677" y="157257"/>
                    </a:lnTo>
                    <a:lnTo>
                      <a:pt x="95249" y="158019"/>
                    </a:lnTo>
                    <a:lnTo>
                      <a:pt x="100583" y="159543"/>
                    </a:lnTo>
                    <a:lnTo>
                      <a:pt x="105155" y="158781"/>
                    </a:lnTo>
                    <a:lnTo>
                      <a:pt x="109727" y="157257"/>
                    </a:lnTo>
                    <a:lnTo>
                      <a:pt x="113537" y="154971"/>
                    </a:lnTo>
                    <a:lnTo>
                      <a:pt x="118109" y="153447"/>
                    </a:lnTo>
                    <a:lnTo>
                      <a:pt x="118871" y="153447"/>
                    </a:lnTo>
                    <a:lnTo>
                      <a:pt x="117347" y="159543"/>
                    </a:lnTo>
                    <a:lnTo>
                      <a:pt x="108013" y="205644"/>
                    </a:lnTo>
                    <a:lnTo>
                      <a:pt x="105917" y="239553"/>
                    </a:lnTo>
                    <a:lnTo>
                      <a:pt x="105239" y="249031"/>
                    </a:lnTo>
                    <a:lnTo>
                      <a:pt x="88761" y="284309"/>
                    </a:lnTo>
                    <a:lnTo>
                      <a:pt x="57149" y="292131"/>
                    </a:lnTo>
                    <a:lnTo>
                      <a:pt x="46672" y="291929"/>
                    </a:lnTo>
                    <a:lnTo>
                      <a:pt x="36766" y="291083"/>
                    </a:lnTo>
                    <a:lnTo>
                      <a:pt x="27146" y="289238"/>
                    </a:lnTo>
                    <a:lnTo>
                      <a:pt x="17525" y="286035"/>
                    </a:lnTo>
                    <a:lnTo>
                      <a:pt x="7619" y="282225"/>
                    </a:lnTo>
                    <a:lnTo>
                      <a:pt x="4571" y="281463"/>
                    </a:lnTo>
                    <a:lnTo>
                      <a:pt x="0" y="276891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14" name="Google Shape;3414;p29"/>
            <p:cNvGrpSpPr/>
            <p:nvPr/>
          </p:nvGrpSpPr>
          <p:grpSpPr>
            <a:xfrm>
              <a:off x="9199625" y="5450014"/>
              <a:ext cx="358915" cy="288620"/>
              <a:chOff x="9199625" y="5450014"/>
              <a:chExt cx="358915" cy="288620"/>
            </a:xfrm>
          </p:grpSpPr>
          <p:sp>
            <p:nvSpPr>
              <p:cNvPr id="3415" name="Google Shape;3415;p29"/>
              <p:cNvSpPr/>
              <p:nvPr/>
            </p:nvSpPr>
            <p:spPr>
              <a:xfrm>
                <a:off x="9199625" y="5450014"/>
                <a:ext cx="231140" cy="15875"/>
              </a:xfrm>
              <a:custGeom>
                <a:rect b="b" l="l" r="r" t="t"/>
                <a:pathLst>
                  <a:path extrusionOk="0" h="15875" w="231140">
                    <a:moveTo>
                      <a:pt x="0" y="12763"/>
                    </a:moveTo>
                    <a:lnTo>
                      <a:pt x="19990" y="15835"/>
                    </a:lnTo>
                    <a:lnTo>
                      <a:pt x="39338" y="15621"/>
                    </a:lnTo>
                    <a:lnTo>
                      <a:pt x="58828" y="13406"/>
                    </a:lnTo>
                    <a:lnTo>
                      <a:pt x="79248" y="10477"/>
                    </a:lnTo>
                    <a:lnTo>
                      <a:pt x="105096" y="7215"/>
                    </a:lnTo>
                    <a:lnTo>
                      <a:pt x="157364" y="2119"/>
                    </a:lnTo>
                    <a:lnTo>
                      <a:pt x="206501" y="0"/>
                    </a:lnTo>
                    <a:lnTo>
                      <a:pt x="217931" y="142"/>
                    </a:lnTo>
                    <a:lnTo>
                      <a:pt x="229361" y="571"/>
                    </a:lnTo>
                    <a:lnTo>
                      <a:pt x="230124" y="571"/>
                    </a:lnTo>
                    <a:lnTo>
                      <a:pt x="230886" y="571"/>
                    </a:lnTo>
                    <a:lnTo>
                      <a:pt x="224028" y="571"/>
                    </a:lnTo>
                    <a:lnTo>
                      <a:pt x="217170" y="2095"/>
                    </a:lnTo>
                    <a:lnTo>
                      <a:pt x="209550" y="2095"/>
                    </a:lnTo>
                    <a:lnTo>
                      <a:pt x="205740" y="2857"/>
                    </a:lnTo>
                    <a:lnTo>
                      <a:pt x="203454" y="2095"/>
                    </a:lnTo>
                    <a:lnTo>
                      <a:pt x="200406" y="1333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416" name="Google Shape;3416;p29"/>
              <p:cNvPicPr preferRelativeResize="0"/>
              <p:nvPr/>
            </p:nvPicPr>
            <p:blipFill rotWithShape="1">
              <a:blip r:embed="rId50">
                <a:alphaModFix/>
              </a:blip>
              <a:srcRect b="0" l="0" r="0" t="0"/>
              <a:stretch/>
            </p:blipFill>
            <p:spPr>
              <a:xfrm>
                <a:off x="9255239" y="5515343"/>
                <a:ext cx="303301" cy="22329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417" name="Google Shape;3417;p29"/>
            <p:cNvSpPr/>
            <p:nvPr/>
          </p:nvSpPr>
          <p:spPr>
            <a:xfrm>
              <a:off x="8932926" y="5346191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09"/>
                  </a:moveTo>
                  <a:lnTo>
                    <a:pt x="0" y="12191"/>
                  </a:lnTo>
                  <a:lnTo>
                    <a:pt x="3048" y="15239"/>
                  </a:lnTo>
                  <a:lnTo>
                    <a:pt x="11430" y="15239"/>
                  </a:lnTo>
                  <a:lnTo>
                    <a:pt x="15240" y="12191"/>
                  </a:lnTo>
                  <a:lnTo>
                    <a:pt x="15240" y="7619"/>
                  </a:lnTo>
                  <a:lnTo>
                    <a:pt x="15240" y="3809"/>
                  </a:lnTo>
                  <a:lnTo>
                    <a:pt x="11430" y="0"/>
                  </a:lnTo>
                  <a:lnTo>
                    <a:pt x="3048" y="0"/>
                  </a:lnTo>
                  <a:lnTo>
                    <a:pt x="0" y="3809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21" name="Shape 3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2" name="Google Shape;3422;p30"/>
          <p:cNvGrpSpPr/>
          <p:nvPr/>
        </p:nvGrpSpPr>
        <p:grpSpPr>
          <a:xfrm>
            <a:off x="5248655" y="5305043"/>
            <a:ext cx="106172" cy="64643"/>
            <a:chOff x="5248655" y="5305043"/>
            <a:chExt cx="106172" cy="64643"/>
          </a:xfrm>
        </p:grpSpPr>
        <p:sp>
          <p:nvSpPr>
            <p:cNvPr id="3423" name="Google Shape;3423;p30"/>
            <p:cNvSpPr/>
            <p:nvPr/>
          </p:nvSpPr>
          <p:spPr>
            <a:xfrm>
              <a:off x="5248655" y="5305043"/>
              <a:ext cx="86360" cy="13970"/>
            </a:xfrm>
            <a:custGeom>
              <a:rect b="b" l="l" r="r" t="t"/>
              <a:pathLst>
                <a:path extrusionOk="0" h="13970" w="86360">
                  <a:moveTo>
                    <a:pt x="0" y="13716"/>
                  </a:moveTo>
                  <a:lnTo>
                    <a:pt x="48006" y="9144"/>
                  </a:lnTo>
                  <a:lnTo>
                    <a:pt x="66770" y="4000"/>
                  </a:lnTo>
                  <a:lnTo>
                    <a:pt x="76402" y="1643"/>
                  </a:lnTo>
                  <a:lnTo>
                    <a:pt x="86106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4" name="Google Shape;3424;p30"/>
            <p:cNvSpPr/>
            <p:nvPr/>
          </p:nvSpPr>
          <p:spPr>
            <a:xfrm>
              <a:off x="5264657" y="5357621"/>
              <a:ext cx="90170" cy="12065"/>
            </a:xfrm>
            <a:custGeom>
              <a:rect b="b" l="l" r="r" t="t"/>
              <a:pathLst>
                <a:path extrusionOk="0" h="12064" w="90170">
                  <a:moveTo>
                    <a:pt x="0" y="9144"/>
                  </a:moveTo>
                  <a:lnTo>
                    <a:pt x="13084" y="11287"/>
                  </a:lnTo>
                  <a:lnTo>
                    <a:pt x="24669" y="12001"/>
                  </a:lnTo>
                  <a:lnTo>
                    <a:pt x="36111" y="11287"/>
                  </a:lnTo>
                  <a:lnTo>
                    <a:pt x="48768" y="9144"/>
                  </a:lnTo>
                  <a:lnTo>
                    <a:pt x="57792" y="6643"/>
                  </a:lnTo>
                  <a:lnTo>
                    <a:pt x="66675" y="4000"/>
                  </a:lnTo>
                  <a:lnTo>
                    <a:pt x="75557" y="1643"/>
                  </a:lnTo>
                  <a:lnTo>
                    <a:pt x="84582" y="0"/>
                  </a:lnTo>
                  <a:lnTo>
                    <a:pt x="87630" y="0"/>
                  </a:lnTo>
                  <a:lnTo>
                    <a:pt x="89916" y="0"/>
                  </a:lnTo>
                  <a:lnTo>
                    <a:pt x="83820" y="5334"/>
                  </a:lnTo>
                  <a:lnTo>
                    <a:pt x="81534" y="6858"/>
                  </a:lnTo>
                  <a:lnTo>
                    <a:pt x="73152" y="7620"/>
                  </a:lnTo>
                  <a:lnTo>
                    <a:pt x="70104" y="7620"/>
                  </a:lnTo>
                  <a:lnTo>
                    <a:pt x="67056" y="7620"/>
                  </a:lnTo>
                  <a:lnTo>
                    <a:pt x="64008" y="762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25" name="Google Shape;3425;p30"/>
          <p:cNvGrpSpPr/>
          <p:nvPr/>
        </p:nvGrpSpPr>
        <p:grpSpPr>
          <a:xfrm>
            <a:off x="5302757" y="6034278"/>
            <a:ext cx="102235" cy="68961"/>
            <a:chOff x="5302757" y="6034278"/>
            <a:chExt cx="102235" cy="68961"/>
          </a:xfrm>
        </p:grpSpPr>
        <p:sp>
          <p:nvSpPr>
            <p:cNvPr id="3426" name="Google Shape;3426;p30"/>
            <p:cNvSpPr/>
            <p:nvPr/>
          </p:nvSpPr>
          <p:spPr>
            <a:xfrm>
              <a:off x="5302757" y="6034278"/>
              <a:ext cx="102235" cy="9525"/>
            </a:xfrm>
            <a:custGeom>
              <a:rect b="b" l="l" r="r" t="t"/>
              <a:pathLst>
                <a:path extrusionOk="0" h="9525" w="102235">
                  <a:moveTo>
                    <a:pt x="0" y="3810"/>
                  </a:moveTo>
                  <a:lnTo>
                    <a:pt x="12370" y="7417"/>
                  </a:lnTo>
                  <a:lnTo>
                    <a:pt x="24669" y="9239"/>
                  </a:lnTo>
                  <a:lnTo>
                    <a:pt x="37397" y="9489"/>
                  </a:lnTo>
                  <a:lnTo>
                    <a:pt x="51053" y="8382"/>
                  </a:lnTo>
                  <a:lnTo>
                    <a:pt x="62924" y="6869"/>
                  </a:lnTo>
                  <a:lnTo>
                    <a:pt x="74580" y="4857"/>
                  </a:lnTo>
                  <a:lnTo>
                    <a:pt x="86094" y="2702"/>
                  </a:lnTo>
                  <a:lnTo>
                    <a:pt x="97536" y="762"/>
                  </a:lnTo>
                  <a:lnTo>
                    <a:pt x="99060" y="0"/>
                  </a:lnTo>
                  <a:lnTo>
                    <a:pt x="100584" y="0"/>
                  </a:lnTo>
                  <a:lnTo>
                    <a:pt x="102107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7" name="Google Shape;3427;p30"/>
            <p:cNvSpPr/>
            <p:nvPr/>
          </p:nvSpPr>
          <p:spPr>
            <a:xfrm>
              <a:off x="5324093" y="6082284"/>
              <a:ext cx="75565" cy="20955"/>
            </a:xfrm>
            <a:custGeom>
              <a:rect b="b" l="l" r="r" t="t"/>
              <a:pathLst>
                <a:path extrusionOk="0" h="20954" w="75564">
                  <a:moveTo>
                    <a:pt x="0" y="16001"/>
                  </a:moveTo>
                  <a:lnTo>
                    <a:pt x="11941" y="19847"/>
                  </a:lnTo>
                  <a:lnTo>
                    <a:pt x="21812" y="20478"/>
                  </a:lnTo>
                  <a:lnTo>
                    <a:pt x="31825" y="18680"/>
                  </a:lnTo>
                  <a:lnTo>
                    <a:pt x="44196" y="15239"/>
                  </a:lnTo>
                  <a:lnTo>
                    <a:pt x="52935" y="12430"/>
                  </a:lnTo>
                  <a:lnTo>
                    <a:pt x="60960" y="9334"/>
                  </a:lnTo>
                  <a:lnTo>
                    <a:pt x="68413" y="5381"/>
                  </a:lnTo>
                  <a:lnTo>
                    <a:pt x="75438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28" name="Google Shape;3428;p30"/>
          <p:cNvGrpSpPr/>
          <p:nvPr/>
        </p:nvGrpSpPr>
        <p:grpSpPr>
          <a:xfrm>
            <a:off x="9739883" y="5676137"/>
            <a:ext cx="42545" cy="44450"/>
            <a:chOff x="9739883" y="5676137"/>
            <a:chExt cx="42545" cy="44450"/>
          </a:xfrm>
        </p:grpSpPr>
        <p:sp>
          <p:nvSpPr>
            <p:cNvPr id="3429" name="Google Shape;3429;p30"/>
            <p:cNvSpPr/>
            <p:nvPr/>
          </p:nvSpPr>
          <p:spPr>
            <a:xfrm>
              <a:off x="9739883" y="5682233"/>
              <a:ext cx="18415" cy="34290"/>
            </a:xfrm>
            <a:custGeom>
              <a:rect b="b" l="l" r="r" t="t"/>
              <a:pathLst>
                <a:path extrusionOk="0" h="34289" w="18415">
                  <a:moveTo>
                    <a:pt x="0" y="6096"/>
                  </a:moveTo>
                  <a:lnTo>
                    <a:pt x="3809" y="3810"/>
                  </a:lnTo>
                  <a:lnTo>
                    <a:pt x="6857" y="1524"/>
                  </a:lnTo>
                  <a:lnTo>
                    <a:pt x="10667" y="0"/>
                  </a:lnTo>
                  <a:lnTo>
                    <a:pt x="14478" y="5334"/>
                  </a:lnTo>
                  <a:lnTo>
                    <a:pt x="16764" y="9144"/>
                  </a:lnTo>
                  <a:lnTo>
                    <a:pt x="17526" y="16002"/>
                  </a:lnTo>
                  <a:lnTo>
                    <a:pt x="18288" y="22098"/>
                  </a:lnTo>
                  <a:lnTo>
                    <a:pt x="17526" y="28194"/>
                  </a:lnTo>
                  <a:lnTo>
                    <a:pt x="17526" y="34290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0" name="Google Shape;3430;p30"/>
            <p:cNvSpPr/>
            <p:nvPr/>
          </p:nvSpPr>
          <p:spPr>
            <a:xfrm>
              <a:off x="9770363" y="5676137"/>
              <a:ext cx="12065" cy="44450"/>
            </a:xfrm>
            <a:custGeom>
              <a:rect b="b" l="l" r="r" t="t"/>
              <a:pathLst>
                <a:path extrusionOk="0" h="44450" w="12065">
                  <a:moveTo>
                    <a:pt x="0" y="0"/>
                  </a:moveTo>
                  <a:lnTo>
                    <a:pt x="6488" y="6596"/>
                  </a:lnTo>
                  <a:lnTo>
                    <a:pt x="10191" y="13335"/>
                  </a:lnTo>
                  <a:lnTo>
                    <a:pt x="11465" y="21216"/>
                  </a:lnTo>
                  <a:lnTo>
                    <a:pt x="10668" y="31242"/>
                  </a:lnTo>
                  <a:lnTo>
                    <a:pt x="7620" y="38862"/>
                  </a:lnTo>
                  <a:lnTo>
                    <a:pt x="6858" y="41148"/>
                  </a:lnTo>
                  <a:lnTo>
                    <a:pt x="1524" y="44196"/>
                  </a:lnTo>
                </a:path>
              </a:pathLst>
            </a:custGeom>
            <a:noFill/>
            <a:ln cap="flat" cmpd="sng" w="152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31" name="Google Shape;3431;p30"/>
          <p:cNvGrpSpPr/>
          <p:nvPr/>
        </p:nvGrpSpPr>
        <p:grpSpPr>
          <a:xfrm>
            <a:off x="1175524" y="5307921"/>
            <a:ext cx="7865376" cy="1718335"/>
            <a:chOff x="1986521" y="4669523"/>
            <a:chExt cx="7865376" cy="1718335"/>
          </a:xfrm>
        </p:grpSpPr>
        <p:sp>
          <p:nvSpPr>
            <p:cNvPr id="3432" name="Google Shape;3432;p30"/>
            <p:cNvSpPr/>
            <p:nvPr/>
          </p:nvSpPr>
          <p:spPr>
            <a:xfrm>
              <a:off x="9836657" y="6043421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09"/>
                  </a:moveTo>
                  <a:lnTo>
                    <a:pt x="0" y="12191"/>
                  </a:lnTo>
                  <a:lnTo>
                    <a:pt x="3810" y="15239"/>
                  </a:lnTo>
                  <a:lnTo>
                    <a:pt x="12192" y="15239"/>
                  </a:lnTo>
                  <a:lnTo>
                    <a:pt x="15240" y="12191"/>
                  </a:lnTo>
                  <a:lnTo>
                    <a:pt x="15240" y="7619"/>
                  </a:lnTo>
                  <a:lnTo>
                    <a:pt x="15240" y="3809"/>
                  </a:lnTo>
                  <a:lnTo>
                    <a:pt x="12192" y="0"/>
                  </a:lnTo>
                  <a:lnTo>
                    <a:pt x="3810" y="0"/>
                  </a:lnTo>
                  <a:lnTo>
                    <a:pt x="0" y="380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33" name="Google Shape;3433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86521" y="4669523"/>
              <a:ext cx="7835671" cy="17183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34" name="Google Shape;3434;p30"/>
          <p:cNvGrpSpPr/>
          <p:nvPr/>
        </p:nvGrpSpPr>
        <p:grpSpPr>
          <a:xfrm>
            <a:off x="1600201" y="1230043"/>
            <a:ext cx="7868481" cy="3258786"/>
            <a:chOff x="3281921" y="2195024"/>
            <a:chExt cx="6188722" cy="2293989"/>
          </a:xfrm>
        </p:grpSpPr>
        <p:grpSp>
          <p:nvGrpSpPr>
            <p:cNvPr id="3435" name="Google Shape;3435;p30"/>
            <p:cNvGrpSpPr/>
            <p:nvPr/>
          </p:nvGrpSpPr>
          <p:grpSpPr>
            <a:xfrm>
              <a:off x="5796534" y="2380488"/>
              <a:ext cx="326148" cy="228612"/>
              <a:chOff x="5796534" y="2380488"/>
              <a:chExt cx="326148" cy="228612"/>
            </a:xfrm>
          </p:grpSpPr>
          <p:sp>
            <p:nvSpPr>
              <p:cNvPr id="3436" name="Google Shape;3436;p30"/>
              <p:cNvSpPr/>
              <p:nvPr/>
            </p:nvSpPr>
            <p:spPr>
              <a:xfrm>
                <a:off x="5844540" y="2442210"/>
                <a:ext cx="15240" cy="15240"/>
              </a:xfrm>
              <a:custGeom>
                <a:rect b="b" l="l" r="r" t="t"/>
                <a:pathLst>
                  <a:path extrusionOk="0" h="15239" w="15239">
                    <a:moveTo>
                      <a:pt x="0" y="3810"/>
                    </a:moveTo>
                    <a:lnTo>
                      <a:pt x="0" y="12192"/>
                    </a:lnTo>
                    <a:lnTo>
                      <a:pt x="3809" y="15240"/>
                    </a:lnTo>
                    <a:lnTo>
                      <a:pt x="12191" y="15240"/>
                    </a:lnTo>
                    <a:lnTo>
                      <a:pt x="15239" y="12192"/>
                    </a:lnTo>
                    <a:lnTo>
                      <a:pt x="15239" y="7620"/>
                    </a:lnTo>
                    <a:lnTo>
                      <a:pt x="15239" y="3810"/>
                    </a:lnTo>
                    <a:lnTo>
                      <a:pt x="12191" y="0"/>
                    </a:lnTo>
                    <a:lnTo>
                      <a:pt x="3809" y="0"/>
                    </a:lnTo>
                    <a:lnTo>
                      <a:pt x="0" y="3810"/>
                    </a:lnTo>
                    <a:close/>
                  </a:path>
                </a:pathLst>
              </a:custGeom>
              <a:solidFill>
                <a:srgbClr val="33339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7" name="Google Shape;3437;p30"/>
              <p:cNvSpPr/>
              <p:nvPr/>
            </p:nvSpPr>
            <p:spPr>
              <a:xfrm>
                <a:off x="5796534" y="2380488"/>
                <a:ext cx="162560" cy="153670"/>
              </a:xfrm>
              <a:custGeom>
                <a:rect b="b" l="l" r="r" t="t"/>
                <a:pathLst>
                  <a:path extrusionOk="0" h="153669" w="162560">
                    <a:moveTo>
                      <a:pt x="3810" y="40386"/>
                    </a:moveTo>
                    <a:lnTo>
                      <a:pt x="1928" y="54887"/>
                    </a:lnTo>
                    <a:lnTo>
                      <a:pt x="762" y="68961"/>
                    </a:lnTo>
                    <a:lnTo>
                      <a:pt x="166" y="83034"/>
                    </a:lnTo>
                    <a:lnTo>
                      <a:pt x="0" y="97536"/>
                    </a:lnTo>
                    <a:lnTo>
                      <a:pt x="11" y="109513"/>
                    </a:lnTo>
                    <a:lnTo>
                      <a:pt x="13763" y="150316"/>
                    </a:lnTo>
                    <a:lnTo>
                      <a:pt x="21336" y="153257"/>
                    </a:lnTo>
                    <a:lnTo>
                      <a:pt x="29479" y="152911"/>
                    </a:lnTo>
                    <a:lnTo>
                      <a:pt x="60198" y="124587"/>
                    </a:lnTo>
                    <a:lnTo>
                      <a:pt x="82093" y="78414"/>
                    </a:lnTo>
                    <a:lnTo>
                      <a:pt x="89916" y="25908"/>
                    </a:lnTo>
                    <a:lnTo>
                      <a:pt x="89916" y="22860"/>
                    </a:lnTo>
                    <a:lnTo>
                      <a:pt x="89916" y="22098"/>
                    </a:lnTo>
                    <a:lnTo>
                      <a:pt x="87630" y="49530"/>
                    </a:lnTo>
                    <a:lnTo>
                      <a:pt x="87784" y="63103"/>
                    </a:lnTo>
                    <a:lnTo>
                      <a:pt x="97536" y="102108"/>
                    </a:lnTo>
                    <a:lnTo>
                      <a:pt x="128778" y="121158"/>
                    </a:lnTo>
                    <a:lnTo>
                      <a:pt x="138219" y="118943"/>
                    </a:lnTo>
                    <a:lnTo>
                      <a:pt x="160258" y="84308"/>
                    </a:lnTo>
                    <a:lnTo>
                      <a:pt x="162544" y="58614"/>
                    </a:lnTo>
                    <a:lnTo>
                      <a:pt x="161544" y="46482"/>
                    </a:lnTo>
                    <a:lnTo>
                      <a:pt x="147828" y="9144"/>
                    </a:lnTo>
                    <a:lnTo>
                      <a:pt x="143256" y="0"/>
                    </a:lnTo>
                    <a:lnTo>
                      <a:pt x="144780" y="6096"/>
                    </a:lnTo>
                    <a:lnTo>
                      <a:pt x="147828" y="2286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438" name="Google Shape;3438;p3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996927" y="2426195"/>
                <a:ext cx="125755" cy="18290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439" name="Google Shape;3439;p30"/>
            <p:cNvSpPr/>
            <p:nvPr/>
          </p:nvSpPr>
          <p:spPr>
            <a:xfrm>
              <a:off x="6284976" y="2353055"/>
              <a:ext cx="73660" cy="3810"/>
            </a:xfrm>
            <a:custGeom>
              <a:rect b="b" l="l" r="r" t="t"/>
              <a:pathLst>
                <a:path extrusionOk="0" h="3810" w="73660">
                  <a:moveTo>
                    <a:pt x="0" y="0"/>
                  </a:moveTo>
                  <a:lnTo>
                    <a:pt x="13013" y="1976"/>
                  </a:lnTo>
                  <a:lnTo>
                    <a:pt x="25241" y="3238"/>
                  </a:lnTo>
                  <a:lnTo>
                    <a:pt x="37611" y="3643"/>
                  </a:lnTo>
                  <a:lnTo>
                    <a:pt x="51053" y="3047"/>
                  </a:lnTo>
                  <a:lnTo>
                    <a:pt x="57912" y="2285"/>
                  </a:lnTo>
                  <a:lnTo>
                    <a:pt x="67818" y="1523"/>
                  </a:lnTo>
                  <a:lnTo>
                    <a:pt x="73152" y="304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0" name="Google Shape;3440;p30"/>
            <p:cNvSpPr/>
            <p:nvPr/>
          </p:nvSpPr>
          <p:spPr>
            <a:xfrm>
              <a:off x="6300215" y="2420111"/>
              <a:ext cx="90805" cy="9525"/>
            </a:xfrm>
            <a:custGeom>
              <a:rect b="b" l="l" r="r" t="t"/>
              <a:pathLst>
                <a:path extrusionOk="0" h="9525" w="90804">
                  <a:moveTo>
                    <a:pt x="0" y="7620"/>
                  </a:moveTo>
                  <a:lnTo>
                    <a:pt x="14835" y="8989"/>
                  </a:lnTo>
                  <a:lnTo>
                    <a:pt x="28955" y="8858"/>
                  </a:lnTo>
                  <a:lnTo>
                    <a:pt x="43076" y="7727"/>
                  </a:lnTo>
                  <a:lnTo>
                    <a:pt x="57912" y="6096"/>
                  </a:lnTo>
                  <a:lnTo>
                    <a:pt x="63888" y="5953"/>
                  </a:lnTo>
                  <a:lnTo>
                    <a:pt x="74866" y="5524"/>
                  </a:lnTo>
                  <a:lnTo>
                    <a:pt x="85558" y="4810"/>
                  </a:lnTo>
                  <a:lnTo>
                    <a:pt x="90678" y="3810"/>
                  </a:lnTo>
                  <a:lnTo>
                    <a:pt x="90678" y="1524"/>
                  </a:lnTo>
                  <a:lnTo>
                    <a:pt x="89154" y="0"/>
                  </a:lnTo>
                  <a:lnTo>
                    <a:pt x="86106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41" name="Google Shape;3441;p30"/>
            <p:cNvGrpSpPr/>
            <p:nvPr/>
          </p:nvGrpSpPr>
          <p:grpSpPr>
            <a:xfrm>
              <a:off x="6746735" y="2285987"/>
              <a:ext cx="403789" cy="273583"/>
              <a:chOff x="6746735" y="2285987"/>
              <a:chExt cx="403789" cy="273583"/>
            </a:xfrm>
          </p:grpSpPr>
          <p:pic>
            <p:nvPicPr>
              <p:cNvPr id="3442" name="Google Shape;3442;p3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6746735" y="2308847"/>
                <a:ext cx="110420" cy="25072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43" name="Google Shape;3443;p3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6899099" y="2285987"/>
                <a:ext cx="251425" cy="24724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444" name="Google Shape;3444;p3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262049" y="2310371"/>
              <a:ext cx="120980" cy="14556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45" name="Google Shape;3445;p30"/>
            <p:cNvGrpSpPr/>
            <p:nvPr/>
          </p:nvGrpSpPr>
          <p:grpSpPr>
            <a:xfrm>
              <a:off x="6669476" y="2195024"/>
              <a:ext cx="1123510" cy="689920"/>
              <a:chOff x="6669476" y="2195024"/>
              <a:chExt cx="1123510" cy="689920"/>
            </a:xfrm>
          </p:grpSpPr>
          <p:pic>
            <p:nvPicPr>
              <p:cNvPr id="3446" name="Google Shape;3446;p3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429487" y="2395715"/>
                <a:ext cx="112039" cy="15852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47" name="Google Shape;3447;p30"/>
              <p:cNvSpPr/>
              <p:nvPr/>
            </p:nvSpPr>
            <p:spPr>
              <a:xfrm>
                <a:off x="6669476" y="2195024"/>
                <a:ext cx="989330" cy="471805"/>
              </a:xfrm>
              <a:custGeom>
                <a:rect b="b" l="l" r="r" t="t"/>
                <a:pathLst>
                  <a:path extrusionOk="0" h="471805" w="989329">
                    <a:moveTo>
                      <a:pt x="5643" y="442257"/>
                    </a:moveTo>
                    <a:lnTo>
                      <a:pt x="6738" y="431315"/>
                    </a:lnTo>
                    <a:lnTo>
                      <a:pt x="7548" y="421016"/>
                    </a:lnTo>
                    <a:lnTo>
                      <a:pt x="7786" y="410860"/>
                    </a:lnTo>
                    <a:lnTo>
                      <a:pt x="7167" y="400347"/>
                    </a:lnTo>
                    <a:lnTo>
                      <a:pt x="5357" y="384476"/>
                    </a:lnTo>
                    <a:lnTo>
                      <a:pt x="3548" y="368819"/>
                    </a:lnTo>
                    <a:lnTo>
                      <a:pt x="2024" y="353306"/>
                    </a:lnTo>
                    <a:lnTo>
                      <a:pt x="1071" y="337863"/>
                    </a:lnTo>
                    <a:lnTo>
                      <a:pt x="523" y="314432"/>
                    </a:lnTo>
                    <a:lnTo>
                      <a:pt x="119" y="291000"/>
                    </a:lnTo>
                    <a:lnTo>
                      <a:pt x="0" y="267569"/>
                    </a:lnTo>
                    <a:lnTo>
                      <a:pt x="309" y="244137"/>
                    </a:lnTo>
                    <a:lnTo>
                      <a:pt x="1488" y="207680"/>
                    </a:lnTo>
                    <a:lnTo>
                      <a:pt x="3452" y="171366"/>
                    </a:lnTo>
                    <a:lnTo>
                      <a:pt x="5560" y="135052"/>
                    </a:lnTo>
                    <a:lnTo>
                      <a:pt x="7167" y="98595"/>
                    </a:lnTo>
                    <a:lnTo>
                      <a:pt x="7167" y="84189"/>
                    </a:lnTo>
                    <a:lnTo>
                      <a:pt x="7167" y="69639"/>
                    </a:lnTo>
                    <a:lnTo>
                      <a:pt x="7167" y="55090"/>
                    </a:lnTo>
                    <a:lnTo>
                      <a:pt x="7167" y="40683"/>
                    </a:lnTo>
                    <a:lnTo>
                      <a:pt x="6977" y="34397"/>
                    </a:lnTo>
                    <a:lnTo>
                      <a:pt x="6786" y="28110"/>
                    </a:lnTo>
                    <a:lnTo>
                      <a:pt x="7167" y="21824"/>
                    </a:lnTo>
                    <a:lnTo>
                      <a:pt x="8691" y="15537"/>
                    </a:lnTo>
                    <a:lnTo>
                      <a:pt x="9453" y="10965"/>
                    </a:lnTo>
                    <a:lnTo>
                      <a:pt x="11739" y="7917"/>
                    </a:lnTo>
                    <a:lnTo>
                      <a:pt x="38647" y="0"/>
                    </a:lnTo>
                    <a:lnTo>
                      <a:pt x="48315" y="202"/>
                    </a:lnTo>
                    <a:lnTo>
                      <a:pt x="57983" y="833"/>
                    </a:lnTo>
                    <a:lnTo>
                      <a:pt x="67365" y="1821"/>
                    </a:lnTo>
                    <a:lnTo>
                      <a:pt x="82915" y="2940"/>
                    </a:lnTo>
                    <a:lnTo>
                      <a:pt x="98607" y="3917"/>
                    </a:lnTo>
                    <a:lnTo>
                      <a:pt x="114300" y="4607"/>
                    </a:lnTo>
                    <a:lnTo>
                      <a:pt x="129849" y="4869"/>
                    </a:lnTo>
                    <a:lnTo>
                      <a:pt x="172581" y="5191"/>
                    </a:lnTo>
                    <a:lnTo>
                      <a:pt x="215098" y="5155"/>
                    </a:lnTo>
                    <a:lnTo>
                      <a:pt x="257472" y="4976"/>
                    </a:lnTo>
                    <a:lnTo>
                      <a:pt x="299775" y="4869"/>
                    </a:lnTo>
                    <a:lnTo>
                      <a:pt x="335077" y="5310"/>
                    </a:lnTo>
                    <a:lnTo>
                      <a:pt x="370165" y="5536"/>
                    </a:lnTo>
                    <a:lnTo>
                      <a:pt x="405110" y="5619"/>
                    </a:lnTo>
                    <a:lnTo>
                      <a:pt x="439983" y="5631"/>
                    </a:lnTo>
                    <a:lnTo>
                      <a:pt x="486965" y="5619"/>
                    </a:lnTo>
                    <a:lnTo>
                      <a:pt x="534090" y="5536"/>
                    </a:lnTo>
                    <a:lnTo>
                      <a:pt x="581215" y="5310"/>
                    </a:lnTo>
                    <a:lnTo>
                      <a:pt x="628197" y="4869"/>
                    </a:lnTo>
                    <a:lnTo>
                      <a:pt x="675513" y="4548"/>
                    </a:lnTo>
                    <a:lnTo>
                      <a:pt x="722685" y="4583"/>
                    </a:lnTo>
                    <a:lnTo>
                      <a:pt x="769858" y="4762"/>
                    </a:lnTo>
                    <a:lnTo>
                      <a:pt x="817173" y="4869"/>
                    </a:lnTo>
                    <a:lnTo>
                      <a:pt x="872037" y="6203"/>
                    </a:lnTo>
                    <a:lnTo>
                      <a:pt x="926901" y="10965"/>
                    </a:lnTo>
                    <a:lnTo>
                      <a:pt x="974145" y="20871"/>
                    </a:lnTo>
                    <a:lnTo>
                      <a:pt x="986337" y="33825"/>
                    </a:lnTo>
                    <a:lnTo>
                      <a:pt x="987861" y="42874"/>
                    </a:lnTo>
                    <a:lnTo>
                      <a:pt x="988242" y="52494"/>
                    </a:lnTo>
                    <a:lnTo>
                      <a:pt x="988052" y="62114"/>
                    </a:lnTo>
                    <a:lnTo>
                      <a:pt x="987861" y="71163"/>
                    </a:lnTo>
                    <a:lnTo>
                      <a:pt x="987861" y="97452"/>
                    </a:lnTo>
                    <a:lnTo>
                      <a:pt x="987861" y="123741"/>
                    </a:lnTo>
                    <a:lnTo>
                      <a:pt x="987861" y="150030"/>
                    </a:lnTo>
                    <a:lnTo>
                      <a:pt x="987861" y="176319"/>
                    </a:lnTo>
                    <a:lnTo>
                      <a:pt x="988480" y="202287"/>
                    </a:lnTo>
                    <a:lnTo>
                      <a:pt x="988290" y="255079"/>
                    </a:lnTo>
                    <a:lnTo>
                      <a:pt x="982658" y="304657"/>
                    </a:lnTo>
                    <a:lnTo>
                      <a:pt x="970156" y="350162"/>
                    </a:lnTo>
                    <a:lnTo>
                      <a:pt x="963477" y="372915"/>
                    </a:lnTo>
                    <a:lnTo>
                      <a:pt x="961477" y="382071"/>
                    </a:lnTo>
                    <a:lnTo>
                      <a:pt x="960048" y="391298"/>
                    </a:lnTo>
                    <a:lnTo>
                      <a:pt x="959191" y="400669"/>
                    </a:lnTo>
                    <a:lnTo>
                      <a:pt x="958905" y="410253"/>
                    </a:lnTo>
                    <a:lnTo>
                      <a:pt x="958905" y="415587"/>
                    </a:lnTo>
                    <a:lnTo>
                      <a:pt x="961191" y="428541"/>
                    </a:lnTo>
                    <a:lnTo>
                      <a:pt x="957381" y="432351"/>
                    </a:lnTo>
                    <a:lnTo>
                      <a:pt x="909875" y="440031"/>
                    </a:lnTo>
                    <a:lnTo>
                      <a:pt x="871537" y="442626"/>
                    </a:lnTo>
                    <a:lnTo>
                      <a:pt x="852225" y="443781"/>
                    </a:lnTo>
                    <a:lnTo>
                      <a:pt x="823650" y="445615"/>
                    </a:lnTo>
                    <a:lnTo>
                      <a:pt x="795075" y="447591"/>
                    </a:lnTo>
                    <a:lnTo>
                      <a:pt x="766500" y="449568"/>
                    </a:lnTo>
                    <a:lnTo>
                      <a:pt x="737925" y="451401"/>
                    </a:lnTo>
                    <a:lnTo>
                      <a:pt x="706493" y="452413"/>
                    </a:lnTo>
                    <a:lnTo>
                      <a:pt x="675060" y="453211"/>
                    </a:lnTo>
                    <a:lnTo>
                      <a:pt x="643628" y="453866"/>
                    </a:lnTo>
                    <a:lnTo>
                      <a:pt x="612195" y="454449"/>
                    </a:lnTo>
                    <a:lnTo>
                      <a:pt x="564514" y="454410"/>
                    </a:lnTo>
                    <a:lnTo>
                      <a:pt x="516748" y="454393"/>
                    </a:lnTo>
                    <a:lnTo>
                      <a:pt x="468939" y="454544"/>
                    </a:lnTo>
                    <a:lnTo>
                      <a:pt x="421131" y="455014"/>
                    </a:lnTo>
                    <a:lnTo>
                      <a:pt x="373365" y="455948"/>
                    </a:lnTo>
                    <a:lnTo>
                      <a:pt x="325683" y="457497"/>
                    </a:lnTo>
                    <a:lnTo>
                      <a:pt x="294941" y="459200"/>
                    </a:lnTo>
                    <a:lnTo>
                      <a:pt x="264342" y="460831"/>
                    </a:lnTo>
                    <a:lnTo>
                      <a:pt x="233743" y="462319"/>
                    </a:lnTo>
                    <a:lnTo>
                      <a:pt x="203001" y="463593"/>
                    </a:lnTo>
                    <a:lnTo>
                      <a:pt x="182308" y="464427"/>
                    </a:lnTo>
                    <a:lnTo>
                      <a:pt x="161472" y="465689"/>
                    </a:lnTo>
                    <a:lnTo>
                      <a:pt x="140636" y="467236"/>
                    </a:lnTo>
                    <a:lnTo>
                      <a:pt x="119943" y="468927"/>
                    </a:lnTo>
                    <a:lnTo>
                      <a:pt x="105787" y="469927"/>
                    </a:lnTo>
                    <a:lnTo>
                      <a:pt x="91844" y="470642"/>
                    </a:lnTo>
                    <a:lnTo>
                      <a:pt x="78045" y="471070"/>
                    </a:lnTo>
                    <a:lnTo>
                      <a:pt x="64317" y="471213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8" name="Google Shape;3448;p30"/>
              <p:cNvSpPr/>
              <p:nvPr/>
            </p:nvSpPr>
            <p:spPr>
              <a:xfrm>
                <a:off x="7080504" y="2546604"/>
                <a:ext cx="655320" cy="292100"/>
              </a:xfrm>
              <a:custGeom>
                <a:rect b="b" l="l" r="r" t="t"/>
                <a:pathLst>
                  <a:path extrusionOk="0" h="292100" w="655320">
                    <a:moveTo>
                      <a:pt x="1524" y="0"/>
                    </a:moveTo>
                    <a:lnTo>
                      <a:pt x="964" y="14728"/>
                    </a:lnTo>
                    <a:lnTo>
                      <a:pt x="476" y="29241"/>
                    </a:lnTo>
                    <a:lnTo>
                      <a:pt x="130" y="43612"/>
                    </a:lnTo>
                    <a:lnTo>
                      <a:pt x="0" y="57912"/>
                    </a:lnTo>
                    <a:lnTo>
                      <a:pt x="47" y="81915"/>
                    </a:lnTo>
                    <a:lnTo>
                      <a:pt x="1285" y="129921"/>
                    </a:lnTo>
                    <a:lnTo>
                      <a:pt x="5048" y="176200"/>
                    </a:lnTo>
                    <a:lnTo>
                      <a:pt x="10763" y="220468"/>
                    </a:lnTo>
                    <a:lnTo>
                      <a:pt x="14478" y="242315"/>
                    </a:lnTo>
                    <a:lnTo>
                      <a:pt x="16513" y="254662"/>
                    </a:lnTo>
                    <a:lnTo>
                      <a:pt x="51149" y="290429"/>
                    </a:lnTo>
                    <a:lnTo>
                      <a:pt x="69532" y="291941"/>
                    </a:lnTo>
                    <a:lnTo>
                      <a:pt x="88201" y="291310"/>
                    </a:lnTo>
                    <a:lnTo>
                      <a:pt x="105156" y="290322"/>
                    </a:lnTo>
                    <a:lnTo>
                      <a:pt x="148137" y="288559"/>
                    </a:lnTo>
                    <a:lnTo>
                      <a:pt x="191262" y="285940"/>
                    </a:lnTo>
                    <a:lnTo>
                      <a:pt x="234386" y="283035"/>
                    </a:lnTo>
                    <a:lnTo>
                      <a:pt x="277368" y="280415"/>
                    </a:lnTo>
                    <a:lnTo>
                      <a:pt x="322635" y="277808"/>
                    </a:lnTo>
                    <a:lnTo>
                      <a:pt x="368046" y="275558"/>
                    </a:lnTo>
                    <a:lnTo>
                      <a:pt x="413456" y="273450"/>
                    </a:lnTo>
                    <a:lnTo>
                      <a:pt x="458724" y="271271"/>
                    </a:lnTo>
                    <a:lnTo>
                      <a:pt x="496312" y="269986"/>
                    </a:lnTo>
                    <a:lnTo>
                      <a:pt x="533685" y="268414"/>
                    </a:lnTo>
                    <a:lnTo>
                      <a:pt x="570916" y="266557"/>
                    </a:lnTo>
                    <a:lnTo>
                      <a:pt x="608076" y="264413"/>
                    </a:lnTo>
                    <a:lnTo>
                      <a:pt x="620065" y="263806"/>
                    </a:lnTo>
                    <a:lnTo>
                      <a:pt x="631983" y="262985"/>
                    </a:lnTo>
                    <a:lnTo>
                      <a:pt x="643759" y="261735"/>
                    </a:lnTo>
                    <a:lnTo>
                      <a:pt x="655320" y="259841"/>
                    </a:lnTo>
                    <a:lnTo>
                      <a:pt x="653796" y="255269"/>
                    </a:lnTo>
                    <a:lnTo>
                      <a:pt x="652272" y="256031"/>
                    </a:lnTo>
                    <a:lnTo>
                      <a:pt x="648462" y="252221"/>
                    </a:lnTo>
                    <a:lnTo>
                      <a:pt x="644652" y="248411"/>
                    </a:lnTo>
                    <a:lnTo>
                      <a:pt x="645414" y="243077"/>
                    </a:lnTo>
                    <a:lnTo>
                      <a:pt x="645414" y="237743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449" name="Google Shape;3449;p30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7678661" y="2762999"/>
                <a:ext cx="114325" cy="12194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450" name="Google Shape;3450;p30"/>
            <p:cNvGrpSpPr/>
            <p:nvPr/>
          </p:nvGrpSpPr>
          <p:grpSpPr>
            <a:xfrm>
              <a:off x="8179308" y="2687573"/>
              <a:ext cx="589276" cy="202946"/>
              <a:chOff x="8179308" y="2687573"/>
              <a:chExt cx="589276" cy="202946"/>
            </a:xfrm>
          </p:grpSpPr>
          <p:sp>
            <p:nvSpPr>
              <p:cNvPr id="3451" name="Google Shape;3451;p30"/>
              <p:cNvSpPr/>
              <p:nvPr/>
            </p:nvSpPr>
            <p:spPr>
              <a:xfrm>
                <a:off x="8188452" y="2708909"/>
                <a:ext cx="17780" cy="165100"/>
              </a:xfrm>
              <a:custGeom>
                <a:rect b="b" l="l" r="r" t="t"/>
                <a:pathLst>
                  <a:path extrusionOk="0" h="165100" w="17779">
                    <a:moveTo>
                      <a:pt x="0" y="0"/>
                    </a:moveTo>
                    <a:lnTo>
                      <a:pt x="10668" y="38195"/>
                    </a:lnTo>
                    <a:lnTo>
                      <a:pt x="16764" y="76962"/>
                    </a:lnTo>
                    <a:lnTo>
                      <a:pt x="17764" y="95452"/>
                    </a:lnTo>
                    <a:lnTo>
                      <a:pt x="17335" y="113442"/>
                    </a:lnTo>
                    <a:lnTo>
                      <a:pt x="15478" y="131290"/>
                    </a:lnTo>
                    <a:lnTo>
                      <a:pt x="12192" y="149352"/>
                    </a:lnTo>
                    <a:lnTo>
                      <a:pt x="10668" y="156210"/>
                    </a:lnTo>
                    <a:lnTo>
                      <a:pt x="9144" y="159258"/>
                    </a:lnTo>
                    <a:lnTo>
                      <a:pt x="7620" y="16459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2" name="Google Shape;3452;p30"/>
              <p:cNvSpPr/>
              <p:nvPr/>
            </p:nvSpPr>
            <p:spPr>
              <a:xfrm>
                <a:off x="8179308" y="2708909"/>
                <a:ext cx="132080" cy="181610"/>
              </a:xfrm>
              <a:custGeom>
                <a:rect b="b" l="l" r="r" t="t"/>
                <a:pathLst>
                  <a:path extrusionOk="0" h="181610" w="132079">
                    <a:moveTo>
                      <a:pt x="0" y="0"/>
                    </a:moveTo>
                    <a:lnTo>
                      <a:pt x="41362" y="16180"/>
                    </a:lnTo>
                    <a:lnTo>
                      <a:pt x="89535" y="41147"/>
                    </a:lnTo>
                    <a:lnTo>
                      <a:pt x="119634" y="66293"/>
                    </a:lnTo>
                    <a:lnTo>
                      <a:pt x="131730" y="93630"/>
                    </a:lnTo>
                    <a:lnTo>
                      <a:pt x="130885" y="108192"/>
                    </a:lnTo>
                    <a:lnTo>
                      <a:pt x="96774" y="149733"/>
                    </a:lnTo>
                    <a:lnTo>
                      <a:pt x="61722" y="167639"/>
                    </a:lnTo>
                    <a:lnTo>
                      <a:pt x="15240" y="181356"/>
                    </a:lnTo>
                    <a:lnTo>
                      <a:pt x="16716" y="173902"/>
                    </a:lnTo>
                    <a:lnTo>
                      <a:pt x="19050" y="168592"/>
                    </a:lnTo>
                    <a:lnTo>
                      <a:pt x="22526" y="163568"/>
                    </a:lnTo>
                    <a:lnTo>
                      <a:pt x="27432" y="156972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3" name="Google Shape;3453;p30"/>
              <p:cNvSpPr/>
              <p:nvPr/>
            </p:nvSpPr>
            <p:spPr>
              <a:xfrm>
                <a:off x="8323326" y="2739389"/>
                <a:ext cx="52069" cy="106680"/>
              </a:xfrm>
              <a:custGeom>
                <a:rect b="b" l="l" r="r" t="t"/>
                <a:pathLst>
                  <a:path extrusionOk="0" h="106680" w="52070">
                    <a:moveTo>
                      <a:pt x="10668" y="0"/>
                    </a:moveTo>
                    <a:lnTo>
                      <a:pt x="4822" y="12180"/>
                    </a:lnTo>
                    <a:lnTo>
                      <a:pt x="1619" y="22002"/>
                    </a:lnTo>
                    <a:lnTo>
                      <a:pt x="273" y="32254"/>
                    </a:lnTo>
                    <a:lnTo>
                      <a:pt x="0" y="45720"/>
                    </a:lnTo>
                    <a:lnTo>
                      <a:pt x="202" y="58281"/>
                    </a:lnTo>
                    <a:lnTo>
                      <a:pt x="9144" y="102870"/>
                    </a:lnTo>
                    <a:lnTo>
                      <a:pt x="16764" y="106680"/>
                    </a:lnTo>
                    <a:lnTo>
                      <a:pt x="25146" y="102870"/>
                    </a:lnTo>
                    <a:lnTo>
                      <a:pt x="33063" y="98309"/>
                    </a:lnTo>
                    <a:lnTo>
                      <a:pt x="39909" y="92106"/>
                    </a:lnTo>
                    <a:lnTo>
                      <a:pt x="46041" y="85189"/>
                    </a:lnTo>
                    <a:lnTo>
                      <a:pt x="51816" y="78485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4" name="Google Shape;3454;p30"/>
              <p:cNvSpPr/>
              <p:nvPr/>
            </p:nvSpPr>
            <p:spPr>
              <a:xfrm>
                <a:off x="8325612" y="2733293"/>
                <a:ext cx="51435" cy="59055"/>
              </a:xfrm>
              <a:custGeom>
                <a:rect b="b" l="l" r="r" t="t"/>
                <a:pathLst>
                  <a:path extrusionOk="0" h="59055" w="51434">
                    <a:moveTo>
                      <a:pt x="0" y="42672"/>
                    </a:moveTo>
                    <a:lnTo>
                      <a:pt x="2012" y="52411"/>
                    </a:lnTo>
                    <a:lnTo>
                      <a:pt x="6381" y="57721"/>
                    </a:lnTo>
                    <a:lnTo>
                      <a:pt x="14037" y="58745"/>
                    </a:lnTo>
                    <a:lnTo>
                      <a:pt x="25908" y="55626"/>
                    </a:lnTo>
                    <a:lnTo>
                      <a:pt x="34444" y="52161"/>
                    </a:lnTo>
                    <a:lnTo>
                      <a:pt x="42195" y="47339"/>
                    </a:lnTo>
                    <a:lnTo>
                      <a:pt x="48089" y="40945"/>
                    </a:lnTo>
                    <a:lnTo>
                      <a:pt x="51053" y="32766"/>
                    </a:lnTo>
                    <a:lnTo>
                      <a:pt x="49494" y="24264"/>
                    </a:lnTo>
                    <a:lnTo>
                      <a:pt x="11144" y="8096"/>
                    </a:lnTo>
                    <a:lnTo>
                      <a:pt x="4702" y="6584"/>
                    </a:lnTo>
                    <a:lnTo>
                      <a:pt x="3047" y="2286"/>
                    </a:lnTo>
                    <a:lnTo>
                      <a:pt x="3047" y="0"/>
                    </a:lnTo>
                    <a:lnTo>
                      <a:pt x="4571" y="0"/>
                    </a:lnTo>
                    <a:lnTo>
                      <a:pt x="9143" y="228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5" name="Google Shape;3455;p30"/>
              <p:cNvSpPr/>
              <p:nvPr/>
            </p:nvSpPr>
            <p:spPr>
              <a:xfrm>
                <a:off x="8419814" y="2687573"/>
                <a:ext cx="47625" cy="138430"/>
              </a:xfrm>
              <a:custGeom>
                <a:rect b="b" l="l" r="r" t="t"/>
                <a:pathLst>
                  <a:path extrusionOk="0" h="138430" w="47625">
                    <a:moveTo>
                      <a:pt x="5619" y="137922"/>
                    </a:moveTo>
                    <a:lnTo>
                      <a:pt x="1059" y="126670"/>
                    </a:lnTo>
                    <a:lnTo>
                      <a:pt x="0" y="118205"/>
                    </a:lnTo>
                    <a:lnTo>
                      <a:pt x="797" y="109311"/>
                    </a:lnTo>
                    <a:lnTo>
                      <a:pt x="1809" y="96774"/>
                    </a:lnTo>
                    <a:lnTo>
                      <a:pt x="2547" y="75390"/>
                    </a:lnTo>
                    <a:lnTo>
                      <a:pt x="2571" y="53721"/>
                    </a:lnTo>
                    <a:lnTo>
                      <a:pt x="2024" y="32051"/>
                    </a:lnTo>
                    <a:lnTo>
                      <a:pt x="1047" y="10668"/>
                    </a:lnTo>
                    <a:lnTo>
                      <a:pt x="1047" y="5334"/>
                    </a:lnTo>
                    <a:lnTo>
                      <a:pt x="1047" y="4572"/>
                    </a:lnTo>
                    <a:lnTo>
                      <a:pt x="1047" y="1524"/>
                    </a:lnTo>
                    <a:lnTo>
                      <a:pt x="8667" y="0"/>
                    </a:lnTo>
                    <a:lnTo>
                      <a:pt x="15525" y="0"/>
                    </a:lnTo>
                    <a:lnTo>
                      <a:pt x="23145" y="2286"/>
                    </a:lnTo>
                    <a:lnTo>
                      <a:pt x="29741" y="4393"/>
                    </a:lnTo>
                    <a:lnTo>
                      <a:pt x="35909" y="7143"/>
                    </a:lnTo>
                    <a:lnTo>
                      <a:pt x="41790" y="10322"/>
                    </a:lnTo>
                    <a:lnTo>
                      <a:pt x="47529" y="1371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6" name="Google Shape;3456;p30"/>
              <p:cNvSpPr/>
              <p:nvPr/>
            </p:nvSpPr>
            <p:spPr>
              <a:xfrm>
                <a:off x="8410956" y="2754248"/>
                <a:ext cx="135890" cy="81280"/>
              </a:xfrm>
              <a:custGeom>
                <a:rect b="b" l="l" r="r" t="t"/>
                <a:pathLst>
                  <a:path extrusionOk="0" h="81280" w="135890">
                    <a:moveTo>
                      <a:pt x="0" y="12573"/>
                    </a:moveTo>
                    <a:lnTo>
                      <a:pt x="14859" y="9929"/>
                    </a:lnTo>
                    <a:lnTo>
                      <a:pt x="29718" y="6858"/>
                    </a:lnTo>
                    <a:lnTo>
                      <a:pt x="44577" y="3786"/>
                    </a:lnTo>
                    <a:lnTo>
                      <a:pt x="59436" y="1143"/>
                    </a:lnTo>
                    <a:lnTo>
                      <a:pt x="64531" y="642"/>
                    </a:lnTo>
                    <a:lnTo>
                      <a:pt x="72199" y="0"/>
                    </a:lnTo>
                    <a:lnTo>
                      <a:pt x="79581" y="500"/>
                    </a:lnTo>
                    <a:lnTo>
                      <a:pt x="83820" y="3429"/>
                    </a:lnTo>
                    <a:lnTo>
                      <a:pt x="84784" y="10620"/>
                    </a:lnTo>
                    <a:lnTo>
                      <a:pt x="82962" y="18097"/>
                    </a:lnTo>
                    <a:lnTo>
                      <a:pt x="79855" y="25288"/>
                    </a:lnTo>
                    <a:lnTo>
                      <a:pt x="76962" y="31623"/>
                    </a:lnTo>
                    <a:lnTo>
                      <a:pt x="72604" y="40862"/>
                    </a:lnTo>
                    <a:lnTo>
                      <a:pt x="67818" y="52387"/>
                    </a:lnTo>
                    <a:lnTo>
                      <a:pt x="64746" y="64198"/>
                    </a:lnTo>
                    <a:lnTo>
                      <a:pt x="65532" y="74295"/>
                    </a:lnTo>
                    <a:lnTo>
                      <a:pt x="70604" y="78878"/>
                    </a:lnTo>
                    <a:lnTo>
                      <a:pt x="79248" y="80676"/>
                    </a:lnTo>
                    <a:lnTo>
                      <a:pt x="88463" y="80617"/>
                    </a:lnTo>
                    <a:lnTo>
                      <a:pt x="95250" y="79629"/>
                    </a:lnTo>
                    <a:lnTo>
                      <a:pt x="107346" y="75568"/>
                    </a:lnTo>
                    <a:lnTo>
                      <a:pt x="117729" y="69437"/>
                    </a:lnTo>
                    <a:lnTo>
                      <a:pt x="126968" y="61733"/>
                    </a:lnTo>
                    <a:lnTo>
                      <a:pt x="135636" y="52959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7" name="Google Shape;3457;p30"/>
              <p:cNvSpPr/>
              <p:nvPr/>
            </p:nvSpPr>
            <p:spPr>
              <a:xfrm>
                <a:off x="8481822" y="2739389"/>
                <a:ext cx="57150" cy="39370"/>
              </a:xfrm>
              <a:custGeom>
                <a:rect b="b" l="l" r="r" t="t"/>
                <a:pathLst>
                  <a:path extrusionOk="0" h="39369" w="57150">
                    <a:moveTo>
                      <a:pt x="11429" y="25146"/>
                    </a:moveTo>
                    <a:lnTo>
                      <a:pt x="3809" y="32004"/>
                    </a:lnTo>
                    <a:lnTo>
                      <a:pt x="0" y="31242"/>
                    </a:lnTo>
                    <a:lnTo>
                      <a:pt x="761" y="37338"/>
                    </a:lnTo>
                    <a:lnTo>
                      <a:pt x="9894" y="38397"/>
                    </a:lnTo>
                    <a:lnTo>
                      <a:pt x="18954" y="38957"/>
                    </a:lnTo>
                    <a:lnTo>
                      <a:pt x="27872" y="38516"/>
                    </a:lnTo>
                    <a:lnTo>
                      <a:pt x="57149" y="18288"/>
                    </a:lnTo>
                    <a:lnTo>
                      <a:pt x="54209" y="11941"/>
                    </a:lnTo>
                    <a:lnTo>
                      <a:pt x="13715" y="0"/>
                    </a:lnTo>
                    <a:lnTo>
                      <a:pt x="11429" y="8382"/>
                    </a:lnTo>
                    <a:lnTo>
                      <a:pt x="8381" y="17526"/>
                    </a:lnTo>
                    <a:lnTo>
                      <a:pt x="16763" y="20574"/>
                    </a:lnTo>
                    <a:lnTo>
                      <a:pt x="22097" y="2514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8" name="Google Shape;3458;p30"/>
              <p:cNvSpPr/>
              <p:nvPr/>
            </p:nvSpPr>
            <p:spPr>
              <a:xfrm>
                <a:off x="8555748" y="2725673"/>
                <a:ext cx="90805" cy="104139"/>
              </a:xfrm>
              <a:custGeom>
                <a:rect b="b" l="l" r="r" t="t"/>
                <a:pathLst>
                  <a:path extrusionOk="0" h="104139" w="90804">
                    <a:moveTo>
                      <a:pt x="70854" y="55625"/>
                    </a:moveTo>
                    <a:lnTo>
                      <a:pt x="54852" y="11429"/>
                    </a:lnTo>
                    <a:lnTo>
                      <a:pt x="41779" y="71"/>
                    </a:lnTo>
                    <a:lnTo>
                      <a:pt x="35802" y="2285"/>
                    </a:lnTo>
                    <a:lnTo>
                      <a:pt x="12442" y="34432"/>
                    </a:lnTo>
                    <a:lnTo>
                      <a:pt x="0" y="78402"/>
                    </a:lnTo>
                    <a:lnTo>
                      <a:pt x="3036" y="87629"/>
                    </a:lnTo>
                    <a:lnTo>
                      <a:pt x="11358" y="92642"/>
                    </a:lnTo>
                    <a:lnTo>
                      <a:pt x="22181" y="92868"/>
                    </a:lnTo>
                    <a:lnTo>
                      <a:pt x="33146" y="90094"/>
                    </a:lnTo>
                    <a:lnTo>
                      <a:pt x="66008" y="56423"/>
                    </a:lnTo>
                    <a:lnTo>
                      <a:pt x="73092" y="13537"/>
                    </a:lnTo>
                    <a:lnTo>
                      <a:pt x="72378" y="3809"/>
                    </a:lnTo>
                    <a:lnTo>
                      <a:pt x="71616" y="2285"/>
                    </a:lnTo>
                    <a:lnTo>
                      <a:pt x="70854" y="761"/>
                    </a:lnTo>
                    <a:lnTo>
                      <a:pt x="70854" y="0"/>
                    </a:lnTo>
                    <a:lnTo>
                      <a:pt x="66282" y="5333"/>
                    </a:lnTo>
                    <a:lnTo>
                      <a:pt x="66282" y="11429"/>
                    </a:lnTo>
                    <a:lnTo>
                      <a:pt x="65520" y="20573"/>
                    </a:lnTo>
                    <a:lnTo>
                      <a:pt x="64781" y="33623"/>
                    </a:lnTo>
                    <a:lnTo>
                      <a:pt x="64186" y="47243"/>
                    </a:lnTo>
                    <a:lnTo>
                      <a:pt x="64448" y="60864"/>
                    </a:lnTo>
                    <a:lnTo>
                      <a:pt x="77426" y="99095"/>
                    </a:lnTo>
                    <a:lnTo>
                      <a:pt x="84570" y="103631"/>
                    </a:lnTo>
                    <a:lnTo>
                      <a:pt x="86856" y="103631"/>
                    </a:lnTo>
                    <a:lnTo>
                      <a:pt x="89142" y="103631"/>
                    </a:lnTo>
                    <a:lnTo>
                      <a:pt x="90666" y="103631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9" name="Google Shape;3459;p30"/>
              <p:cNvSpPr/>
              <p:nvPr/>
            </p:nvSpPr>
            <p:spPr>
              <a:xfrm>
                <a:off x="8663809" y="2695193"/>
                <a:ext cx="104775" cy="114300"/>
              </a:xfrm>
              <a:custGeom>
                <a:rect b="b" l="l" r="r" t="t"/>
                <a:pathLst>
                  <a:path extrusionOk="0" h="114300" w="104775">
                    <a:moveTo>
                      <a:pt x="22228" y="0"/>
                    </a:moveTo>
                    <a:lnTo>
                      <a:pt x="892" y="32766"/>
                    </a:lnTo>
                    <a:lnTo>
                      <a:pt x="0" y="45565"/>
                    </a:lnTo>
                    <a:lnTo>
                      <a:pt x="35" y="58578"/>
                    </a:lnTo>
                    <a:lnTo>
                      <a:pt x="13846" y="96678"/>
                    </a:lnTo>
                    <a:lnTo>
                      <a:pt x="26800" y="104394"/>
                    </a:lnTo>
                    <a:lnTo>
                      <a:pt x="27562" y="104394"/>
                    </a:lnTo>
                    <a:lnTo>
                      <a:pt x="29086" y="104394"/>
                    </a:lnTo>
                    <a:lnTo>
                      <a:pt x="29848" y="104394"/>
                    </a:lnTo>
                    <a:lnTo>
                      <a:pt x="29848" y="94488"/>
                    </a:lnTo>
                    <a:lnTo>
                      <a:pt x="26800" y="90678"/>
                    </a:lnTo>
                    <a:lnTo>
                      <a:pt x="21466" y="82296"/>
                    </a:lnTo>
                    <a:lnTo>
                      <a:pt x="17883" y="76164"/>
                    </a:lnTo>
                    <a:lnTo>
                      <a:pt x="13942" y="68675"/>
                    </a:lnTo>
                    <a:lnTo>
                      <a:pt x="11287" y="60757"/>
                    </a:lnTo>
                    <a:lnTo>
                      <a:pt x="11560" y="53340"/>
                    </a:lnTo>
                    <a:lnTo>
                      <a:pt x="16811" y="45398"/>
                    </a:lnTo>
                    <a:lnTo>
                      <a:pt x="26134" y="39528"/>
                    </a:lnTo>
                    <a:lnTo>
                      <a:pt x="36742" y="35230"/>
                    </a:lnTo>
                    <a:lnTo>
                      <a:pt x="45850" y="32003"/>
                    </a:lnTo>
                    <a:lnTo>
                      <a:pt x="53982" y="28860"/>
                    </a:lnTo>
                    <a:lnTo>
                      <a:pt x="62329" y="26288"/>
                    </a:lnTo>
                    <a:lnTo>
                      <a:pt x="70818" y="24288"/>
                    </a:lnTo>
                    <a:lnTo>
                      <a:pt x="79378" y="22859"/>
                    </a:lnTo>
                    <a:lnTo>
                      <a:pt x="80140" y="22859"/>
                    </a:lnTo>
                    <a:lnTo>
                      <a:pt x="80902" y="22859"/>
                    </a:lnTo>
                    <a:lnTo>
                      <a:pt x="75235" y="27336"/>
                    </a:lnTo>
                    <a:lnTo>
                      <a:pt x="69853" y="31813"/>
                    </a:lnTo>
                    <a:lnTo>
                      <a:pt x="65043" y="36575"/>
                    </a:lnTo>
                    <a:lnTo>
                      <a:pt x="61090" y="41909"/>
                    </a:lnTo>
                    <a:lnTo>
                      <a:pt x="57519" y="48434"/>
                    </a:lnTo>
                    <a:lnTo>
                      <a:pt x="55375" y="55244"/>
                    </a:lnTo>
                    <a:lnTo>
                      <a:pt x="55518" y="62055"/>
                    </a:lnTo>
                    <a:lnTo>
                      <a:pt x="87760" y="86867"/>
                    </a:lnTo>
                    <a:lnTo>
                      <a:pt x="90046" y="88391"/>
                    </a:lnTo>
                    <a:lnTo>
                      <a:pt x="104524" y="93725"/>
                    </a:lnTo>
                    <a:lnTo>
                      <a:pt x="100714" y="99822"/>
                    </a:lnTo>
                    <a:lnTo>
                      <a:pt x="94273" y="105251"/>
                    </a:lnTo>
                    <a:lnTo>
                      <a:pt x="84617" y="108394"/>
                    </a:lnTo>
                    <a:lnTo>
                      <a:pt x="74247" y="110108"/>
                    </a:lnTo>
                    <a:lnTo>
                      <a:pt x="65662" y="111252"/>
                    </a:lnTo>
                    <a:lnTo>
                      <a:pt x="55768" y="112740"/>
                    </a:lnTo>
                    <a:lnTo>
                      <a:pt x="43660" y="114014"/>
                    </a:lnTo>
                    <a:lnTo>
                      <a:pt x="31694" y="113716"/>
                    </a:lnTo>
                    <a:lnTo>
                      <a:pt x="22228" y="110489"/>
                    </a:lnTo>
                    <a:lnTo>
                      <a:pt x="18418" y="103632"/>
                    </a:lnTo>
                    <a:lnTo>
                      <a:pt x="16894" y="101346"/>
                    </a:lnTo>
                    <a:lnTo>
                      <a:pt x="18418" y="9525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60" name="Google Shape;3460;p30"/>
            <p:cNvGrpSpPr/>
            <p:nvPr/>
          </p:nvGrpSpPr>
          <p:grpSpPr>
            <a:xfrm>
              <a:off x="9014459" y="2670810"/>
              <a:ext cx="240029" cy="118110"/>
              <a:chOff x="9014459" y="2670810"/>
              <a:chExt cx="240029" cy="118110"/>
            </a:xfrm>
          </p:grpSpPr>
          <p:sp>
            <p:nvSpPr>
              <p:cNvPr id="3461" name="Google Shape;3461;p30"/>
              <p:cNvSpPr/>
              <p:nvPr/>
            </p:nvSpPr>
            <p:spPr>
              <a:xfrm>
                <a:off x="9030461" y="2670810"/>
                <a:ext cx="17780" cy="118110"/>
              </a:xfrm>
              <a:custGeom>
                <a:rect b="b" l="l" r="r" t="t"/>
                <a:pathLst>
                  <a:path extrusionOk="0" h="118110" w="17779">
                    <a:moveTo>
                      <a:pt x="17525" y="0"/>
                    </a:moveTo>
                    <a:lnTo>
                      <a:pt x="4024" y="46827"/>
                    </a:lnTo>
                    <a:lnTo>
                      <a:pt x="952" y="88392"/>
                    </a:lnTo>
                    <a:lnTo>
                      <a:pt x="761" y="112014"/>
                    </a:lnTo>
                    <a:lnTo>
                      <a:pt x="761" y="115823"/>
                    </a:lnTo>
                    <a:lnTo>
                      <a:pt x="0" y="116586"/>
                    </a:lnTo>
                    <a:lnTo>
                      <a:pt x="761" y="118110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2" name="Google Shape;3462;p30"/>
              <p:cNvSpPr/>
              <p:nvPr/>
            </p:nvSpPr>
            <p:spPr>
              <a:xfrm>
                <a:off x="9014459" y="2688336"/>
                <a:ext cx="240029" cy="99060"/>
              </a:xfrm>
              <a:custGeom>
                <a:rect b="b" l="l" r="r" t="t"/>
                <a:pathLst>
                  <a:path extrusionOk="0" h="99060" w="240029">
                    <a:moveTo>
                      <a:pt x="0" y="21336"/>
                    </a:moveTo>
                    <a:lnTo>
                      <a:pt x="41148" y="4572"/>
                    </a:lnTo>
                    <a:lnTo>
                      <a:pt x="47243" y="3048"/>
                    </a:lnTo>
                    <a:lnTo>
                      <a:pt x="54102" y="762"/>
                    </a:lnTo>
                    <a:lnTo>
                      <a:pt x="60960" y="0"/>
                    </a:lnTo>
                    <a:lnTo>
                      <a:pt x="61722" y="0"/>
                    </a:lnTo>
                    <a:lnTo>
                      <a:pt x="62484" y="8382"/>
                    </a:lnTo>
                    <a:lnTo>
                      <a:pt x="62484" y="16764"/>
                    </a:lnTo>
                    <a:lnTo>
                      <a:pt x="62484" y="25146"/>
                    </a:lnTo>
                    <a:lnTo>
                      <a:pt x="62495" y="37599"/>
                    </a:lnTo>
                    <a:lnTo>
                      <a:pt x="62579" y="49911"/>
                    </a:lnTo>
                    <a:lnTo>
                      <a:pt x="62805" y="62222"/>
                    </a:lnTo>
                    <a:lnTo>
                      <a:pt x="63246" y="74676"/>
                    </a:lnTo>
                    <a:lnTo>
                      <a:pt x="63246" y="80772"/>
                    </a:lnTo>
                    <a:lnTo>
                      <a:pt x="63246" y="85344"/>
                    </a:lnTo>
                    <a:lnTo>
                      <a:pt x="63246" y="91440"/>
                    </a:lnTo>
                    <a:lnTo>
                      <a:pt x="62972" y="83331"/>
                    </a:lnTo>
                    <a:lnTo>
                      <a:pt x="77438" y="46101"/>
                    </a:lnTo>
                    <a:lnTo>
                      <a:pt x="112680" y="38100"/>
                    </a:lnTo>
                    <a:lnTo>
                      <a:pt x="122551" y="38766"/>
                    </a:lnTo>
                    <a:lnTo>
                      <a:pt x="131064" y="41148"/>
                    </a:lnTo>
                    <a:lnTo>
                      <a:pt x="136338" y="45148"/>
                    </a:lnTo>
                    <a:lnTo>
                      <a:pt x="139541" y="50863"/>
                    </a:lnTo>
                    <a:lnTo>
                      <a:pt x="140600" y="57435"/>
                    </a:lnTo>
                    <a:lnTo>
                      <a:pt x="139446" y="64008"/>
                    </a:lnTo>
                    <a:lnTo>
                      <a:pt x="136338" y="70758"/>
                    </a:lnTo>
                    <a:lnTo>
                      <a:pt x="132302" y="77438"/>
                    </a:lnTo>
                    <a:lnTo>
                      <a:pt x="128408" y="84260"/>
                    </a:lnTo>
                    <a:lnTo>
                      <a:pt x="125730" y="91440"/>
                    </a:lnTo>
                    <a:lnTo>
                      <a:pt x="125730" y="92202"/>
                    </a:lnTo>
                    <a:lnTo>
                      <a:pt x="125730" y="93726"/>
                    </a:lnTo>
                    <a:lnTo>
                      <a:pt x="125730" y="95250"/>
                    </a:lnTo>
                    <a:lnTo>
                      <a:pt x="129540" y="97536"/>
                    </a:lnTo>
                    <a:lnTo>
                      <a:pt x="134874" y="99060"/>
                    </a:lnTo>
                    <a:lnTo>
                      <a:pt x="142494" y="96774"/>
                    </a:lnTo>
                    <a:lnTo>
                      <a:pt x="176022" y="70866"/>
                    </a:lnTo>
                    <a:lnTo>
                      <a:pt x="180653" y="31039"/>
                    </a:lnTo>
                    <a:lnTo>
                      <a:pt x="169818" y="24253"/>
                    </a:lnTo>
                    <a:lnTo>
                      <a:pt x="163830" y="25146"/>
                    </a:lnTo>
                    <a:lnTo>
                      <a:pt x="147066" y="59436"/>
                    </a:lnTo>
                    <a:lnTo>
                      <a:pt x="178403" y="93464"/>
                    </a:lnTo>
                    <a:lnTo>
                      <a:pt x="225552" y="90678"/>
                    </a:lnTo>
                    <a:lnTo>
                      <a:pt x="235458" y="87630"/>
                    </a:lnTo>
                    <a:lnTo>
                      <a:pt x="240029" y="86106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63" name="Google Shape;3463;p30"/>
            <p:cNvGrpSpPr/>
            <p:nvPr/>
          </p:nvGrpSpPr>
          <p:grpSpPr>
            <a:xfrm>
              <a:off x="8778988" y="2935211"/>
              <a:ext cx="599719" cy="236245"/>
              <a:chOff x="8778988" y="2935211"/>
              <a:chExt cx="599719" cy="236245"/>
            </a:xfrm>
          </p:grpSpPr>
          <p:pic>
            <p:nvPicPr>
              <p:cNvPr id="3464" name="Google Shape;3464;p30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8778988" y="2959595"/>
                <a:ext cx="265201" cy="21186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65" name="Google Shape;3465;p30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9066262" y="2935211"/>
                <a:ext cx="312445" cy="22024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466" name="Google Shape;3466;p30"/>
            <p:cNvGrpSpPr/>
            <p:nvPr/>
          </p:nvGrpSpPr>
          <p:grpSpPr>
            <a:xfrm>
              <a:off x="9432797" y="2922269"/>
              <a:ext cx="37846" cy="33146"/>
              <a:chOff x="9432797" y="2922269"/>
              <a:chExt cx="37846" cy="33146"/>
            </a:xfrm>
          </p:grpSpPr>
          <p:sp>
            <p:nvSpPr>
              <p:cNvPr id="3467" name="Google Shape;3467;p30"/>
              <p:cNvSpPr/>
              <p:nvPr/>
            </p:nvSpPr>
            <p:spPr>
              <a:xfrm>
                <a:off x="9432797" y="2922269"/>
                <a:ext cx="6350" cy="28575"/>
              </a:xfrm>
              <a:custGeom>
                <a:rect b="b" l="l" r="r" t="t"/>
                <a:pathLst>
                  <a:path extrusionOk="0" h="28575" w="6350">
                    <a:moveTo>
                      <a:pt x="0" y="0"/>
                    </a:moveTo>
                    <a:lnTo>
                      <a:pt x="4310" y="6679"/>
                    </a:lnTo>
                    <a:lnTo>
                      <a:pt x="5905" y="11144"/>
                    </a:lnTo>
                    <a:lnTo>
                      <a:pt x="4929" y="15751"/>
                    </a:lnTo>
                    <a:lnTo>
                      <a:pt x="1524" y="22860"/>
                    </a:lnTo>
                    <a:lnTo>
                      <a:pt x="762" y="25908"/>
                    </a:lnTo>
                    <a:lnTo>
                      <a:pt x="0" y="25908"/>
                    </a:lnTo>
                    <a:lnTo>
                      <a:pt x="0" y="2819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8" name="Google Shape;3468;p30"/>
              <p:cNvSpPr/>
              <p:nvPr/>
            </p:nvSpPr>
            <p:spPr>
              <a:xfrm>
                <a:off x="9450323" y="2923031"/>
                <a:ext cx="20320" cy="32384"/>
              </a:xfrm>
              <a:custGeom>
                <a:rect b="b" l="l" r="r" t="t"/>
                <a:pathLst>
                  <a:path extrusionOk="0" h="32385" w="20320">
                    <a:moveTo>
                      <a:pt x="19811" y="0"/>
                    </a:moveTo>
                    <a:lnTo>
                      <a:pt x="15751" y="8965"/>
                    </a:lnTo>
                    <a:lnTo>
                      <a:pt x="11334" y="16859"/>
                    </a:lnTo>
                    <a:lnTo>
                      <a:pt x="6203" y="24324"/>
                    </a:lnTo>
                    <a:lnTo>
                      <a:pt x="0" y="32004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469" name="Google Shape;3469;p3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8061947" y="2648318"/>
              <a:ext cx="73177" cy="6517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70" name="Google Shape;3470;p30"/>
            <p:cNvGrpSpPr/>
            <p:nvPr/>
          </p:nvGrpSpPr>
          <p:grpSpPr>
            <a:xfrm>
              <a:off x="4584941" y="4251959"/>
              <a:ext cx="1035583" cy="237054"/>
              <a:chOff x="4584941" y="4251959"/>
              <a:chExt cx="1035583" cy="237054"/>
            </a:xfrm>
          </p:grpSpPr>
          <p:pic>
            <p:nvPicPr>
              <p:cNvPr id="3471" name="Google Shape;3471;p30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4584941" y="4273283"/>
                <a:ext cx="343687" cy="2157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72" name="Google Shape;3472;p30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4951213" y="4251959"/>
                <a:ext cx="282215" cy="15850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73" name="Google Shape;3473;p30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5256263" y="4274807"/>
                <a:ext cx="364261" cy="1181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474" name="Google Shape;3474;p30"/>
            <p:cNvGrpSpPr/>
            <p:nvPr/>
          </p:nvGrpSpPr>
          <p:grpSpPr>
            <a:xfrm>
              <a:off x="5966447" y="4197083"/>
              <a:ext cx="656869" cy="181178"/>
              <a:chOff x="5966447" y="4197083"/>
              <a:chExt cx="656869" cy="181178"/>
            </a:xfrm>
          </p:grpSpPr>
          <p:pic>
            <p:nvPicPr>
              <p:cNvPr id="3475" name="Google Shape;3475;p30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5966447" y="4197083"/>
                <a:ext cx="303301" cy="18117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76" name="Google Shape;3476;p30"/>
              <p:cNvSpPr/>
              <p:nvPr/>
            </p:nvSpPr>
            <p:spPr>
              <a:xfrm>
                <a:off x="6242304" y="4241292"/>
                <a:ext cx="254000" cy="99060"/>
              </a:xfrm>
              <a:custGeom>
                <a:rect b="b" l="l" r="r" t="t"/>
                <a:pathLst>
                  <a:path extrusionOk="0" h="99060" w="254000">
                    <a:moveTo>
                      <a:pt x="29717" y="73151"/>
                    </a:moveTo>
                    <a:lnTo>
                      <a:pt x="21645" y="69580"/>
                    </a:lnTo>
                    <a:lnTo>
                      <a:pt x="14858" y="66865"/>
                    </a:lnTo>
                    <a:lnTo>
                      <a:pt x="8072" y="65008"/>
                    </a:lnTo>
                    <a:lnTo>
                      <a:pt x="0" y="64007"/>
                    </a:lnTo>
                    <a:lnTo>
                      <a:pt x="6857" y="61721"/>
                    </a:lnTo>
                    <a:lnTo>
                      <a:pt x="15239" y="58673"/>
                    </a:lnTo>
                    <a:lnTo>
                      <a:pt x="22859" y="54863"/>
                    </a:lnTo>
                    <a:lnTo>
                      <a:pt x="36814" y="48327"/>
                    </a:lnTo>
                    <a:lnTo>
                      <a:pt x="72389" y="20573"/>
                    </a:lnTo>
                    <a:lnTo>
                      <a:pt x="72389" y="0"/>
                    </a:lnTo>
                    <a:lnTo>
                      <a:pt x="64150" y="1595"/>
                    </a:lnTo>
                    <a:lnTo>
                      <a:pt x="38576" y="33623"/>
                    </a:lnTo>
                    <a:lnTo>
                      <a:pt x="35968" y="41779"/>
                    </a:lnTo>
                    <a:lnTo>
                      <a:pt x="36575" y="48005"/>
                    </a:lnTo>
                    <a:lnTo>
                      <a:pt x="42421" y="51708"/>
                    </a:lnTo>
                    <a:lnTo>
                      <a:pt x="51339" y="53054"/>
                    </a:lnTo>
                    <a:lnTo>
                      <a:pt x="60686" y="52828"/>
                    </a:lnTo>
                    <a:lnTo>
                      <a:pt x="101345" y="37337"/>
                    </a:lnTo>
                    <a:lnTo>
                      <a:pt x="104393" y="35813"/>
                    </a:lnTo>
                    <a:lnTo>
                      <a:pt x="107441" y="33527"/>
                    </a:lnTo>
                    <a:lnTo>
                      <a:pt x="109727" y="32003"/>
                    </a:lnTo>
                    <a:lnTo>
                      <a:pt x="109727" y="40385"/>
                    </a:lnTo>
                    <a:lnTo>
                      <a:pt x="108203" y="48005"/>
                    </a:lnTo>
                    <a:lnTo>
                      <a:pt x="107441" y="56387"/>
                    </a:lnTo>
                    <a:lnTo>
                      <a:pt x="105894" y="64329"/>
                    </a:lnTo>
                    <a:lnTo>
                      <a:pt x="104203" y="73628"/>
                    </a:lnTo>
                    <a:lnTo>
                      <a:pt x="103370" y="83069"/>
                    </a:lnTo>
                    <a:lnTo>
                      <a:pt x="104393" y="91439"/>
                    </a:lnTo>
                    <a:lnTo>
                      <a:pt x="108763" y="96571"/>
                    </a:lnTo>
                    <a:lnTo>
                      <a:pt x="115919" y="98774"/>
                    </a:lnTo>
                    <a:lnTo>
                      <a:pt x="123789" y="98833"/>
                    </a:lnTo>
                    <a:lnTo>
                      <a:pt x="130301" y="97535"/>
                    </a:lnTo>
                    <a:lnTo>
                      <a:pt x="170687" y="68579"/>
                    </a:lnTo>
                    <a:lnTo>
                      <a:pt x="185927" y="33527"/>
                    </a:lnTo>
                    <a:lnTo>
                      <a:pt x="185927" y="28193"/>
                    </a:lnTo>
                    <a:lnTo>
                      <a:pt x="185927" y="27431"/>
                    </a:lnTo>
                    <a:lnTo>
                      <a:pt x="185927" y="24383"/>
                    </a:lnTo>
                    <a:lnTo>
                      <a:pt x="179069" y="24383"/>
                    </a:lnTo>
                    <a:lnTo>
                      <a:pt x="166354" y="63424"/>
                    </a:lnTo>
                    <a:lnTo>
                      <a:pt x="166877" y="73151"/>
                    </a:lnTo>
                    <a:lnTo>
                      <a:pt x="171092" y="82200"/>
                    </a:lnTo>
                    <a:lnTo>
                      <a:pt x="178307" y="87248"/>
                    </a:lnTo>
                    <a:lnTo>
                      <a:pt x="187237" y="89439"/>
                    </a:lnTo>
                    <a:lnTo>
                      <a:pt x="196595" y="89915"/>
                    </a:lnTo>
                    <a:lnTo>
                      <a:pt x="213026" y="89249"/>
                    </a:lnTo>
                    <a:lnTo>
                      <a:pt x="227456" y="85153"/>
                    </a:lnTo>
                    <a:lnTo>
                      <a:pt x="240744" y="77914"/>
                    </a:lnTo>
                    <a:lnTo>
                      <a:pt x="253745" y="67817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7" name="Google Shape;3477;p30"/>
              <p:cNvSpPr/>
              <p:nvPr/>
            </p:nvSpPr>
            <p:spPr>
              <a:xfrm>
                <a:off x="6421374" y="4214622"/>
                <a:ext cx="15240" cy="15240"/>
              </a:xfrm>
              <a:custGeom>
                <a:rect b="b" l="l" r="r" t="t"/>
                <a:pathLst>
                  <a:path extrusionOk="0" h="15239" w="15239">
                    <a:moveTo>
                      <a:pt x="0" y="3048"/>
                    </a:moveTo>
                    <a:lnTo>
                      <a:pt x="0" y="11430"/>
                    </a:lnTo>
                    <a:lnTo>
                      <a:pt x="3047" y="15240"/>
                    </a:lnTo>
                    <a:lnTo>
                      <a:pt x="12191" y="15240"/>
                    </a:lnTo>
                    <a:lnTo>
                      <a:pt x="15239" y="11430"/>
                    </a:lnTo>
                    <a:lnTo>
                      <a:pt x="15239" y="7620"/>
                    </a:lnTo>
                    <a:lnTo>
                      <a:pt x="15239" y="3048"/>
                    </a:lnTo>
                    <a:lnTo>
                      <a:pt x="12191" y="0"/>
                    </a:lnTo>
                    <a:lnTo>
                      <a:pt x="3047" y="0"/>
                    </a:lnTo>
                    <a:lnTo>
                      <a:pt x="0" y="3048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478" name="Google Shape;3478;p30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6475463" y="4223753"/>
                <a:ext cx="147853" cy="10794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479" name="Google Shape;3479;p30"/>
            <p:cNvGrpSpPr/>
            <p:nvPr/>
          </p:nvGrpSpPr>
          <p:grpSpPr>
            <a:xfrm>
              <a:off x="3597401" y="2370582"/>
              <a:ext cx="246379" cy="375920"/>
              <a:chOff x="3597401" y="2370582"/>
              <a:chExt cx="246379" cy="375920"/>
            </a:xfrm>
          </p:grpSpPr>
          <p:sp>
            <p:nvSpPr>
              <p:cNvPr id="3480" name="Google Shape;3480;p30"/>
              <p:cNvSpPr/>
              <p:nvPr/>
            </p:nvSpPr>
            <p:spPr>
              <a:xfrm>
                <a:off x="3597401" y="2469642"/>
                <a:ext cx="246379" cy="137160"/>
              </a:xfrm>
              <a:custGeom>
                <a:rect b="b" l="l" r="r" t="t"/>
                <a:pathLst>
                  <a:path extrusionOk="0" h="137160" w="246379">
                    <a:moveTo>
                      <a:pt x="13715" y="762"/>
                    </a:moveTo>
                    <a:lnTo>
                      <a:pt x="5333" y="0"/>
                    </a:lnTo>
                    <a:lnTo>
                      <a:pt x="4571" y="0"/>
                    </a:lnTo>
                    <a:lnTo>
                      <a:pt x="0" y="0"/>
                    </a:lnTo>
                    <a:lnTo>
                      <a:pt x="54602" y="21026"/>
                    </a:lnTo>
                    <a:lnTo>
                      <a:pt x="107894" y="53363"/>
                    </a:lnTo>
                    <a:lnTo>
                      <a:pt x="134111" y="70104"/>
                    </a:lnTo>
                    <a:lnTo>
                      <a:pt x="152411" y="81510"/>
                    </a:lnTo>
                    <a:lnTo>
                      <a:pt x="189297" y="103751"/>
                    </a:lnTo>
                    <a:lnTo>
                      <a:pt x="224504" y="123063"/>
                    </a:lnTo>
                    <a:lnTo>
                      <a:pt x="232993" y="127373"/>
                    </a:lnTo>
                    <a:lnTo>
                      <a:pt x="241553" y="131826"/>
                    </a:lnTo>
                    <a:lnTo>
                      <a:pt x="245363" y="133349"/>
                    </a:lnTo>
                    <a:lnTo>
                      <a:pt x="244601" y="134111"/>
                    </a:lnTo>
                    <a:lnTo>
                      <a:pt x="246125" y="135635"/>
                    </a:lnTo>
                    <a:lnTo>
                      <a:pt x="240029" y="137160"/>
                    </a:lnTo>
                    <a:lnTo>
                      <a:pt x="234695" y="137160"/>
                    </a:lnTo>
                    <a:lnTo>
                      <a:pt x="227837" y="136397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1" name="Google Shape;3481;p30"/>
              <p:cNvSpPr/>
              <p:nvPr/>
            </p:nvSpPr>
            <p:spPr>
              <a:xfrm>
                <a:off x="3630929" y="2370582"/>
                <a:ext cx="144145" cy="375920"/>
              </a:xfrm>
              <a:custGeom>
                <a:rect b="b" l="l" r="r" t="t"/>
                <a:pathLst>
                  <a:path extrusionOk="0" h="375919" w="144145">
                    <a:moveTo>
                      <a:pt x="144017" y="0"/>
                    </a:moveTo>
                    <a:lnTo>
                      <a:pt x="136350" y="24574"/>
                    </a:lnTo>
                    <a:lnTo>
                      <a:pt x="128968" y="49149"/>
                    </a:lnTo>
                    <a:lnTo>
                      <a:pt x="121300" y="73723"/>
                    </a:lnTo>
                    <a:lnTo>
                      <a:pt x="98667" y="134290"/>
                    </a:lnTo>
                    <a:lnTo>
                      <a:pt x="83915" y="170211"/>
                    </a:lnTo>
                    <a:lnTo>
                      <a:pt x="68734" y="205990"/>
                    </a:lnTo>
                    <a:lnTo>
                      <a:pt x="53339" y="241554"/>
                    </a:lnTo>
                    <a:lnTo>
                      <a:pt x="41505" y="268426"/>
                    </a:lnTo>
                    <a:lnTo>
                      <a:pt x="30098" y="295370"/>
                    </a:lnTo>
                    <a:lnTo>
                      <a:pt x="19264" y="322456"/>
                    </a:lnTo>
                    <a:lnTo>
                      <a:pt x="9143" y="349758"/>
                    </a:lnTo>
                    <a:lnTo>
                      <a:pt x="7096" y="355925"/>
                    </a:lnTo>
                    <a:lnTo>
                      <a:pt x="5333" y="361950"/>
                    </a:lnTo>
                    <a:lnTo>
                      <a:pt x="3571" y="367974"/>
                    </a:lnTo>
                    <a:lnTo>
                      <a:pt x="1523" y="374142"/>
                    </a:lnTo>
                    <a:lnTo>
                      <a:pt x="1523" y="375666"/>
                    </a:lnTo>
                    <a:lnTo>
                      <a:pt x="0" y="366522"/>
                    </a:lnTo>
                    <a:lnTo>
                      <a:pt x="0" y="364998"/>
                    </a:lnTo>
                  </a:path>
                </a:pathLst>
              </a:custGeom>
              <a:noFill/>
              <a:ln cap="flat" cmpd="sng" w="152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82" name="Google Shape;3482;p30"/>
            <p:cNvGrpSpPr/>
            <p:nvPr/>
          </p:nvGrpSpPr>
          <p:grpSpPr>
            <a:xfrm>
              <a:off x="4103357" y="2352281"/>
              <a:ext cx="524649" cy="304812"/>
              <a:chOff x="4103357" y="2352281"/>
              <a:chExt cx="524649" cy="304812"/>
            </a:xfrm>
          </p:grpSpPr>
          <p:pic>
            <p:nvPicPr>
              <p:cNvPr id="3483" name="Google Shape;3483;p30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4103357" y="2352281"/>
                <a:ext cx="338258" cy="24005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84" name="Google Shape;3484;p30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4479785" y="2365330"/>
                <a:ext cx="118135" cy="1381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85" name="Google Shape;3485;p30"/>
              <p:cNvSpPr/>
              <p:nvPr/>
            </p:nvSpPr>
            <p:spPr>
              <a:xfrm>
                <a:off x="4130801" y="2554223"/>
                <a:ext cx="497205" cy="102870"/>
              </a:xfrm>
              <a:custGeom>
                <a:rect b="b" l="l" r="r" t="t"/>
                <a:pathLst>
                  <a:path extrusionOk="0" h="102869" w="497204">
                    <a:moveTo>
                      <a:pt x="15239" y="96012"/>
                    </a:moveTo>
                    <a:lnTo>
                      <a:pt x="5333" y="99822"/>
                    </a:lnTo>
                    <a:lnTo>
                      <a:pt x="0" y="96774"/>
                    </a:lnTo>
                    <a:lnTo>
                      <a:pt x="0" y="102108"/>
                    </a:lnTo>
                    <a:lnTo>
                      <a:pt x="14168" y="102834"/>
                    </a:lnTo>
                    <a:lnTo>
                      <a:pt x="28193" y="102774"/>
                    </a:lnTo>
                    <a:lnTo>
                      <a:pt x="42219" y="102000"/>
                    </a:lnTo>
                    <a:lnTo>
                      <a:pt x="56387" y="100584"/>
                    </a:lnTo>
                    <a:lnTo>
                      <a:pt x="91130" y="96393"/>
                    </a:lnTo>
                    <a:lnTo>
                      <a:pt x="125729" y="91059"/>
                    </a:lnTo>
                    <a:lnTo>
                      <a:pt x="160329" y="85153"/>
                    </a:lnTo>
                    <a:lnTo>
                      <a:pt x="195071" y="79247"/>
                    </a:lnTo>
                    <a:lnTo>
                      <a:pt x="242625" y="70996"/>
                    </a:lnTo>
                    <a:lnTo>
                      <a:pt x="290321" y="62388"/>
                    </a:lnTo>
                    <a:lnTo>
                      <a:pt x="338018" y="53637"/>
                    </a:lnTo>
                    <a:lnTo>
                      <a:pt x="385571" y="44957"/>
                    </a:lnTo>
                    <a:lnTo>
                      <a:pt x="410848" y="40528"/>
                    </a:lnTo>
                    <a:lnTo>
                      <a:pt x="436340" y="36385"/>
                    </a:lnTo>
                    <a:lnTo>
                      <a:pt x="461974" y="32527"/>
                    </a:lnTo>
                    <a:lnTo>
                      <a:pt x="487679" y="28955"/>
                    </a:lnTo>
                    <a:lnTo>
                      <a:pt x="493013" y="28193"/>
                    </a:lnTo>
                    <a:lnTo>
                      <a:pt x="493775" y="28193"/>
                    </a:lnTo>
                    <a:lnTo>
                      <a:pt x="496823" y="27431"/>
                    </a:lnTo>
                    <a:lnTo>
                      <a:pt x="490727" y="27431"/>
                    </a:lnTo>
                    <a:lnTo>
                      <a:pt x="480059" y="29717"/>
                    </a:lnTo>
                    <a:lnTo>
                      <a:pt x="476249" y="23621"/>
                    </a:lnTo>
                    <a:lnTo>
                      <a:pt x="474154" y="17787"/>
                    </a:lnTo>
                    <a:lnTo>
                      <a:pt x="474916" y="11810"/>
                    </a:lnTo>
                    <a:lnTo>
                      <a:pt x="477107" y="5834"/>
                    </a:lnTo>
                    <a:lnTo>
                      <a:pt x="479297" y="0"/>
                    </a:lnTo>
                  </a:path>
                </a:pathLst>
              </a:custGeom>
              <a:noFill/>
              <a:ln cap="flat" cmpd="sng" w="152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86" name="Google Shape;3486;p30"/>
            <p:cNvSpPr/>
            <p:nvPr/>
          </p:nvSpPr>
          <p:spPr>
            <a:xfrm>
              <a:off x="4693920" y="2398014"/>
              <a:ext cx="3810" cy="21590"/>
            </a:xfrm>
            <a:custGeom>
              <a:rect b="b" l="l" r="r" t="t"/>
              <a:pathLst>
                <a:path extrusionOk="0" h="21589" w="3810">
                  <a:moveTo>
                    <a:pt x="3810" y="0"/>
                  </a:moveTo>
                  <a:lnTo>
                    <a:pt x="2286" y="8382"/>
                  </a:lnTo>
                  <a:lnTo>
                    <a:pt x="2286" y="13716"/>
                  </a:lnTo>
                  <a:lnTo>
                    <a:pt x="0" y="2133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87" name="Google Shape;3487;p3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281921" y="3799319"/>
              <a:ext cx="274345" cy="20271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88" name="Google Shape;3488;p30"/>
            <p:cNvGrpSpPr/>
            <p:nvPr/>
          </p:nvGrpSpPr>
          <p:grpSpPr>
            <a:xfrm>
              <a:off x="4033693" y="3795509"/>
              <a:ext cx="577181" cy="179190"/>
              <a:chOff x="4033693" y="3795509"/>
              <a:chExt cx="577181" cy="179190"/>
            </a:xfrm>
          </p:grpSpPr>
          <p:pic>
            <p:nvPicPr>
              <p:cNvPr id="3489" name="Google Shape;3489;p30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4033693" y="3805236"/>
                <a:ext cx="250282" cy="16946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90" name="Google Shape;3490;p30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4304525" y="3795509"/>
                <a:ext cx="306349" cy="1692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491" name="Google Shape;3491;p3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000993" y="3729215"/>
              <a:ext cx="83083" cy="670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2" name="Google Shape;3492;p30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5158727" y="3788651"/>
              <a:ext cx="203479" cy="13642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93" name="Google Shape;3493;p30"/>
            <p:cNvGrpSpPr/>
            <p:nvPr/>
          </p:nvGrpSpPr>
          <p:grpSpPr>
            <a:xfrm>
              <a:off x="5409425" y="3673589"/>
              <a:ext cx="852702" cy="231673"/>
              <a:chOff x="5409425" y="3673589"/>
              <a:chExt cx="852702" cy="231673"/>
            </a:xfrm>
          </p:grpSpPr>
          <p:pic>
            <p:nvPicPr>
              <p:cNvPr id="3494" name="Google Shape;3494;p30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5409425" y="3752075"/>
                <a:ext cx="330733" cy="15318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95" name="Google Shape;3495;p30"/>
              <p:cNvSpPr/>
              <p:nvPr/>
            </p:nvSpPr>
            <p:spPr>
              <a:xfrm>
                <a:off x="5786342" y="3729228"/>
                <a:ext cx="24130" cy="116205"/>
              </a:xfrm>
              <a:custGeom>
                <a:rect b="b" l="l" r="r" t="t"/>
                <a:pathLst>
                  <a:path extrusionOk="0" h="116204" w="24129">
                    <a:moveTo>
                      <a:pt x="285" y="0"/>
                    </a:moveTo>
                    <a:lnTo>
                      <a:pt x="285" y="15430"/>
                    </a:lnTo>
                    <a:lnTo>
                      <a:pt x="285" y="30861"/>
                    </a:lnTo>
                    <a:lnTo>
                      <a:pt x="285" y="46291"/>
                    </a:lnTo>
                    <a:lnTo>
                      <a:pt x="285" y="61722"/>
                    </a:lnTo>
                    <a:lnTo>
                      <a:pt x="321" y="72235"/>
                    </a:lnTo>
                    <a:lnTo>
                      <a:pt x="0" y="82962"/>
                    </a:lnTo>
                    <a:lnTo>
                      <a:pt x="392" y="93547"/>
                    </a:lnTo>
                    <a:lnTo>
                      <a:pt x="2571" y="103632"/>
                    </a:lnTo>
                    <a:lnTo>
                      <a:pt x="6381" y="114300"/>
                    </a:lnTo>
                    <a:lnTo>
                      <a:pt x="14001" y="115062"/>
                    </a:lnTo>
                    <a:lnTo>
                      <a:pt x="23907" y="115823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6" name="Google Shape;3496;p30"/>
              <p:cNvSpPr/>
              <p:nvPr/>
            </p:nvSpPr>
            <p:spPr>
              <a:xfrm>
                <a:off x="5774912" y="3767328"/>
                <a:ext cx="295275" cy="66675"/>
              </a:xfrm>
              <a:custGeom>
                <a:rect b="b" l="l" r="r" t="t"/>
                <a:pathLst>
                  <a:path extrusionOk="0" h="66675" w="295275">
                    <a:moveTo>
                      <a:pt x="5619" y="32003"/>
                    </a:moveTo>
                    <a:lnTo>
                      <a:pt x="1131" y="22288"/>
                    </a:lnTo>
                    <a:lnTo>
                      <a:pt x="0" y="16001"/>
                    </a:lnTo>
                    <a:lnTo>
                      <a:pt x="3583" y="11429"/>
                    </a:lnTo>
                    <a:lnTo>
                      <a:pt x="51280" y="107"/>
                    </a:lnTo>
                    <a:lnTo>
                      <a:pt x="64293" y="0"/>
                    </a:lnTo>
                    <a:lnTo>
                      <a:pt x="78795" y="1750"/>
                    </a:lnTo>
                    <a:lnTo>
                      <a:pt x="114585" y="22859"/>
                    </a:lnTo>
                    <a:lnTo>
                      <a:pt x="123051" y="42683"/>
                    </a:lnTo>
                    <a:lnTo>
                      <a:pt x="122967" y="50291"/>
                    </a:lnTo>
                    <a:lnTo>
                      <a:pt x="122967" y="58673"/>
                    </a:lnTo>
                    <a:lnTo>
                      <a:pt x="116871" y="63245"/>
                    </a:lnTo>
                    <a:lnTo>
                      <a:pt x="109251" y="64769"/>
                    </a:lnTo>
                    <a:lnTo>
                      <a:pt x="100869" y="66293"/>
                    </a:lnTo>
                    <a:lnTo>
                      <a:pt x="99345" y="61721"/>
                    </a:lnTo>
                    <a:lnTo>
                      <a:pt x="98583" y="54101"/>
                    </a:lnTo>
                    <a:lnTo>
                      <a:pt x="99083" y="45600"/>
                    </a:lnTo>
                    <a:lnTo>
                      <a:pt x="125539" y="10286"/>
                    </a:lnTo>
                    <a:lnTo>
                      <a:pt x="155733" y="2285"/>
                    </a:lnTo>
                    <a:lnTo>
                      <a:pt x="160305" y="7619"/>
                    </a:lnTo>
                    <a:lnTo>
                      <a:pt x="164115" y="16763"/>
                    </a:lnTo>
                    <a:lnTo>
                      <a:pt x="167020" y="26598"/>
                    </a:lnTo>
                    <a:lnTo>
                      <a:pt x="168497" y="36575"/>
                    </a:lnTo>
                    <a:lnTo>
                      <a:pt x="169687" y="46553"/>
                    </a:lnTo>
                    <a:lnTo>
                      <a:pt x="171735" y="56387"/>
                    </a:lnTo>
                    <a:lnTo>
                      <a:pt x="173259" y="62483"/>
                    </a:lnTo>
                    <a:lnTo>
                      <a:pt x="177069" y="62483"/>
                    </a:lnTo>
                    <a:lnTo>
                      <a:pt x="182403" y="62483"/>
                    </a:lnTo>
                    <a:lnTo>
                      <a:pt x="216693" y="30194"/>
                    </a:lnTo>
                    <a:lnTo>
                      <a:pt x="226599" y="10667"/>
                    </a:lnTo>
                    <a:lnTo>
                      <a:pt x="228123" y="7619"/>
                    </a:lnTo>
                    <a:lnTo>
                      <a:pt x="228885" y="6857"/>
                    </a:lnTo>
                    <a:lnTo>
                      <a:pt x="229647" y="4571"/>
                    </a:lnTo>
                    <a:lnTo>
                      <a:pt x="230409" y="9143"/>
                    </a:lnTo>
                    <a:lnTo>
                      <a:pt x="229647" y="14477"/>
                    </a:lnTo>
                    <a:lnTo>
                      <a:pt x="228885" y="19811"/>
                    </a:lnTo>
                    <a:lnTo>
                      <a:pt x="227147" y="26515"/>
                    </a:lnTo>
                    <a:lnTo>
                      <a:pt x="225266" y="35718"/>
                    </a:lnTo>
                    <a:lnTo>
                      <a:pt x="224813" y="44779"/>
                    </a:lnTo>
                    <a:lnTo>
                      <a:pt x="227361" y="51053"/>
                    </a:lnTo>
                    <a:lnTo>
                      <a:pt x="235922" y="55078"/>
                    </a:lnTo>
                    <a:lnTo>
                      <a:pt x="247269" y="56387"/>
                    </a:lnTo>
                    <a:lnTo>
                      <a:pt x="258758" y="55983"/>
                    </a:lnTo>
                    <a:lnTo>
                      <a:pt x="267747" y="54863"/>
                    </a:lnTo>
                    <a:lnTo>
                      <a:pt x="276963" y="53244"/>
                    </a:lnTo>
                    <a:lnTo>
                      <a:pt x="283749" y="51625"/>
                    </a:lnTo>
                    <a:lnTo>
                      <a:pt x="289393" y="49720"/>
                    </a:lnTo>
                    <a:lnTo>
                      <a:pt x="295179" y="47243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497" name="Google Shape;3497;p30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6042825" y="3673589"/>
                <a:ext cx="219302" cy="15213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498" name="Google Shape;3498;p30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6372652" y="3581387"/>
              <a:ext cx="73879" cy="7851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99" name="Google Shape;3499;p30"/>
            <p:cNvGrpSpPr/>
            <p:nvPr/>
          </p:nvGrpSpPr>
          <p:grpSpPr>
            <a:xfrm>
              <a:off x="6912088" y="3654539"/>
              <a:ext cx="1144549" cy="258343"/>
              <a:chOff x="6912088" y="3654539"/>
              <a:chExt cx="1144549" cy="258343"/>
            </a:xfrm>
          </p:grpSpPr>
          <p:pic>
            <p:nvPicPr>
              <p:cNvPr id="3500" name="Google Shape;3500;p30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6912088" y="3697973"/>
                <a:ext cx="378739" cy="2149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01" name="Google Shape;3501;p30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7331188" y="3714642"/>
                <a:ext cx="185191" cy="1075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02" name="Google Shape;3502;p30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7550359" y="3654539"/>
                <a:ext cx="339401" cy="16161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03" name="Google Shape;3503;p30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7916404" y="3662921"/>
                <a:ext cx="140233" cy="13299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504" name="Google Shape;3504;p30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8404525" y="3635489"/>
              <a:ext cx="189751" cy="22548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05" name="Google Shape;3505;p30"/>
            <p:cNvGrpSpPr/>
            <p:nvPr/>
          </p:nvGrpSpPr>
          <p:grpSpPr>
            <a:xfrm>
              <a:off x="8815578" y="3579875"/>
              <a:ext cx="291465" cy="142875"/>
              <a:chOff x="8815578" y="3579875"/>
              <a:chExt cx="291465" cy="142875"/>
            </a:xfrm>
          </p:grpSpPr>
          <p:sp>
            <p:nvSpPr>
              <p:cNvPr id="3506" name="Google Shape;3506;p30"/>
              <p:cNvSpPr/>
              <p:nvPr/>
            </p:nvSpPr>
            <p:spPr>
              <a:xfrm>
                <a:off x="8832020" y="3579875"/>
                <a:ext cx="15875" cy="142875"/>
              </a:xfrm>
              <a:custGeom>
                <a:rect b="b" l="l" r="r" t="t"/>
                <a:pathLst>
                  <a:path extrusionOk="0" h="142875" w="15875">
                    <a:moveTo>
                      <a:pt x="15561" y="0"/>
                    </a:moveTo>
                    <a:lnTo>
                      <a:pt x="6226" y="51911"/>
                    </a:lnTo>
                    <a:lnTo>
                      <a:pt x="321" y="104394"/>
                    </a:lnTo>
                    <a:lnTo>
                      <a:pt x="0" y="113668"/>
                    </a:lnTo>
                    <a:lnTo>
                      <a:pt x="35" y="123158"/>
                    </a:lnTo>
                    <a:lnTo>
                      <a:pt x="214" y="132790"/>
                    </a:lnTo>
                    <a:lnTo>
                      <a:pt x="321" y="142494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7" name="Google Shape;3507;p30"/>
              <p:cNvSpPr/>
              <p:nvPr/>
            </p:nvSpPr>
            <p:spPr>
              <a:xfrm>
                <a:off x="8815578" y="3602735"/>
                <a:ext cx="291465" cy="107950"/>
              </a:xfrm>
              <a:custGeom>
                <a:rect b="b" l="l" r="r" t="t"/>
                <a:pathLst>
                  <a:path extrusionOk="0" h="107950" w="291465">
                    <a:moveTo>
                      <a:pt x="0" y="32003"/>
                    </a:moveTo>
                    <a:lnTo>
                      <a:pt x="7131" y="21014"/>
                    </a:lnTo>
                    <a:lnTo>
                      <a:pt x="14763" y="14954"/>
                    </a:lnTo>
                    <a:lnTo>
                      <a:pt x="24538" y="11322"/>
                    </a:lnTo>
                    <a:lnTo>
                      <a:pt x="38099" y="7619"/>
                    </a:lnTo>
                    <a:lnTo>
                      <a:pt x="46553" y="5262"/>
                    </a:lnTo>
                    <a:lnTo>
                      <a:pt x="54864" y="3047"/>
                    </a:lnTo>
                    <a:lnTo>
                      <a:pt x="63174" y="1404"/>
                    </a:lnTo>
                    <a:lnTo>
                      <a:pt x="71627" y="761"/>
                    </a:lnTo>
                    <a:lnTo>
                      <a:pt x="79247" y="0"/>
                    </a:lnTo>
                    <a:lnTo>
                      <a:pt x="76200" y="12953"/>
                    </a:lnTo>
                    <a:lnTo>
                      <a:pt x="76200" y="17525"/>
                    </a:lnTo>
                    <a:lnTo>
                      <a:pt x="76521" y="30229"/>
                    </a:lnTo>
                    <a:lnTo>
                      <a:pt x="76485" y="43148"/>
                    </a:lnTo>
                    <a:lnTo>
                      <a:pt x="76307" y="56209"/>
                    </a:lnTo>
                    <a:lnTo>
                      <a:pt x="76200" y="69341"/>
                    </a:lnTo>
                    <a:lnTo>
                      <a:pt x="75878" y="78366"/>
                    </a:lnTo>
                    <a:lnTo>
                      <a:pt x="75914" y="87248"/>
                    </a:lnTo>
                    <a:lnTo>
                      <a:pt x="76092" y="96131"/>
                    </a:lnTo>
                    <a:lnTo>
                      <a:pt x="76200" y="105155"/>
                    </a:lnTo>
                    <a:lnTo>
                      <a:pt x="76200" y="105917"/>
                    </a:lnTo>
                    <a:lnTo>
                      <a:pt x="76200" y="106679"/>
                    </a:lnTo>
                    <a:lnTo>
                      <a:pt x="76200" y="107441"/>
                    </a:lnTo>
                    <a:lnTo>
                      <a:pt x="72390" y="99821"/>
                    </a:lnTo>
                    <a:lnTo>
                      <a:pt x="70866" y="92201"/>
                    </a:lnTo>
                    <a:lnTo>
                      <a:pt x="70104" y="83057"/>
                    </a:lnTo>
                    <a:lnTo>
                      <a:pt x="70544" y="74033"/>
                    </a:lnTo>
                    <a:lnTo>
                      <a:pt x="102965" y="48577"/>
                    </a:lnTo>
                    <a:lnTo>
                      <a:pt x="112549" y="48315"/>
                    </a:lnTo>
                    <a:lnTo>
                      <a:pt x="121920" y="48767"/>
                    </a:lnTo>
                    <a:lnTo>
                      <a:pt x="152435" y="67448"/>
                    </a:lnTo>
                    <a:lnTo>
                      <a:pt x="151923" y="73818"/>
                    </a:lnTo>
                    <a:lnTo>
                      <a:pt x="150125" y="80045"/>
                    </a:lnTo>
                    <a:lnTo>
                      <a:pt x="147828" y="85343"/>
                    </a:lnTo>
                    <a:lnTo>
                      <a:pt x="145542" y="89153"/>
                    </a:lnTo>
                    <a:lnTo>
                      <a:pt x="140208" y="96011"/>
                    </a:lnTo>
                    <a:lnTo>
                      <a:pt x="140970" y="100583"/>
                    </a:lnTo>
                    <a:lnTo>
                      <a:pt x="141732" y="101345"/>
                    </a:lnTo>
                    <a:lnTo>
                      <a:pt x="142494" y="102107"/>
                    </a:lnTo>
                    <a:lnTo>
                      <a:pt x="150256" y="101917"/>
                    </a:lnTo>
                    <a:lnTo>
                      <a:pt x="193452" y="84105"/>
                    </a:lnTo>
                    <a:lnTo>
                      <a:pt x="213264" y="49625"/>
                    </a:lnTo>
                    <a:lnTo>
                      <a:pt x="192952" y="26241"/>
                    </a:lnTo>
                    <a:lnTo>
                      <a:pt x="187452" y="28193"/>
                    </a:lnTo>
                    <a:lnTo>
                      <a:pt x="181737" y="69889"/>
                    </a:lnTo>
                    <a:lnTo>
                      <a:pt x="228635" y="86225"/>
                    </a:lnTo>
                    <a:lnTo>
                      <a:pt x="278892" y="86867"/>
                    </a:lnTo>
                    <a:lnTo>
                      <a:pt x="282702" y="86105"/>
                    </a:lnTo>
                    <a:lnTo>
                      <a:pt x="287274" y="85343"/>
                    </a:lnTo>
                    <a:lnTo>
                      <a:pt x="291084" y="84581"/>
                    </a:lnTo>
                  </a:path>
                </a:pathLst>
              </a:custGeom>
              <a:noFill/>
              <a:ln cap="flat" cmpd="sng" w="1525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11" name="Shape 3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" name="Google Shape;3512;p31"/>
          <p:cNvSpPr txBox="1"/>
          <p:nvPr/>
        </p:nvSpPr>
        <p:spPr>
          <a:xfrm>
            <a:off x="3693467" y="320291"/>
            <a:ext cx="2557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about Centering?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3" name="Google Shape;3513;p31"/>
          <p:cNvSpPr txBox="1"/>
          <p:nvPr/>
        </p:nvSpPr>
        <p:spPr>
          <a:xfrm>
            <a:off x="1600200" y="1010194"/>
            <a:ext cx="79367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 if center the original data, it does not guarantee that the data will be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centered after applying the transformation ϕ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4" name="Google Shape;3514;p31"/>
          <p:cNvSpPr txBox="1"/>
          <p:nvPr/>
        </p:nvSpPr>
        <p:spPr>
          <a:xfrm>
            <a:off x="1600200" y="2057400"/>
            <a:ext cx="7619394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want to work with the centered data w.r.t to {ϕ(x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ϕ(x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… , ϕ(x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 μ = 1/n Σϕ(x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ℓ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baseline="-2500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5" name="Google Shape;3515;p31"/>
          <p:cNvSpPr txBox="1"/>
          <p:nvPr/>
        </p:nvSpPr>
        <p:spPr>
          <a:xfrm>
            <a:off x="1600200" y="3429000"/>
            <a:ext cx="792396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 (i,j) term in the pairwise dot product matrix in the high dimension will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(ϕ(x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– μ)</a:t>
            </a:r>
            <a:r>
              <a:rPr b="0" baseline="30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(ϕ(x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– μ) =   ϕ(x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baseline="30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ϕ(x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- ϕ(x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baseline="30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μ - ϕ(x</a:t>
            </a:r>
            <a:r>
              <a:rPr b="0" baseline="-25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baseline="30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μ + μ</a:t>
            </a:r>
            <a:r>
              <a:rPr b="0" baseline="30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μ </a:t>
            </a:r>
            <a:endParaRPr b="0" baseline="3000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6" name="Google Shape;3516;p31"/>
          <p:cNvSpPr/>
          <p:nvPr/>
        </p:nvSpPr>
        <p:spPr>
          <a:xfrm>
            <a:off x="4286491" y="3941495"/>
            <a:ext cx="1143000" cy="466130"/>
          </a:xfrm>
          <a:prstGeom prst="rect">
            <a:avLst/>
          </a:prstGeom>
          <a:solidFill>
            <a:schemeClr val="accent2">
              <a:alpha val="3725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7" name="Google Shape;3517;p31"/>
          <p:cNvSpPr/>
          <p:nvPr/>
        </p:nvSpPr>
        <p:spPr>
          <a:xfrm>
            <a:off x="5577303" y="3941495"/>
            <a:ext cx="673274" cy="466130"/>
          </a:xfrm>
          <a:prstGeom prst="rect">
            <a:avLst/>
          </a:prstGeom>
          <a:solidFill>
            <a:schemeClr val="accent3">
              <a:alpha val="3725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8" name="Google Shape;3518;p31"/>
          <p:cNvSpPr/>
          <p:nvPr/>
        </p:nvSpPr>
        <p:spPr>
          <a:xfrm>
            <a:off x="6450644" y="3941495"/>
            <a:ext cx="673274" cy="466130"/>
          </a:xfrm>
          <a:prstGeom prst="rect">
            <a:avLst/>
          </a:prstGeom>
          <a:solidFill>
            <a:srgbClr val="205867">
              <a:alpha val="3725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9" name="Google Shape;3519;p31"/>
          <p:cNvSpPr/>
          <p:nvPr/>
        </p:nvSpPr>
        <p:spPr>
          <a:xfrm>
            <a:off x="7323985" y="3941495"/>
            <a:ext cx="673274" cy="466130"/>
          </a:xfrm>
          <a:prstGeom prst="rect">
            <a:avLst/>
          </a:prstGeom>
          <a:solidFill>
            <a:srgbClr val="00B0F0">
              <a:alpha val="3725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20" name="Google Shape;3520;p31"/>
          <p:cNvGrpSpPr/>
          <p:nvPr/>
        </p:nvGrpSpPr>
        <p:grpSpPr>
          <a:xfrm>
            <a:off x="4193176" y="4864825"/>
            <a:ext cx="5330988" cy="1264555"/>
            <a:chOff x="4343399" y="5931625"/>
            <a:chExt cx="5330988" cy="1264555"/>
          </a:xfrm>
        </p:grpSpPr>
        <p:sp>
          <p:nvSpPr>
            <p:cNvPr id="3521" name="Google Shape;3521;p31"/>
            <p:cNvSpPr txBox="1"/>
            <p:nvPr/>
          </p:nvSpPr>
          <p:spPr>
            <a:xfrm>
              <a:off x="4343399" y="5995851"/>
              <a:ext cx="5330988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= ϕ(x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r>
                <a:rPr b="0" baseline="30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T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ϕ(x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 - ϕ(x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r>
                <a:rPr b="0" baseline="30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(1/n Σϕ(x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ℓ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))- ϕ(x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r>
                <a:rPr b="0" baseline="30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   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(1/n Σϕ(x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ℓ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 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 (1/n Σϕ(x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ℓ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))</a:t>
              </a:r>
              <a:r>
                <a:rPr b="0" baseline="30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(1/n Σϕ(x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ℓ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)) </a:t>
              </a:r>
              <a:endParaRPr b="0" baseline="3000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2" name="Google Shape;3522;p31"/>
            <p:cNvSpPr/>
            <p:nvPr/>
          </p:nvSpPr>
          <p:spPr>
            <a:xfrm>
              <a:off x="4584526" y="5931625"/>
              <a:ext cx="1143000" cy="466130"/>
            </a:xfrm>
            <a:prstGeom prst="rect">
              <a:avLst/>
            </a:prstGeom>
            <a:solidFill>
              <a:schemeClr val="accent2">
                <a:alpha val="37254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3" name="Google Shape;3523;p31"/>
            <p:cNvSpPr/>
            <p:nvPr/>
          </p:nvSpPr>
          <p:spPr>
            <a:xfrm>
              <a:off x="5776568" y="5956883"/>
              <a:ext cx="1767232" cy="466130"/>
            </a:xfrm>
            <a:prstGeom prst="rect">
              <a:avLst/>
            </a:prstGeom>
            <a:solidFill>
              <a:schemeClr val="accent3">
                <a:alpha val="37254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4" name="Google Shape;3524;p31"/>
            <p:cNvSpPr/>
            <p:nvPr/>
          </p:nvSpPr>
          <p:spPr>
            <a:xfrm>
              <a:off x="7592842" y="5931625"/>
              <a:ext cx="1932158" cy="466130"/>
            </a:xfrm>
            <a:prstGeom prst="rect">
              <a:avLst/>
            </a:prstGeom>
            <a:solidFill>
              <a:srgbClr val="205867">
                <a:alpha val="3725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5" name="Google Shape;3525;p31"/>
            <p:cNvSpPr/>
            <p:nvPr/>
          </p:nvSpPr>
          <p:spPr>
            <a:xfrm>
              <a:off x="4584526" y="6563902"/>
              <a:ext cx="2578274" cy="466130"/>
            </a:xfrm>
            <a:prstGeom prst="rect">
              <a:avLst/>
            </a:prstGeom>
            <a:solidFill>
              <a:srgbClr val="00B0F0">
                <a:alpha val="3725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26" name="Google Shape;3526;p31"/>
          <p:cNvGrpSpPr/>
          <p:nvPr/>
        </p:nvGrpSpPr>
        <p:grpSpPr>
          <a:xfrm>
            <a:off x="4156166" y="6302491"/>
            <a:ext cx="5218611" cy="510256"/>
            <a:chOff x="4156166" y="6302491"/>
            <a:chExt cx="5218611" cy="510256"/>
          </a:xfrm>
        </p:grpSpPr>
        <p:sp>
          <p:nvSpPr>
            <p:cNvPr id="3527" name="Google Shape;3527;p31"/>
            <p:cNvSpPr txBox="1"/>
            <p:nvPr/>
          </p:nvSpPr>
          <p:spPr>
            <a:xfrm>
              <a:off x="4156166" y="6346617"/>
              <a:ext cx="521861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= K(i,j) – 1/nΣK(i,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ℓ) – 1/nΣK(j,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ℓ) – 1/n</a:t>
              </a:r>
              <a:r>
                <a:rPr b="0" baseline="30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ΣΣK(ℓ, ℓ’) 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8" name="Google Shape;3528;p31"/>
            <p:cNvSpPr/>
            <p:nvPr/>
          </p:nvSpPr>
          <p:spPr>
            <a:xfrm>
              <a:off x="4407724" y="6346617"/>
              <a:ext cx="564298" cy="466130"/>
            </a:xfrm>
            <a:prstGeom prst="rect">
              <a:avLst/>
            </a:prstGeom>
            <a:solidFill>
              <a:schemeClr val="accent2">
                <a:alpha val="37254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9" name="Google Shape;3529;p31"/>
            <p:cNvSpPr/>
            <p:nvPr/>
          </p:nvSpPr>
          <p:spPr>
            <a:xfrm>
              <a:off x="5092853" y="6302491"/>
              <a:ext cx="1157723" cy="466130"/>
            </a:xfrm>
            <a:prstGeom prst="rect">
              <a:avLst/>
            </a:prstGeom>
            <a:solidFill>
              <a:schemeClr val="accent3">
                <a:alpha val="37254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0" name="Google Shape;3530;p31"/>
            <p:cNvSpPr/>
            <p:nvPr/>
          </p:nvSpPr>
          <p:spPr>
            <a:xfrm>
              <a:off x="6428833" y="6302491"/>
              <a:ext cx="1013785" cy="466130"/>
            </a:xfrm>
            <a:prstGeom prst="rect">
              <a:avLst/>
            </a:prstGeom>
            <a:solidFill>
              <a:srgbClr val="205867">
                <a:alpha val="3725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1" name="Google Shape;3531;p31"/>
            <p:cNvSpPr/>
            <p:nvPr/>
          </p:nvSpPr>
          <p:spPr>
            <a:xfrm>
              <a:off x="7650104" y="6309022"/>
              <a:ext cx="1517187" cy="466130"/>
            </a:xfrm>
            <a:prstGeom prst="rect">
              <a:avLst/>
            </a:prstGeom>
            <a:solidFill>
              <a:srgbClr val="00B0F0">
                <a:alpha val="3725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32" name="Google Shape;3532;p31"/>
          <p:cNvSpPr txBox="1"/>
          <p:nvPr/>
        </p:nvSpPr>
        <p:spPr>
          <a:xfrm>
            <a:off x="4407724" y="7029984"/>
            <a:ext cx="46474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Good news - Each term depends only on K</a:t>
            </a:r>
            <a:endParaRPr b="0" i="0" sz="18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36" name="Shape 3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7" name="Google Shape;3537;p32"/>
          <p:cNvGrpSpPr/>
          <p:nvPr/>
        </p:nvGrpSpPr>
        <p:grpSpPr>
          <a:xfrm>
            <a:off x="2654321" y="340335"/>
            <a:ext cx="1274367" cy="366158"/>
            <a:chOff x="4597133" y="2088629"/>
            <a:chExt cx="897649" cy="253009"/>
          </a:xfrm>
        </p:grpSpPr>
        <p:pic>
          <p:nvPicPr>
            <p:cNvPr id="3538" name="Google Shape;3538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97133" y="2093963"/>
              <a:ext cx="151663" cy="247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39" name="Google Shape;3539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69916" y="2118347"/>
              <a:ext cx="116039" cy="2050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40" name="Google Shape;3540;p3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08029" y="2110274"/>
              <a:ext cx="131089" cy="1932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41" name="Google Shape;3541;p32"/>
            <p:cNvSpPr/>
            <p:nvPr/>
          </p:nvSpPr>
          <p:spPr>
            <a:xfrm>
              <a:off x="5084516" y="2143505"/>
              <a:ext cx="4445" cy="136525"/>
            </a:xfrm>
            <a:custGeom>
              <a:rect b="b" l="l" r="r" t="t"/>
              <a:pathLst>
                <a:path extrusionOk="0" h="136525" w="4445">
                  <a:moveTo>
                    <a:pt x="1071" y="0"/>
                  </a:moveTo>
                  <a:lnTo>
                    <a:pt x="523" y="14418"/>
                  </a:lnTo>
                  <a:lnTo>
                    <a:pt x="119" y="29051"/>
                  </a:lnTo>
                  <a:lnTo>
                    <a:pt x="0" y="43826"/>
                  </a:lnTo>
                  <a:lnTo>
                    <a:pt x="309" y="58674"/>
                  </a:lnTo>
                  <a:lnTo>
                    <a:pt x="440" y="72842"/>
                  </a:lnTo>
                  <a:lnTo>
                    <a:pt x="785" y="86868"/>
                  </a:lnTo>
                  <a:lnTo>
                    <a:pt x="1273" y="100893"/>
                  </a:lnTo>
                  <a:lnTo>
                    <a:pt x="1833" y="115062"/>
                  </a:lnTo>
                  <a:lnTo>
                    <a:pt x="2595" y="121920"/>
                  </a:lnTo>
                  <a:lnTo>
                    <a:pt x="3357" y="129539"/>
                  </a:lnTo>
                  <a:lnTo>
                    <a:pt x="4119" y="13639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2" name="Google Shape;3542;p32"/>
            <p:cNvSpPr/>
            <p:nvPr/>
          </p:nvSpPr>
          <p:spPr>
            <a:xfrm>
              <a:off x="5088636" y="2126741"/>
              <a:ext cx="81915" cy="139700"/>
            </a:xfrm>
            <a:custGeom>
              <a:rect b="b" l="l" r="r" t="t"/>
              <a:pathLst>
                <a:path extrusionOk="0" h="139700" w="81914">
                  <a:moveTo>
                    <a:pt x="0" y="32003"/>
                  </a:moveTo>
                  <a:lnTo>
                    <a:pt x="19050" y="67055"/>
                  </a:lnTo>
                  <a:lnTo>
                    <a:pt x="37338" y="89915"/>
                  </a:lnTo>
                  <a:lnTo>
                    <a:pt x="46482" y="101345"/>
                  </a:lnTo>
                  <a:lnTo>
                    <a:pt x="55626" y="112775"/>
                  </a:lnTo>
                  <a:lnTo>
                    <a:pt x="60662" y="118717"/>
                  </a:lnTo>
                  <a:lnTo>
                    <a:pt x="65627" y="124872"/>
                  </a:lnTo>
                  <a:lnTo>
                    <a:pt x="70735" y="130885"/>
                  </a:lnTo>
                  <a:lnTo>
                    <a:pt x="76200" y="136397"/>
                  </a:lnTo>
                  <a:lnTo>
                    <a:pt x="80772" y="139445"/>
                  </a:lnTo>
                  <a:lnTo>
                    <a:pt x="78486" y="136397"/>
                  </a:lnTo>
                  <a:lnTo>
                    <a:pt x="81534" y="137921"/>
                  </a:lnTo>
                  <a:lnTo>
                    <a:pt x="81498" y="126622"/>
                  </a:lnTo>
                  <a:lnTo>
                    <a:pt x="81248" y="115538"/>
                  </a:lnTo>
                  <a:lnTo>
                    <a:pt x="80569" y="104596"/>
                  </a:lnTo>
                  <a:lnTo>
                    <a:pt x="79248" y="93725"/>
                  </a:lnTo>
                  <a:lnTo>
                    <a:pt x="77545" y="78878"/>
                  </a:lnTo>
                  <a:lnTo>
                    <a:pt x="75914" y="64103"/>
                  </a:lnTo>
                  <a:lnTo>
                    <a:pt x="74425" y="49470"/>
                  </a:lnTo>
                  <a:lnTo>
                    <a:pt x="73152" y="35051"/>
                  </a:lnTo>
                  <a:lnTo>
                    <a:pt x="72461" y="27741"/>
                  </a:lnTo>
                  <a:lnTo>
                    <a:pt x="71628" y="20573"/>
                  </a:lnTo>
                  <a:lnTo>
                    <a:pt x="70794" y="13406"/>
                  </a:lnTo>
                  <a:lnTo>
                    <a:pt x="70104" y="6095"/>
                  </a:lnTo>
                  <a:lnTo>
                    <a:pt x="70104" y="3047"/>
                  </a:lnTo>
                  <a:lnTo>
                    <a:pt x="70104" y="2285"/>
                  </a:lnTo>
                  <a:lnTo>
                    <a:pt x="70103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43" name="Google Shape;3543;p3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208828" y="2088629"/>
              <a:ext cx="205955" cy="1851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44" name="Google Shape;3544;p32"/>
            <p:cNvSpPr/>
            <p:nvPr/>
          </p:nvSpPr>
          <p:spPr>
            <a:xfrm>
              <a:off x="5452872" y="2168651"/>
              <a:ext cx="41910" cy="6985"/>
            </a:xfrm>
            <a:custGeom>
              <a:rect b="b" l="l" r="r" t="t"/>
              <a:pathLst>
                <a:path extrusionOk="0" h="6985" w="41910">
                  <a:moveTo>
                    <a:pt x="0" y="6858"/>
                  </a:moveTo>
                  <a:lnTo>
                    <a:pt x="9024" y="5369"/>
                  </a:lnTo>
                  <a:lnTo>
                    <a:pt x="17907" y="3524"/>
                  </a:lnTo>
                  <a:lnTo>
                    <a:pt x="26789" y="1821"/>
                  </a:lnTo>
                  <a:lnTo>
                    <a:pt x="35814" y="762"/>
                  </a:lnTo>
                  <a:lnTo>
                    <a:pt x="38100" y="0"/>
                  </a:lnTo>
                  <a:lnTo>
                    <a:pt x="39624" y="0"/>
                  </a:lnTo>
                  <a:lnTo>
                    <a:pt x="41910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45" name="Google Shape;3545;p32"/>
          <p:cNvGrpSpPr/>
          <p:nvPr/>
        </p:nvGrpSpPr>
        <p:grpSpPr>
          <a:xfrm>
            <a:off x="4081203" y="297619"/>
            <a:ext cx="504148" cy="282053"/>
            <a:chOff x="5602211" y="2059113"/>
            <a:chExt cx="355116" cy="194894"/>
          </a:xfrm>
        </p:grpSpPr>
        <p:pic>
          <p:nvPicPr>
            <p:cNvPr id="3546" name="Google Shape;3546;p3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602211" y="2059113"/>
              <a:ext cx="97561" cy="1948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47" name="Google Shape;3547;p3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730881" y="2061959"/>
              <a:ext cx="226446" cy="1764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48" name="Google Shape;3548;p32"/>
          <p:cNvSpPr/>
          <p:nvPr/>
        </p:nvSpPr>
        <p:spPr>
          <a:xfrm>
            <a:off x="2552650" y="761614"/>
            <a:ext cx="2076136" cy="102926"/>
          </a:xfrm>
          <a:custGeom>
            <a:rect b="b" l="l" r="r" t="t"/>
            <a:pathLst>
              <a:path extrusionOk="0" h="71119" w="1462404">
                <a:moveTo>
                  <a:pt x="0" y="54863"/>
                </a:moveTo>
                <a:lnTo>
                  <a:pt x="11882" y="56804"/>
                </a:lnTo>
                <a:lnTo>
                  <a:pt x="23622" y="58959"/>
                </a:lnTo>
                <a:lnTo>
                  <a:pt x="35361" y="60971"/>
                </a:lnTo>
                <a:lnTo>
                  <a:pt x="84963" y="66008"/>
                </a:lnTo>
                <a:lnTo>
                  <a:pt x="151840" y="68937"/>
                </a:lnTo>
                <a:lnTo>
                  <a:pt x="210442" y="70604"/>
                </a:lnTo>
                <a:lnTo>
                  <a:pt x="240029" y="70865"/>
                </a:lnTo>
                <a:lnTo>
                  <a:pt x="279344" y="70711"/>
                </a:lnTo>
                <a:lnTo>
                  <a:pt x="318516" y="70199"/>
                </a:lnTo>
                <a:lnTo>
                  <a:pt x="357687" y="69258"/>
                </a:lnTo>
                <a:lnTo>
                  <a:pt x="397002" y="67817"/>
                </a:lnTo>
                <a:lnTo>
                  <a:pt x="440305" y="65734"/>
                </a:lnTo>
                <a:lnTo>
                  <a:pt x="483393" y="63150"/>
                </a:lnTo>
                <a:lnTo>
                  <a:pt x="526339" y="60424"/>
                </a:lnTo>
                <a:lnTo>
                  <a:pt x="569214" y="57911"/>
                </a:lnTo>
                <a:lnTo>
                  <a:pt x="611505" y="55495"/>
                </a:lnTo>
                <a:lnTo>
                  <a:pt x="653796" y="52863"/>
                </a:lnTo>
                <a:lnTo>
                  <a:pt x="696086" y="50089"/>
                </a:lnTo>
                <a:lnTo>
                  <a:pt x="738378" y="47243"/>
                </a:lnTo>
                <a:lnTo>
                  <a:pt x="779085" y="44827"/>
                </a:lnTo>
                <a:lnTo>
                  <a:pt x="820007" y="42195"/>
                </a:lnTo>
                <a:lnTo>
                  <a:pt x="861071" y="39421"/>
                </a:lnTo>
                <a:lnTo>
                  <a:pt x="902208" y="36575"/>
                </a:lnTo>
                <a:lnTo>
                  <a:pt x="950773" y="33825"/>
                </a:lnTo>
                <a:lnTo>
                  <a:pt x="999267" y="31146"/>
                </a:lnTo>
                <a:lnTo>
                  <a:pt x="1047619" y="28324"/>
                </a:lnTo>
                <a:lnTo>
                  <a:pt x="1095756" y="25145"/>
                </a:lnTo>
                <a:lnTo>
                  <a:pt x="1141345" y="21716"/>
                </a:lnTo>
                <a:lnTo>
                  <a:pt x="1186719" y="18287"/>
                </a:lnTo>
                <a:lnTo>
                  <a:pt x="1231951" y="14858"/>
                </a:lnTo>
                <a:lnTo>
                  <a:pt x="1277112" y="11429"/>
                </a:lnTo>
                <a:lnTo>
                  <a:pt x="1307520" y="9155"/>
                </a:lnTo>
                <a:lnTo>
                  <a:pt x="1368623" y="4893"/>
                </a:lnTo>
                <a:lnTo>
                  <a:pt x="1413771" y="2488"/>
                </a:lnTo>
                <a:lnTo>
                  <a:pt x="1457706" y="1523"/>
                </a:lnTo>
                <a:lnTo>
                  <a:pt x="1459230" y="1523"/>
                </a:lnTo>
                <a:lnTo>
                  <a:pt x="1460754" y="1523"/>
                </a:lnTo>
                <a:lnTo>
                  <a:pt x="1462278" y="1523"/>
                </a:lnTo>
                <a:lnTo>
                  <a:pt x="1459230" y="2285"/>
                </a:lnTo>
                <a:lnTo>
                  <a:pt x="1459992" y="2285"/>
                </a:lnTo>
                <a:lnTo>
                  <a:pt x="1456182" y="3047"/>
                </a:lnTo>
                <a:lnTo>
                  <a:pt x="1448562" y="3809"/>
                </a:lnTo>
                <a:lnTo>
                  <a:pt x="1443228" y="5333"/>
                </a:lnTo>
                <a:lnTo>
                  <a:pt x="1438656" y="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9" name="Google Shape;3549;p32"/>
          <p:cNvSpPr/>
          <p:nvPr/>
        </p:nvSpPr>
        <p:spPr>
          <a:xfrm>
            <a:off x="4789794" y="724118"/>
            <a:ext cx="19833" cy="3676"/>
          </a:xfrm>
          <a:custGeom>
            <a:rect b="b" l="l" r="r" t="t"/>
            <a:pathLst>
              <a:path extrusionOk="0" h="2539" w="13970">
                <a:moveTo>
                  <a:pt x="13715" y="2286"/>
                </a:moveTo>
                <a:lnTo>
                  <a:pt x="9143" y="1524"/>
                </a:lnTo>
                <a:lnTo>
                  <a:pt x="4571" y="762"/>
                </a:lnTo>
                <a:lnTo>
                  <a:pt x="0" y="0"/>
                </a:lnTo>
              </a:path>
            </a:pathLst>
          </a:custGeom>
          <a:noFill/>
          <a:ln cap="flat" cmpd="sng" w="1525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50" name="Google Shape;3550;p32"/>
          <p:cNvGrpSpPr/>
          <p:nvPr/>
        </p:nvGrpSpPr>
        <p:grpSpPr>
          <a:xfrm>
            <a:off x="607591" y="1283226"/>
            <a:ext cx="914113" cy="387440"/>
            <a:chOff x="3155441" y="2740151"/>
            <a:chExt cx="643890" cy="267715"/>
          </a:xfrm>
        </p:grpSpPr>
        <p:sp>
          <p:nvSpPr>
            <p:cNvPr id="3551" name="Google Shape;3551;p32"/>
            <p:cNvSpPr/>
            <p:nvPr/>
          </p:nvSpPr>
          <p:spPr>
            <a:xfrm>
              <a:off x="3155441" y="2765297"/>
              <a:ext cx="124460" cy="24130"/>
            </a:xfrm>
            <a:custGeom>
              <a:rect b="b" l="l" r="r" t="t"/>
              <a:pathLst>
                <a:path extrusionOk="0" h="24130" w="124460">
                  <a:moveTo>
                    <a:pt x="0" y="23622"/>
                  </a:moveTo>
                  <a:lnTo>
                    <a:pt x="51435" y="14728"/>
                  </a:lnTo>
                  <a:lnTo>
                    <a:pt x="82307" y="8143"/>
                  </a:lnTo>
                  <a:lnTo>
                    <a:pt x="96107" y="5143"/>
                  </a:lnTo>
                  <a:lnTo>
                    <a:pt x="110049" y="2428"/>
                  </a:lnTo>
                  <a:lnTo>
                    <a:pt x="124205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2" name="Google Shape;3552;p32"/>
            <p:cNvSpPr/>
            <p:nvPr/>
          </p:nvSpPr>
          <p:spPr>
            <a:xfrm>
              <a:off x="3223259" y="2790443"/>
              <a:ext cx="8890" cy="140970"/>
            </a:xfrm>
            <a:custGeom>
              <a:rect b="b" l="l" r="r" t="t"/>
              <a:pathLst>
                <a:path extrusionOk="0" h="140969" w="8889">
                  <a:moveTo>
                    <a:pt x="0" y="0"/>
                  </a:moveTo>
                  <a:lnTo>
                    <a:pt x="1071" y="12656"/>
                  </a:lnTo>
                  <a:lnTo>
                    <a:pt x="2857" y="24669"/>
                  </a:lnTo>
                  <a:lnTo>
                    <a:pt x="4929" y="36540"/>
                  </a:lnTo>
                  <a:lnTo>
                    <a:pt x="6858" y="48768"/>
                  </a:lnTo>
                  <a:lnTo>
                    <a:pt x="8060" y="61912"/>
                  </a:lnTo>
                  <a:lnTo>
                    <a:pt x="8477" y="75057"/>
                  </a:lnTo>
                  <a:lnTo>
                    <a:pt x="8465" y="88201"/>
                  </a:lnTo>
                  <a:lnTo>
                    <a:pt x="8382" y="101346"/>
                  </a:lnTo>
                  <a:lnTo>
                    <a:pt x="8393" y="112037"/>
                  </a:lnTo>
                  <a:lnTo>
                    <a:pt x="7905" y="121729"/>
                  </a:lnTo>
                  <a:lnTo>
                    <a:pt x="6131" y="131135"/>
                  </a:lnTo>
                  <a:lnTo>
                    <a:pt x="2286" y="14097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3" name="Google Shape;3553;p32"/>
            <p:cNvSpPr/>
            <p:nvPr/>
          </p:nvSpPr>
          <p:spPr>
            <a:xfrm>
              <a:off x="3160013" y="2896361"/>
              <a:ext cx="129539" cy="48895"/>
            </a:xfrm>
            <a:custGeom>
              <a:rect b="b" l="l" r="r" t="t"/>
              <a:pathLst>
                <a:path extrusionOk="0" h="48894" w="129539">
                  <a:moveTo>
                    <a:pt x="0" y="48767"/>
                  </a:moveTo>
                  <a:lnTo>
                    <a:pt x="46291" y="33123"/>
                  </a:lnTo>
                  <a:lnTo>
                    <a:pt x="76128" y="21931"/>
                  </a:lnTo>
                  <a:lnTo>
                    <a:pt x="90677" y="16573"/>
                  </a:lnTo>
                  <a:lnTo>
                    <a:pt x="105227" y="10929"/>
                  </a:lnTo>
                  <a:lnTo>
                    <a:pt x="119634" y="4571"/>
                  </a:lnTo>
                  <a:lnTo>
                    <a:pt x="122682" y="3047"/>
                  </a:lnTo>
                  <a:lnTo>
                    <a:pt x="125730" y="1523"/>
                  </a:lnTo>
                  <a:lnTo>
                    <a:pt x="129539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4" name="Google Shape;3554;p32"/>
            <p:cNvSpPr/>
            <p:nvPr/>
          </p:nvSpPr>
          <p:spPr>
            <a:xfrm>
              <a:off x="3301912" y="2818745"/>
              <a:ext cx="82550" cy="97155"/>
            </a:xfrm>
            <a:custGeom>
              <a:rect b="b" l="l" r="r" t="t"/>
              <a:pathLst>
                <a:path extrusionOk="0" h="97155" w="82550">
                  <a:moveTo>
                    <a:pt x="595" y="15894"/>
                  </a:moveTo>
                  <a:lnTo>
                    <a:pt x="0" y="26860"/>
                  </a:lnTo>
                  <a:lnTo>
                    <a:pt x="404" y="37326"/>
                  </a:lnTo>
                  <a:lnTo>
                    <a:pt x="1666" y="47934"/>
                  </a:lnTo>
                  <a:lnTo>
                    <a:pt x="12025" y="92094"/>
                  </a:lnTo>
                  <a:lnTo>
                    <a:pt x="12787" y="93618"/>
                  </a:lnTo>
                  <a:lnTo>
                    <a:pt x="12787" y="95142"/>
                  </a:lnTo>
                  <a:lnTo>
                    <a:pt x="13549" y="96666"/>
                  </a:lnTo>
                  <a:lnTo>
                    <a:pt x="10501" y="90570"/>
                  </a:lnTo>
                  <a:lnTo>
                    <a:pt x="9739" y="87522"/>
                  </a:lnTo>
                  <a:lnTo>
                    <a:pt x="7453" y="81426"/>
                  </a:lnTo>
                  <a:lnTo>
                    <a:pt x="4143" y="70103"/>
                  </a:lnTo>
                  <a:lnTo>
                    <a:pt x="2119" y="58852"/>
                  </a:lnTo>
                  <a:lnTo>
                    <a:pt x="1238" y="47458"/>
                  </a:lnTo>
                  <a:lnTo>
                    <a:pt x="1357" y="35706"/>
                  </a:lnTo>
                  <a:lnTo>
                    <a:pt x="22693" y="2178"/>
                  </a:lnTo>
                  <a:lnTo>
                    <a:pt x="32039" y="0"/>
                  </a:lnTo>
                  <a:lnTo>
                    <a:pt x="41457" y="178"/>
                  </a:lnTo>
                  <a:lnTo>
                    <a:pt x="74128" y="25515"/>
                  </a:lnTo>
                  <a:lnTo>
                    <a:pt x="81653" y="66567"/>
                  </a:lnTo>
                  <a:lnTo>
                    <a:pt x="81784" y="75354"/>
                  </a:lnTo>
                  <a:lnTo>
                    <a:pt x="82129" y="83712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5" name="Google Shape;3555;p32"/>
            <p:cNvSpPr/>
            <p:nvPr/>
          </p:nvSpPr>
          <p:spPr>
            <a:xfrm>
              <a:off x="3416807" y="2756153"/>
              <a:ext cx="32384" cy="234315"/>
            </a:xfrm>
            <a:custGeom>
              <a:rect b="b" l="l" r="r" t="t"/>
              <a:pathLst>
                <a:path extrusionOk="0" h="234314" w="32385">
                  <a:moveTo>
                    <a:pt x="0" y="0"/>
                  </a:moveTo>
                  <a:lnTo>
                    <a:pt x="285" y="12906"/>
                  </a:lnTo>
                  <a:lnTo>
                    <a:pt x="1143" y="25526"/>
                  </a:lnTo>
                  <a:lnTo>
                    <a:pt x="2571" y="38147"/>
                  </a:lnTo>
                  <a:lnTo>
                    <a:pt x="4572" y="51053"/>
                  </a:lnTo>
                  <a:lnTo>
                    <a:pt x="6965" y="69913"/>
                  </a:lnTo>
                  <a:lnTo>
                    <a:pt x="13716" y="126492"/>
                  </a:lnTo>
                  <a:lnTo>
                    <a:pt x="17621" y="166973"/>
                  </a:lnTo>
                  <a:lnTo>
                    <a:pt x="19609" y="187463"/>
                  </a:lnTo>
                  <a:lnTo>
                    <a:pt x="22098" y="208026"/>
                  </a:lnTo>
                  <a:lnTo>
                    <a:pt x="23217" y="216467"/>
                  </a:lnTo>
                  <a:lnTo>
                    <a:pt x="24765" y="222980"/>
                  </a:lnTo>
                  <a:lnTo>
                    <a:pt x="27455" y="228492"/>
                  </a:lnTo>
                  <a:lnTo>
                    <a:pt x="32004" y="233934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6" name="Google Shape;3556;p32"/>
            <p:cNvSpPr/>
            <p:nvPr/>
          </p:nvSpPr>
          <p:spPr>
            <a:xfrm>
              <a:off x="3416807" y="2808731"/>
              <a:ext cx="89535" cy="71120"/>
            </a:xfrm>
            <a:custGeom>
              <a:rect b="b" l="l" r="r" t="t"/>
              <a:pathLst>
                <a:path extrusionOk="0" h="71119" w="89535">
                  <a:moveTo>
                    <a:pt x="0" y="44196"/>
                  </a:moveTo>
                  <a:lnTo>
                    <a:pt x="22859" y="9144"/>
                  </a:lnTo>
                  <a:lnTo>
                    <a:pt x="69341" y="0"/>
                  </a:lnTo>
                  <a:lnTo>
                    <a:pt x="77795" y="2143"/>
                  </a:lnTo>
                  <a:lnTo>
                    <a:pt x="83820" y="6286"/>
                  </a:lnTo>
                  <a:lnTo>
                    <a:pt x="87558" y="12430"/>
                  </a:lnTo>
                  <a:lnTo>
                    <a:pt x="89154" y="20574"/>
                  </a:lnTo>
                  <a:lnTo>
                    <a:pt x="87713" y="31182"/>
                  </a:lnTo>
                  <a:lnTo>
                    <a:pt x="58519" y="60043"/>
                  </a:lnTo>
                  <a:lnTo>
                    <a:pt x="35052" y="70866"/>
                  </a:lnTo>
                  <a:lnTo>
                    <a:pt x="34290" y="70866"/>
                  </a:lnTo>
                  <a:lnTo>
                    <a:pt x="32766" y="70866"/>
                  </a:lnTo>
                  <a:lnTo>
                    <a:pt x="32004" y="70866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7" name="Google Shape;3557;p32"/>
            <p:cNvSpPr/>
            <p:nvPr/>
          </p:nvSpPr>
          <p:spPr>
            <a:xfrm>
              <a:off x="3530345" y="2793491"/>
              <a:ext cx="97790" cy="95885"/>
            </a:xfrm>
            <a:custGeom>
              <a:rect b="b" l="l" r="r" t="t"/>
              <a:pathLst>
                <a:path extrusionOk="0" h="95885" w="97789">
                  <a:moveTo>
                    <a:pt x="3810" y="11429"/>
                  </a:moveTo>
                  <a:lnTo>
                    <a:pt x="1607" y="20800"/>
                  </a:lnTo>
                  <a:lnTo>
                    <a:pt x="476" y="29813"/>
                  </a:lnTo>
                  <a:lnTo>
                    <a:pt x="59" y="38969"/>
                  </a:lnTo>
                  <a:lnTo>
                    <a:pt x="0" y="48767"/>
                  </a:lnTo>
                  <a:lnTo>
                    <a:pt x="107" y="58376"/>
                  </a:lnTo>
                  <a:lnTo>
                    <a:pt x="17526" y="95440"/>
                  </a:lnTo>
                  <a:lnTo>
                    <a:pt x="24217" y="95559"/>
                  </a:lnTo>
                  <a:lnTo>
                    <a:pt x="30480" y="92963"/>
                  </a:lnTo>
                  <a:lnTo>
                    <a:pt x="52578" y="54101"/>
                  </a:lnTo>
                  <a:lnTo>
                    <a:pt x="55899" y="21097"/>
                  </a:lnTo>
                  <a:lnTo>
                    <a:pt x="54864" y="10667"/>
                  </a:lnTo>
                  <a:lnTo>
                    <a:pt x="53340" y="3047"/>
                  </a:lnTo>
                  <a:lnTo>
                    <a:pt x="50292" y="2285"/>
                  </a:lnTo>
                  <a:lnTo>
                    <a:pt x="44196" y="0"/>
                  </a:lnTo>
                  <a:lnTo>
                    <a:pt x="41552" y="7334"/>
                  </a:lnTo>
                  <a:lnTo>
                    <a:pt x="40195" y="14668"/>
                  </a:lnTo>
                  <a:lnTo>
                    <a:pt x="39695" y="22288"/>
                  </a:lnTo>
                  <a:lnTo>
                    <a:pt x="39624" y="30479"/>
                  </a:lnTo>
                  <a:lnTo>
                    <a:pt x="39707" y="41171"/>
                  </a:lnTo>
                  <a:lnTo>
                    <a:pt x="57757" y="75402"/>
                  </a:lnTo>
                  <a:lnTo>
                    <a:pt x="74211" y="81141"/>
                  </a:lnTo>
                  <a:lnTo>
                    <a:pt x="82296" y="80009"/>
                  </a:lnTo>
                  <a:lnTo>
                    <a:pt x="90678" y="73913"/>
                  </a:lnTo>
                  <a:lnTo>
                    <a:pt x="92964" y="71627"/>
                  </a:lnTo>
                  <a:lnTo>
                    <a:pt x="97536" y="67055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8" name="Google Shape;3558;p32"/>
            <p:cNvSpPr/>
            <p:nvPr/>
          </p:nvSpPr>
          <p:spPr>
            <a:xfrm>
              <a:off x="3639407" y="2740151"/>
              <a:ext cx="8890" cy="137160"/>
            </a:xfrm>
            <a:custGeom>
              <a:rect b="b" l="l" r="r" t="t"/>
              <a:pathLst>
                <a:path extrusionOk="0" h="137160" w="8889">
                  <a:moveTo>
                    <a:pt x="2952" y="0"/>
                  </a:moveTo>
                  <a:lnTo>
                    <a:pt x="1952" y="13585"/>
                  </a:lnTo>
                  <a:lnTo>
                    <a:pt x="1238" y="26955"/>
                  </a:lnTo>
                  <a:lnTo>
                    <a:pt x="809" y="40183"/>
                  </a:lnTo>
                  <a:lnTo>
                    <a:pt x="666" y="53340"/>
                  </a:lnTo>
                  <a:lnTo>
                    <a:pt x="369" y="71854"/>
                  </a:lnTo>
                  <a:lnTo>
                    <a:pt x="0" y="90582"/>
                  </a:lnTo>
                  <a:lnTo>
                    <a:pt x="345" y="109168"/>
                  </a:lnTo>
                  <a:lnTo>
                    <a:pt x="2190" y="127254"/>
                  </a:lnTo>
                  <a:lnTo>
                    <a:pt x="2952" y="136398"/>
                  </a:lnTo>
                  <a:lnTo>
                    <a:pt x="2952" y="137160"/>
                  </a:lnTo>
                  <a:lnTo>
                    <a:pt x="8286" y="136398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9" name="Google Shape;3559;p32"/>
            <p:cNvSpPr/>
            <p:nvPr/>
          </p:nvSpPr>
          <p:spPr>
            <a:xfrm>
              <a:off x="3624833" y="2817113"/>
              <a:ext cx="87630" cy="1270"/>
            </a:xfrm>
            <a:custGeom>
              <a:rect b="b" l="l" r="r" t="t"/>
              <a:pathLst>
                <a:path extrusionOk="0" h="1269" w="87629">
                  <a:moveTo>
                    <a:pt x="0" y="0"/>
                  </a:moveTo>
                  <a:lnTo>
                    <a:pt x="16442" y="11"/>
                  </a:lnTo>
                  <a:lnTo>
                    <a:pt x="32670" y="95"/>
                  </a:lnTo>
                  <a:lnTo>
                    <a:pt x="48756" y="321"/>
                  </a:lnTo>
                  <a:lnTo>
                    <a:pt x="64769" y="761"/>
                  </a:lnTo>
                  <a:lnTo>
                    <a:pt x="72390" y="761"/>
                  </a:lnTo>
                  <a:lnTo>
                    <a:pt x="80010" y="761"/>
                  </a:lnTo>
                  <a:lnTo>
                    <a:pt x="87630" y="761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0" name="Google Shape;3560;p32"/>
            <p:cNvSpPr/>
            <p:nvPr/>
          </p:nvSpPr>
          <p:spPr>
            <a:xfrm>
              <a:off x="3333749" y="2955797"/>
              <a:ext cx="346075" cy="52069"/>
            </a:xfrm>
            <a:custGeom>
              <a:rect b="b" l="l" r="r" t="t"/>
              <a:pathLst>
                <a:path extrusionOk="0" h="52069" w="346075">
                  <a:moveTo>
                    <a:pt x="0" y="49529"/>
                  </a:moveTo>
                  <a:lnTo>
                    <a:pt x="21038" y="51720"/>
                  </a:lnTo>
                  <a:lnTo>
                    <a:pt x="42005" y="51053"/>
                  </a:lnTo>
                  <a:lnTo>
                    <a:pt x="63115" y="48672"/>
                  </a:lnTo>
                  <a:lnTo>
                    <a:pt x="84582" y="45719"/>
                  </a:lnTo>
                  <a:lnTo>
                    <a:pt x="116014" y="41421"/>
                  </a:lnTo>
                  <a:lnTo>
                    <a:pt x="178879" y="34254"/>
                  </a:lnTo>
                  <a:lnTo>
                    <a:pt x="233624" y="29063"/>
                  </a:lnTo>
                  <a:lnTo>
                    <a:pt x="256794" y="26955"/>
                  </a:lnTo>
                  <a:lnTo>
                    <a:pt x="279963" y="24705"/>
                  </a:lnTo>
                  <a:lnTo>
                    <a:pt x="303276" y="22097"/>
                  </a:lnTo>
                  <a:lnTo>
                    <a:pt x="312360" y="21109"/>
                  </a:lnTo>
                  <a:lnTo>
                    <a:pt x="323373" y="19907"/>
                  </a:lnTo>
                  <a:lnTo>
                    <a:pt x="334244" y="17704"/>
                  </a:lnTo>
                  <a:lnTo>
                    <a:pt x="342900" y="13715"/>
                  </a:lnTo>
                  <a:lnTo>
                    <a:pt x="345948" y="11429"/>
                  </a:lnTo>
                  <a:lnTo>
                    <a:pt x="344424" y="3047"/>
                  </a:lnTo>
                  <a:lnTo>
                    <a:pt x="344424" y="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1" name="Google Shape;3561;p32"/>
            <p:cNvSpPr/>
            <p:nvPr/>
          </p:nvSpPr>
          <p:spPr>
            <a:xfrm>
              <a:off x="3764279" y="2779775"/>
              <a:ext cx="5715" cy="19050"/>
            </a:xfrm>
            <a:custGeom>
              <a:rect b="b" l="l" r="r" t="t"/>
              <a:pathLst>
                <a:path extrusionOk="0" h="19050" w="5714">
                  <a:moveTo>
                    <a:pt x="5334" y="0"/>
                  </a:moveTo>
                  <a:lnTo>
                    <a:pt x="2286" y="10668"/>
                  </a:lnTo>
                  <a:lnTo>
                    <a:pt x="1524" y="12192"/>
                  </a:lnTo>
                  <a:lnTo>
                    <a:pt x="0" y="19050"/>
                  </a:lnTo>
                </a:path>
              </a:pathLst>
            </a:custGeom>
            <a:noFill/>
            <a:ln cap="flat" cmpd="sng" w="1525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2" name="Google Shape;3562;p32"/>
            <p:cNvSpPr/>
            <p:nvPr/>
          </p:nvSpPr>
          <p:spPr>
            <a:xfrm>
              <a:off x="3784091" y="2895599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8"/>
                  </a:moveTo>
                  <a:lnTo>
                    <a:pt x="0" y="11430"/>
                  </a:lnTo>
                  <a:lnTo>
                    <a:pt x="3809" y="15240"/>
                  </a:lnTo>
                  <a:lnTo>
                    <a:pt x="12191" y="15240"/>
                  </a:lnTo>
                  <a:lnTo>
                    <a:pt x="15239" y="11430"/>
                  </a:lnTo>
                  <a:lnTo>
                    <a:pt x="15239" y="7620"/>
                  </a:lnTo>
                  <a:lnTo>
                    <a:pt x="15239" y="3048"/>
                  </a:lnTo>
                  <a:lnTo>
                    <a:pt x="12191" y="0"/>
                  </a:lnTo>
                  <a:lnTo>
                    <a:pt x="3809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63" name="Google Shape;3563;p32"/>
          <p:cNvGrpSpPr/>
          <p:nvPr/>
        </p:nvGrpSpPr>
        <p:grpSpPr>
          <a:xfrm>
            <a:off x="2040946" y="1308847"/>
            <a:ext cx="1175203" cy="309640"/>
            <a:chOff x="4165079" y="2757855"/>
            <a:chExt cx="827799" cy="213956"/>
          </a:xfrm>
        </p:grpSpPr>
        <p:pic>
          <p:nvPicPr>
            <p:cNvPr id="3564" name="Google Shape;3564;p3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165079" y="2757855"/>
              <a:ext cx="199669" cy="2139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65" name="Google Shape;3565;p32"/>
            <p:cNvSpPr/>
            <p:nvPr/>
          </p:nvSpPr>
          <p:spPr>
            <a:xfrm>
              <a:off x="4391691" y="2803398"/>
              <a:ext cx="93980" cy="128905"/>
            </a:xfrm>
            <a:custGeom>
              <a:rect b="b" l="l" r="r" t="t"/>
              <a:pathLst>
                <a:path extrusionOk="0" h="128905" w="93979">
                  <a:moveTo>
                    <a:pt x="50768" y="60198"/>
                  </a:moveTo>
                  <a:lnTo>
                    <a:pt x="50446" y="52197"/>
                  </a:lnTo>
                  <a:lnTo>
                    <a:pt x="50482" y="44196"/>
                  </a:lnTo>
                  <a:lnTo>
                    <a:pt x="50661" y="36195"/>
                  </a:lnTo>
                  <a:lnTo>
                    <a:pt x="50768" y="28194"/>
                  </a:lnTo>
                  <a:lnTo>
                    <a:pt x="50768" y="19812"/>
                  </a:lnTo>
                  <a:lnTo>
                    <a:pt x="51530" y="12192"/>
                  </a:lnTo>
                  <a:lnTo>
                    <a:pt x="44672" y="5334"/>
                  </a:lnTo>
                  <a:lnTo>
                    <a:pt x="39338" y="762"/>
                  </a:lnTo>
                  <a:lnTo>
                    <a:pt x="29432" y="0"/>
                  </a:lnTo>
                  <a:lnTo>
                    <a:pt x="24098" y="4572"/>
                  </a:lnTo>
                  <a:lnTo>
                    <a:pt x="6953" y="39826"/>
                  </a:lnTo>
                  <a:lnTo>
                    <a:pt x="285" y="82296"/>
                  </a:lnTo>
                  <a:lnTo>
                    <a:pt x="0" y="98107"/>
                  </a:lnTo>
                  <a:lnTo>
                    <a:pt x="2000" y="112776"/>
                  </a:lnTo>
                  <a:lnTo>
                    <a:pt x="5381" y="120515"/>
                  </a:lnTo>
                  <a:lnTo>
                    <a:pt x="10763" y="126111"/>
                  </a:lnTo>
                  <a:lnTo>
                    <a:pt x="17859" y="128849"/>
                  </a:lnTo>
                  <a:lnTo>
                    <a:pt x="26384" y="128016"/>
                  </a:lnTo>
                  <a:lnTo>
                    <a:pt x="55340" y="94488"/>
                  </a:lnTo>
                  <a:lnTo>
                    <a:pt x="62948" y="48410"/>
                  </a:lnTo>
                  <a:lnTo>
                    <a:pt x="62198" y="32766"/>
                  </a:lnTo>
                  <a:lnTo>
                    <a:pt x="62198" y="31242"/>
                  </a:lnTo>
                  <a:lnTo>
                    <a:pt x="61436" y="29718"/>
                  </a:lnTo>
                  <a:lnTo>
                    <a:pt x="61436" y="28194"/>
                  </a:lnTo>
                  <a:lnTo>
                    <a:pt x="60674" y="33528"/>
                  </a:lnTo>
                  <a:lnTo>
                    <a:pt x="59912" y="37338"/>
                  </a:lnTo>
                  <a:lnTo>
                    <a:pt x="59912" y="42672"/>
                  </a:lnTo>
                  <a:lnTo>
                    <a:pt x="71342" y="91440"/>
                  </a:lnTo>
                  <a:lnTo>
                    <a:pt x="74390" y="98298"/>
                  </a:lnTo>
                  <a:lnTo>
                    <a:pt x="78200" y="108966"/>
                  </a:lnTo>
                  <a:lnTo>
                    <a:pt x="86582" y="111252"/>
                  </a:lnTo>
                  <a:lnTo>
                    <a:pt x="90392" y="111252"/>
                  </a:lnTo>
                  <a:lnTo>
                    <a:pt x="91154" y="111252"/>
                  </a:lnTo>
                  <a:lnTo>
                    <a:pt x="93440" y="10896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6" name="Google Shape;3566;p32"/>
            <p:cNvSpPr/>
            <p:nvPr/>
          </p:nvSpPr>
          <p:spPr>
            <a:xfrm>
              <a:off x="4498848" y="2771394"/>
              <a:ext cx="15240" cy="149860"/>
            </a:xfrm>
            <a:custGeom>
              <a:rect b="b" l="l" r="r" t="t"/>
              <a:pathLst>
                <a:path extrusionOk="0" h="149860" w="15239">
                  <a:moveTo>
                    <a:pt x="3810" y="0"/>
                  </a:moveTo>
                  <a:lnTo>
                    <a:pt x="1607" y="14501"/>
                  </a:lnTo>
                  <a:lnTo>
                    <a:pt x="476" y="28575"/>
                  </a:lnTo>
                  <a:lnTo>
                    <a:pt x="59" y="42648"/>
                  </a:lnTo>
                  <a:lnTo>
                    <a:pt x="0" y="57150"/>
                  </a:lnTo>
                  <a:lnTo>
                    <a:pt x="273" y="72009"/>
                  </a:lnTo>
                  <a:lnTo>
                    <a:pt x="1047" y="86868"/>
                  </a:lnTo>
                  <a:lnTo>
                    <a:pt x="2250" y="101727"/>
                  </a:lnTo>
                  <a:lnTo>
                    <a:pt x="3810" y="116586"/>
                  </a:lnTo>
                  <a:lnTo>
                    <a:pt x="4476" y="124170"/>
                  </a:lnTo>
                  <a:lnTo>
                    <a:pt x="5715" y="133826"/>
                  </a:lnTo>
                  <a:lnTo>
                    <a:pt x="8096" y="143053"/>
                  </a:lnTo>
                  <a:lnTo>
                    <a:pt x="12192" y="149352"/>
                  </a:lnTo>
                  <a:lnTo>
                    <a:pt x="13716" y="149352"/>
                  </a:lnTo>
                  <a:lnTo>
                    <a:pt x="14478" y="149352"/>
                  </a:lnTo>
                  <a:lnTo>
                    <a:pt x="15240" y="14935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7" name="Google Shape;3567;p32"/>
            <p:cNvSpPr/>
            <p:nvPr/>
          </p:nvSpPr>
          <p:spPr>
            <a:xfrm>
              <a:off x="4488180" y="2838450"/>
              <a:ext cx="69850" cy="10160"/>
            </a:xfrm>
            <a:custGeom>
              <a:rect b="b" l="l" r="r" t="t"/>
              <a:pathLst>
                <a:path extrusionOk="0" h="10160" w="69850">
                  <a:moveTo>
                    <a:pt x="0" y="0"/>
                  </a:moveTo>
                  <a:lnTo>
                    <a:pt x="12322" y="6024"/>
                  </a:lnTo>
                  <a:lnTo>
                    <a:pt x="23145" y="9334"/>
                  </a:lnTo>
                  <a:lnTo>
                    <a:pt x="34397" y="10072"/>
                  </a:lnTo>
                  <a:lnTo>
                    <a:pt x="48006" y="8381"/>
                  </a:lnTo>
                  <a:lnTo>
                    <a:pt x="58674" y="5333"/>
                  </a:lnTo>
                  <a:lnTo>
                    <a:pt x="62484" y="4571"/>
                  </a:lnTo>
                  <a:lnTo>
                    <a:pt x="69342" y="1523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8" name="Google Shape;3568;p32"/>
            <p:cNvSpPr/>
            <p:nvPr/>
          </p:nvSpPr>
          <p:spPr>
            <a:xfrm>
              <a:off x="4567713" y="2811732"/>
              <a:ext cx="111760" cy="117475"/>
            </a:xfrm>
            <a:custGeom>
              <a:rect b="b" l="l" r="r" t="t"/>
              <a:pathLst>
                <a:path extrusionOk="0" h="117475" w="111760">
                  <a:moveTo>
                    <a:pt x="63722" y="58721"/>
                  </a:moveTo>
                  <a:lnTo>
                    <a:pt x="60031" y="50280"/>
                  </a:lnTo>
                  <a:lnTo>
                    <a:pt x="57626" y="42624"/>
                  </a:lnTo>
                  <a:lnTo>
                    <a:pt x="55792" y="34825"/>
                  </a:lnTo>
                  <a:lnTo>
                    <a:pt x="53816" y="25955"/>
                  </a:lnTo>
                  <a:lnTo>
                    <a:pt x="51899" y="19800"/>
                  </a:lnTo>
                  <a:lnTo>
                    <a:pt x="49339" y="13287"/>
                  </a:lnTo>
                  <a:lnTo>
                    <a:pt x="45779" y="7203"/>
                  </a:lnTo>
                  <a:lnTo>
                    <a:pt x="40862" y="2333"/>
                  </a:lnTo>
                  <a:lnTo>
                    <a:pt x="34432" y="0"/>
                  </a:lnTo>
                  <a:lnTo>
                    <a:pt x="28860" y="1381"/>
                  </a:lnTo>
                  <a:lnTo>
                    <a:pt x="8667" y="37671"/>
                  </a:lnTo>
                  <a:lnTo>
                    <a:pt x="1273" y="76807"/>
                  </a:lnTo>
                  <a:lnTo>
                    <a:pt x="0" y="89487"/>
                  </a:lnTo>
                  <a:lnTo>
                    <a:pt x="297" y="102024"/>
                  </a:lnTo>
                  <a:lnTo>
                    <a:pt x="3524" y="112061"/>
                  </a:lnTo>
                  <a:lnTo>
                    <a:pt x="10215" y="116752"/>
                  </a:lnTo>
                  <a:lnTo>
                    <a:pt x="18764" y="117014"/>
                  </a:lnTo>
                  <a:lnTo>
                    <a:pt x="27312" y="114419"/>
                  </a:lnTo>
                  <a:lnTo>
                    <a:pt x="58435" y="81176"/>
                  </a:lnTo>
                  <a:lnTo>
                    <a:pt x="67460" y="42064"/>
                  </a:lnTo>
                  <a:lnTo>
                    <a:pt x="67532" y="32813"/>
                  </a:lnTo>
                  <a:lnTo>
                    <a:pt x="67532" y="25193"/>
                  </a:lnTo>
                  <a:lnTo>
                    <a:pt x="67532" y="31289"/>
                  </a:lnTo>
                  <a:lnTo>
                    <a:pt x="63722" y="60245"/>
                  </a:lnTo>
                  <a:lnTo>
                    <a:pt x="63722" y="71294"/>
                  </a:lnTo>
                  <a:lnTo>
                    <a:pt x="76188" y="108858"/>
                  </a:lnTo>
                  <a:lnTo>
                    <a:pt x="91690" y="114264"/>
                  </a:lnTo>
                  <a:lnTo>
                    <a:pt x="100298" y="112823"/>
                  </a:lnTo>
                  <a:lnTo>
                    <a:pt x="104108" y="111299"/>
                  </a:lnTo>
                  <a:lnTo>
                    <a:pt x="107918" y="109013"/>
                  </a:lnTo>
                  <a:lnTo>
                    <a:pt x="111728" y="10748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9" name="Google Shape;3569;p32"/>
            <p:cNvSpPr/>
            <p:nvPr/>
          </p:nvSpPr>
          <p:spPr>
            <a:xfrm>
              <a:off x="4689348" y="2772918"/>
              <a:ext cx="81280" cy="142875"/>
            </a:xfrm>
            <a:custGeom>
              <a:rect b="b" l="l" r="r" t="t"/>
              <a:pathLst>
                <a:path extrusionOk="0" h="142875" w="81279">
                  <a:moveTo>
                    <a:pt x="64770" y="0"/>
                  </a:moveTo>
                  <a:lnTo>
                    <a:pt x="22407" y="22181"/>
                  </a:lnTo>
                  <a:lnTo>
                    <a:pt x="6488" y="63912"/>
                  </a:lnTo>
                  <a:lnTo>
                    <a:pt x="7143" y="72390"/>
                  </a:lnTo>
                  <a:lnTo>
                    <a:pt x="44422" y="93595"/>
                  </a:lnTo>
                  <a:lnTo>
                    <a:pt x="71628" y="98298"/>
                  </a:lnTo>
                  <a:lnTo>
                    <a:pt x="76200" y="105155"/>
                  </a:lnTo>
                  <a:lnTo>
                    <a:pt x="80772" y="111252"/>
                  </a:lnTo>
                  <a:lnTo>
                    <a:pt x="79248" y="118872"/>
                  </a:lnTo>
                  <a:lnTo>
                    <a:pt x="73914" y="123444"/>
                  </a:lnTo>
                  <a:lnTo>
                    <a:pt x="36576" y="139446"/>
                  </a:lnTo>
                  <a:lnTo>
                    <a:pt x="20574" y="142589"/>
                  </a:lnTo>
                  <a:lnTo>
                    <a:pt x="11501" y="142553"/>
                  </a:lnTo>
                  <a:lnTo>
                    <a:pt x="4572" y="139446"/>
                  </a:lnTo>
                  <a:lnTo>
                    <a:pt x="0" y="134112"/>
                  </a:lnTo>
                  <a:lnTo>
                    <a:pt x="3810" y="123444"/>
                  </a:lnTo>
                  <a:lnTo>
                    <a:pt x="4572" y="11811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0" name="Google Shape;3570;p32"/>
            <p:cNvSpPr/>
            <p:nvPr/>
          </p:nvSpPr>
          <p:spPr>
            <a:xfrm>
              <a:off x="4801362" y="2798064"/>
              <a:ext cx="97790" cy="125730"/>
            </a:xfrm>
            <a:custGeom>
              <a:rect b="b" l="l" r="r" t="t"/>
              <a:pathLst>
                <a:path extrusionOk="0" h="125730" w="97789">
                  <a:moveTo>
                    <a:pt x="10667" y="0"/>
                  </a:moveTo>
                  <a:lnTo>
                    <a:pt x="3047" y="43434"/>
                  </a:lnTo>
                  <a:lnTo>
                    <a:pt x="0" y="93726"/>
                  </a:lnTo>
                  <a:lnTo>
                    <a:pt x="1023" y="103191"/>
                  </a:lnTo>
                  <a:lnTo>
                    <a:pt x="3619" y="111728"/>
                  </a:lnTo>
                  <a:lnTo>
                    <a:pt x="8786" y="118693"/>
                  </a:lnTo>
                  <a:lnTo>
                    <a:pt x="17525" y="123444"/>
                  </a:lnTo>
                  <a:lnTo>
                    <a:pt x="29610" y="125218"/>
                  </a:lnTo>
                  <a:lnTo>
                    <a:pt x="41624" y="123348"/>
                  </a:lnTo>
                  <a:lnTo>
                    <a:pt x="82200" y="100107"/>
                  </a:lnTo>
                  <a:lnTo>
                    <a:pt x="89832" y="92428"/>
                  </a:lnTo>
                  <a:lnTo>
                    <a:pt x="97535" y="8381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1" name="Google Shape;3571;p32"/>
            <p:cNvSpPr/>
            <p:nvPr/>
          </p:nvSpPr>
          <p:spPr>
            <a:xfrm>
              <a:off x="4814316" y="2801874"/>
              <a:ext cx="62230" cy="43180"/>
            </a:xfrm>
            <a:custGeom>
              <a:rect b="b" l="l" r="r" t="t"/>
              <a:pathLst>
                <a:path extrusionOk="0" h="43180" w="62229">
                  <a:moveTo>
                    <a:pt x="3810" y="36575"/>
                  </a:moveTo>
                  <a:lnTo>
                    <a:pt x="16394" y="41326"/>
                  </a:lnTo>
                  <a:lnTo>
                    <a:pt x="26193" y="42576"/>
                  </a:lnTo>
                  <a:lnTo>
                    <a:pt x="35849" y="39683"/>
                  </a:lnTo>
                  <a:lnTo>
                    <a:pt x="61722" y="9905"/>
                  </a:lnTo>
                  <a:lnTo>
                    <a:pt x="58209" y="3857"/>
                  </a:lnTo>
                  <a:lnTo>
                    <a:pt x="51339" y="952"/>
                  </a:lnTo>
                  <a:lnTo>
                    <a:pt x="43183" y="47"/>
                  </a:lnTo>
                  <a:lnTo>
                    <a:pt x="35814" y="0"/>
                  </a:lnTo>
                  <a:lnTo>
                    <a:pt x="26955" y="154"/>
                  </a:lnTo>
                  <a:lnTo>
                    <a:pt x="18669" y="1238"/>
                  </a:lnTo>
                  <a:lnTo>
                    <a:pt x="10953" y="4179"/>
                  </a:lnTo>
                  <a:lnTo>
                    <a:pt x="3810" y="9905"/>
                  </a:lnTo>
                  <a:lnTo>
                    <a:pt x="0" y="13715"/>
                  </a:lnTo>
                  <a:lnTo>
                    <a:pt x="0" y="16763"/>
                  </a:lnTo>
                  <a:lnTo>
                    <a:pt x="0" y="22097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2" name="Google Shape;3572;p32"/>
            <p:cNvSpPr/>
            <p:nvPr/>
          </p:nvSpPr>
          <p:spPr>
            <a:xfrm>
              <a:off x="4926758" y="2765298"/>
              <a:ext cx="24765" cy="146685"/>
            </a:xfrm>
            <a:custGeom>
              <a:rect b="b" l="l" r="r" t="t"/>
              <a:pathLst>
                <a:path extrusionOk="0" h="146685" w="24764">
                  <a:moveTo>
                    <a:pt x="6429" y="0"/>
                  </a:moveTo>
                  <a:lnTo>
                    <a:pt x="2381" y="14823"/>
                  </a:lnTo>
                  <a:lnTo>
                    <a:pt x="333" y="28289"/>
                  </a:lnTo>
                  <a:lnTo>
                    <a:pt x="0" y="41898"/>
                  </a:lnTo>
                  <a:lnTo>
                    <a:pt x="1095" y="57150"/>
                  </a:lnTo>
                  <a:lnTo>
                    <a:pt x="2952" y="71425"/>
                  </a:lnTo>
                  <a:lnTo>
                    <a:pt x="5095" y="85629"/>
                  </a:lnTo>
                  <a:lnTo>
                    <a:pt x="7524" y="99691"/>
                  </a:lnTo>
                  <a:lnTo>
                    <a:pt x="10239" y="113538"/>
                  </a:lnTo>
                  <a:lnTo>
                    <a:pt x="11465" y="120336"/>
                  </a:lnTo>
                  <a:lnTo>
                    <a:pt x="13192" y="129635"/>
                  </a:lnTo>
                  <a:lnTo>
                    <a:pt x="15918" y="138505"/>
                  </a:lnTo>
                  <a:lnTo>
                    <a:pt x="20145" y="144018"/>
                  </a:lnTo>
                  <a:lnTo>
                    <a:pt x="24717" y="146304"/>
                  </a:lnTo>
                  <a:lnTo>
                    <a:pt x="23955" y="139446"/>
                  </a:lnTo>
                  <a:lnTo>
                    <a:pt x="24717" y="13792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3" name="Google Shape;3573;p32"/>
            <p:cNvSpPr/>
            <p:nvPr/>
          </p:nvSpPr>
          <p:spPr>
            <a:xfrm>
              <a:off x="4887468" y="2825496"/>
              <a:ext cx="105410" cy="12700"/>
            </a:xfrm>
            <a:custGeom>
              <a:rect b="b" l="l" r="r" t="t"/>
              <a:pathLst>
                <a:path extrusionOk="0" h="12700" w="105410">
                  <a:moveTo>
                    <a:pt x="0" y="9906"/>
                  </a:moveTo>
                  <a:lnTo>
                    <a:pt x="14478" y="11930"/>
                  </a:lnTo>
                  <a:lnTo>
                    <a:pt x="27813" y="12382"/>
                  </a:lnTo>
                  <a:lnTo>
                    <a:pt x="41148" y="11406"/>
                  </a:lnTo>
                  <a:lnTo>
                    <a:pt x="55626" y="9144"/>
                  </a:lnTo>
                  <a:lnTo>
                    <a:pt x="66841" y="7429"/>
                  </a:lnTo>
                  <a:lnTo>
                    <a:pt x="103632" y="762"/>
                  </a:lnTo>
                  <a:lnTo>
                    <a:pt x="105155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74" name="Google Shape;3574;p32"/>
          <p:cNvSpPr/>
          <p:nvPr/>
        </p:nvSpPr>
        <p:spPr>
          <a:xfrm>
            <a:off x="3923278" y="1080144"/>
            <a:ext cx="143337" cy="655233"/>
          </a:xfrm>
          <a:custGeom>
            <a:rect b="b" l="l" r="r" t="t"/>
            <a:pathLst>
              <a:path extrusionOk="0" h="452755" w="100964">
                <a:moveTo>
                  <a:pt x="100584" y="29837"/>
                </a:moveTo>
                <a:lnTo>
                  <a:pt x="69342" y="881"/>
                </a:lnTo>
                <a:lnTo>
                  <a:pt x="57900" y="0"/>
                </a:lnTo>
                <a:lnTo>
                  <a:pt x="47529" y="1833"/>
                </a:lnTo>
                <a:lnTo>
                  <a:pt x="13430" y="38504"/>
                </a:lnTo>
                <a:lnTo>
                  <a:pt x="6858" y="67937"/>
                </a:lnTo>
                <a:lnTo>
                  <a:pt x="7012" y="82784"/>
                </a:lnTo>
                <a:lnTo>
                  <a:pt x="23622" y="119753"/>
                </a:lnTo>
                <a:lnTo>
                  <a:pt x="52875" y="144720"/>
                </a:lnTo>
                <a:lnTo>
                  <a:pt x="62484" y="153281"/>
                </a:lnTo>
                <a:lnTo>
                  <a:pt x="68484" y="160520"/>
                </a:lnTo>
                <a:lnTo>
                  <a:pt x="72771" y="167759"/>
                </a:lnTo>
                <a:lnTo>
                  <a:pt x="75342" y="175569"/>
                </a:lnTo>
                <a:lnTo>
                  <a:pt x="76200" y="184523"/>
                </a:lnTo>
                <a:lnTo>
                  <a:pt x="73890" y="196381"/>
                </a:lnTo>
                <a:lnTo>
                  <a:pt x="41517" y="233541"/>
                </a:lnTo>
                <a:lnTo>
                  <a:pt x="9906" y="263009"/>
                </a:lnTo>
                <a:lnTo>
                  <a:pt x="6096" y="266057"/>
                </a:lnTo>
                <a:lnTo>
                  <a:pt x="3048" y="269867"/>
                </a:lnTo>
                <a:lnTo>
                  <a:pt x="0" y="273677"/>
                </a:lnTo>
                <a:lnTo>
                  <a:pt x="9132" y="273581"/>
                </a:lnTo>
                <a:lnTo>
                  <a:pt x="18192" y="273486"/>
                </a:lnTo>
                <a:lnTo>
                  <a:pt x="27110" y="273677"/>
                </a:lnTo>
                <a:lnTo>
                  <a:pt x="58971" y="297310"/>
                </a:lnTo>
                <a:lnTo>
                  <a:pt x="59150" y="307109"/>
                </a:lnTo>
                <a:lnTo>
                  <a:pt x="58328" y="316765"/>
                </a:lnTo>
                <a:lnTo>
                  <a:pt x="57150" y="325493"/>
                </a:lnTo>
                <a:lnTo>
                  <a:pt x="53673" y="339518"/>
                </a:lnTo>
                <a:lnTo>
                  <a:pt x="49339" y="353115"/>
                </a:lnTo>
                <a:lnTo>
                  <a:pt x="44719" y="366426"/>
                </a:lnTo>
                <a:lnTo>
                  <a:pt x="40386" y="379595"/>
                </a:lnTo>
                <a:lnTo>
                  <a:pt x="36957" y="393203"/>
                </a:lnTo>
                <a:lnTo>
                  <a:pt x="34671" y="406741"/>
                </a:lnTo>
                <a:lnTo>
                  <a:pt x="33528" y="420421"/>
                </a:lnTo>
                <a:lnTo>
                  <a:pt x="33528" y="434459"/>
                </a:lnTo>
                <a:lnTo>
                  <a:pt x="34290" y="443603"/>
                </a:lnTo>
                <a:lnTo>
                  <a:pt x="39624" y="448937"/>
                </a:lnTo>
                <a:lnTo>
                  <a:pt x="48006" y="451223"/>
                </a:lnTo>
                <a:lnTo>
                  <a:pt x="57292" y="452485"/>
                </a:lnTo>
                <a:lnTo>
                  <a:pt x="65151" y="451032"/>
                </a:lnTo>
                <a:lnTo>
                  <a:pt x="72437" y="447579"/>
                </a:lnTo>
                <a:lnTo>
                  <a:pt x="80010" y="442841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75" name="Google Shape;3575;p32"/>
          <p:cNvGrpSpPr/>
          <p:nvPr/>
        </p:nvGrpSpPr>
        <p:grpSpPr>
          <a:xfrm>
            <a:off x="4220754" y="1287620"/>
            <a:ext cx="204031" cy="222778"/>
            <a:chOff x="5700509" y="2743187"/>
            <a:chExt cx="143717" cy="153936"/>
          </a:xfrm>
        </p:grpSpPr>
        <p:pic>
          <p:nvPicPr>
            <p:cNvPr id="3576" name="Google Shape;3576;p3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700509" y="2743187"/>
              <a:ext cx="91465" cy="1211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77" name="Google Shape;3577;p32"/>
            <p:cNvSpPr/>
            <p:nvPr/>
          </p:nvSpPr>
          <p:spPr>
            <a:xfrm>
              <a:off x="5837241" y="2813303"/>
              <a:ext cx="6985" cy="83820"/>
            </a:xfrm>
            <a:custGeom>
              <a:rect b="b" l="l" r="r" t="t"/>
              <a:pathLst>
                <a:path extrusionOk="0" h="83819" w="6985">
                  <a:moveTo>
                    <a:pt x="6536" y="0"/>
                  </a:moveTo>
                  <a:lnTo>
                    <a:pt x="3119" y="11263"/>
                  </a:lnTo>
                  <a:lnTo>
                    <a:pt x="916" y="20955"/>
                  </a:lnTo>
                  <a:lnTo>
                    <a:pt x="0" y="30646"/>
                  </a:lnTo>
                  <a:lnTo>
                    <a:pt x="440" y="41910"/>
                  </a:lnTo>
                  <a:lnTo>
                    <a:pt x="1452" y="50923"/>
                  </a:lnTo>
                  <a:lnTo>
                    <a:pt x="2250" y="59721"/>
                  </a:lnTo>
                  <a:lnTo>
                    <a:pt x="2905" y="68377"/>
                  </a:lnTo>
                  <a:lnTo>
                    <a:pt x="3488" y="76962"/>
                  </a:lnTo>
                  <a:lnTo>
                    <a:pt x="3488" y="80772"/>
                  </a:lnTo>
                  <a:lnTo>
                    <a:pt x="2726" y="81534"/>
                  </a:lnTo>
                  <a:lnTo>
                    <a:pt x="3488" y="8382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78" name="Google Shape;3578;p32"/>
          <p:cNvSpPr/>
          <p:nvPr/>
        </p:nvSpPr>
        <p:spPr>
          <a:xfrm>
            <a:off x="4548554" y="1395434"/>
            <a:ext cx="53188" cy="116710"/>
          </a:xfrm>
          <a:custGeom>
            <a:rect b="b" l="l" r="r" t="t"/>
            <a:pathLst>
              <a:path extrusionOk="0" h="80644" w="37464">
                <a:moveTo>
                  <a:pt x="7620" y="1714"/>
                </a:moveTo>
                <a:lnTo>
                  <a:pt x="16192" y="142"/>
                </a:lnTo>
                <a:lnTo>
                  <a:pt x="23622" y="0"/>
                </a:lnTo>
                <a:lnTo>
                  <a:pt x="29908" y="3000"/>
                </a:lnTo>
                <a:lnTo>
                  <a:pt x="35052" y="10858"/>
                </a:lnTo>
                <a:lnTo>
                  <a:pt x="37195" y="20550"/>
                </a:lnTo>
                <a:lnTo>
                  <a:pt x="36195" y="30098"/>
                </a:lnTo>
                <a:lnTo>
                  <a:pt x="15240" y="65341"/>
                </a:lnTo>
                <a:lnTo>
                  <a:pt x="7834" y="73056"/>
                </a:lnTo>
                <a:lnTo>
                  <a:pt x="0" y="8020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9" name="Google Shape;3579;p32"/>
          <p:cNvSpPr/>
          <p:nvPr/>
        </p:nvSpPr>
        <p:spPr>
          <a:xfrm>
            <a:off x="4829820" y="1362627"/>
            <a:ext cx="24340" cy="0"/>
          </a:xfrm>
          <a:custGeom>
            <a:rect b="b" l="l" r="r" t="t"/>
            <a:pathLst>
              <a:path extrusionOk="0" h="120000" w="17145">
                <a:moveTo>
                  <a:pt x="0" y="0"/>
                </a:moveTo>
                <a:lnTo>
                  <a:pt x="9144" y="0"/>
                </a:lnTo>
                <a:lnTo>
                  <a:pt x="11430" y="0"/>
                </a:lnTo>
                <a:lnTo>
                  <a:pt x="16764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0" name="Google Shape;3580;p32"/>
          <p:cNvSpPr/>
          <p:nvPr/>
        </p:nvSpPr>
        <p:spPr>
          <a:xfrm>
            <a:off x="5075386" y="1344981"/>
            <a:ext cx="9015" cy="1838"/>
          </a:xfrm>
          <a:custGeom>
            <a:rect b="b" l="l" r="r" t="t"/>
            <a:pathLst>
              <a:path extrusionOk="0" h="1269" w="6350">
                <a:moveTo>
                  <a:pt x="0" y="762"/>
                </a:moveTo>
                <a:lnTo>
                  <a:pt x="1524" y="762"/>
                </a:lnTo>
                <a:lnTo>
                  <a:pt x="3810" y="0"/>
                </a:lnTo>
                <a:lnTo>
                  <a:pt x="6096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1" name="Google Shape;3581;p32"/>
          <p:cNvSpPr/>
          <p:nvPr/>
        </p:nvSpPr>
        <p:spPr>
          <a:xfrm>
            <a:off x="5272271" y="1344981"/>
            <a:ext cx="1803" cy="2757"/>
          </a:xfrm>
          <a:custGeom>
            <a:rect b="b" l="l" r="r" t="t"/>
            <a:pathLst>
              <a:path extrusionOk="0" h="1905" w="1270">
                <a:moveTo>
                  <a:pt x="0" y="1524"/>
                </a:moveTo>
                <a:lnTo>
                  <a:pt x="0" y="762"/>
                </a:lnTo>
                <a:lnTo>
                  <a:pt x="761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2" name="Google Shape;3582;p32"/>
          <p:cNvSpPr/>
          <p:nvPr/>
        </p:nvSpPr>
        <p:spPr>
          <a:xfrm>
            <a:off x="5647653" y="1386887"/>
            <a:ext cx="58597" cy="106602"/>
          </a:xfrm>
          <a:custGeom>
            <a:rect b="b" l="l" r="r" t="t"/>
            <a:pathLst>
              <a:path extrusionOk="0" h="73660" w="41275">
                <a:moveTo>
                  <a:pt x="32766" y="0"/>
                </a:moveTo>
                <a:lnTo>
                  <a:pt x="39754" y="14025"/>
                </a:lnTo>
                <a:lnTo>
                  <a:pt x="41243" y="24193"/>
                </a:lnTo>
                <a:lnTo>
                  <a:pt x="37159" y="34075"/>
                </a:lnTo>
                <a:lnTo>
                  <a:pt x="27432" y="47244"/>
                </a:lnTo>
                <a:lnTo>
                  <a:pt x="21109" y="54721"/>
                </a:lnTo>
                <a:lnTo>
                  <a:pt x="14573" y="61341"/>
                </a:lnTo>
                <a:lnTo>
                  <a:pt x="7608" y="67389"/>
                </a:lnTo>
                <a:lnTo>
                  <a:pt x="0" y="73152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3" name="Google Shape;3583;p3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42357" y="1198295"/>
            <a:ext cx="230863" cy="2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4" name="Google Shape;3584;p32"/>
          <p:cNvSpPr/>
          <p:nvPr/>
        </p:nvSpPr>
        <p:spPr>
          <a:xfrm>
            <a:off x="6174484" y="960492"/>
            <a:ext cx="237092" cy="614798"/>
          </a:xfrm>
          <a:custGeom>
            <a:rect b="b" l="l" r="r" t="t"/>
            <a:pathLst>
              <a:path extrusionOk="0" h="424814" w="167004">
                <a:moveTo>
                  <a:pt x="0" y="23360"/>
                </a:moveTo>
                <a:lnTo>
                  <a:pt x="2547" y="11858"/>
                </a:lnTo>
                <a:lnTo>
                  <a:pt x="6095" y="3929"/>
                </a:lnTo>
                <a:lnTo>
                  <a:pt x="13073" y="0"/>
                </a:lnTo>
                <a:lnTo>
                  <a:pt x="25907" y="500"/>
                </a:lnTo>
                <a:lnTo>
                  <a:pt x="57947" y="25788"/>
                </a:lnTo>
                <a:lnTo>
                  <a:pt x="78140" y="61531"/>
                </a:lnTo>
                <a:lnTo>
                  <a:pt x="93928" y="114442"/>
                </a:lnTo>
                <a:lnTo>
                  <a:pt x="98583" y="164318"/>
                </a:lnTo>
                <a:lnTo>
                  <a:pt x="98488" y="187094"/>
                </a:lnTo>
                <a:lnTo>
                  <a:pt x="97536" y="209728"/>
                </a:lnTo>
                <a:lnTo>
                  <a:pt x="96012" y="232148"/>
                </a:lnTo>
                <a:lnTo>
                  <a:pt x="94999" y="243292"/>
                </a:lnTo>
                <a:lnTo>
                  <a:pt x="94202" y="256722"/>
                </a:lnTo>
                <a:lnTo>
                  <a:pt x="126289" y="287869"/>
                </a:lnTo>
                <a:lnTo>
                  <a:pt x="134874" y="287012"/>
                </a:lnTo>
                <a:lnTo>
                  <a:pt x="166116" y="271772"/>
                </a:lnTo>
                <a:lnTo>
                  <a:pt x="166878" y="271772"/>
                </a:lnTo>
                <a:lnTo>
                  <a:pt x="166878" y="270248"/>
                </a:lnTo>
                <a:lnTo>
                  <a:pt x="159519" y="273748"/>
                </a:lnTo>
                <a:lnTo>
                  <a:pt x="132647" y="301537"/>
                </a:lnTo>
                <a:lnTo>
                  <a:pt x="115824" y="345686"/>
                </a:lnTo>
                <a:lnTo>
                  <a:pt x="113823" y="372737"/>
                </a:lnTo>
                <a:lnTo>
                  <a:pt x="114430" y="386619"/>
                </a:lnTo>
                <a:lnTo>
                  <a:pt x="115824" y="399788"/>
                </a:lnTo>
                <a:lnTo>
                  <a:pt x="117288" y="406157"/>
                </a:lnTo>
                <a:lnTo>
                  <a:pt x="118967" y="413599"/>
                </a:lnTo>
                <a:lnTo>
                  <a:pt x="118502" y="420040"/>
                </a:lnTo>
                <a:lnTo>
                  <a:pt x="113538" y="423410"/>
                </a:lnTo>
                <a:lnTo>
                  <a:pt x="101643" y="424457"/>
                </a:lnTo>
                <a:lnTo>
                  <a:pt x="89249" y="424362"/>
                </a:lnTo>
                <a:lnTo>
                  <a:pt x="51387" y="418516"/>
                </a:lnTo>
                <a:lnTo>
                  <a:pt x="28241" y="407205"/>
                </a:lnTo>
                <a:lnTo>
                  <a:pt x="17526" y="398264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5" name="Google Shape;3585;p3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29686" y="1100167"/>
            <a:ext cx="153650" cy="2293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86" name="Google Shape;3586;p32"/>
          <p:cNvGrpSpPr/>
          <p:nvPr/>
        </p:nvGrpSpPr>
        <p:grpSpPr>
          <a:xfrm>
            <a:off x="7421552" y="1114641"/>
            <a:ext cx="124406" cy="138766"/>
            <a:chOff x="7955113" y="2623661"/>
            <a:chExt cx="87630" cy="95885"/>
          </a:xfrm>
        </p:grpSpPr>
        <p:sp>
          <p:nvSpPr>
            <p:cNvPr id="3587" name="Google Shape;3587;p32"/>
            <p:cNvSpPr/>
            <p:nvPr/>
          </p:nvSpPr>
          <p:spPr>
            <a:xfrm>
              <a:off x="7955113" y="2623661"/>
              <a:ext cx="87630" cy="95885"/>
            </a:xfrm>
            <a:custGeom>
              <a:rect b="b" l="l" r="r" t="t"/>
              <a:pathLst>
                <a:path extrusionOk="0" h="95885" w="87629">
                  <a:moveTo>
                    <a:pt x="47410" y="3714"/>
                  </a:moveTo>
                  <a:lnTo>
                    <a:pt x="36004" y="1035"/>
                  </a:lnTo>
                  <a:lnTo>
                    <a:pt x="26455" y="0"/>
                  </a:lnTo>
                  <a:lnTo>
                    <a:pt x="18049" y="2536"/>
                  </a:lnTo>
                  <a:lnTo>
                    <a:pt x="10072" y="10572"/>
                  </a:lnTo>
                  <a:lnTo>
                    <a:pt x="4238" y="21466"/>
                  </a:lnTo>
                  <a:lnTo>
                    <a:pt x="1119" y="32575"/>
                  </a:lnTo>
                  <a:lnTo>
                    <a:pt x="0" y="44112"/>
                  </a:lnTo>
                  <a:lnTo>
                    <a:pt x="166" y="56292"/>
                  </a:lnTo>
                  <a:lnTo>
                    <a:pt x="23788" y="90582"/>
                  </a:lnTo>
                  <a:lnTo>
                    <a:pt x="47886" y="95726"/>
                  </a:lnTo>
                  <a:lnTo>
                    <a:pt x="60971" y="95297"/>
                  </a:lnTo>
                  <a:lnTo>
                    <a:pt x="72556" y="92868"/>
                  </a:lnTo>
                  <a:lnTo>
                    <a:pt x="80938" y="88296"/>
                  </a:lnTo>
                  <a:lnTo>
                    <a:pt x="83224" y="86772"/>
                  </a:lnTo>
                  <a:lnTo>
                    <a:pt x="87034" y="8220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8" name="Google Shape;3588;p32"/>
            <p:cNvSpPr/>
            <p:nvPr/>
          </p:nvSpPr>
          <p:spPr>
            <a:xfrm>
              <a:off x="7976616" y="2656331"/>
              <a:ext cx="57150" cy="7620"/>
            </a:xfrm>
            <a:custGeom>
              <a:rect b="b" l="l" r="r" t="t"/>
              <a:pathLst>
                <a:path extrusionOk="0" h="7619" w="57150">
                  <a:moveTo>
                    <a:pt x="0" y="7620"/>
                  </a:moveTo>
                  <a:lnTo>
                    <a:pt x="14823" y="7179"/>
                  </a:lnTo>
                  <a:lnTo>
                    <a:pt x="28860" y="5810"/>
                  </a:lnTo>
                  <a:lnTo>
                    <a:pt x="42755" y="3440"/>
                  </a:lnTo>
                  <a:lnTo>
                    <a:pt x="57150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589" name="Google Shape;3589;p3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642456" y="803501"/>
            <a:ext cx="306182" cy="4400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90" name="Google Shape;3590;p32"/>
          <p:cNvGrpSpPr/>
          <p:nvPr/>
        </p:nvGrpSpPr>
        <p:grpSpPr>
          <a:xfrm>
            <a:off x="2586670" y="1748936"/>
            <a:ext cx="805951" cy="262828"/>
            <a:chOff x="4466843" y="3260598"/>
            <a:chExt cx="567702" cy="181610"/>
          </a:xfrm>
        </p:grpSpPr>
        <p:sp>
          <p:nvSpPr>
            <p:cNvPr id="3591" name="Google Shape;3591;p32"/>
            <p:cNvSpPr/>
            <p:nvPr/>
          </p:nvSpPr>
          <p:spPr>
            <a:xfrm>
              <a:off x="4466843" y="3260598"/>
              <a:ext cx="30480" cy="181610"/>
            </a:xfrm>
            <a:custGeom>
              <a:rect b="b" l="l" r="r" t="t"/>
              <a:pathLst>
                <a:path extrusionOk="0" h="181610" w="30479">
                  <a:moveTo>
                    <a:pt x="0" y="0"/>
                  </a:moveTo>
                  <a:lnTo>
                    <a:pt x="1643" y="14870"/>
                  </a:lnTo>
                  <a:lnTo>
                    <a:pt x="4000" y="29813"/>
                  </a:lnTo>
                  <a:lnTo>
                    <a:pt x="6643" y="44898"/>
                  </a:lnTo>
                  <a:lnTo>
                    <a:pt x="9144" y="60198"/>
                  </a:lnTo>
                  <a:lnTo>
                    <a:pt x="16097" y="107537"/>
                  </a:lnTo>
                  <a:lnTo>
                    <a:pt x="21336" y="155448"/>
                  </a:lnTo>
                  <a:lnTo>
                    <a:pt x="21752" y="162067"/>
                  </a:lnTo>
                  <a:lnTo>
                    <a:pt x="22383" y="169545"/>
                  </a:lnTo>
                  <a:lnTo>
                    <a:pt x="24014" y="176450"/>
                  </a:lnTo>
                  <a:lnTo>
                    <a:pt x="27432" y="181356"/>
                  </a:lnTo>
                  <a:lnTo>
                    <a:pt x="28194" y="181356"/>
                  </a:lnTo>
                  <a:lnTo>
                    <a:pt x="29718" y="181356"/>
                  </a:lnTo>
                  <a:lnTo>
                    <a:pt x="30480" y="18059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2" name="Google Shape;3592;p32"/>
            <p:cNvSpPr/>
            <p:nvPr/>
          </p:nvSpPr>
          <p:spPr>
            <a:xfrm>
              <a:off x="4495037" y="3294888"/>
              <a:ext cx="104139" cy="127635"/>
            </a:xfrm>
            <a:custGeom>
              <a:rect b="b" l="l" r="r" t="t"/>
              <a:pathLst>
                <a:path extrusionOk="0" h="127635" w="104139">
                  <a:moveTo>
                    <a:pt x="57150" y="0"/>
                  </a:moveTo>
                  <a:lnTo>
                    <a:pt x="32004" y="42672"/>
                  </a:lnTo>
                  <a:lnTo>
                    <a:pt x="16097" y="58007"/>
                  </a:lnTo>
                  <a:lnTo>
                    <a:pt x="7893" y="65710"/>
                  </a:lnTo>
                  <a:lnTo>
                    <a:pt x="762" y="73914"/>
                  </a:lnTo>
                  <a:lnTo>
                    <a:pt x="0" y="74676"/>
                  </a:lnTo>
                  <a:lnTo>
                    <a:pt x="0" y="75438"/>
                  </a:lnTo>
                  <a:lnTo>
                    <a:pt x="0" y="76200"/>
                  </a:lnTo>
                  <a:lnTo>
                    <a:pt x="5845" y="79390"/>
                  </a:lnTo>
                  <a:lnTo>
                    <a:pt x="11906" y="82296"/>
                  </a:lnTo>
                  <a:lnTo>
                    <a:pt x="18109" y="85201"/>
                  </a:lnTo>
                  <a:lnTo>
                    <a:pt x="24384" y="88392"/>
                  </a:lnTo>
                  <a:lnTo>
                    <a:pt x="34087" y="93428"/>
                  </a:lnTo>
                  <a:lnTo>
                    <a:pt x="43719" y="98393"/>
                  </a:lnTo>
                  <a:lnTo>
                    <a:pt x="53209" y="103501"/>
                  </a:lnTo>
                  <a:lnTo>
                    <a:pt x="62484" y="108966"/>
                  </a:lnTo>
                  <a:lnTo>
                    <a:pt x="70770" y="114823"/>
                  </a:lnTo>
                  <a:lnTo>
                    <a:pt x="79629" y="120396"/>
                  </a:lnTo>
                  <a:lnTo>
                    <a:pt x="89058" y="124825"/>
                  </a:lnTo>
                  <a:lnTo>
                    <a:pt x="99060" y="127254"/>
                  </a:lnTo>
                  <a:lnTo>
                    <a:pt x="100584" y="127254"/>
                  </a:lnTo>
                  <a:lnTo>
                    <a:pt x="102108" y="127254"/>
                  </a:lnTo>
                  <a:lnTo>
                    <a:pt x="103632" y="12725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3" name="Google Shape;3593;p32"/>
            <p:cNvSpPr/>
            <p:nvPr/>
          </p:nvSpPr>
          <p:spPr>
            <a:xfrm>
              <a:off x="4626101" y="3329178"/>
              <a:ext cx="74295" cy="92075"/>
            </a:xfrm>
            <a:custGeom>
              <a:rect b="b" l="l" r="r" t="t"/>
              <a:pathLst>
                <a:path extrusionOk="0" h="92075" w="74295">
                  <a:moveTo>
                    <a:pt x="0" y="0"/>
                  </a:moveTo>
                  <a:lnTo>
                    <a:pt x="476" y="9144"/>
                  </a:lnTo>
                  <a:lnTo>
                    <a:pt x="952" y="18288"/>
                  </a:lnTo>
                  <a:lnTo>
                    <a:pt x="1714" y="27432"/>
                  </a:lnTo>
                  <a:lnTo>
                    <a:pt x="3048" y="36576"/>
                  </a:lnTo>
                  <a:lnTo>
                    <a:pt x="4941" y="49803"/>
                  </a:lnTo>
                  <a:lnTo>
                    <a:pt x="7905" y="64103"/>
                  </a:lnTo>
                  <a:lnTo>
                    <a:pt x="13013" y="77402"/>
                  </a:lnTo>
                  <a:lnTo>
                    <a:pt x="21336" y="87630"/>
                  </a:lnTo>
                  <a:lnTo>
                    <a:pt x="28015" y="90963"/>
                  </a:lnTo>
                  <a:lnTo>
                    <a:pt x="35909" y="92011"/>
                  </a:lnTo>
                  <a:lnTo>
                    <a:pt x="43945" y="91058"/>
                  </a:lnTo>
                  <a:lnTo>
                    <a:pt x="51054" y="88391"/>
                  </a:lnTo>
                  <a:lnTo>
                    <a:pt x="58483" y="83855"/>
                  </a:lnTo>
                  <a:lnTo>
                    <a:pt x="64198" y="78390"/>
                  </a:lnTo>
                  <a:lnTo>
                    <a:pt x="69056" y="72211"/>
                  </a:lnTo>
                  <a:lnTo>
                    <a:pt x="73914" y="65531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4" name="Google Shape;3594;p32"/>
            <p:cNvSpPr/>
            <p:nvPr/>
          </p:nvSpPr>
          <p:spPr>
            <a:xfrm>
              <a:off x="4624780" y="3302115"/>
              <a:ext cx="63500" cy="65405"/>
            </a:xfrm>
            <a:custGeom>
              <a:rect b="b" l="l" r="r" t="t"/>
              <a:pathLst>
                <a:path extrusionOk="0" h="65404" w="63500">
                  <a:moveTo>
                    <a:pt x="18085" y="56018"/>
                  </a:moveTo>
                  <a:lnTo>
                    <a:pt x="27801" y="62745"/>
                  </a:lnTo>
                  <a:lnTo>
                    <a:pt x="34659" y="65258"/>
                  </a:lnTo>
                  <a:lnTo>
                    <a:pt x="41231" y="62769"/>
                  </a:lnTo>
                  <a:lnTo>
                    <a:pt x="50089" y="54494"/>
                  </a:lnTo>
                  <a:lnTo>
                    <a:pt x="55852" y="46720"/>
                  </a:lnTo>
                  <a:lnTo>
                    <a:pt x="60757" y="36873"/>
                  </a:lnTo>
                  <a:lnTo>
                    <a:pt x="63376" y="26312"/>
                  </a:lnTo>
                  <a:lnTo>
                    <a:pt x="62281" y="16394"/>
                  </a:lnTo>
                  <a:lnTo>
                    <a:pt x="23955" y="0"/>
                  </a:lnTo>
                  <a:lnTo>
                    <a:pt x="15894" y="678"/>
                  </a:lnTo>
                  <a:lnTo>
                    <a:pt x="8548" y="3500"/>
                  </a:lnTo>
                  <a:lnTo>
                    <a:pt x="2845" y="9536"/>
                  </a:lnTo>
                  <a:lnTo>
                    <a:pt x="0" y="16359"/>
                  </a:lnTo>
                  <a:lnTo>
                    <a:pt x="83" y="22967"/>
                  </a:lnTo>
                  <a:lnTo>
                    <a:pt x="2309" y="29146"/>
                  </a:lnTo>
                  <a:lnTo>
                    <a:pt x="5893" y="3468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5" name="Google Shape;3595;p32"/>
            <p:cNvSpPr/>
            <p:nvPr/>
          </p:nvSpPr>
          <p:spPr>
            <a:xfrm>
              <a:off x="4706016" y="3326094"/>
              <a:ext cx="60325" cy="96520"/>
            </a:xfrm>
            <a:custGeom>
              <a:rect b="b" l="l" r="r" t="t"/>
              <a:pathLst>
                <a:path extrusionOk="0" h="96520" w="60325">
                  <a:moveTo>
                    <a:pt x="1619" y="5369"/>
                  </a:moveTo>
                  <a:lnTo>
                    <a:pt x="3059" y="16525"/>
                  </a:lnTo>
                  <a:lnTo>
                    <a:pt x="5143" y="26610"/>
                  </a:lnTo>
                  <a:lnTo>
                    <a:pt x="7941" y="36552"/>
                  </a:lnTo>
                  <a:lnTo>
                    <a:pt x="11525" y="47279"/>
                  </a:lnTo>
                  <a:lnTo>
                    <a:pt x="14227" y="55864"/>
                  </a:lnTo>
                  <a:lnTo>
                    <a:pt x="16573" y="64519"/>
                  </a:lnTo>
                  <a:lnTo>
                    <a:pt x="18490" y="73318"/>
                  </a:lnTo>
                  <a:lnTo>
                    <a:pt x="19907" y="82331"/>
                  </a:lnTo>
                  <a:lnTo>
                    <a:pt x="19907" y="86903"/>
                  </a:lnTo>
                  <a:lnTo>
                    <a:pt x="19907" y="91475"/>
                  </a:lnTo>
                  <a:lnTo>
                    <a:pt x="2857" y="51089"/>
                  </a:lnTo>
                  <a:lnTo>
                    <a:pt x="0" y="21752"/>
                  </a:lnTo>
                  <a:lnTo>
                    <a:pt x="476" y="15085"/>
                  </a:lnTo>
                  <a:lnTo>
                    <a:pt x="32789" y="0"/>
                  </a:lnTo>
                  <a:lnTo>
                    <a:pt x="41243" y="35"/>
                  </a:lnTo>
                  <a:lnTo>
                    <a:pt x="51149" y="35"/>
                  </a:lnTo>
                  <a:lnTo>
                    <a:pt x="54197" y="35"/>
                  </a:lnTo>
                  <a:lnTo>
                    <a:pt x="60293" y="35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6" name="Google Shape;3596;p32"/>
            <p:cNvSpPr/>
            <p:nvPr/>
          </p:nvSpPr>
          <p:spPr>
            <a:xfrm>
              <a:off x="4800409" y="3311175"/>
              <a:ext cx="81915" cy="102870"/>
            </a:xfrm>
            <a:custGeom>
              <a:rect b="b" l="l" r="r" t="t"/>
              <a:pathLst>
                <a:path extrusionOk="0" h="102870" w="81914">
                  <a:moveTo>
                    <a:pt x="5524" y="30956"/>
                  </a:moveTo>
                  <a:lnTo>
                    <a:pt x="4643" y="40433"/>
                  </a:lnTo>
                  <a:lnTo>
                    <a:pt x="4191" y="49625"/>
                  </a:lnTo>
                  <a:lnTo>
                    <a:pt x="4024" y="58816"/>
                  </a:lnTo>
                  <a:lnTo>
                    <a:pt x="4000" y="68294"/>
                  </a:lnTo>
                  <a:lnTo>
                    <a:pt x="4000" y="76866"/>
                  </a:lnTo>
                  <a:lnTo>
                    <a:pt x="4000" y="85439"/>
                  </a:lnTo>
                  <a:lnTo>
                    <a:pt x="4000" y="94011"/>
                  </a:lnTo>
                  <a:lnTo>
                    <a:pt x="4000" y="102584"/>
                  </a:lnTo>
                  <a:lnTo>
                    <a:pt x="2476" y="94202"/>
                  </a:lnTo>
                  <a:lnTo>
                    <a:pt x="952" y="86582"/>
                  </a:lnTo>
                  <a:lnTo>
                    <a:pt x="952" y="78200"/>
                  </a:lnTo>
                  <a:lnTo>
                    <a:pt x="333" y="65960"/>
                  </a:lnTo>
                  <a:lnTo>
                    <a:pt x="0" y="53435"/>
                  </a:lnTo>
                  <a:lnTo>
                    <a:pt x="9048" y="11715"/>
                  </a:lnTo>
                  <a:lnTo>
                    <a:pt x="31789" y="0"/>
                  </a:lnTo>
                  <a:lnTo>
                    <a:pt x="39814" y="1809"/>
                  </a:lnTo>
                  <a:lnTo>
                    <a:pt x="69342" y="27812"/>
                  </a:lnTo>
                  <a:lnTo>
                    <a:pt x="81629" y="69913"/>
                  </a:lnTo>
                  <a:lnTo>
                    <a:pt x="81784" y="80950"/>
                  </a:lnTo>
                  <a:lnTo>
                    <a:pt x="81724" y="91916"/>
                  </a:lnTo>
                  <a:lnTo>
                    <a:pt x="80962" y="98012"/>
                  </a:lnTo>
                  <a:lnTo>
                    <a:pt x="81724" y="99536"/>
                  </a:lnTo>
                  <a:lnTo>
                    <a:pt x="79438" y="10258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7" name="Google Shape;3597;p32"/>
            <p:cNvSpPr/>
            <p:nvPr/>
          </p:nvSpPr>
          <p:spPr>
            <a:xfrm>
              <a:off x="4917602" y="3307080"/>
              <a:ext cx="72390" cy="109220"/>
            </a:xfrm>
            <a:custGeom>
              <a:rect b="b" l="l" r="r" t="t"/>
              <a:pathLst>
                <a:path extrusionOk="0" h="109220" w="72389">
                  <a:moveTo>
                    <a:pt x="7965" y="0"/>
                  </a:moveTo>
                  <a:lnTo>
                    <a:pt x="4202" y="13227"/>
                  </a:lnTo>
                  <a:lnTo>
                    <a:pt x="1869" y="25241"/>
                  </a:lnTo>
                  <a:lnTo>
                    <a:pt x="678" y="37397"/>
                  </a:lnTo>
                  <a:lnTo>
                    <a:pt x="345" y="51053"/>
                  </a:lnTo>
                  <a:lnTo>
                    <a:pt x="0" y="62019"/>
                  </a:lnTo>
                  <a:lnTo>
                    <a:pt x="11680" y="103155"/>
                  </a:lnTo>
                  <a:lnTo>
                    <a:pt x="29682" y="109061"/>
                  </a:lnTo>
                  <a:lnTo>
                    <a:pt x="39969" y="107442"/>
                  </a:lnTo>
                  <a:lnTo>
                    <a:pt x="50220" y="103393"/>
                  </a:lnTo>
                  <a:lnTo>
                    <a:pt x="58543" y="97345"/>
                  </a:lnTo>
                  <a:lnTo>
                    <a:pt x="65579" y="89868"/>
                  </a:lnTo>
                  <a:lnTo>
                    <a:pt x="71973" y="81533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8" name="Google Shape;3598;p32"/>
            <p:cNvSpPr/>
            <p:nvPr/>
          </p:nvSpPr>
          <p:spPr>
            <a:xfrm>
              <a:off x="4915661" y="3311461"/>
              <a:ext cx="64769" cy="51435"/>
            </a:xfrm>
            <a:custGeom>
              <a:rect b="b" l="l" r="r" t="t"/>
              <a:pathLst>
                <a:path extrusionOk="0" h="51435" w="64770">
                  <a:moveTo>
                    <a:pt x="3048" y="46672"/>
                  </a:moveTo>
                  <a:lnTo>
                    <a:pt x="15966" y="50649"/>
                  </a:lnTo>
                  <a:lnTo>
                    <a:pt x="25812" y="51054"/>
                  </a:lnTo>
                  <a:lnTo>
                    <a:pt x="35516" y="47744"/>
                  </a:lnTo>
                  <a:lnTo>
                    <a:pt x="64770" y="16954"/>
                  </a:lnTo>
                  <a:lnTo>
                    <a:pt x="61698" y="10287"/>
                  </a:lnTo>
                  <a:lnTo>
                    <a:pt x="22288" y="0"/>
                  </a:lnTo>
                  <a:lnTo>
                    <a:pt x="13692" y="857"/>
                  </a:lnTo>
                  <a:lnTo>
                    <a:pt x="6096" y="4000"/>
                  </a:lnTo>
                  <a:lnTo>
                    <a:pt x="0" y="7810"/>
                  </a:lnTo>
                  <a:lnTo>
                    <a:pt x="0" y="12382"/>
                  </a:lnTo>
                  <a:lnTo>
                    <a:pt x="4572" y="1543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9" name="Google Shape;3599;p32"/>
            <p:cNvSpPr/>
            <p:nvPr/>
          </p:nvSpPr>
          <p:spPr>
            <a:xfrm>
              <a:off x="5021210" y="3269742"/>
              <a:ext cx="13335" cy="147955"/>
            </a:xfrm>
            <a:custGeom>
              <a:rect b="b" l="l" r="r" t="t"/>
              <a:pathLst>
                <a:path extrusionOk="0" h="147954" w="13335">
                  <a:moveTo>
                    <a:pt x="369" y="0"/>
                  </a:moveTo>
                  <a:lnTo>
                    <a:pt x="4179" y="49530"/>
                  </a:lnTo>
                  <a:lnTo>
                    <a:pt x="6322" y="63936"/>
                  </a:lnTo>
                  <a:lnTo>
                    <a:pt x="8179" y="78486"/>
                  </a:lnTo>
                  <a:lnTo>
                    <a:pt x="9751" y="93035"/>
                  </a:lnTo>
                  <a:lnTo>
                    <a:pt x="11037" y="107442"/>
                  </a:lnTo>
                  <a:lnTo>
                    <a:pt x="11608" y="117717"/>
                  </a:lnTo>
                  <a:lnTo>
                    <a:pt x="12180" y="127920"/>
                  </a:lnTo>
                  <a:lnTo>
                    <a:pt x="12751" y="137981"/>
                  </a:lnTo>
                  <a:lnTo>
                    <a:pt x="13323" y="14782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600" name="Google Shape;3600;p3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096832" y="1747951"/>
            <a:ext cx="200167" cy="285518"/>
          </a:xfrm>
          <a:prstGeom prst="rect">
            <a:avLst/>
          </a:prstGeom>
          <a:noFill/>
          <a:ln>
            <a:noFill/>
          </a:ln>
        </p:spPr>
      </p:pic>
      <p:sp>
        <p:nvSpPr>
          <p:cNvPr id="3601" name="Google Shape;3601;p32"/>
          <p:cNvSpPr/>
          <p:nvPr/>
        </p:nvSpPr>
        <p:spPr>
          <a:xfrm>
            <a:off x="4377033" y="1815101"/>
            <a:ext cx="5409" cy="34921"/>
          </a:xfrm>
          <a:custGeom>
            <a:rect b="b" l="l" r="r" t="t"/>
            <a:pathLst>
              <a:path extrusionOk="0" h="24129" w="3810">
                <a:moveTo>
                  <a:pt x="3810" y="0"/>
                </a:moveTo>
                <a:lnTo>
                  <a:pt x="762" y="12954"/>
                </a:lnTo>
                <a:lnTo>
                  <a:pt x="0" y="15240"/>
                </a:lnTo>
                <a:lnTo>
                  <a:pt x="0" y="23622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2" name="Google Shape;3602;p32"/>
          <p:cNvSpPr/>
          <p:nvPr/>
        </p:nvSpPr>
        <p:spPr>
          <a:xfrm>
            <a:off x="4404078" y="1968387"/>
            <a:ext cx="21636" cy="22056"/>
          </a:xfrm>
          <a:custGeom>
            <a:rect b="b" l="l" r="r" t="t"/>
            <a:pathLst>
              <a:path extrusionOk="0" h="15239" w="15239">
                <a:moveTo>
                  <a:pt x="0" y="3810"/>
                </a:moveTo>
                <a:lnTo>
                  <a:pt x="0" y="12192"/>
                </a:lnTo>
                <a:lnTo>
                  <a:pt x="3047" y="15240"/>
                </a:lnTo>
                <a:lnTo>
                  <a:pt x="11429" y="15240"/>
                </a:lnTo>
                <a:lnTo>
                  <a:pt x="15239" y="12192"/>
                </a:lnTo>
                <a:lnTo>
                  <a:pt x="15239" y="7620"/>
                </a:lnTo>
                <a:lnTo>
                  <a:pt x="15239" y="3810"/>
                </a:lnTo>
                <a:lnTo>
                  <a:pt x="11429" y="0"/>
                </a:lnTo>
                <a:lnTo>
                  <a:pt x="3047" y="0"/>
                </a:lnTo>
                <a:lnTo>
                  <a:pt x="0" y="3810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03" name="Google Shape;3603;p32"/>
          <p:cNvGrpSpPr/>
          <p:nvPr/>
        </p:nvGrpSpPr>
        <p:grpSpPr>
          <a:xfrm>
            <a:off x="4850705" y="1563650"/>
            <a:ext cx="753096" cy="476436"/>
            <a:chOff x="6061602" y="3132569"/>
            <a:chExt cx="530472" cy="329209"/>
          </a:xfrm>
        </p:grpSpPr>
        <p:pic>
          <p:nvPicPr>
            <p:cNvPr id="3604" name="Google Shape;3604;p32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061602" y="3181337"/>
              <a:ext cx="165474" cy="280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5" name="Google Shape;3605;p3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6251435" y="3336785"/>
              <a:ext cx="105943" cy="807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6" name="Google Shape;3606;p32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6393334" y="3132569"/>
              <a:ext cx="198740" cy="2804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607" name="Google Shape;3607;p3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709782" y="1768767"/>
            <a:ext cx="241275" cy="14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8" name="Google Shape;3608;p3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086243" y="1677064"/>
            <a:ext cx="210985" cy="2196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09" name="Google Shape;3609;p32"/>
          <p:cNvGrpSpPr/>
          <p:nvPr/>
        </p:nvGrpSpPr>
        <p:grpSpPr>
          <a:xfrm>
            <a:off x="5942454" y="2115913"/>
            <a:ext cx="348423" cy="144740"/>
            <a:chOff x="6902945" y="3866208"/>
            <a:chExt cx="245425" cy="100013"/>
          </a:xfrm>
        </p:grpSpPr>
        <p:pic>
          <p:nvPicPr>
            <p:cNvPr id="3610" name="Google Shape;3610;p32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6902945" y="3888770"/>
              <a:ext cx="144043" cy="77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1" name="Google Shape;3611;p32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7069942" y="3866208"/>
              <a:ext cx="78428" cy="847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12" name="Google Shape;3612;p32"/>
          <p:cNvGrpSpPr/>
          <p:nvPr/>
        </p:nvGrpSpPr>
        <p:grpSpPr>
          <a:xfrm>
            <a:off x="1387997" y="2454707"/>
            <a:ext cx="802464" cy="375331"/>
            <a:chOff x="3694841" y="4100309"/>
            <a:chExt cx="565246" cy="259347"/>
          </a:xfrm>
        </p:grpSpPr>
        <p:pic>
          <p:nvPicPr>
            <p:cNvPr id="3613" name="Google Shape;3613;p32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3694841" y="4100309"/>
              <a:ext cx="341484" cy="209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14" name="Google Shape;3614;p32"/>
            <p:cNvSpPr/>
            <p:nvPr/>
          </p:nvSpPr>
          <p:spPr>
            <a:xfrm>
              <a:off x="3793997" y="4288536"/>
              <a:ext cx="466090" cy="71120"/>
            </a:xfrm>
            <a:custGeom>
              <a:rect b="b" l="l" r="r" t="t"/>
              <a:pathLst>
                <a:path extrusionOk="0" h="71120" w="466089">
                  <a:moveTo>
                    <a:pt x="11429" y="66294"/>
                  </a:moveTo>
                  <a:lnTo>
                    <a:pt x="7619" y="67818"/>
                  </a:lnTo>
                  <a:lnTo>
                    <a:pt x="3809" y="69342"/>
                  </a:lnTo>
                  <a:lnTo>
                    <a:pt x="0" y="70866"/>
                  </a:lnTo>
                  <a:lnTo>
                    <a:pt x="57816" y="68961"/>
                  </a:lnTo>
                  <a:lnTo>
                    <a:pt x="115061" y="62484"/>
                  </a:lnTo>
                  <a:lnTo>
                    <a:pt x="154364" y="56959"/>
                  </a:lnTo>
                  <a:lnTo>
                    <a:pt x="193452" y="50863"/>
                  </a:lnTo>
                  <a:lnTo>
                    <a:pt x="232398" y="44481"/>
                  </a:lnTo>
                  <a:lnTo>
                    <a:pt x="271271" y="38100"/>
                  </a:lnTo>
                  <a:lnTo>
                    <a:pt x="304990" y="32968"/>
                  </a:lnTo>
                  <a:lnTo>
                    <a:pt x="338708" y="27908"/>
                  </a:lnTo>
                  <a:lnTo>
                    <a:pt x="372427" y="22990"/>
                  </a:lnTo>
                  <a:lnTo>
                    <a:pt x="406145" y="18288"/>
                  </a:lnTo>
                  <a:lnTo>
                    <a:pt x="419731" y="17037"/>
                  </a:lnTo>
                  <a:lnTo>
                    <a:pt x="433101" y="15716"/>
                  </a:lnTo>
                  <a:lnTo>
                    <a:pt x="446329" y="14537"/>
                  </a:lnTo>
                  <a:lnTo>
                    <a:pt x="459485" y="13716"/>
                  </a:lnTo>
                  <a:lnTo>
                    <a:pt x="463295" y="13716"/>
                  </a:lnTo>
                  <a:lnTo>
                    <a:pt x="465581" y="12954"/>
                  </a:lnTo>
                  <a:lnTo>
                    <a:pt x="465581" y="8382"/>
                  </a:lnTo>
                  <a:lnTo>
                    <a:pt x="465581" y="4572"/>
                  </a:lnTo>
                  <a:lnTo>
                    <a:pt x="465581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15" name="Google Shape;3615;p32"/>
          <p:cNvSpPr/>
          <p:nvPr/>
        </p:nvSpPr>
        <p:spPr>
          <a:xfrm>
            <a:off x="2316311" y="2492219"/>
            <a:ext cx="15325" cy="29407"/>
          </a:xfrm>
          <a:custGeom>
            <a:rect b="b" l="l" r="r" t="t"/>
            <a:pathLst>
              <a:path extrusionOk="0" h="20320" w="10795">
                <a:moveTo>
                  <a:pt x="10667" y="0"/>
                </a:moveTo>
                <a:lnTo>
                  <a:pt x="4571" y="11430"/>
                </a:lnTo>
                <a:lnTo>
                  <a:pt x="3809" y="12954"/>
                </a:lnTo>
                <a:lnTo>
                  <a:pt x="0" y="19812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6" name="Google Shape;3616;p32"/>
          <p:cNvSpPr/>
          <p:nvPr/>
        </p:nvSpPr>
        <p:spPr>
          <a:xfrm>
            <a:off x="2337945" y="2641095"/>
            <a:ext cx="13522" cy="16542"/>
          </a:xfrm>
          <a:custGeom>
            <a:rect b="b" l="l" r="r" t="t"/>
            <a:pathLst>
              <a:path extrusionOk="0" h="11429" w="9525">
                <a:moveTo>
                  <a:pt x="9144" y="11429"/>
                </a:moveTo>
                <a:lnTo>
                  <a:pt x="6096" y="7619"/>
                </a:lnTo>
                <a:lnTo>
                  <a:pt x="3048" y="3809"/>
                </a:lnTo>
                <a:lnTo>
                  <a:pt x="0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17" name="Google Shape;3617;p3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2025747" y="2439268"/>
            <a:ext cx="142375" cy="2172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18" name="Google Shape;3618;p32"/>
          <p:cNvGrpSpPr/>
          <p:nvPr/>
        </p:nvGrpSpPr>
        <p:grpSpPr>
          <a:xfrm>
            <a:off x="3262757" y="2360988"/>
            <a:ext cx="1112019" cy="351234"/>
            <a:chOff x="5015399" y="4035551"/>
            <a:chExt cx="783293" cy="242697"/>
          </a:xfrm>
        </p:grpSpPr>
        <p:pic>
          <p:nvPicPr>
            <p:cNvPr id="3619" name="Google Shape;3619;p32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5015399" y="4078211"/>
              <a:ext cx="158592" cy="1749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0" name="Google Shape;3620;p32"/>
            <p:cNvSpPr/>
            <p:nvPr/>
          </p:nvSpPr>
          <p:spPr>
            <a:xfrm>
              <a:off x="5212079" y="4129277"/>
              <a:ext cx="153670" cy="97155"/>
            </a:xfrm>
            <a:custGeom>
              <a:rect b="b" l="l" r="r" t="t"/>
              <a:pathLst>
                <a:path extrusionOk="0" h="97154" w="153670">
                  <a:moveTo>
                    <a:pt x="0" y="24384"/>
                  </a:moveTo>
                  <a:lnTo>
                    <a:pt x="6858" y="64008"/>
                  </a:lnTo>
                  <a:lnTo>
                    <a:pt x="7429" y="71425"/>
                  </a:lnTo>
                  <a:lnTo>
                    <a:pt x="8001" y="78771"/>
                  </a:lnTo>
                  <a:lnTo>
                    <a:pt x="8572" y="85975"/>
                  </a:lnTo>
                  <a:lnTo>
                    <a:pt x="9144" y="92964"/>
                  </a:lnTo>
                  <a:lnTo>
                    <a:pt x="9144" y="94488"/>
                  </a:lnTo>
                  <a:lnTo>
                    <a:pt x="9144" y="96012"/>
                  </a:lnTo>
                  <a:lnTo>
                    <a:pt x="9144" y="96774"/>
                  </a:lnTo>
                  <a:lnTo>
                    <a:pt x="9144" y="89916"/>
                  </a:lnTo>
                  <a:lnTo>
                    <a:pt x="9144" y="85344"/>
                  </a:lnTo>
                  <a:lnTo>
                    <a:pt x="9144" y="77724"/>
                  </a:lnTo>
                  <a:lnTo>
                    <a:pt x="8965" y="66103"/>
                  </a:lnTo>
                  <a:lnTo>
                    <a:pt x="10001" y="55054"/>
                  </a:lnTo>
                  <a:lnTo>
                    <a:pt x="30956" y="20574"/>
                  </a:lnTo>
                  <a:lnTo>
                    <a:pt x="48768" y="16764"/>
                  </a:lnTo>
                  <a:lnTo>
                    <a:pt x="56769" y="18692"/>
                  </a:lnTo>
                  <a:lnTo>
                    <a:pt x="81534" y="54768"/>
                  </a:lnTo>
                  <a:lnTo>
                    <a:pt x="84582" y="73914"/>
                  </a:lnTo>
                  <a:lnTo>
                    <a:pt x="84582" y="76200"/>
                  </a:lnTo>
                  <a:lnTo>
                    <a:pt x="84582" y="76962"/>
                  </a:lnTo>
                  <a:lnTo>
                    <a:pt x="77652" y="52101"/>
                  </a:lnTo>
                  <a:lnTo>
                    <a:pt x="78867" y="42100"/>
                  </a:lnTo>
                  <a:lnTo>
                    <a:pt x="97536" y="7905"/>
                  </a:lnTo>
                  <a:lnTo>
                    <a:pt x="112776" y="0"/>
                  </a:lnTo>
                  <a:lnTo>
                    <a:pt x="119955" y="1273"/>
                  </a:lnTo>
                  <a:lnTo>
                    <a:pt x="140589" y="37528"/>
                  </a:lnTo>
                  <a:lnTo>
                    <a:pt x="145542" y="56388"/>
                  </a:lnTo>
                  <a:lnTo>
                    <a:pt x="147066" y="60960"/>
                  </a:lnTo>
                  <a:lnTo>
                    <a:pt x="147066" y="73152"/>
                  </a:lnTo>
                  <a:lnTo>
                    <a:pt x="151638" y="76962"/>
                  </a:lnTo>
                  <a:lnTo>
                    <a:pt x="152400" y="76962"/>
                  </a:lnTo>
                  <a:lnTo>
                    <a:pt x="153162" y="7696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1" name="Google Shape;3621;p32"/>
            <p:cNvSpPr/>
            <p:nvPr/>
          </p:nvSpPr>
          <p:spPr>
            <a:xfrm>
              <a:off x="5387732" y="4089653"/>
              <a:ext cx="76835" cy="188595"/>
            </a:xfrm>
            <a:custGeom>
              <a:rect b="b" l="l" r="r" t="t"/>
              <a:pathLst>
                <a:path extrusionOk="0" h="188595" w="76835">
                  <a:moveTo>
                    <a:pt x="2655" y="0"/>
                  </a:moveTo>
                  <a:lnTo>
                    <a:pt x="3024" y="17145"/>
                  </a:lnTo>
                  <a:lnTo>
                    <a:pt x="3893" y="34290"/>
                  </a:lnTo>
                  <a:lnTo>
                    <a:pt x="4905" y="51435"/>
                  </a:lnTo>
                  <a:lnTo>
                    <a:pt x="5703" y="68580"/>
                  </a:lnTo>
                  <a:lnTo>
                    <a:pt x="6143" y="86427"/>
                  </a:lnTo>
                  <a:lnTo>
                    <a:pt x="6369" y="104489"/>
                  </a:lnTo>
                  <a:lnTo>
                    <a:pt x="6453" y="122693"/>
                  </a:lnTo>
                  <a:lnTo>
                    <a:pt x="6465" y="140970"/>
                  </a:lnTo>
                  <a:lnTo>
                    <a:pt x="6381" y="152745"/>
                  </a:lnTo>
                  <a:lnTo>
                    <a:pt x="6369" y="164877"/>
                  </a:lnTo>
                  <a:lnTo>
                    <a:pt x="6786" y="176867"/>
                  </a:lnTo>
                  <a:lnTo>
                    <a:pt x="7989" y="188214"/>
                  </a:lnTo>
                  <a:lnTo>
                    <a:pt x="8536" y="181225"/>
                  </a:lnTo>
                  <a:lnTo>
                    <a:pt x="8941" y="174021"/>
                  </a:lnTo>
                  <a:lnTo>
                    <a:pt x="9060" y="166675"/>
                  </a:lnTo>
                  <a:lnTo>
                    <a:pt x="8751" y="159258"/>
                  </a:lnTo>
                  <a:lnTo>
                    <a:pt x="7012" y="146101"/>
                  </a:lnTo>
                  <a:lnTo>
                    <a:pt x="4560" y="132873"/>
                  </a:lnTo>
                  <a:lnTo>
                    <a:pt x="2107" y="119503"/>
                  </a:lnTo>
                  <a:lnTo>
                    <a:pt x="369" y="105918"/>
                  </a:lnTo>
                  <a:lnTo>
                    <a:pt x="0" y="96083"/>
                  </a:lnTo>
                  <a:lnTo>
                    <a:pt x="845" y="87249"/>
                  </a:lnTo>
                  <a:lnTo>
                    <a:pt x="40933" y="66936"/>
                  </a:lnTo>
                  <a:lnTo>
                    <a:pt x="50661" y="67055"/>
                  </a:lnTo>
                  <a:lnTo>
                    <a:pt x="58138" y="68008"/>
                  </a:lnTo>
                  <a:lnTo>
                    <a:pt x="65901" y="70104"/>
                  </a:lnTo>
                  <a:lnTo>
                    <a:pt x="72520" y="73913"/>
                  </a:lnTo>
                  <a:lnTo>
                    <a:pt x="76569" y="80009"/>
                  </a:lnTo>
                  <a:lnTo>
                    <a:pt x="75688" y="88225"/>
                  </a:lnTo>
                  <a:lnTo>
                    <a:pt x="69520" y="95440"/>
                  </a:lnTo>
                  <a:lnTo>
                    <a:pt x="61352" y="101226"/>
                  </a:lnTo>
                  <a:lnTo>
                    <a:pt x="54471" y="105155"/>
                  </a:lnTo>
                  <a:lnTo>
                    <a:pt x="45410" y="111121"/>
                  </a:lnTo>
                  <a:lnTo>
                    <a:pt x="36278" y="116300"/>
                  </a:lnTo>
                  <a:lnTo>
                    <a:pt x="26717" y="120479"/>
                  </a:lnTo>
                  <a:lnTo>
                    <a:pt x="16371" y="12344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2" name="Google Shape;3622;p32"/>
            <p:cNvSpPr/>
            <p:nvPr/>
          </p:nvSpPr>
          <p:spPr>
            <a:xfrm>
              <a:off x="5496305" y="4100321"/>
              <a:ext cx="139065" cy="95885"/>
            </a:xfrm>
            <a:custGeom>
              <a:rect b="b" l="l" r="r" t="t"/>
              <a:pathLst>
                <a:path extrusionOk="0" h="95885" w="139064">
                  <a:moveTo>
                    <a:pt x="6858" y="0"/>
                  </a:moveTo>
                  <a:lnTo>
                    <a:pt x="3536" y="15085"/>
                  </a:lnTo>
                  <a:lnTo>
                    <a:pt x="1428" y="29813"/>
                  </a:lnTo>
                  <a:lnTo>
                    <a:pt x="321" y="44684"/>
                  </a:lnTo>
                  <a:lnTo>
                    <a:pt x="0" y="60198"/>
                  </a:lnTo>
                  <a:lnTo>
                    <a:pt x="59" y="69282"/>
                  </a:lnTo>
                  <a:lnTo>
                    <a:pt x="1047" y="78581"/>
                  </a:lnTo>
                  <a:lnTo>
                    <a:pt x="4179" y="86879"/>
                  </a:lnTo>
                  <a:lnTo>
                    <a:pt x="10668" y="92964"/>
                  </a:lnTo>
                  <a:lnTo>
                    <a:pt x="19561" y="95881"/>
                  </a:lnTo>
                  <a:lnTo>
                    <a:pt x="28670" y="95154"/>
                  </a:lnTo>
                  <a:lnTo>
                    <a:pt x="62484" y="71532"/>
                  </a:lnTo>
                  <a:lnTo>
                    <a:pt x="76295" y="28193"/>
                  </a:lnTo>
                  <a:lnTo>
                    <a:pt x="75830" y="16430"/>
                  </a:lnTo>
                  <a:lnTo>
                    <a:pt x="73152" y="6095"/>
                  </a:lnTo>
                  <a:lnTo>
                    <a:pt x="70866" y="3809"/>
                  </a:lnTo>
                  <a:lnTo>
                    <a:pt x="70866" y="3047"/>
                  </a:lnTo>
                  <a:lnTo>
                    <a:pt x="64008" y="35051"/>
                  </a:lnTo>
                  <a:lnTo>
                    <a:pt x="64055" y="44517"/>
                  </a:lnTo>
                  <a:lnTo>
                    <a:pt x="93154" y="78295"/>
                  </a:lnTo>
                  <a:lnTo>
                    <a:pt x="104132" y="78485"/>
                  </a:lnTo>
                  <a:lnTo>
                    <a:pt x="113538" y="76961"/>
                  </a:lnTo>
                  <a:lnTo>
                    <a:pt x="121860" y="73556"/>
                  </a:lnTo>
                  <a:lnTo>
                    <a:pt x="128111" y="70865"/>
                  </a:lnTo>
                  <a:lnTo>
                    <a:pt x="133361" y="68175"/>
                  </a:lnTo>
                  <a:lnTo>
                    <a:pt x="138684" y="6476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3" name="Google Shape;3623;p32"/>
            <p:cNvSpPr/>
            <p:nvPr/>
          </p:nvSpPr>
          <p:spPr>
            <a:xfrm>
              <a:off x="5660647" y="4035551"/>
              <a:ext cx="17780" cy="142875"/>
            </a:xfrm>
            <a:custGeom>
              <a:rect b="b" l="l" r="r" t="t"/>
              <a:pathLst>
                <a:path extrusionOk="0" h="142875" w="17779">
                  <a:moveTo>
                    <a:pt x="250" y="0"/>
                  </a:moveTo>
                  <a:lnTo>
                    <a:pt x="2928" y="41040"/>
                  </a:lnTo>
                  <a:lnTo>
                    <a:pt x="7536" y="71568"/>
                  </a:lnTo>
                  <a:lnTo>
                    <a:pt x="9965" y="88487"/>
                  </a:lnTo>
                  <a:lnTo>
                    <a:pt x="12108" y="105548"/>
                  </a:lnTo>
                  <a:lnTo>
                    <a:pt x="13966" y="122682"/>
                  </a:lnTo>
                  <a:lnTo>
                    <a:pt x="14728" y="128778"/>
                  </a:lnTo>
                  <a:lnTo>
                    <a:pt x="14728" y="136398"/>
                  </a:lnTo>
                  <a:lnTo>
                    <a:pt x="17776" y="142494"/>
                  </a:lnTo>
                  <a:lnTo>
                    <a:pt x="17776" y="141732"/>
                  </a:lnTo>
                  <a:lnTo>
                    <a:pt x="17776" y="14097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4" name="Google Shape;3624;p32"/>
            <p:cNvSpPr/>
            <p:nvPr/>
          </p:nvSpPr>
          <p:spPr>
            <a:xfrm>
              <a:off x="5649467" y="4091939"/>
              <a:ext cx="140335" cy="80010"/>
            </a:xfrm>
            <a:custGeom>
              <a:rect b="b" l="l" r="r" t="t"/>
              <a:pathLst>
                <a:path extrusionOk="0" h="80010" w="140335">
                  <a:moveTo>
                    <a:pt x="0" y="17525"/>
                  </a:moveTo>
                  <a:lnTo>
                    <a:pt x="48768" y="11429"/>
                  </a:lnTo>
                  <a:lnTo>
                    <a:pt x="85344" y="1523"/>
                  </a:lnTo>
                  <a:lnTo>
                    <a:pt x="87630" y="1523"/>
                  </a:lnTo>
                  <a:lnTo>
                    <a:pt x="89916" y="761"/>
                  </a:lnTo>
                  <a:lnTo>
                    <a:pt x="92202" y="0"/>
                  </a:lnTo>
                  <a:lnTo>
                    <a:pt x="92082" y="14168"/>
                  </a:lnTo>
                  <a:lnTo>
                    <a:pt x="91821" y="28193"/>
                  </a:lnTo>
                  <a:lnTo>
                    <a:pt x="91559" y="42219"/>
                  </a:lnTo>
                  <a:lnTo>
                    <a:pt x="91440" y="56387"/>
                  </a:lnTo>
                  <a:lnTo>
                    <a:pt x="91440" y="64007"/>
                  </a:lnTo>
                  <a:lnTo>
                    <a:pt x="92202" y="74675"/>
                  </a:lnTo>
                  <a:lnTo>
                    <a:pt x="100584" y="78485"/>
                  </a:lnTo>
                  <a:lnTo>
                    <a:pt x="108906" y="79998"/>
                  </a:lnTo>
                  <a:lnTo>
                    <a:pt x="117443" y="79152"/>
                  </a:lnTo>
                  <a:lnTo>
                    <a:pt x="125551" y="76450"/>
                  </a:lnTo>
                  <a:lnTo>
                    <a:pt x="132588" y="72389"/>
                  </a:lnTo>
                  <a:lnTo>
                    <a:pt x="135636" y="70865"/>
                  </a:lnTo>
                  <a:lnTo>
                    <a:pt x="137922" y="68579"/>
                  </a:lnTo>
                  <a:lnTo>
                    <a:pt x="140208" y="66293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5" name="Google Shape;3625;p32"/>
            <p:cNvSpPr/>
            <p:nvPr/>
          </p:nvSpPr>
          <p:spPr>
            <a:xfrm>
              <a:off x="5725667" y="4081200"/>
              <a:ext cx="73025" cy="40005"/>
            </a:xfrm>
            <a:custGeom>
              <a:rect b="b" l="l" r="r" t="t"/>
              <a:pathLst>
                <a:path extrusionOk="0" h="40004" w="73025">
                  <a:moveTo>
                    <a:pt x="19050" y="31313"/>
                  </a:moveTo>
                  <a:lnTo>
                    <a:pt x="31539" y="36778"/>
                  </a:lnTo>
                  <a:lnTo>
                    <a:pt x="41814" y="39600"/>
                  </a:lnTo>
                  <a:lnTo>
                    <a:pt x="51946" y="38278"/>
                  </a:lnTo>
                  <a:lnTo>
                    <a:pt x="64008" y="31313"/>
                  </a:lnTo>
                  <a:lnTo>
                    <a:pt x="67663" y="26896"/>
                  </a:lnTo>
                  <a:lnTo>
                    <a:pt x="70961" y="21121"/>
                  </a:lnTo>
                  <a:lnTo>
                    <a:pt x="72687" y="14918"/>
                  </a:lnTo>
                  <a:lnTo>
                    <a:pt x="71628" y="9215"/>
                  </a:lnTo>
                  <a:lnTo>
                    <a:pt x="65448" y="3286"/>
                  </a:lnTo>
                  <a:lnTo>
                    <a:pt x="57054" y="642"/>
                  </a:lnTo>
                  <a:lnTo>
                    <a:pt x="47946" y="0"/>
                  </a:lnTo>
                  <a:lnTo>
                    <a:pt x="39623" y="71"/>
                  </a:lnTo>
                  <a:lnTo>
                    <a:pt x="28741" y="714"/>
                  </a:lnTo>
                  <a:lnTo>
                    <a:pt x="19430" y="3500"/>
                  </a:lnTo>
                  <a:lnTo>
                    <a:pt x="10691" y="8000"/>
                  </a:lnTo>
                  <a:lnTo>
                    <a:pt x="1523" y="13787"/>
                  </a:lnTo>
                  <a:lnTo>
                    <a:pt x="761" y="13787"/>
                  </a:lnTo>
                  <a:lnTo>
                    <a:pt x="0" y="14549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626" name="Google Shape;3626;p3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141929" y="2359868"/>
            <a:ext cx="170958" cy="242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7" name="Google Shape;3627;p32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513051" y="2355595"/>
            <a:ext cx="163318" cy="201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8" name="Google Shape;3628;p32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782618" y="2343327"/>
            <a:ext cx="192323" cy="190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9" name="Google Shape;3629;p32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4457156" y="3147250"/>
            <a:ext cx="270753" cy="3286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30" name="Google Shape;3630;p32"/>
          <p:cNvGrpSpPr/>
          <p:nvPr/>
        </p:nvGrpSpPr>
        <p:grpSpPr>
          <a:xfrm>
            <a:off x="4907198" y="3226670"/>
            <a:ext cx="82575" cy="75540"/>
            <a:chOff x="6173724" y="4633722"/>
            <a:chExt cx="58165" cy="52197"/>
          </a:xfrm>
        </p:grpSpPr>
        <p:sp>
          <p:nvSpPr>
            <p:cNvPr id="3631" name="Google Shape;3631;p32"/>
            <p:cNvSpPr/>
            <p:nvPr/>
          </p:nvSpPr>
          <p:spPr>
            <a:xfrm>
              <a:off x="6173724" y="4633722"/>
              <a:ext cx="47625" cy="5080"/>
            </a:xfrm>
            <a:custGeom>
              <a:rect b="b" l="l" r="r" t="t"/>
              <a:pathLst>
                <a:path extrusionOk="0" h="5079" w="47625">
                  <a:moveTo>
                    <a:pt x="0" y="0"/>
                  </a:moveTo>
                  <a:lnTo>
                    <a:pt x="9382" y="345"/>
                  </a:lnTo>
                  <a:lnTo>
                    <a:pt x="19050" y="476"/>
                  </a:lnTo>
                  <a:lnTo>
                    <a:pt x="28717" y="750"/>
                  </a:lnTo>
                  <a:lnTo>
                    <a:pt x="38100" y="1524"/>
                  </a:lnTo>
                  <a:lnTo>
                    <a:pt x="43434" y="2286"/>
                  </a:lnTo>
                  <a:lnTo>
                    <a:pt x="44196" y="2286"/>
                  </a:lnTo>
                  <a:lnTo>
                    <a:pt x="47244" y="457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2" name="Google Shape;3632;p32"/>
            <p:cNvSpPr/>
            <p:nvPr/>
          </p:nvSpPr>
          <p:spPr>
            <a:xfrm>
              <a:off x="6179820" y="4680204"/>
              <a:ext cx="52069" cy="5715"/>
            </a:xfrm>
            <a:custGeom>
              <a:rect b="b" l="l" r="r" t="t"/>
              <a:pathLst>
                <a:path extrusionOk="0" h="5714" w="52070">
                  <a:moveTo>
                    <a:pt x="0" y="4572"/>
                  </a:moveTo>
                  <a:lnTo>
                    <a:pt x="13454" y="5143"/>
                  </a:lnTo>
                  <a:lnTo>
                    <a:pt x="26479" y="5143"/>
                  </a:lnTo>
                  <a:lnTo>
                    <a:pt x="39219" y="3714"/>
                  </a:lnTo>
                  <a:lnTo>
                    <a:pt x="51816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33" name="Google Shape;3633;p32"/>
          <p:cNvGrpSpPr/>
          <p:nvPr/>
        </p:nvGrpSpPr>
        <p:grpSpPr>
          <a:xfrm>
            <a:off x="5389659" y="2984057"/>
            <a:ext cx="739422" cy="381376"/>
            <a:chOff x="6513563" y="4466081"/>
            <a:chExt cx="520840" cy="263525"/>
          </a:xfrm>
        </p:grpSpPr>
        <p:pic>
          <p:nvPicPr>
            <p:cNvPr id="3634" name="Google Shape;3634;p32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6513563" y="4490488"/>
              <a:ext cx="167665" cy="2156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35" name="Google Shape;3635;p32"/>
            <p:cNvSpPr/>
            <p:nvPr/>
          </p:nvSpPr>
          <p:spPr>
            <a:xfrm>
              <a:off x="6726174" y="4466081"/>
              <a:ext cx="104139" cy="263525"/>
            </a:xfrm>
            <a:custGeom>
              <a:rect b="b" l="l" r="r" t="t"/>
              <a:pathLst>
                <a:path extrusionOk="0" h="263525" w="104140">
                  <a:moveTo>
                    <a:pt x="39624" y="0"/>
                  </a:moveTo>
                  <a:lnTo>
                    <a:pt x="22479" y="41148"/>
                  </a:lnTo>
                  <a:lnTo>
                    <a:pt x="9906" y="84582"/>
                  </a:lnTo>
                  <a:lnTo>
                    <a:pt x="2095" y="132683"/>
                  </a:lnTo>
                  <a:lnTo>
                    <a:pt x="0" y="181356"/>
                  </a:lnTo>
                  <a:lnTo>
                    <a:pt x="702" y="199239"/>
                  </a:lnTo>
                  <a:lnTo>
                    <a:pt x="17526" y="249174"/>
                  </a:lnTo>
                  <a:lnTo>
                    <a:pt x="50851" y="262997"/>
                  </a:lnTo>
                  <a:lnTo>
                    <a:pt x="63246" y="260604"/>
                  </a:lnTo>
                  <a:lnTo>
                    <a:pt x="75235" y="255293"/>
                  </a:lnTo>
                  <a:lnTo>
                    <a:pt x="85439" y="247840"/>
                  </a:lnTo>
                  <a:lnTo>
                    <a:pt x="94642" y="238958"/>
                  </a:lnTo>
                  <a:lnTo>
                    <a:pt x="103632" y="229361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36" name="Google Shape;3636;p32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6823697" y="4523219"/>
              <a:ext cx="151663" cy="1379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37" name="Google Shape;3637;p32"/>
            <p:cNvSpPr/>
            <p:nvPr/>
          </p:nvSpPr>
          <p:spPr>
            <a:xfrm>
              <a:off x="7005828" y="4629149"/>
              <a:ext cx="28575" cy="58419"/>
            </a:xfrm>
            <a:custGeom>
              <a:rect b="b" l="l" r="r" t="t"/>
              <a:pathLst>
                <a:path extrusionOk="0" h="58420" w="28575">
                  <a:moveTo>
                    <a:pt x="28194" y="0"/>
                  </a:moveTo>
                  <a:lnTo>
                    <a:pt x="10668" y="41148"/>
                  </a:lnTo>
                  <a:lnTo>
                    <a:pt x="6858" y="46482"/>
                  </a:lnTo>
                  <a:lnTo>
                    <a:pt x="3810" y="52578"/>
                  </a:lnTo>
                  <a:lnTo>
                    <a:pt x="0" y="5791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38" name="Google Shape;3638;p32"/>
          <p:cNvGrpSpPr/>
          <p:nvPr/>
        </p:nvGrpSpPr>
        <p:grpSpPr>
          <a:xfrm>
            <a:off x="6204247" y="2924509"/>
            <a:ext cx="457255" cy="363934"/>
            <a:chOff x="7087349" y="4424934"/>
            <a:chExt cx="322085" cy="251472"/>
          </a:xfrm>
        </p:grpSpPr>
        <p:pic>
          <p:nvPicPr>
            <p:cNvPr id="3639" name="Google Shape;3639;p32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7087349" y="4495038"/>
              <a:ext cx="154698" cy="1813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40" name="Google Shape;3640;p32"/>
            <p:cNvSpPr/>
            <p:nvPr/>
          </p:nvSpPr>
          <p:spPr>
            <a:xfrm>
              <a:off x="7278624" y="4424934"/>
              <a:ext cx="130810" cy="247015"/>
            </a:xfrm>
            <a:custGeom>
              <a:rect b="b" l="l" r="r" t="t"/>
              <a:pathLst>
                <a:path extrusionOk="0" h="247014" w="130809">
                  <a:moveTo>
                    <a:pt x="43433" y="0"/>
                  </a:moveTo>
                  <a:lnTo>
                    <a:pt x="89511" y="28396"/>
                  </a:lnTo>
                  <a:lnTo>
                    <a:pt x="113264" y="58352"/>
                  </a:lnTo>
                  <a:lnTo>
                    <a:pt x="127289" y="94095"/>
                  </a:lnTo>
                  <a:lnTo>
                    <a:pt x="130301" y="113537"/>
                  </a:lnTo>
                  <a:lnTo>
                    <a:pt x="129932" y="133540"/>
                  </a:lnTo>
                  <a:lnTo>
                    <a:pt x="117764" y="170116"/>
                  </a:lnTo>
                  <a:lnTo>
                    <a:pt x="87237" y="207347"/>
                  </a:lnTo>
                  <a:lnTo>
                    <a:pt x="35206" y="240375"/>
                  </a:lnTo>
                  <a:lnTo>
                    <a:pt x="7619" y="246888"/>
                  </a:lnTo>
                  <a:lnTo>
                    <a:pt x="5333" y="246126"/>
                  </a:lnTo>
                  <a:lnTo>
                    <a:pt x="3047" y="246126"/>
                  </a:lnTo>
                  <a:lnTo>
                    <a:pt x="0" y="24612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41" name="Google Shape;3641;p32"/>
          <p:cNvGrpSpPr/>
          <p:nvPr/>
        </p:nvGrpSpPr>
        <p:grpSpPr>
          <a:xfrm>
            <a:off x="1345365" y="4573957"/>
            <a:ext cx="862204" cy="409647"/>
            <a:chOff x="3896855" y="5392316"/>
            <a:chExt cx="607326" cy="283059"/>
          </a:xfrm>
        </p:grpSpPr>
        <p:pic>
          <p:nvPicPr>
            <p:cNvPr id="3642" name="Google Shape;3642;p32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3896855" y="5392316"/>
              <a:ext cx="327685" cy="2396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43" name="Google Shape;3643;p32"/>
            <p:cNvSpPr/>
            <p:nvPr/>
          </p:nvSpPr>
          <p:spPr>
            <a:xfrm>
              <a:off x="3983735" y="5610606"/>
              <a:ext cx="443230" cy="64769"/>
            </a:xfrm>
            <a:custGeom>
              <a:rect b="b" l="l" r="r" t="t"/>
              <a:pathLst>
                <a:path extrusionOk="0" h="64770" w="443229">
                  <a:moveTo>
                    <a:pt x="0" y="64007"/>
                  </a:moveTo>
                  <a:lnTo>
                    <a:pt x="48768" y="62769"/>
                  </a:lnTo>
                  <a:lnTo>
                    <a:pt x="97536" y="56387"/>
                  </a:lnTo>
                  <a:lnTo>
                    <a:pt x="171450" y="45815"/>
                  </a:lnTo>
                  <a:lnTo>
                    <a:pt x="208335" y="40636"/>
                  </a:lnTo>
                  <a:lnTo>
                    <a:pt x="245364" y="35813"/>
                  </a:lnTo>
                  <a:lnTo>
                    <a:pt x="278380" y="31706"/>
                  </a:lnTo>
                  <a:lnTo>
                    <a:pt x="311181" y="27527"/>
                  </a:lnTo>
                  <a:lnTo>
                    <a:pt x="343840" y="23491"/>
                  </a:lnTo>
                  <a:lnTo>
                    <a:pt x="376428" y="19811"/>
                  </a:lnTo>
                  <a:lnTo>
                    <a:pt x="391739" y="18216"/>
                  </a:lnTo>
                  <a:lnTo>
                    <a:pt x="406908" y="16763"/>
                  </a:lnTo>
                  <a:lnTo>
                    <a:pt x="422076" y="15311"/>
                  </a:lnTo>
                  <a:lnTo>
                    <a:pt x="437388" y="13715"/>
                  </a:lnTo>
                  <a:lnTo>
                    <a:pt x="440436" y="12953"/>
                  </a:lnTo>
                  <a:lnTo>
                    <a:pt x="442722" y="12953"/>
                  </a:lnTo>
                  <a:lnTo>
                    <a:pt x="437388" y="11429"/>
                  </a:lnTo>
                  <a:lnTo>
                    <a:pt x="433578" y="11429"/>
                  </a:lnTo>
                  <a:lnTo>
                    <a:pt x="429768" y="6095"/>
                  </a:lnTo>
                  <a:lnTo>
                    <a:pt x="429006" y="3809"/>
                  </a:lnTo>
                  <a:lnTo>
                    <a:pt x="427481" y="1523"/>
                  </a:lnTo>
                  <a:lnTo>
                    <a:pt x="425958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4" name="Google Shape;3644;p32"/>
            <p:cNvSpPr/>
            <p:nvPr/>
          </p:nvSpPr>
          <p:spPr>
            <a:xfrm>
              <a:off x="4464557" y="5448300"/>
              <a:ext cx="5715" cy="21590"/>
            </a:xfrm>
            <a:custGeom>
              <a:rect b="b" l="l" r="r" t="t"/>
              <a:pathLst>
                <a:path extrusionOk="0" h="21589" w="5714">
                  <a:moveTo>
                    <a:pt x="5334" y="0"/>
                  </a:moveTo>
                  <a:lnTo>
                    <a:pt x="2286" y="9144"/>
                  </a:lnTo>
                  <a:lnTo>
                    <a:pt x="762" y="12192"/>
                  </a:lnTo>
                  <a:lnTo>
                    <a:pt x="0" y="2133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5" name="Google Shape;3645;p32"/>
            <p:cNvSpPr/>
            <p:nvPr/>
          </p:nvSpPr>
          <p:spPr>
            <a:xfrm>
              <a:off x="4488941" y="5558028"/>
              <a:ext cx="15240" cy="15240"/>
            </a:xfrm>
            <a:custGeom>
              <a:rect b="b" l="l" r="r" t="t"/>
              <a:pathLst>
                <a:path extrusionOk="0" h="15239" w="15239">
                  <a:moveTo>
                    <a:pt x="0" y="3047"/>
                  </a:moveTo>
                  <a:lnTo>
                    <a:pt x="0" y="11429"/>
                  </a:lnTo>
                  <a:lnTo>
                    <a:pt x="3809" y="15239"/>
                  </a:lnTo>
                  <a:lnTo>
                    <a:pt x="12191" y="15239"/>
                  </a:lnTo>
                  <a:lnTo>
                    <a:pt x="15239" y="11429"/>
                  </a:lnTo>
                  <a:lnTo>
                    <a:pt x="15239" y="7619"/>
                  </a:lnTo>
                  <a:lnTo>
                    <a:pt x="15239" y="3047"/>
                  </a:lnTo>
                  <a:lnTo>
                    <a:pt x="12191" y="0"/>
                  </a:lnTo>
                  <a:lnTo>
                    <a:pt x="3809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46" name="Google Shape;3646;p32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4284725" y="5417807"/>
              <a:ext cx="94501" cy="13870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47" name="Google Shape;3647;p32"/>
          <p:cNvGrpSpPr/>
          <p:nvPr/>
        </p:nvGrpSpPr>
        <p:grpSpPr>
          <a:xfrm>
            <a:off x="5386105" y="5407395"/>
            <a:ext cx="230602" cy="190412"/>
            <a:chOff x="6798563" y="6047231"/>
            <a:chExt cx="162433" cy="131572"/>
          </a:xfrm>
        </p:grpSpPr>
        <p:sp>
          <p:nvSpPr>
            <p:cNvPr id="3648" name="Google Shape;3648;p32"/>
            <p:cNvSpPr/>
            <p:nvPr/>
          </p:nvSpPr>
          <p:spPr>
            <a:xfrm>
              <a:off x="6799849" y="6078473"/>
              <a:ext cx="44450" cy="100330"/>
            </a:xfrm>
            <a:custGeom>
              <a:rect b="b" l="l" r="r" t="t"/>
              <a:pathLst>
                <a:path extrusionOk="0" h="100329" w="44450">
                  <a:moveTo>
                    <a:pt x="2524" y="0"/>
                  </a:moveTo>
                  <a:lnTo>
                    <a:pt x="1524" y="12573"/>
                  </a:lnTo>
                  <a:lnTo>
                    <a:pt x="809" y="25146"/>
                  </a:lnTo>
                  <a:lnTo>
                    <a:pt x="381" y="37719"/>
                  </a:lnTo>
                  <a:lnTo>
                    <a:pt x="238" y="50292"/>
                  </a:lnTo>
                  <a:lnTo>
                    <a:pt x="0" y="60102"/>
                  </a:lnTo>
                  <a:lnTo>
                    <a:pt x="17764" y="99822"/>
                  </a:lnTo>
                  <a:lnTo>
                    <a:pt x="26146" y="97536"/>
                  </a:lnTo>
                  <a:lnTo>
                    <a:pt x="32432" y="94345"/>
                  </a:lnTo>
                  <a:lnTo>
                    <a:pt x="37004" y="89725"/>
                  </a:lnTo>
                  <a:lnTo>
                    <a:pt x="40719" y="84248"/>
                  </a:lnTo>
                  <a:lnTo>
                    <a:pt x="44434" y="78485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9" name="Google Shape;3649;p32"/>
            <p:cNvSpPr/>
            <p:nvPr/>
          </p:nvSpPr>
          <p:spPr>
            <a:xfrm>
              <a:off x="6798563" y="6083807"/>
              <a:ext cx="41275" cy="39370"/>
            </a:xfrm>
            <a:custGeom>
              <a:rect b="b" l="l" r="r" t="t"/>
              <a:pathLst>
                <a:path extrusionOk="0" h="39370" w="41275">
                  <a:moveTo>
                    <a:pt x="0" y="26669"/>
                  </a:moveTo>
                  <a:lnTo>
                    <a:pt x="4810" y="34313"/>
                  </a:lnTo>
                  <a:lnTo>
                    <a:pt x="9906" y="38671"/>
                  </a:lnTo>
                  <a:lnTo>
                    <a:pt x="16716" y="39314"/>
                  </a:lnTo>
                  <a:lnTo>
                    <a:pt x="26670" y="35813"/>
                  </a:lnTo>
                  <a:lnTo>
                    <a:pt x="34290" y="32003"/>
                  </a:lnTo>
                  <a:lnTo>
                    <a:pt x="41148" y="25145"/>
                  </a:lnTo>
                  <a:lnTo>
                    <a:pt x="40386" y="16763"/>
                  </a:lnTo>
                  <a:lnTo>
                    <a:pt x="39623" y="8381"/>
                  </a:lnTo>
                  <a:lnTo>
                    <a:pt x="30479" y="4571"/>
                  </a:lnTo>
                  <a:lnTo>
                    <a:pt x="23621" y="2285"/>
                  </a:lnTo>
                  <a:lnTo>
                    <a:pt x="19811" y="761"/>
                  </a:lnTo>
                  <a:lnTo>
                    <a:pt x="15239" y="761"/>
                  </a:lnTo>
                  <a:lnTo>
                    <a:pt x="11429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0" name="Google Shape;3650;p32"/>
            <p:cNvSpPr/>
            <p:nvPr/>
          </p:nvSpPr>
          <p:spPr>
            <a:xfrm>
              <a:off x="6871715" y="6076949"/>
              <a:ext cx="15240" cy="15240"/>
            </a:xfrm>
            <a:custGeom>
              <a:rect b="b" l="l" r="r" t="t"/>
              <a:pathLst>
                <a:path extrusionOk="0" h="15239" w="15240">
                  <a:moveTo>
                    <a:pt x="0" y="3810"/>
                  </a:moveTo>
                  <a:lnTo>
                    <a:pt x="0" y="12192"/>
                  </a:lnTo>
                  <a:lnTo>
                    <a:pt x="3048" y="15240"/>
                  </a:lnTo>
                  <a:lnTo>
                    <a:pt x="12192" y="15240"/>
                  </a:lnTo>
                  <a:lnTo>
                    <a:pt x="15240" y="12192"/>
                  </a:lnTo>
                  <a:lnTo>
                    <a:pt x="15240" y="7620"/>
                  </a:lnTo>
                  <a:lnTo>
                    <a:pt x="15240" y="3810"/>
                  </a:lnTo>
                  <a:lnTo>
                    <a:pt x="12192" y="0"/>
                  </a:lnTo>
                  <a:lnTo>
                    <a:pt x="3048" y="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1" name="Google Shape;3651;p32"/>
            <p:cNvSpPr/>
            <p:nvPr/>
          </p:nvSpPr>
          <p:spPr>
            <a:xfrm>
              <a:off x="6919721" y="6047231"/>
              <a:ext cx="41275" cy="104775"/>
            </a:xfrm>
            <a:custGeom>
              <a:rect b="b" l="l" r="r" t="t"/>
              <a:pathLst>
                <a:path extrusionOk="0" h="104775" w="41275">
                  <a:moveTo>
                    <a:pt x="0" y="46481"/>
                  </a:moveTo>
                  <a:lnTo>
                    <a:pt x="17359" y="85939"/>
                  </a:lnTo>
                  <a:lnTo>
                    <a:pt x="28956" y="103631"/>
                  </a:lnTo>
                  <a:lnTo>
                    <a:pt x="29718" y="104393"/>
                  </a:lnTo>
                  <a:lnTo>
                    <a:pt x="38778" y="61983"/>
                  </a:lnTo>
                  <a:lnTo>
                    <a:pt x="40386" y="9905"/>
                  </a:lnTo>
                  <a:lnTo>
                    <a:pt x="40386" y="4571"/>
                  </a:lnTo>
                  <a:lnTo>
                    <a:pt x="40386" y="3047"/>
                  </a:lnTo>
                  <a:lnTo>
                    <a:pt x="41147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652" name="Google Shape;3652;p32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5860267" y="5389734"/>
            <a:ext cx="147886" cy="265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3" name="Google Shape;3653;p32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6146587" y="5377603"/>
            <a:ext cx="112542" cy="1963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54" name="Google Shape;3654;p32"/>
          <p:cNvGrpSpPr/>
          <p:nvPr/>
        </p:nvGrpSpPr>
        <p:grpSpPr>
          <a:xfrm>
            <a:off x="5463689" y="4067179"/>
            <a:ext cx="493383" cy="217834"/>
            <a:chOff x="6797753" y="5042141"/>
            <a:chExt cx="347533" cy="150520"/>
          </a:xfrm>
        </p:grpSpPr>
        <p:pic>
          <p:nvPicPr>
            <p:cNvPr id="3655" name="Google Shape;3655;p32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6797753" y="5061191"/>
              <a:ext cx="101394" cy="1314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6" name="Google Shape;3656;p32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6937997" y="5042141"/>
              <a:ext cx="207289" cy="1166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657" name="Google Shape;3657;p32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6050291" y="3984471"/>
            <a:ext cx="140448" cy="238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8" name="Google Shape;3658;p32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6283738" y="3999910"/>
            <a:ext cx="137423" cy="1676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59" name="Google Shape;3659;p32"/>
          <p:cNvGrpSpPr/>
          <p:nvPr/>
        </p:nvGrpSpPr>
        <p:grpSpPr>
          <a:xfrm>
            <a:off x="3246544" y="4574476"/>
            <a:ext cx="1024180" cy="381744"/>
            <a:chOff x="5236023" y="5392674"/>
            <a:chExt cx="721420" cy="263779"/>
          </a:xfrm>
        </p:grpSpPr>
        <p:sp>
          <p:nvSpPr>
            <p:cNvPr id="3660" name="Google Shape;3660;p32"/>
            <p:cNvSpPr/>
            <p:nvPr/>
          </p:nvSpPr>
          <p:spPr>
            <a:xfrm>
              <a:off x="5236023" y="5407152"/>
              <a:ext cx="126364" cy="179070"/>
            </a:xfrm>
            <a:custGeom>
              <a:rect b="b" l="l" r="r" t="t"/>
              <a:pathLst>
                <a:path extrusionOk="0" h="179070" w="126364">
                  <a:moveTo>
                    <a:pt x="48446" y="9906"/>
                  </a:moveTo>
                  <a:lnTo>
                    <a:pt x="43874" y="6096"/>
                  </a:lnTo>
                  <a:lnTo>
                    <a:pt x="39302" y="3048"/>
                  </a:lnTo>
                  <a:lnTo>
                    <a:pt x="33968" y="0"/>
                  </a:lnTo>
                  <a:lnTo>
                    <a:pt x="27205" y="10001"/>
                  </a:lnTo>
                  <a:lnTo>
                    <a:pt x="7619" y="61995"/>
                  </a:lnTo>
                  <a:lnTo>
                    <a:pt x="1595" y="100548"/>
                  </a:lnTo>
                  <a:lnTo>
                    <a:pt x="0" y="134171"/>
                  </a:lnTo>
                  <a:lnTo>
                    <a:pt x="916" y="148304"/>
                  </a:lnTo>
                  <a:lnTo>
                    <a:pt x="4833" y="161436"/>
                  </a:lnTo>
                  <a:lnTo>
                    <a:pt x="13394" y="172212"/>
                  </a:lnTo>
                  <a:lnTo>
                    <a:pt x="23860" y="177486"/>
                  </a:lnTo>
                  <a:lnTo>
                    <a:pt x="35968" y="178974"/>
                  </a:lnTo>
                  <a:lnTo>
                    <a:pt x="48220" y="177462"/>
                  </a:lnTo>
                  <a:lnTo>
                    <a:pt x="80641" y="155829"/>
                  </a:lnTo>
                  <a:lnTo>
                    <a:pt x="96262" y="112871"/>
                  </a:lnTo>
                  <a:lnTo>
                    <a:pt x="78569" y="148637"/>
                  </a:lnTo>
                  <a:lnTo>
                    <a:pt x="120384" y="143625"/>
                  </a:lnTo>
                  <a:lnTo>
                    <a:pt x="126170" y="112013"/>
                  </a:lnTo>
                  <a:lnTo>
                    <a:pt x="124920" y="101977"/>
                  </a:lnTo>
                  <a:lnTo>
                    <a:pt x="94166" y="75438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1" name="Google Shape;3661;p32"/>
            <p:cNvSpPr/>
            <p:nvPr/>
          </p:nvSpPr>
          <p:spPr>
            <a:xfrm>
              <a:off x="5359146" y="5456444"/>
              <a:ext cx="151130" cy="111125"/>
            </a:xfrm>
            <a:custGeom>
              <a:rect b="b" l="l" r="r" t="t"/>
              <a:pathLst>
                <a:path extrusionOk="0" h="111125" w="151129">
                  <a:moveTo>
                    <a:pt x="0" y="31480"/>
                  </a:moveTo>
                  <a:lnTo>
                    <a:pt x="5822" y="40505"/>
                  </a:lnTo>
                  <a:lnTo>
                    <a:pt x="11715" y="49387"/>
                  </a:lnTo>
                  <a:lnTo>
                    <a:pt x="17466" y="58269"/>
                  </a:lnTo>
                  <a:lnTo>
                    <a:pt x="22860" y="67294"/>
                  </a:lnTo>
                  <a:lnTo>
                    <a:pt x="27051" y="74723"/>
                  </a:lnTo>
                  <a:lnTo>
                    <a:pt x="30670" y="82153"/>
                  </a:lnTo>
                  <a:lnTo>
                    <a:pt x="34004" y="89582"/>
                  </a:lnTo>
                  <a:lnTo>
                    <a:pt x="37338" y="97012"/>
                  </a:lnTo>
                  <a:lnTo>
                    <a:pt x="39624" y="101584"/>
                  </a:lnTo>
                  <a:lnTo>
                    <a:pt x="40386" y="105394"/>
                  </a:lnTo>
                  <a:lnTo>
                    <a:pt x="41148" y="110728"/>
                  </a:lnTo>
                  <a:lnTo>
                    <a:pt x="37897" y="103846"/>
                  </a:lnTo>
                  <a:lnTo>
                    <a:pt x="30575" y="59102"/>
                  </a:lnTo>
                  <a:lnTo>
                    <a:pt x="32325" y="47696"/>
                  </a:lnTo>
                  <a:lnTo>
                    <a:pt x="36576" y="37576"/>
                  </a:lnTo>
                  <a:lnTo>
                    <a:pt x="41838" y="31956"/>
                  </a:lnTo>
                  <a:lnTo>
                    <a:pt x="48958" y="28051"/>
                  </a:lnTo>
                  <a:lnTo>
                    <a:pt x="56935" y="26431"/>
                  </a:lnTo>
                  <a:lnTo>
                    <a:pt x="64769" y="27670"/>
                  </a:lnTo>
                  <a:lnTo>
                    <a:pt x="86463" y="61210"/>
                  </a:lnTo>
                  <a:lnTo>
                    <a:pt x="88392" y="82534"/>
                  </a:lnTo>
                  <a:lnTo>
                    <a:pt x="88392" y="85582"/>
                  </a:lnTo>
                  <a:lnTo>
                    <a:pt x="88392" y="86344"/>
                  </a:lnTo>
                  <a:lnTo>
                    <a:pt x="88392" y="87868"/>
                  </a:lnTo>
                  <a:lnTo>
                    <a:pt x="83820" y="84820"/>
                  </a:lnTo>
                  <a:lnTo>
                    <a:pt x="83058" y="81772"/>
                  </a:lnTo>
                  <a:lnTo>
                    <a:pt x="83058" y="74914"/>
                  </a:lnTo>
                  <a:lnTo>
                    <a:pt x="81998" y="63817"/>
                  </a:lnTo>
                  <a:lnTo>
                    <a:pt x="81438" y="52435"/>
                  </a:lnTo>
                  <a:lnTo>
                    <a:pt x="81879" y="41052"/>
                  </a:lnTo>
                  <a:lnTo>
                    <a:pt x="83820" y="29956"/>
                  </a:lnTo>
                  <a:lnTo>
                    <a:pt x="111073" y="0"/>
                  </a:lnTo>
                  <a:lnTo>
                    <a:pt x="117443" y="2333"/>
                  </a:lnTo>
                  <a:lnTo>
                    <a:pt x="137350" y="35099"/>
                  </a:lnTo>
                  <a:lnTo>
                    <a:pt x="146304" y="75676"/>
                  </a:lnTo>
                  <a:lnTo>
                    <a:pt x="150114" y="82534"/>
                  </a:lnTo>
                  <a:lnTo>
                    <a:pt x="150876" y="8253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2" name="Google Shape;3662;p32"/>
            <p:cNvSpPr/>
            <p:nvPr/>
          </p:nvSpPr>
          <p:spPr>
            <a:xfrm>
              <a:off x="5532120" y="5420868"/>
              <a:ext cx="77470" cy="235585"/>
            </a:xfrm>
            <a:custGeom>
              <a:rect b="b" l="l" r="r" t="t"/>
              <a:pathLst>
                <a:path extrusionOk="0" h="235585" w="77470">
                  <a:moveTo>
                    <a:pt x="0" y="0"/>
                  </a:moveTo>
                  <a:lnTo>
                    <a:pt x="8572" y="45005"/>
                  </a:lnTo>
                  <a:lnTo>
                    <a:pt x="11811" y="103632"/>
                  </a:lnTo>
                  <a:lnTo>
                    <a:pt x="11834" y="125349"/>
                  </a:lnTo>
                  <a:lnTo>
                    <a:pt x="11430" y="147066"/>
                  </a:lnTo>
                  <a:lnTo>
                    <a:pt x="10632" y="165473"/>
                  </a:lnTo>
                  <a:lnTo>
                    <a:pt x="9620" y="184023"/>
                  </a:lnTo>
                  <a:lnTo>
                    <a:pt x="8751" y="202572"/>
                  </a:lnTo>
                  <a:lnTo>
                    <a:pt x="8382" y="220980"/>
                  </a:lnTo>
                  <a:lnTo>
                    <a:pt x="8382" y="229362"/>
                  </a:lnTo>
                  <a:lnTo>
                    <a:pt x="8382" y="230886"/>
                  </a:lnTo>
                  <a:lnTo>
                    <a:pt x="8382" y="235458"/>
                  </a:lnTo>
                  <a:lnTo>
                    <a:pt x="8501" y="222313"/>
                  </a:lnTo>
                  <a:lnTo>
                    <a:pt x="8763" y="209169"/>
                  </a:lnTo>
                  <a:lnTo>
                    <a:pt x="9024" y="196024"/>
                  </a:lnTo>
                  <a:lnTo>
                    <a:pt x="9144" y="182880"/>
                  </a:lnTo>
                  <a:lnTo>
                    <a:pt x="8882" y="160008"/>
                  </a:lnTo>
                  <a:lnTo>
                    <a:pt x="8191" y="137064"/>
                  </a:lnTo>
                  <a:lnTo>
                    <a:pt x="7215" y="113978"/>
                  </a:lnTo>
                  <a:lnTo>
                    <a:pt x="6096" y="90678"/>
                  </a:lnTo>
                  <a:lnTo>
                    <a:pt x="6191" y="82736"/>
                  </a:lnTo>
                  <a:lnTo>
                    <a:pt x="7429" y="76295"/>
                  </a:lnTo>
                  <a:lnTo>
                    <a:pt x="11239" y="71711"/>
                  </a:lnTo>
                  <a:lnTo>
                    <a:pt x="19050" y="69342"/>
                  </a:lnTo>
                  <a:lnTo>
                    <a:pt x="28301" y="69270"/>
                  </a:lnTo>
                  <a:lnTo>
                    <a:pt x="37623" y="71056"/>
                  </a:lnTo>
                  <a:lnTo>
                    <a:pt x="73949" y="94345"/>
                  </a:lnTo>
                  <a:lnTo>
                    <a:pt x="76962" y="102108"/>
                  </a:lnTo>
                  <a:lnTo>
                    <a:pt x="74949" y="111347"/>
                  </a:lnTo>
                  <a:lnTo>
                    <a:pt x="68294" y="119443"/>
                  </a:lnTo>
                  <a:lnTo>
                    <a:pt x="59495" y="126111"/>
                  </a:lnTo>
                  <a:lnTo>
                    <a:pt x="51054" y="131064"/>
                  </a:lnTo>
                  <a:lnTo>
                    <a:pt x="43303" y="136005"/>
                  </a:lnTo>
                  <a:lnTo>
                    <a:pt x="33623" y="141446"/>
                  </a:lnTo>
                  <a:lnTo>
                    <a:pt x="23514" y="145315"/>
                  </a:lnTo>
                  <a:lnTo>
                    <a:pt x="14478" y="145542"/>
                  </a:lnTo>
                  <a:lnTo>
                    <a:pt x="11430" y="141732"/>
                  </a:lnTo>
                  <a:lnTo>
                    <a:pt x="11430" y="139446"/>
                  </a:lnTo>
                  <a:lnTo>
                    <a:pt x="12954" y="13563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3" name="Google Shape;3663;p32"/>
            <p:cNvSpPr/>
            <p:nvPr/>
          </p:nvSpPr>
          <p:spPr>
            <a:xfrm>
              <a:off x="5628894" y="5434584"/>
              <a:ext cx="151765" cy="97155"/>
            </a:xfrm>
            <a:custGeom>
              <a:rect b="b" l="l" r="r" t="t"/>
              <a:pathLst>
                <a:path extrusionOk="0" h="97154" w="151764">
                  <a:moveTo>
                    <a:pt x="0" y="21335"/>
                  </a:moveTo>
                  <a:lnTo>
                    <a:pt x="5334" y="60959"/>
                  </a:lnTo>
                  <a:lnTo>
                    <a:pt x="29122" y="95511"/>
                  </a:lnTo>
                  <a:lnTo>
                    <a:pt x="37338" y="96583"/>
                  </a:lnTo>
                  <a:lnTo>
                    <a:pt x="45553" y="95083"/>
                  </a:lnTo>
                  <a:lnTo>
                    <a:pt x="75628" y="62400"/>
                  </a:lnTo>
                  <a:lnTo>
                    <a:pt x="82569" y="18680"/>
                  </a:lnTo>
                  <a:lnTo>
                    <a:pt x="81534" y="8381"/>
                  </a:lnTo>
                  <a:lnTo>
                    <a:pt x="80010" y="0"/>
                  </a:lnTo>
                  <a:lnTo>
                    <a:pt x="79248" y="3809"/>
                  </a:lnTo>
                  <a:lnTo>
                    <a:pt x="75438" y="761"/>
                  </a:lnTo>
                  <a:lnTo>
                    <a:pt x="73794" y="8762"/>
                  </a:lnTo>
                  <a:lnTo>
                    <a:pt x="73152" y="16763"/>
                  </a:lnTo>
                  <a:lnTo>
                    <a:pt x="73080" y="24764"/>
                  </a:lnTo>
                  <a:lnTo>
                    <a:pt x="73152" y="32765"/>
                  </a:lnTo>
                  <a:lnTo>
                    <a:pt x="89916" y="69341"/>
                  </a:lnTo>
                  <a:lnTo>
                    <a:pt x="116597" y="76414"/>
                  </a:lnTo>
                  <a:lnTo>
                    <a:pt x="125730" y="74675"/>
                  </a:lnTo>
                  <a:lnTo>
                    <a:pt x="133421" y="71151"/>
                  </a:lnTo>
                  <a:lnTo>
                    <a:pt x="139827" y="66484"/>
                  </a:lnTo>
                  <a:lnTo>
                    <a:pt x="145661" y="60959"/>
                  </a:lnTo>
                  <a:lnTo>
                    <a:pt x="151638" y="54863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4" name="Google Shape;3664;p32"/>
            <p:cNvSpPr/>
            <p:nvPr/>
          </p:nvSpPr>
          <p:spPr>
            <a:xfrm>
              <a:off x="5786151" y="5392674"/>
              <a:ext cx="12700" cy="143510"/>
            </a:xfrm>
            <a:custGeom>
              <a:rect b="b" l="l" r="r" t="t"/>
              <a:pathLst>
                <a:path extrusionOk="0" h="143510" w="12700">
                  <a:moveTo>
                    <a:pt x="2000" y="0"/>
                  </a:moveTo>
                  <a:lnTo>
                    <a:pt x="607" y="13811"/>
                  </a:lnTo>
                  <a:lnTo>
                    <a:pt x="0" y="27051"/>
                  </a:lnTo>
                  <a:lnTo>
                    <a:pt x="392" y="40290"/>
                  </a:lnTo>
                  <a:lnTo>
                    <a:pt x="2000" y="54102"/>
                  </a:lnTo>
                  <a:lnTo>
                    <a:pt x="4810" y="66555"/>
                  </a:lnTo>
                  <a:lnTo>
                    <a:pt x="7334" y="78867"/>
                  </a:lnTo>
                  <a:lnTo>
                    <a:pt x="9286" y="91178"/>
                  </a:lnTo>
                  <a:lnTo>
                    <a:pt x="10382" y="103632"/>
                  </a:lnTo>
                  <a:lnTo>
                    <a:pt x="10525" y="113359"/>
                  </a:lnTo>
                  <a:lnTo>
                    <a:pt x="10382" y="124301"/>
                  </a:lnTo>
                  <a:lnTo>
                    <a:pt x="10810" y="134814"/>
                  </a:lnTo>
                  <a:lnTo>
                    <a:pt x="12668" y="14325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5" name="Google Shape;3665;p32"/>
            <p:cNvSpPr/>
            <p:nvPr/>
          </p:nvSpPr>
          <p:spPr>
            <a:xfrm>
              <a:off x="5779008" y="5436870"/>
              <a:ext cx="178435" cy="78105"/>
            </a:xfrm>
            <a:custGeom>
              <a:rect b="b" l="l" r="r" t="t"/>
              <a:pathLst>
                <a:path extrusionOk="0" h="78104" w="178435">
                  <a:moveTo>
                    <a:pt x="0" y="22860"/>
                  </a:moveTo>
                  <a:lnTo>
                    <a:pt x="13144" y="21109"/>
                  </a:lnTo>
                  <a:lnTo>
                    <a:pt x="26288" y="19145"/>
                  </a:lnTo>
                  <a:lnTo>
                    <a:pt x="39433" y="16752"/>
                  </a:lnTo>
                  <a:lnTo>
                    <a:pt x="52577" y="13716"/>
                  </a:lnTo>
                  <a:lnTo>
                    <a:pt x="64698" y="11060"/>
                  </a:lnTo>
                  <a:lnTo>
                    <a:pt x="76962" y="7905"/>
                  </a:lnTo>
                  <a:lnTo>
                    <a:pt x="89225" y="4607"/>
                  </a:lnTo>
                  <a:lnTo>
                    <a:pt x="101346" y="1524"/>
                  </a:lnTo>
                  <a:lnTo>
                    <a:pt x="106680" y="0"/>
                  </a:lnTo>
                  <a:lnTo>
                    <a:pt x="108966" y="0"/>
                  </a:lnTo>
                  <a:lnTo>
                    <a:pt x="113538" y="0"/>
                  </a:lnTo>
                  <a:lnTo>
                    <a:pt x="113538" y="7620"/>
                  </a:lnTo>
                  <a:lnTo>
                    <a:pt x="112776" y="14478"/>
                  </a:lnTo>
                  <a:lnTo>
                    <a:pt x="112014" y="22098"/>
                  </a:lnTo>
                  <a:lnTo>
                    <a:pt x="111692" y="29551"/>
                  </a:lnTo>
                  <a:lnTo>
                    <a:pt x="111156" y="37719"/>
                  </a:lnTo>
                  <a:lnTo>
                    <a:pt x="111049" y="45886"/>
                  </a:lnTo>
                  <a:lnTo>
                    <a:pt x="134623" y="77533"/>
                  </a:lnTo>
                  <a:lnTo>
                    <a:pt x="143541" y="77343"/>
                  </a:lnTo>
                  <a:lnTo>
                    <a:pt x="174486" y="56745"/>
                  </a:lnTo>
                  <a:lnTo>
                    <a:pt x="178308" y="5029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6" name="Google Shape;3666;p32"/>
            <p:cNvSpPr/>
            <p:nvPr/>
          </p:nvSpPr>
          <p:spPr>
            <a:xfrm>
              <a:off x="5884926" y="5417915"/>
              <a:ext cx="72390" cy="52705"/>
            </a:xfrm>
            <a:custGeom>
              <a:rect b="b" l="l" r="r" t="t"/>
              <a:pathLst>
                <a:path extrusionOk="0" h="52704" w="72389">
                  <a:moveTo>
                    <a:pt x="7620" y="35718"/>
                  </a:moveTo>
                  <a:lnTo>
                    <a:pt x="3048" y="44100"/>
                  </a:lnTo>
                  <a:lnTo>
                    <a:pt x="0" y="44862"/>
                  </a:lnTo>
                  <a:lnTo>
                    <a:pt x="3048" y="49434"/>
                  </a:lnTo>
                  <a:lnTo>
                    <a:pt x="11287" y="51268"/>
                  </a:lnTo>
                  <a:lnTo>
                    <a:pt x="19812" y="52101"/>
                  </a:lnTo>
                  <a:lnTo>
                    <a:pt x="28336" y="51792"/>
                  </a:lnTo>
                  <a:lnTo>
                    <a:pt x="68580" y="28098"/>
                  </a:lnTo>
                  <a:lnTo>
                    <a:pt x="72390" y="22002"/>
                  </a:lnTo>
                  <a:lnTo>
                    <a:pt x="72390" y="11334"/>
                  </a:lnTo>
                  <a:lnTo>
                    <a:pt x="66294" y="6000"/>
                  </a:lnTo>
                  <a:lnTo>
                    <a:pt x="59936" y="2381"/>
                  </a:lnTo>
                  <a:lnTo>
                    <a:pt x="52006" y="476"/>
                  </a:lnTo>
                  <a:lnTo>
                    <a:pt x="43791" y="0"/>
                  </a:lnTo>
                  <a:lnTo>
                    <a:pt x="36576" y="666"/>
                  </a:lnTo>
                  <a:lnTo>
                    <a:pt x="28063" y="4083"/>
                  </a:lnTo>
                  <a:lnTo>
                    <a:pt x="20478" y="9144"/>
                  </a:lnTo>
                  <a:lnTo>
                    <a:pt x="13323" y="14918"/>
                  </a:lnTo>
                  <a:lnTo>
                    <a:pt x="6096" y="20478"/>
                  </a:lnTo>
                  <a:lnTo>
                    <a:pt x="5334" y="21240"/>
                  </a:lnTo>
                  <a:lnTo>
                    <a:pt x="3810" y="21240"/>
                  </a:lnTo>
                  <a:lnTo>
                    <a:pt x="2286" y="22002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67" name="Google Shape;3667;p32"/>
          <p:cNvSpPr/>
          <p:nvPr/>
        </p:nvSpPr>
        <p:spPr>
          <a:xfrm>
            <a:off x="4755185" y="4327469"/>
            <a:ext cx="116292" cy="518305"/>
          </a:xfrm>
          <a:custGeom>
            <a:rect b="b" l="l" r="r" t="t"/>
            <a:pathLst>
              <a:path extrusionOk="0" h="358139" w="81914">
                <a:moveTo>
                  <a:pt x="81534" y="29706"/>
                </a:moveTo>
                <a:lnTo>
                  <a:pt x="80319" y="24133"/>
                </a:lnTo>
                <a:lnTo>
                  <a:pt x="78676" y="15990"/>
                </a:lnTo>
                <a:lnTo>
                  <a:pt x="76176" y="7846"/>
                </a:lnTo>
                <a:lnTo>
                  <a:pt x="72390" y="2274"/>
                </a:lnTo>
                <a:lnTo>
                  <a:pt x="66544" y="0"/>
                </a:lnTo>
                <a:lnTo>
                  <a:pt x="59912" y="1226"/>
                </a:lnTo>
                <a:lnTo>
                  <a:pt x="27813" y="24753"/>
                </a:lnTo>
                <a:lnTo>
                  <a:pt x="7381" y="58423"/>
                </a:lnTo>
                <a:lnTo>
                  <a:pt x="4048" y="85474"/>
                </a:lnTo>
                <a:lnTo>
                  <a:pt x="6096" y="98286"/>
                </a:lnTo>
                <a:lnTo>
                  <a:pt x="11894" y="112668"/>
                </a:lnTo>
                <a:lnTo>
                  <a:pt x="20478" y="125337"/>
                </a:lnTo>
                <a:lnTo>
                  <a:pt x="30634" y="136862"/>
                </a:lnTo>
                <a:lnTo>
                  <a:pt x="41148" y="147816"/>
                </a:lnTo>
                <a:lnTo>
                  <a:pt x="45827" y="153566"/>
                </a:lnTo>
                <a:lnTo>
                  <a:pt x="49434" y="159531"/>
                </a:lnTo>
                <a:lnTo>
                  <a:pt x="51756" y="165925"/>
                </a:lnTo>
                <a:lnTo>
                  <a:pt x="52578" y="172962"/>
                </a:lnTo>
                <a:lnTo>
                  <a:pt x="51935" y="180641"/>
                </a:lnTo>
                <a:lnTo>
                  <a:pt x="23622" y="211728"/>
                </a:lnTo>
                <a:lnTo>
                  <a:pt x="15930" y="218146"/>
                </a:lnTo>
                <a:lnTo>
                  <a:pt x="8382" y="224778"/>
                </a:lnTo>
                <a:lnTo>
                  <a:pt x="3048" y="228588"/>
                </a:lnTo>
                <a:lnTo>
                  <a:pt x="1524" y="230874"/>
                </a:lnTo>
                <a:lnTo>
                  <a:pt x="0" y="236208"/>
                </a:lnTo>
                <a:lnTo>
                  <a:pt x="10060" y="236946"/>
                </a:lnTo>
                <a:lnTo>
                  <a:pt x="20478" y="237541"/>
                </a:lnTo>
                <a:lnTo>
                  <a:pt x="30753" y="238994"/>
                </a:lnTo>
                <a:lnTo>
                  <a:pt x="40386" y="242304"/>
                </a:lnTo>
                <a:lnTo>
                  <a:pt x="48006" y="246876"/>
                </a:lnTo>
                <a:lnTo>
                  <a:pt x="48768" y="256782"/>
                </a:lnTo>
                <a:lnTo>
                  <a:pt x="47244" y="265164"/>
                </a:lnTo>
                <a:lnTo>
                  <a:pt x="43707" y="276129"/>
                </a:lnTo>
                <a:lnTo>
                  <a:pt x="38385" y="287166"/>
                </a:lnTo>
                <a:lnTo>
                  <a:pt x="32349" y="298061"/>
                </a:lnTo>
                <a:lnTo>
                  <a:pt x="26670" y="308598"/>
                </a:lnTo>
                <a:lnTo>
                  <a:pt x="9144" y="349746"/>
                </a:lnTo>
                <a:lnTo>
                  <a:pt x="8382" y="358128"/>
                </a:lnTo>
                <a:lnTo>
                  <a:pt x="18288" y="356604"/>
                </a:lnTo>
                <a:lnTo>
                  <a:pt x="24384" y="356604"/>
                </a:lnTo>
                <a:lnTo>
                  <a:pt x="26670" y="356604"/>
                </a:lnTo>
                <a:lnTo>
                  <a:pt x="28956" y="357366"/>
                </a:lnTo>
                <a:lnTo>
                  <a:pt x="31242" y="357366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68" name="Google Shape;3668;p32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4986671" y="4425357"/>
            <a:ext cx="167713" cy="338813"/>
          </a:xfrm>
          <a:prstGeom prst="rect">
            <a:avLst/>
          </a:prstGeom>
          <a:noFill/>
          <a:ln>
            <a:noFill/>
          </a:ln>
        </p:spPr>
      </p:pic>
      <p:sp>
        <p:nvSpPr>
          <p:cNvPr id="3669" name="Google Shape;3669;p32"/>
          <p:cNvSpPr/>
          <p:nvPr/>
        </p:nvSpPr>
        <p:spPr>
          <a:xfrm>
            <a:off x="5313389" y="4631818"/>
            <a:ext cx="51385" cy="96493"/>
          </a:xfrm>
          <a:custGeom>
            <a:rect b="b" l="l" r="r" t="t"/>
            <a:pathLst>
              <a:path extrusionOk="0" h="66675" w="36195">
                <a:moveTo>
                  <a:pt x="28194" y="0"/>
                </a:moveTo>
                <a:lnTo>
                  <a:pt x="32849" y="10025"/>
                </a:lnTo>
                <a:lnTo>
                  <a:pt x="35718" y="19050"/>
                </a:lnTo>
                <a:lnTo>
                  <a:pt x="35587" y="28074"/>
                </a:lnTo>
                <a:lnTo>
                  <a:pt x="31242" y="38100"/>
                </a:lnTo>
                <a:lnTo>
                  <a:pt x="24860" y="46577"/>
                </a:lnTo>
                <a:lnTo>
                  <a:pt x="17335" y="54483"/>
                </a:lnTo>
                <a:lnTo>
                  <a:pt x="8953" y="61245"/>
                </a:lnTo>
                <a:lnTo>
                  <a:pt x="0" y="66294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0" name="Google Shape;3670;p32"/>
          <p:cNvSpPr/>
          <p:nvPr/>
        </p:nvSpPr>
        <p:spPr>
          <a:xfrm>
            <a:off x="5591410" y="4561240"/>
            <a:ext cx="21636" cy="22056"/>
          </a:xfrm>
          <a:custGeom>
            <a:rect b="b" l="l" r="r" t="t"/>
            <a:pathLst>
              <a:path extrusionOk="0" h="15239" w="15240">
                <a:moveTo>
                  <a:pt x="0" y="3047"/>
                </a:moveTo>
                <a:lnTo>
                  <a:pt x="0" y="11429"/>
                </a:lnTo>
                <a:lnTo>
                  <a:pt x="3048" y="15239"/>
                </a:lnTo>
                <a:lnTo>
                  <a:pt x="11430" y="15239"/>
                </a:lnTo>
                <a:lnTo>
                  <a:pt x="15240" y="11429"/>
                </a:lnTo>
                <a:lnTo>
                  <a:pt x="15240" y="7619"/>
                </a:lnTo>
                <a:lnTo>
                  <a:pt x="15240" y="3047"/>
                </a:lnTo>
                <a:lnTo>
                  <a:pt x="11430" y="0"/>
                </a:lnTo>
                <a:lnTo>
                  <a:pt x="3048" y="0"/>
                </a:lnTo>
                <a:lnTo>
                  <a:pt x="0" y="3047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1" name="Google Shape;3671;p32"/>
          <p:cNvSpPr/>
          <p:nvPr/>
        </p:nvSpPr>
        <p:spPr>
          <a:xfrm>
            <a:off x="5765578" y="4554625"/>
            <a:ext cx="18030" cy="5514"/>
          </a:xfrm>
          <a:custGeom>
            <a:rect b="b" l="l" r="r" t="t"/>
            <a:pathLst>
              <a:path extrusionOk="0" h="3810" w="12700">
                <a:moveTo>
                  <a:pt x="0" y="3810"/>
                </a:moveTo>
                <a:lnTo>
                  <a:pt x="4572" y="2286"/>
                </a:lnTo>
                <a:lnTo>
                  <a:pt x="8382" y="762"/>
                </a:lnTo>
                <a:lnTo>
                  <a:pt x="12192" y="0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2" name="Google Shape;3672;p32"/>
          <p:cNvSpPr/>
          <p:nvPr/>
        </p:nvSpPr>
        <p:spPr>
          <a:xfrm>
            <a:off x="5932173" y="4549110"/>
            <a:ext cx="21636" cy="22056"/>
          </a:xfrm>
          <a:custGeom>
            <a:rect b="b" l="l" r="r" t="t"/>
            <a:pathLst>
              <a:path extrusionOk="0" h="15239" w="15240">
                <a:moveTo>
                  <a:pt x="0" y="3047"/>
                </a:moveTo>
                <a:lnTo>
                  <a:pt x="0" y="11429"/>
                </a:lnTo>
                <a:lnTo>
                  <a:pt x="3810" y="15239"/>
                </a:lnTo>
                <a:lnTo>
                  <a:pt x="12192" y="15239"/>
                </a:lnTo>
                <a:lnTo>
                  <a:pt x="15240" y="11429"/>
                </a:lnTo>
                <a:lnTo>
                  <a:pt x="15240" y="7619"/>
                </a:lnTo>
                <a:lnTo>
                  <a:pt x="15240" y="3047"/>
                </a:lnTo>
                <a:lnTo>
                  <a:pt x="12192" y="0"/>
                </a:lnTo>
                <a:lnTo>
                  <a:pt x="3810" y="0"/>
                </a:lnTo>
                <a:lnTo>
                  <a:pt x="0" y="3047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3" name="Google Shape;3673;p32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6055480" y="4561223"/>
            <a:ext cx="122278" cy="114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74" name="Google Shape;3674;p32"/>
          <p:cNvGrpSpPr/>
          <p:nvPr/>
        </p:nvGrpSpPr>
        <p:grpSpPr>
          <a:xfrm>
            <a:off x="6351890" y="4216900"/>
            <a:ext cx="451123" cy="468680"/>
            <a:chOff x="7423391" y="5145595"/>
            <a:chExt cx="317766" cy="323850"/>
          </a:xfrm>
        </p:grpSpPr>
        <p:pic>
          <p:nvPicPr>
            <p:cNvPr id="3675" name="Google Shape;3675;p32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7423391" y="5219210"/>
              <a:ext cx="183667" cy="2237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76" name="Google Shape;3676;p32"/>
            <p:cNvSpPr/>
            <p:nvPr/>
          </p:nvSpPr>
          <p:spPr>
            <a:xfrm>
              <a:off x="7619237" y="5145595"/>
              <a:ext cx="121920" cy="323850"/>
            </a:xfrm>
            <a:custGeom>
              <a:rect b="b" l="l" r="r" t="t"/>
              <a:pathLst>
                <a:path extrusionOk="0" h="323850" w="121920">
                  <a:moveTo>
                    <a:pt x="53340" y="10858"/>
                  </a:moveTo>
                  <a:lnTo>
                    <a:pt x="62460" y="3929"/>
                  </a:lnTo>
                  <a:lnTo>
                    <a:pt x="70294" y="0"/>
                  </a:lnTo>
                  <a:lnTo>
                    <a:pt x="78414" y="357"/>
                  </a:lnTo>
                  <a:lnTo>
                    <a:pt x="107144" y="41112"/>
                  </a:lnTo>
                  <a:lnTo>
                    <a:pt x="109489" y="72663"/>
                  </a:lnTo>
                  <a:lnTo>
                    <a:pt x="108013" y="90392"/>
                  </a:lnTo>
                  <a:lnTo>
                    <a:pt x="105108" y="107977"/>
                  </a:lnTo>
                  <a:lnTo>
                    <a:pt x="101346" y="125920"/>
                  </a:lnTo>
                  <a:lnTo>
                    <a:pt x="97166" y="141231"/>
                  </a:lnTo>
                  <a:lnTo>
                    <a:pt x="93059" y="156400"/>
                  </a:lnTo>
                  <a:lnTo>
                    <a:pt x="89665" y="171569"/>
                  </a:lnTo>
                  <a:lnTo>
                    <a:pt x="87630" y="186880"/>
                  </a:lnTo>
                  <a:lnTo>
                    <a:pt x="86439" y="193857"/>
                  </a:lnTo>
                  <a:lnTo>
                    <a:pt x="86106" y="200406"/>
                  </a:lnTo>
                  <a:lnTo>
                    <a:pt x="88058" y="205525"/>
                  </a:lnTo>
                  <a:lnTo>
                    <a:pt x="93726" y="208216"/>
                  </a:lnTo>
                  <a:lnTo>
                    <a:pt x="102108" y="209740"/>
                  </a:lnTo>
                  <a:lnTo>
                    <a:pt x="109728" y="206692"/>
                  </a:lnTo>
                  <a:lnTo>
                    <a:pt x="116586" y="202120"/>
                  </a:lnTo>
                  <a:lnTo>
                    <a:pt x="119634" y="200596"/>
                  </a:lnTo>
                  <a:lnTo>
                    <a:pt x="120396" y="199834"/>
                  </a:lnTo>
                  <a:lnTo>
                    <a:pt x="121920" y="197548"/>
                  </a:lnTo>
                  <a:lnTo>
                    <a:pt x="117633" y="203727"/>
                  </a:lnTo>
                  <a:lnTo>
                    <a:pt x="103346" y="246792"/>
                  </a:lnTo>
                  <a:lnTo>
                    <a:pt x="101346" y="271462"/>
                  </a:lnTo>
                  <a:lnTo>
                    <a:pt x="99822" y="282035"/>
                  </a:lnTo>
                  <a:lnTo>
                    <a:pt x="75164" y="316741"/>
                  </a:lnTo>
                  <a:lnTo>
                    <a:pt x="37338" y="323278"/>
                  </a:lnTo>
                  <a:lnTo>
                    <a:pt x="27324" y="323850"/>
                  </a:lnTo>
                  <a:lnTo>
                    <a:pt x="18383" y="323278"/>
                  </a:lnTo>
                  <a:lnTo>
                    <a:pt x="9584" y="321564"/>
                  </a:lnTo>
                  <a:lnTo>
                    <a:pt x="0" y="318706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677" name="Google Shape;3677;p32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7419617" y="4442123"/>
            <a:ext cx="342963" cy="1963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78" name="Google Shape;3678;p32"/>
          <p:cNvGrpSpPr/>
          <p:nvPr/>
        </p:nvGrpSpPr>
        <p:grpSpPr>
          <a:xfrm>
            <a:off x="8138247" y="4417862"/>
            <a:ext cx="485420" cy="354027"/>
            <a:chOff x="8681679" y="5284457"/>
            <a:chExt cx="341924" cy="244627"/>
          </a:xfrm>
        </p:grpSpPr>
        <p:pic>
          <p:nvPicPr>
            <p:cNvPr id="3679" name="Google Shape;3679;p32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8681679" y="5284457"/>
              <a:ext cx="254294" cy="2446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0" name="Google Shape;3680;p32"/>
            <p:cNvSpPr/>
            <p:nvPr/>
          </p:nvSpPr>
          <p:spPr>
            <a:xfrm>
              <a:off x="8970263" y="5305805"/>
              <a:ext cx="53340" cy="2540"/>
            </a:xfrm>
            <a:custGeom>
              <a:rect b="b" l="l" r="r" t="t"/>
              <a:pathLst>
                <a:path extrusionOk="0" h="2539" w="53340">
                  <a:moveTo>
                    <a:pt x="0" y="2286"/>
                  </a:moveTo>
                  <a:lnTo>
                    <a:pt x="41148" y="0"/>
                  </a:lnTo>
                  <a:lnTo>
                    <a:pt x="49530" y="0"/>
                  </a:lnTo>
                  <a:lnTo>
                    <a:pt x="53340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1" name="Google Shape;3681;p32"/>
            <p:cNvSpPr/>
            <p:nvPr/>
          </p:nvSpPr>
          <p:spPr>
            <a:xfrm>
              <a:off x="8982455" y="5358383"/>
              <a:ext cx="39370" cy="8255"/>
            </a:xfrm>
            <a:custGeom>
              <a:rect b="b" l="l" r="r" t="t"/>
              <a:pathLst>
                <a:path extrusionOk="0" h="8254" w="39370">
                  <a:moveTo>
                    <a:pt x="0" y="2286"/>
                  </a:moveTo>
                  <a:lnTo>
                    <a:pt x="8774" y="5845"/>
                  </a:lnTo>
                  <a:lnTo>
                    <a:pt x="16478" y="7905"/>
                  </a:lnTo>
                  <a:lnTo>
                    <a:pt x="24324" y="7536"/>
                  </a:lnTo>
                  <a:lnTo>
                    <a:pt x="33528" y="3810"/>
                  </a:lnTo>
                  <a:lnTo>
                    <a:pt x="35052" y="2286"/>
                  </a:lnTo>
                  <a:lnTo>
                    <a:pt x="37338" y="1524"/>
                  </a:lnTo>
                  <a:lnTo>
                    <a:pt x="38862" y="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682" name="Google Shape;3682;p32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8883280" y="4289803"/>
            <a:ext cx="288874" cy="3144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83" name="Google Shape;3683;p32"/>
          <p:cNvGrpSpPr/>
          <p:nvPr/>
        </p:nvGrpSpPr>
        <p:grpSpPr>
          <a:xfrm>
            <a:off x="4760315" y="4931927"/>
            <a:ext cx="497804" cy="433758"/>
            <a:chOff x="6301739" y="5675375"/>
            <a:chExt cx="350647" cy="299720"/>
          </a:xfrm>
        </p:grpSpPr>
        <p:sp>
          <p:nvSpPr>
            <p:cNvPr id="3684" name="Google Shape;3684;p32"/>
            <p:cNvSpPr/>
            <p:nvPr/>
          </p:nvSpPr>
          <p:spPr>
            <a:xfrm>
              <a:off x="6301739" y="5675375"/>
              <a:ext cx="82550" cy="299720"/>
            </a:xfrm>
            <a:custGeom>
              <a:rect b="b" l="l" r="r" t="t"/>
              <a:pathLst>
                <a:path extrusionOk="0" h="299720" w="82550">
                  <a:moveTo>
                    <a:pt x="80010" y="32766"/>
                  </a:moveTo>
                  <a:lnTo>
                    <a:pt x="48768" y="3810"/>
                  </a:lnTo>
                  <a:lnTo>
                    <a:pt x="39624" y="0"/>
                  </a:lnTo>
                  <a:lnTo>
                    <a:pt x="33528" y="3810"/>
                  </a:lnTo>
                  <a:lnTo>
                    <a:pt x="29718" y="12954"/>
                  </a:lnTo>
                  <a:lnTo>
                    <a:pt x="25098" y="25360"/>
                  </a:lnTo>
                  <a:lnTo>
                    <a:pt x="22479" y="39052"/>
                  </a:lnTo>
                  <a:lnTo>
                    <a:pt x="21574" y="53030"/>
                  </a:lnTo>
                  <a:lnTo>
                    <a:pt x="22098" y="66294"/>
                  </a:lnTo>
                  <a:lnTo>
                    <a:pt x="43434" y="99822"/>
                  </a:lnTo>
                  <a:lnTo>
                    <a:pt x="57435" y="109061"/>
                  </a:lnTo>
                  <a:lnTo>
                    <a:pt x="64543" y="113645"/>
                  </a:lnTo>
                  <a:lnTo>
                    <a:pt x="70866" y="118872"/>
                  </a:lnTo>
                  <a:lnTo>
                    <a:pt x="73473" y="124920"/>
                  </a:lnTo>
                  <a:lnTo>
                    <a:pt x="72866" y="131254"/>
                  </a:lnTo>
                  <a:lnTo>
                    <a:pt x="46291" y="165258"/>
                  </a:lnTo>
                  <a:lnTo>
                    <a:pt x="35647" y="176248"/>
                  </a:lnTo>
                  <a:lnTo>
                    <a:pt x="25146" y="187452"/>
                  </a:lnTo>
                  <a:lnTo>
                    <a:pt x="18538" y="194833"/>
                  </a:lnTo>
                  <a:lnTo>
                    <a:pt x="11144" y="203073"/>
                  </a:lnTo>
                  <a:lnTo>
                    <a:pt x="4464" y="211883"/>
                  </a:lnTo>
                  <a:lnTo>
                    <a:pt x="0" y="220980"/>
                  </a:lnTo>
                  <a:lnTo>
                    <a:pt x="0" y="221742"/>
                  </a:lnTo>
                  <a:lnTo>
                    <a:pt x="0" y="223266"/>
                  </a:lnTo>
                  <a:lnTo>
                    <a:pt x="0" y="224790"/>
                  </a:lnTo>
                  <a:lnTo>
                    <a:pt x="7620" y="227076"/>
                  </a:lnTo>
                  <a:lnTo>
                    <a:pt x="16764" y="226314"/>
                  </a:lnTo>
                  <a:lnTo>
                    <a:pt x="25146" y="226314"/>
                  </a:lnTo>
                  <a:lnTo>
                    <a:pt x="32004" y="226314"/>
                  </a:lnTo>
                  <a:lnTo>
                    <a:pt x="43434" y="224028"/>
                  </a:lnTo>
                  <a:lnTo>
                    <a:pt x="46482" y="233172"/>
                  </a:lnTo>
                  <a:lnTo>
                    <a:pt x="47291" y="239589"/>
                  </a:lnTo>
                  <a:lnTo>
                    <a:pt x="46672" y="246792"/>
                  </a:lnTo>
                  <a:lnTo>
                    <a:pt x="45196" y="253853"/>
                  </a:lnTo>
                  <a:lnTo>
                    <a:pt x="43434" y="259842"/>
                  </a:lnTo>
                  <a:lnTo>
                    <a:pt x="41076" y="267604"/>
                  </a:lnTo>
                  <a:lnTo>
                    <a:pt x="38862" y="275082"/>
                  </a:lnTo>
                  <a:lnTo>
                    <a:pt x="37218" y="282559"/>
                  </a:lnTo>
                  <a:lnTo>
                    <a:pt x="36576" y="290322"/>
                  </a:lnTo>
                  <a:lnTo>
                    <a:pt x="36576" y="297942"/>
                  </a:lnTo>
                  <a:lnTo>
                    <a:pt x="41148" y="298704"/>
                  </a:lnTo>
                  <a:lnTo>
                    <a:pt x="48006" y="299466"/>
                  </a:lnTo>
                  <a:lnTo>
                    <a:pt x="58293" y="298573"/>
                  </a:lnTo>
                  <a:lnTo>
                    <a:pt x="66865" y="295179"/>
                  </a:lnTo>
                  <a:lnTo>
                    <a:pt x="74580" y="289929"/>
                  </a:lnTo>
                  <a:lnTo>
                    <a:pt x="82296" y="283464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85" name="Google Shape;3685;p32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6424409" y="5788139"/>
              <a:ext cx="73177" cy="10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86" name="Google Shape;3686;p32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6521361" y="5761469"/>
              <a:ext cx="88238" cy="129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7" name="Google Shape;3687;p32"/>
            <p:cNvSpPr/>
            <p:nvPr/>
          </p:nvSpPr>
          <p:spPr>
            <a:xfrm>
              <a:off x="6641591" y="5846063"/>
              <a:ext cx="10795" cy="72390"/>
            </a:xfrm>
            <a:custGeom>
              <a:rect b="b" l="l" r="r" t="t"/>
              <a:pathLst>
                <a:path extrusionOk="0" h="72389" w="10795">
                  <a:moveTo>
                    <a:pt x="10668" y="0"/>
                  </a:moveTo>
                  <a:lnTo>
                    <a:pt x="3810" y="41910"/>
                  </a:lnTo>
                  <a:lnTo>
                    <a:pt x="2250" y="49351"/>
                  </a:lnTo>
                  <a:lnTo>
                    <a:pt x="1047" y="56864"/>
                  </a:lnTo>
                  <a:lnTo>
                    <a:pt x="273" y="64519"/>
                  </a:lnTo>
                  <a:lnTo>
                    <a:pt x="0" y="72390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88" name="Google Shape;3688;p32"/>
          <p:cNvSpPr/>
          <p:nvPr/>
        </p:nvSpPr>
        <p:spPr>
          <a:xfrm>
            <a:off x="5358825" y="5231730"/>
            <a:ext cx="57695" cy="102926"/>
          </a:xfrm>
          <a:custGeom>
            <a:rect b="b" l="l" r="r" t="t"/>
            <a:pathLst>
              <a:path extrusionOk="0" h="71120" w="40640">
                <a:moveTo>
                  <a:pt x="23622" y="0"/>
                </a:moveTo>
                <a:lnTo>
                  <a:pt x="31372" y="7143"/>
                </a:lnTo>
                <a:lnTo>
                  <a:pt x="37052" y="13715"/>
                </a:lnTo>
                <a:lnTo>
                  <a:pt x="40016" y="21431"/>
                </a:lnTo>
                <a:lnTo>
                  <a:pt x="39624" y="32003"/>
                </a:lnTo>
                <a:lnTo>
                  <a:pt x="16002" y="60198"/>
                </a:lnTo>
                <a:lnTo>
                  <a:pt x="3810" y="70866"/>
                </a:lnTo>
                <a:lnTo>
                  <a:pt x="0" y="68580"/>
                </a:lnTo>
                <a:lnTo>
                  <a:pt x="0" y="67818"/>
                </a:lnTo>
                <a:lnTo>
                  <a:pt x="0" y="66294"/>
                </a:lnTo>
                <a:lnTo>
                  <a:pt x="0" y="65532"/>
                </a:lnTo>
              </a:path>
            </a:pathLst>
          </a:custGeom>
          <a:noFill/>
          <a:ln cap="flat" cmpd="sng" w="15250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9" name="Google Shape;3689;p32"/>
          <p:cNvSpPr/>
          <p:nvPr/>
        </p:nvSpPr>
        <p:spPr>
          <a:xfrm>
            <a:off x="5692015" y="5203058"/>
            <a:ext cx="21636" cy="22056"/>
          </a:xfrm>
          <a:custGeom>
            <a:rect b="b" l="l" r="r" t="t"/>
            <a:pathLst>
              <a:path extrusionOk="0" h="15239" w="15240">
                <a:moveTo>
                  <a:pt x="0" y="3047"/>
                </a:moveTo>
                <a:lnTo>
                  <a:pt x="0" y="11429"/>
                </a:lnTo>
                <a:lnTo>
                  <a:pt x="3048" y="15239"/>
                </a:lnTo>
                <a:lnTo>
                  <a:pt x="11430" y="15239"/>
                </a:lnTo>
                <a:lnTo>
                  <a:pt x="15240" y="11429"/>
                </a:lnTo>
                <a:lnTo>
                  <a:pt x="15240" y="7619"/>
                </a:lnTo>
                <a:lnTo>
                  <a:pt x="15240" y="3047"/>
                </a:lnTo>
                <a:lnTo>
                  <a:pt x="11430" y="0"/>
                </a:lnTo>
                <a:lnTo>
                  <a:pt x="3048" y="0"/>
                </a:lnTo>
                <a:lnTo>
                  <a:pt x="0" y="3047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0" name="Google Shape;3690;p32"/>
          <p:cNvSpPr/>
          <p:nvPr/>
        </p:nvSpPr>
        <p:spPr>
          <a:xfrm>
            <a:off x="5891066" y="5162255"/>
            <a:ext cx="21636" cy="22056"/>
          </a:xfrm>
          <a:custGeom>
            <a:rect b="b" l="l" r="r" t="t"/>
            <a:pathLst>
              <a:path extrusionOk="0" h="15239" w="15240">
                <a:moveTo>
                  <a:pt x="0" y="3809"/>
                </a:moveTo>
                <a:lnTo>
                  <a:pt x="0" y="12191"/>
                </a:lnTo>
                <a:lnTo>
                  <a:pt x="3048" y="15239"/>
                </a:lnTo>
                <a:lnTo>
                  <a:pt x="11430" y="15239"/>
                </a:lnTo>
                <a:lnTo>
                  <a:pt x="15240" y="12191"/>
                </a:lnTo>
                <a:lnTo>
                  <a:pt x="15240" y="7619"/>
                </a:lnTo>
                <a:lnTo>
                  <a:pt x="15240" y="3809"/>
                </a:lnTo>
                <a:lnTo>
                  <a:pt x="11430" y="0"/>
                </a:lnTo>
                <a:lnTo>
                  <a:pt x="3048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1" name="Google Shape;3691;p32"/>
          <p:cNvSpPr/>
          <p:nvPr/>
        </p:nvSpPr>
        <p:spPr>
          <a:xfrm>
            <a:off x="6051171" y="5153431"/>
            <a:ext cx="21636" cy="22056"/>
          </a:xfrm>
          <a:custGeom>
            <a:rect b="b" l="l" r="r" t="t"/>
            <a:pathLst>
              <a:path extrusionOk="0" h="15239" w="15240">
                <a:moveTo>
                  <a:pt x="0" y="3809"/>
                </a:moveTo>
                <a:lnTo>
                  <a:pt x="0" y="12191"/>
                </a:lnTo>
                <a:lnTo>
                  <a:pt x="3048" y="15239"/>
                </a:lnTo>
                <a:lnTo>
                  <a:pt x="11430" y="15239"/>
                </a:lnTo>
                <a:lnTo>
                  <a:pt x="15240" y="12191"/>
                </a:lnTo>
                <a:lnTo>
                  <a:pt x="15240" y="7619"/>
                </a:lnTo>
                <a:lnTo>
                  <a:pt x="15240" y="3809"/>
                </a:lnTo>
                <a:lnTo>
                  <a:pt x="11430" y="0"/>
                </a:lnTo>
                <a:lnTo>
                  <a:pt x="3048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92" name="Google Shape;3692;p32"/>
          <p:cNvGrpSpPr/>
          <p:nvPr/>
        </p:nvGrpSpPr>
        <p:grpSpPr>
          <a:xfrm>
            <a:off x="6450333" y="4861886"/>
            <a:ext cx="468073" cy="423649"/>
            <a:chOff x="7492733" y="5591270"/>
            <a:chExt cx="329705" cy="292735"/>
          </a:xfrm>
        </p:grpSpPr>
        <p:pic>
          <p:nvPicPr>
            <p:cNvPr id="3693" name="Google Shape;3693;p32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7492733" y="5703557"/>
              <a:ext cx="85369" cy="95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4" name="Google Shape;3694;p32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7599413" y="5676125"/>
              <a:ext cx="134137" cy="131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5" name="Google Shape;3695;p32"/>
            <p:cNvSpPr/>
            <p:nvPr/>
          </p:nvSpPr>
          <p:spPr>
            <a:xfrm>
              <a:off x="7703058" y="5591270"/>
              <a:ext cx="119380" cy="292735"/>
            </a:xfrm>
            <a:custGeom>
              <a:rect b="b" l="l" r="r" t="t"/>
              <a:pathLst>
                <a:path extrusionOk="0" h="292735" w="119379">
                  <a:moveTo>
                    <a:pt x="46481" y="4095"/>
                  </a:moveTo>
                  <a:lnTo>
                    <a:pt x="57364" y="154"/>
                  </a:lnTo>
                  <a:lnTo>
                    <a:pt x="66103" y="0"/>
                  </a:lnTo>
                  <a:lnTo>
                    <a:pt x="74556" y="3988"/>
                  </a:lnTo>
                  <a:lnTo>
                    <a:pt x="101631" y="33051"/>
                  </a:lnTo>
                  <a:lnTo>
                    <a:pt x="112573" y="73032"/>
                  </a:lnTo>
                  <a:lnTo>
                    <a:pt x="112109" y="87725"/>
                  </a:lnTo>
                  <a:lnTo>
                    <a:pt x="110073" y="102131"/>
                  </a:lnTo>
                  <a:lnTo>
                    <a:pt x="106679" y="116109"/>
                  </a:lnTo>
                  <a:lnTo>
                    <a:pt x="103024" y="125122"/>
                  </a:lnTo>
                  <a:lnTo>
                    <a:pt x="99155" y="133921"/>
                  </a:lnTo>
                  <a:lnTo>
                    <a:pt x="95428" y="142577"/>
                  </a:lnTo>
                  <a:lnTo>
                    <a:pt x="92201" y="151161"/>
                  </a:lnTo>
                  <a:lnTo>
                    <a:pt x="91439" y="154971"/>
                  </a:lnTo>
                  <a:lnTo>
                    <a:pt x="90677" y="154971"/>
                  </a:lnTo>
                  <a:lnTo>
                    <a:pt x="90677" y="157257"/>
                  </a:lnTo>
                  <a:lnTo>
                    <a:pt x="95249" y="158019"/>
                  </a:lnTo>
                  <a:lnTo>
                    <a:pt x="100583" y="159543"/>
                  </a:lnTo>
                  <a:lnTo>
                    <a:pt x="105155" y="158781"/>
                  </a:lnTo>
                  <a:lnTo>
                    <a:pt x="109727" y="157257"/>
                  </a:lnTo>
                  <a:lnTo>
                    <a:pt x="113537" y="154971"/>
                  </a:lnTo>
                  <a:lnTo>
                    <a:pt x="118109" y="153447"/>
                  </a:lnTo>
                  <a:lnTo>
                    <a:pt x="118871" y="153447"/>
                  </a:lnTo>
                  <a:lnTo>
                    <a:pt x="117347" y="159543"/>
                  </a:lnTo>
                  <a:lnTo>
                    <a:pt x="108013" y="205644"/>
                  </a:lnTo>
                  <a:lnTo>
                    <a:pt x="105917" y="239553"/>
                  </a:lnTo>
                  <a:lnTo>
                    <a:pt x="105239" y="249031"/>
                  </a:lnTo>
                  <a:lnTo>
                    <a:pt x="88761" y="284309"/>
                  </a:lnTo>
                  <a:lnTo>
                    <a:pt x="57149" y="292131"/>
                  </a:lnTo>
                  <a:lnTo>
                    <a:pt x="46672" y="291929"/>
                  </a:lnTo>
                  <a:lnTo>
                    <a:pt x="36766" y="291083"/>
                  </a:lnTo>
                  <a:lnTo>
                    <a:pt x="27146" y="289238"/>
                  </a:lnTo>
                  <a:lnTo>
                    <a:pt x="17525" y="286035"/>
                  </a:lnTo>
                  <a:lnTo>
                    <a:pt x="7619" y="282225"/>
                  </a:lnTo>
                  <a:lnTo>
                    <a:pt x="4571" y="281463"/>
                  </a:lnTo>
                  <a:lnTo>
                    <a:pt x="0" y="276891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96" name="Google Shape;3696;p32"/>
          <p:cNvGrpSpPr/>
          <p:nvPr/>
        </p:nvGrpSpPr>
        <p:grpSpPr>
          <a:xfrm>
            <a:off x="8873561" y="4657459"/>
            <a:ext cx="509541" cy="417695"/>
            <a:chOff x="9199625" y="5450014"/>
            <a:chExt cx="358915" cy="288620"/>
          </a:xfrm>
        </p:grpSpPr>
        <p:sp>
          <p:nvSpPr>
            <p:cNvPr id="3697" name="Google Shape;3697;p32"/>
            <p:cNvSpPr/>
            <p:nvPr/>
          </p:nvSpPr>
          <p:spPr>
            <a:xfrm>
              <a:off x="9199625" y="5450014"/>
              <a:ext cx="231140" cy="15875"/>
            </a:xfrm>
            <a:custGeom>
              <a:rect b="b" l="l" r="r" t="t"/>
              <a:pathLst>
                <a:path extrusionOk="0" h="15875" w="231140">
                  <a:moveTo>
                    <a:pt x="0" y="12763"/>
                  </a:moveTo>
                  <a:lnTo>
                    <a:pt x="19990" y="15835"/>
                  </a:lnTo>
                  <a:lnTo>
                    <a:pt x="39338" y="15621"/>
                  </a:lnTo>
                  <a:lnTo>
                    <a:pt x="58828" y="13406"/>
                  </a:lnTo>
                  <a:lnTo>
                    <a:pt x="79248" y="10477"/>
                  </a:lnTo>
                  <a:lnTo>
                    <a:pt x="105096" y="7215"/>
                  </a:lnTo>
                  <a:lnTo>
                    <a:pt x="157364" y="2119"/>
                  </a:lnTo>
                  <a:lnTo>
                    <a:pt x="206501" y="0"/>
                  </a:lnTo>
                  <a:lnTo>
                    <a:pt x="217931" y="142"/>
                  </a:lnTo>
                  <a:lnTo>
                    <a:pt x="229361" y="571"/>
                  </a:lnTo>
                  <a:lnTo>
                    <a:pt x="230124" y="571"/>
                  </a:lnTo>
                  <a:lnTo>
                    <a:pt x="230886" y="571"/>
                  </a:lnTo>
                  <a:lnTo>
                    <a:pt x="224028" y="571"/>
                  </a:lnTo>
                  <a:lnTo>
                    <a:pt x="217170" y="2095"/>
                  </a:lnTo>
                  <a:lnTo>
                    <a:pt x="209550" y="2095"/>
                  </a:lnTo>
                  <a:lnTo>
                    <a:pt x="205740" y="2857"/>
                  </a:lnTo>
                  <a:lnTo>
                    <a:pt x="203454" y="2095"/>
                  </a:lnTo>
                  <a:lnTo>
                    <a:pt x="200406" y="1333"/>
                  </a:lnTo>
                </a:path>
              </a:pathLst>
            </a:custGeom>
            <a:noFill/>
            <a:ln cap="flat" cmpd="sng" w="1525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98" name="Google Shape;3698;p32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9255239" y="5515343"/>
              <a:ext cx="303301" cy="223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99" name="Google Shape;3699;p32"/>
          <p:cNvSpPr/>
          <p:nvPr/>
        </p:nvSpPr>
        <p:spPr>
          <a:xfrm>
            <a:off x="8494935" y="4507204"/>
            <a:ext cx="21636" cy="22056"/>
          </a:xfrm>
          <a:custGeom>
            <a:rect b="b" l="l" r="r" t="t"/>
            <a:pathLst>
              <a:path extrusionOk="0" h="15239" w="15240">
                <a:moveTo>
                  <a:pt x="0" y="3809"/>
                </a:moveTo>
                <a:lnTo>
                  <a:pt x="0" y="12191"/>
                </a:lnTo>
                <a:lnTo>
                  <a:pt x="3048" y="15239"/>
                </a:lnTo>
                <a:lnTo>
                  <a:pt x="11430" y="15239"/>
                </a:lnTo>
                <a:lnTo>
                  <a:pt x="15240" y="12191"/>
                </a:lnTo>
                <a:lnTo>
                  <a:pt x="15240" y="7619"/>
                </a:lnTo>
                <a:lnTo>
                  <a:pt x="15240" y="3809"/>
                </a:lnTo>
                <a:lnTo>
                  <a:pt x="11430" y="0"/>
                </a:lnTo>
                <a:lnTo>
                  <a:pt x="3048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3333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0" name="Google Shape;3700;p32"/>
          <p:cNvSpPr txBox="1"/>
          <p:nvPr/>
        </p:nvSpPr>
        <p:spPr>
          <a:xfrm>
            <a:off x="1317592" y="3728352"/>
            <a:ext cx="41585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Step 1.5</a:t>
            </a:r>
            <a:r>
              <a:rPr b="0" i="0" lang="en-US" sz="1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         Center Kernel  using ①</a:t>
            </a:r>
            <a:endParaRPr b="0" i="0" sz="18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1" name="Google Shape;3701;p32"/>
          <p:cNvSpPr/>
          <p:nvPr/>
        </p:nvSpPr>
        <p:spPr>
          <a:xfrm>
            <a:off x="8848153" y="8173269"/>
            <a:ext cx="15240" cy="15240"/>
          </a:xfrm>
          <a:custGeom>
            <a:rect b="b" l="l" r="r" t="t"/>
            <a:pathLst>
              <a:path extrusionOk="0" h="15239" w="15240">
                <a:moveTo>
                  <a:pt x="0" y="3809"/>
                </a:moveTo>
                <a:lnTo>
                  <a:pt x="0" y="12191"/>
                </a:lnTo>
                <a:lnTo>
                  <a:pt x="3810" y="15239"/>
                </a:lnTo>
                <a:lnTo>
                  <a:pt x="12192" y="15239"/>
                </a:lnTo>
                <a:lnTo>
                  <a:pt x="15240" y="12191"/>
                </a:lnTo>
                <a:lnTo>
                  <a:pt x="15240" y="7619"/>
                </a:lnTo>
                <a:lnTo>
                  <a:pt x="15240" y="3809"/>
                </a:lnTo>
                <a:lnTo>
                  <a:pt x="12192" y="0"/>
                </a:lnTo>
                <a:lnTo>
                  <a:pt x="3810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02" name="Google Shape;3702;p32"/>
          <p:cNvPicPr preferRelativeResize="0"/>
          <p:nvPr/>
        </p:nvPicPr>
        <p:blipFill rotWithShape="1">
          <a:blip r:embed="rId51">
            <a:alphaModFix/>
          </a:blip>
          <a:srcRect b="0" l="0" r="0" t="0"/>
          <a:stretch/>
        </p:blipFill>
        <p:spPr>
          <a:xfrm>
            <a:off x="871958" y="5808605"/>
            <a:ext cx="7835671" cy="1718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06" name="Shape 3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7" name="Google Shape;370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1447800"/>
            <a:ext cx="5797010" cy="339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8" name="Google Shape;370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3800" y="5791200"/>
            <a:ext cx="2714895" cy="1073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12" name="Shape 3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3" name="Google Shape;371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1207532"/>
            <a:ext cx="69773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4" name="Google Shape;3714;p34"/>
          <p:cNvSpPr txBox="1"/>
          <p:nvPr/>
        </p:nvSpPr>
        <p:spPr>
          <a:xfrm>
            <a:off x="3019948" y="838200"/>
            <a:ext cx="48013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 of Kernel-PCA to face recognition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15" name="Google Shape;371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0" y="5064101"/>
            <a:ext cx="5181600" cy="1852914"/>
          </a:xfrm>
          <a:prstGeom prst="rect">
            <a:avLst/>
          </a:prstGeom>
          <a:noFill/>
          <a:ln>
            <a:noFill/>
          </a:ln>
        </p:spPr>
      </p:pic>
      <p:sp>
        <p:nvSpPr>
          <p:cNvPr id="3716" name="Google Shape;3716;p34"/>
          <p:cNvSpPr txBox="1"/>
          <p:nvPr/>
        </p:nvSpPr>
        <p:spPr>
          <a:xfrm>
            <a:off x="1952162" y="3112532"/>
            <a:ext cx="616066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400 images of 40 subjects with different expression/poses.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Each image is (23*28) = 644 dimensional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7" name="Google Shape;3717;p34"/>
          <p:cNvSpPr txBox="1"/>
          <p:nvPr/>
        </p:nvSpPr>
        <p:spPr>
          <a:xfrm>
            <a:off x="1901052" y="3894987"/>
            <a:ext cx="703910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 Kernel PCA to obtain 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 features as input to a simple supervised learning algorithm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(which we will see later)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18" name="Google Shape;3718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7162800"/>
            <a:ext cx="3139440" cy="410107"/>
          </a:xfrm>
          <a:prstGeom prst="rect">
            <a:avLst/>
          </a:prstGeom>
          <a:noFill/>
          <a:ln>
            <a:noFill/>
          </a:ln>
        </p:spPr>
      </p:pic>
      <p:sp>
        <p:nvSpPr>
          <p:cNvPr id="3719" name="Google Shape;3719;p34"/>
          <p:cNvSpPr txBox="1"/>
          <p:nvPr/>
        </p:nvSpPr>
        <p:spPr>
          <a:xfrm>
            <a:off x="1638844" y="5844254"/>
            <a:ext cx="10823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2023-01-18T06:33:24Z</dcterms:created>
  <dc:creator>NPTEL-STUDIO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2022-08-04T00:00:00Z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2023-01-18T00:00:00Z</vt:filetime>
  </property>
  <property fmtid="{D5CDD505-2E9C-101B-9397-08002B2CF9AE}" pid="5" name="Producer">
    <vt:lpwstr>Acrobat Distiller 11.0 (Windows)</vt:lpwstr>
  </property>
</Properties>
</file>