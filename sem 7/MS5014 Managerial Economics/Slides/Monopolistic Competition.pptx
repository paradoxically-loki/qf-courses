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60" r:id="rId5"/>
    <p:sldId id="262" r:id="rId6"/>
    <p:sldId id="263" r:id="rId7"/>
    <p:sldId id="264" r:id="rId8"/>
    <p:sldId id="266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7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33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04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46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47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9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5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7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0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99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76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88967-A7BB-4F1B-BBFB-2EFEAD664DC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DF03C-9D14-4A5B-84BD-A07462C17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27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Monopolistic competition - Monopolistic Economy - Economy Choi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77" y="1062448"/>
            <a:ext cx="9187543" cy="475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21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Monopolistic competition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 number of sellers </a:t>
            </a:r>
          </a:p>
          <a:p>
            <a:r>
              <a:rPr lang="en-US" b="1" dirty="0" smtClean="0"/>
              <a:t>Differentiated product or Product Differentiation </a:t>
            </a:r>
          </a:p>
          <a:p>
            <a:r>
              <a:rPr lang="en-US" dirty="0" smtClean="0"/>
              <a:t>Low barriers to entry and exit</a:t>
            </a:r>
          </a:p>
          <a:p>
            <a:r>
              <a:rPr lang="en-US" dirty="0" smtClean="0"/>
              <a:t>Shares the features of both monopoly and perfect competition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50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Monopolistic competition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Consumer products</a:t>
            </a:r>
          </a:p>
          <a:p>
            <a:r>
              <a:rPr lang="en-US" dirty="0" smtClean="0"/>
              <a:t>Clothes </a:t>
            </a:r>
          </a:p>
          <a:p>
            <a:r>
              <a:rPr lang="en-US" dirty="0" smtClean="0"/>
              <a:t>Footwear </a:t>
            </a:r>
          </a:p>
          <a:p>
            <a:r>
              <a:rPr lang="en-US" dirty="0" smtClean="0"/>
              <a:t>Watches </a:t>
            </a:r>
          </a:p>
          <a:p>
            <a:r>
              <a:rPr lang="en-US" dirty="0" smtClean="0"/>
              <a:t>Sportswear </a:t>
            </a:r>
          </a:p>
          <a:p>
            <a:r>
              <a:rPr lang="en-US" dirty="0" smtClean="0"/>
              <a:t>Restaurants</a:t>
            </a:r>
          </a:p>
          <a:p>
            <a:r>
              <a:rPr lang="en-US" dirty="0" smtClean="0"/>
              <a:t>Mobile </a:t>
            </a:r>
          </a:p>
          <a:p>
            <a:endParaRPr lang="en-IN" dirty="0"/>
          </a:p>
        </p:txBody>
      </p:sp>
      <p:pic>
        <p:nvPicPr>
          <p:cNvPr id="1026" name="Picture 2" descr="Monopolistic Competition: Product Differentiation, Selling Expense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5" r="836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38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Differentiation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Style or type </a:t>
            </a:r>
          </a:p>
          <a:p>
            <a:r>
              <a:rPr lang="en-US" dirty="0" smtClean="0"/>
              <a:t>Location </a:t>
            </a:r>
          </a:p>
          <a:p>
            <a:r>
              <a:rPr lang="en-US" dirty="0" smtClean="0"/>
              <a:t>Quality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5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Monopolistic competition in the short run 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109662"/>
            <a:ext cx="6172200" cy="462915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faces downward sloping demand curve.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Profit maximization rule ,produces the output Q at MC= MR.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Panel A P &gt; ATC makes positive economic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Panel B P&lt; ATC makes negative economic profit.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91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Monopolistic competition in the long run equilibrium 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109662"/>
            <a:ext cx="6172200" cy="462915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Demand curve in this figure  is tangent to the average total cost curve.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Making zero economic profit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Tangency occurs at the same point where MC = MR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 in monopoly P&gt;MC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 in competitive market P = ATC. This conclusion arises because free entry and exit drive economic profit to zero.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23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Monopolistic competition versus perfect competition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653835" cy="495980"/>
          </a:xfrm>
        </p:spPr>
        <p:txBody>
          <a:bodyPr/>
          <a:lstStyle/>
          <a:p>
            <a:r>
              <a:rPr lang="en-US" dirty="0" smtClean="0"/>
              <a:t>Monopolistic competition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77143"/>
            <a:ext cx="5157787" cy="4012520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/>
              <a:t>Under monopolistic competition firms produce on downward sloping portion of average total cost curves. </a:t>
            </a:r>
          </a:p>
          <a:p>
            <a:pPr algn="just"/>
            <a:r>
              <a:rPr lang="en-US" sz="2000" b="1" dirty="0" smtClean="0"/>
              <a:t>The quantity  the minimizes average total cost is called efficient scale output of the firm. </a:t>
            </a:r>
          </a:p>
          <a:p>
            <a:pPr algn="just"/>
            <a:r>
              <a:rPr lang="en-US" sz="2000" dirty="0" smtClean="0"/>
              <a:t>Monopolistic competitive firm produces less than</a:t>
            </a:r>
            <a:r>
              <a:rPr lang="en-US" sz="2000" b="1" dirty="0" smtClean="0"/>
              <a:t> efficient scale output. </a:t>
            </a:r>
          </a:p>
          <a:p>
            <a:pPr algn="just"/>
            <a:r>
              <a:rPr lang="en-US" sz="2000" dirty="0" smtClean="0"/>
              <a:t>Firms have </a:t>
            </a:r>
            <a:r>
              <a:rPr lang="en-US" sz="2000" b="1" dirty="0" smtClean="0"/>
              <a:t>excess capacity </a:t>
            </a:r>
            <a:r>
              <a:rPr lang="en-US" sz="2000" dirty="0" smtClean="0"/>
              <a:t>under monopolistic competition. </a:t>
            </a:r>
          </a:p>
          <a:p>
            <a:pPr algn="just"/>
            <a:r>
              <a:rPr lang="en-US" sz="2000" dirty="0" smtClean="0"/>
              <a:t>P &gt; Marginal Cost </a:t>
            </a:r>
            <a:r>
              <a:rPr lang="en-US" sz="2000" b="1" dirty="0" smtClean="0"/>
              <a:t>Mark Up pricing </a:t>
            </a:r>
          </a:p>
          <a:p>
            <a:pPr algn="just"/>
            <a:endParaRPr lang="en-IN" sz="20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681163"/>
            <a:ext cx="2943497" cy="33922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Perfect competition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77143"/>
            <a:ext cx="5183188" cy="4012520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/>
              <a:t>Under perfect competition firms produce at the minimum of average total cost curves. </a:t>
            </a:r>
          </a:p>
          <a:p>
            <a:pPr algn="just"/>
            <a:r>
              <a:rPr lang="en-US" sz="2000" dirty="0" smtClean="0"/>
              <a:t>Perfect competitive firm produces </a:t>
            </a:r>
            <a:r>
              <a:rPr lang="en-US" sz="2000" b="1" dirty="0" smtClean="0"/>
              <a:t>efficient scale output. </a:t>
            </a:r>
          </a:p>
          <a:p>
            <a:pPr algn="just"/>
            <a:r>
              <a:rPr lang="en-US" sz="2000" dirty="0" smtClean="0"/>
              <a:t>P = Marginal Cost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9452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114300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1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 Up pricing for mineral water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Mark Up pricing is the difference between the firm charges and the marginal cost of production. </a:t>
            </a:r>
            <a:endParaRPr lang="en-IN" dirty="0"/>
          </a:p>
        </p:txBody>
      </p:sp>
      <p:sp>
        <p:nvSpPr>
          <p:cNvPr id="6" name="AutoShape 4" descr="Why does 1 litre of mineral water cost Rs.20 in India? - Quora"/>
          <p:cNvSpPr>
            <a:spLocks noGrp="1" noChangeAspect="1" noChangeArrowheads="1"/>
          </p:cNvSpPr>
          <p:nvPr>
            <p:ph type="pic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Why does 1 litre of mineral water cost Rs.20 in India? - Quora"/>
          <p:cNvSpPr txBox="1">
            <a:spLocks noChangeAspect="1" noChangeArrowheads="1"/>
          </p:cNvSpPr>
          <p:nvPr/>
        </p:nvSpPr>
        <p:spPr bwMode="auto">
          <a:xfrm>
            <a:off x="5183188" y="995363"/>
            <a:ext cx="6172200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36" y="995362"/>
            <a:ext cx="6004652" cy="486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80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268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Features of Monopolistic competition </vt:lpstr>
      <vt:lpstr>Examples of Monopolistic competition </vt:lpstr>
      <vt:lpstr>Product Differentiation </vt:lpstr>
      <vt:lpstr>Monopolistic competition in the short run </vt:lpstr>
      <vt:lpstr>Monopolistic competition in the long run equilibrium </vt:lpstr>
      <vt:lpstr>Monopolistic competition versus perfect competition </vt:lpstr>
      <vt:lpstr>PowerPoint Presentation</vt:lpstr>
      <vt:lpstr>Mark Up pricing for mineral water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Monopolistic Competition</dc:title>
  <dc:creator>Subash S</dc:creator>
  <cp:lastModifiedBy>vaith</cp:lastModifiedBy>
  <cp:revision>14</cp:revision>
  <dcterms:created xsi:type="dcterms:W3CDTF">2020-04-17T09:48:49Z</dcterms:created>
  <dcterms:modified xsi:type="dcterms:W3CDTF">2023-09-20T08:02:10Z</dcterms:modified>
</cp:coreProperties>
</file>