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3" r:id="rId8"/>
    <p:sldId id="262"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79" d="100"/>
          <a:sy n="79" d="100"/>
        </p:scale>
        <p:origin x="152"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A19900F-C553-492C-9123-C20197BD86FE}" type="datetimeFigureOut">
              <a:rPr lang="en-IN" smtClean="0"/>
              <a:t>11-10-2024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61E51C1-5B4A-47B6-8A80-F0B889FBC09E}" type="slidenum">
              <a:rPr lang="en-IN" smtClean="0"/>
              <a:t>‹#›</a:t>
            </a:fld>
            <a:endParaRPr lang="en-IN"/>
          </a:p>
        </p:txBody>
      </p:sp>
    </p:spTree>
    <p:extLst>
      <p:ext uri="{BB962C8B-B14F-4D97-AF65-F5344CB8AC3E}">
        <p14:creationId xmlns:p14="http://schemas.microsoft.com/office/powerpoint/2010/main" val="31170628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19900F-C553-492C-9123-C20197BD86FE}" type="datetimeFigureOut">
              <a:rPr lang="en-IN" smtClean="0"/>
              <a:t>11-10-2024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61E51C1-5B4A-47B6-8A80-F0B889FBC09E}" type="slidenum">
              <a:rPr lang="en-IN" smtClean="0"/>
              <a:t>‹#›</a:t>
            </a:fld>
            <a:endParaRPr lang="en-IN"/>
          </a:p>
        </p:txBody>
      </p:sp>
    </p:spTree>
    <p:extLst>
      <p:ext uri="{BB962C8B-B14F-4D97-AF65-F5344CB8AC3E}">
        <p14:creationId xmlns:p14="http://schemas.microsoft.com/office/powerpoint/2010/main" val="28347527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A19900F-C553-492C-9123-C20197BD86FE}" type="datetimeFigureOut">
              <a:rPr lang="en-IN" smtClean="0"/>
              <a:t>11-10-2024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61E51C1-5B4A-47B6-8A80-F0B889FBC09E}" type="slidenum">
              <a:rPr lang="en-IN" smtClean="0"/>
              <a:t>‹#›</a:t>
            </a:fld>
            <a:endParaRPr lang="en-IN"/>
          </a:p>
        </p:txBody>
      </p:sp>
    </p:spTree>
    <p:extLst>
      <p:ext uri="{BB962C8B-B14F-4D97-AF65-F5344CB8AC3E}">
        <p14:creationId xmlns:p14="http://schemas.microsoft.com/office/powerpoint/2010/main" val="25927153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A19900F-C553-492C-9123-C20197BD86FE}" type="datetimeFigureOut">
              <a:rPr lang="en-IN" smtClean="0"/>
              <a:t>11-10-2024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61E51C1-5B4A-47B6-8A80-F0B889FBC09E}" type="slidenum">
              <a:rPr lang="en-IN" smtClean="0"/>
              <a:t>‹#›</a:t>
            </a:fld>
            <a:endParaRPr lang="en-IN"/>
          </a:p>
        </p:txBody>
      </p:sp>
    </p:spTree>
    <p:extLst>
      <p:ext uri="{BB962C8B-B14F-4D97-AF65-F5344CB8AC3E}">
        <p14:creationId xmlns:p14="http://schemas.microsoft.com/office/powerpoint/2010/main" val="22284727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A19900F-C553-492C-9123-C20197BD86FE}" type="datetimeFigureOut">
              <a:rPr lang="en-IN" smtClean="0"/>
              <a:t>11-10-2024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61E51C1-5B4A-47B6-8A80-F0B889FBC09E}" type="slidenum">
              <a:rPr lang="en-IN" smtClean="0"/>
              <a:t>‹#›</a:t>
            </a:fld>
            <a:endParaRPr lang="en-IN"/>
          </a:p>
        </p:txBody>
      </p:sp>
    </p:spTree>
    <p:extLst>
      <p:ext uri="{BB962C8B-B14F-4D97-AF65-F5344CB8AC3E}">
        <p14:creationId xmlns:p14="http://schemas.microsoft.com/office/powerpoint/2010/main" val="30466351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A19900F-C553-492C-9123-C20197BD86FE}" type="datetimeFigureOut">
              <a:rPr lang="en-IN" smtClean="0"/>
              <a:t>11-10-2024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61E51C1-5B4A-47B6-8A80-F0B889FBC09E}" type="slidenum">
              <a:rPr lang="en-IN" smtClean="0"/>
              <a:t>‹#›</a:t>
            </a:fld>
            <a:endParaRPr lang="en-IN"/>
          </a:p>
        </p:txBody>
      </p:sp>
    </p:spTree>
    <p:extLst>
      <p:ext uri="{BB962C8B-B14F-4D97-AF65-F5344CB8AC3E}">
        <p14:creationId xmlns:p14="http://schemas.microsoft.com/office/powerpoint/2010/main" val="39214875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19900F-C553-492C-9123-C20197BD86FE}" type="datetimeFigureOut">
              <a:rPr lang="en-IN" smtClean="0"/>
              <a:t>11-10-2024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61E51C1-5B4A-47B6-8A80-F0B889FBC09E}" type="slidenum">
              <a:rPr lang="en-IN" smtClean="0"/>
              <a:t>‹#›</a:t>
            </a:fld>
            <a:endParaRPr lang="en-IN"/>
          </a:p>
        </p:txBody>
      </p:sp>
    </p:spTree>
    <p:extLst>
      <p:ext uri="{BB962C8B-B14F-4D97-AF65-F5344CB8AC3E}">
        <p14:creationId xmlns:p14="http://schemas.microsoft.com/office/powerpoint/2010/main" val="5115925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A19900F-C553-492C-9123-C20197BD86FE}" type="datetimeFigureOut">
              <a:rPr lang="en-IN" smtClean="0"/>
              <a:t>11-10-2024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61E51C1-5B4A-47B6-8A80-F0B889FBC09E}" type="slidenum">
              <a:rPr lang="en-IN" smtClean="0"/>
              <a:t>‹#›</a:t>
            </a:fld>
            <a:endParaRPr lang="en-IN"/>
          </a:p>
        </p:txBody>
      </p:sp>
    </p:spTree>
    <p:extLst>
      <p:ext uri="{BB962C8B-B14F-4D97-AF65-F5344CB8AC3E}">
        <p14:creationId xmlns:p14="http://schemas.microsoft.com/office/powerpoint/2010/main" val="15332621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A19900F-C553-492C-9123-C20197BD86FE}" type="datetimeFigureOut">
              <a:rPr lang="en-IN" smtClean="0"/>
              <a:t>11-10-2024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61E51C1-5B4A-47B6-8A80-F0B889FBC09E}" type="slidenum">
              <a:rPr lang="en-IN" smtClean="0"/>
              <a:t>‹#›</a:t>
            </a:fld>
            <a:endParaRPr lang="en-IN"/>
          </a:p>
        </p:txBody>
      </p:sp>
    </p:spTree>
    <p:extLst>
      <p:ext uri="{BB962C8B-B14F-4D97-AF65-F5344CB8AC3E}">
        <p14:creationId xmlns:p14="http://schemas.microsoft.com/office/powerpoint/2010/main" val="20030276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19900F-C553-492C-9123-C20197BD86FE}" type="datetimeFigureOut">
              <a:rPr lang="en-IN" smtClean="0"/>
              <a:t>11-10-2024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61E51C1-5B4A-47B6-8A80-F0B889FBC09E}" type="slidenum">
              <a:rPr lang="en-IN" smtClean="0"/>
              <a:t>‹#›</a:t>
            </a:fld>
            <a:endParaRPr lang="en-IN"/>
          </a:p>
        </p:txBody>
      </p:sp>
    </p:spTree>
    <p:extLst>
      <p:ext uri="{BB962C8B-B14F-4D97-AF65-F5344CB8AC3E}">
        <p14:creationId xmlns:p14="http://schemas.microsoft.com/office/powerpoint/2010/main" val="14830482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19900F-C553-492C-9123-C20197BD86FE}" type="datetimeFigureOut">
              <a:rPr lang="en-IN" smtClean="0"/>
              <a:t>11-10-2024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61E51C1-5B4A-47B6-8A80-F0B889FBC09E}" type="slidenum">
              <a:rPr lang="en-IN" smtClean="0"/>
              <a:t>‹#›</a:t>
            </a:fld>
            <a:endParaRPr lang="en-IN"/>
          </a:p>
        </p:txBody>
      </p:sp>
    </p:spTree>
    <p:extLst>
      <p:ext uri="{BB962C8B-B14F-4D97-AF65-F5344CB8AC3E}">
        <p14:creationId xmlns:p14="http://schemas.microsoft.com/office/powerpoint/2010/main" val="27557976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19900F-C553-492C-9123-C20197BD86FE}" type="datetimeFigureOut">
              <a:rPr lang="en-IN" smtClean="0"/>
              <a:t>11-10-2024</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1E51C1-5B4A-47B6-8A80-F0B889FBC09E}" type="slidenum">
              <a:rPr lang="en-IN" smtClean="0"/>
              <a:t>‹#›</a:t>
            </a:fld>
            <a:endParaRPr lang="en-IN"/>
          </a:p>
        </p:txBody>
      </p:sp>
    </p:spTree>
    <p:extLst>
      <p:ext uri="{BB962C8B-B14F-4D97-AF65-F5344CB8AC3E}">
        <p14:creationId xmlns:p14="http://schemas.microsoft.com/office/powerpoint/2010/main" val="13460063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smtClean="0"/>
              <a:t>Demand Estimation </a:t>
            </a:r>
            <a:endParaRPr lang="en-IN" dirty="0"/>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35334535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Demand Estimation</a:t>
            </a:r>
            <a:endParaRPr lang="en-IN" dirty="0"/>
          </a:p>
        </p:txBody>
      </p:sp>
      <p:sp>
        <p:nvSpPr>
          <p:cNvPr id="3" name="Content Placeholder 2"/>
          <p:cNvSpPr>
            <a:spLocks noGrp="1"/>
          </p:cNvSpPr>
          <p:nvPr>
            <p:ph idx="1"/>
          </p:nvPr>
        </p:nvSpPr>
        <p:spPr/>
        <p:txBody>
          <a:bodyPr>
            <a:normAutofit fontScale="92500" lnSpcReduction="20000"/>
          </a:bodyPr>
          <a:lstStyle/>
          <a:p>
            <a:pPr algn="just"/>
            <a:r>
              <a:rPr lang="en-US" dirty="0" smtClean="0"/>
              <a:t>Demand estimation in managerial economics refers to predicting how consumers will behave in relation to your products and services in the future. </a:t>
            </a:r>
          </a:p>
          <a:p>
            <a:pPr algn="just"/>
            <a:r>
              <a:rPr lang="en-US" dirty="0" smtClean="0"/>
              <a:t>The estimation is often based on a number of different variables that can include changes in price, changes in how your competition increases or decreases its prices, and economic factors such as a recession, which would affect consumer buying.</a:t>
            </a:r>
          </a:p>
          <a:p>
            <a:pPr algn="just"/>
            <a:r>
              <a:rPr lang="en-US" dirty="0" smtClean="0"/>
              <a:t>As a result, you may decide that you can raise prices because demand will remain steady or even increase, or you may decide that you will have to pull back on production because circumstances are not likely to be favorable. </a:t>
            </a:r>
          </a:p>
          <a:p>
            <a:pPr algn="just"/>
            <a:r>
              <a:rPr lang="en-US" dirty="0" smtClean="0"/>
              <a:t>Demand estimation in managerial economics is an important way for you to determine the short-term and long-term course of your business.</a:t>
            </a:r>
            <a:endParaRPr lang="en-IN" dirty="0"/>
          </a:p>
        </p:txBody>
      </p:sp>
    </p:spTree>
    <p:extLst>
      <p:ext uri="{BB962C8B-B14F-4D97-AF65-F5344CB8AC3E}">
        <p14:creationId xmlns:p14="http://schemas.microsoft.com/office/powerpoint/2010/main" val="41128638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Methods of Demand Estimation </a:t>
            </a:r>
            <a:endParaRPr lang="en-IN" dirty="0"/>
          </a:p>
        </p:txBody>
      </p:sp>
      <p:sp>
        <p:nvSpPr>
          <p:cNvPr id="3" name="Content Placeholder 2"/>
          <p:cNvSpPr>
            <a:spLocks noGrp="1"/>
          </p:cNvSpPr>
          <p:nvPr>
            <p:ph idx="1"/>
          </p:nvPr>
        </p:nvSpPr>
        <p:spPr/>
        <p:txBody>
          <a:bodyPr>
            <a:normAutofit fontScale="92500" lnSpcReduction="10000"/>
          </a:bodyPr>
          <a:lstStyle/>
          <a:p>
            <a:pPr algn="just"/>
            <a:r>
              <a:rPr lang="en-US" dirty="0" smtClean="0"/>
              <a:t>Several methods of demand estimation in managerial economics.</a:t>
            </a:r>
          </a:p>
          <a:p>
            <a:pPr algn="just"/>
            <a:r>
              <a:rPr lang="en-US" dirty="0" smtClean="0"/>
              <a:t>It helps to obtain a clear picture of what might happen to customer demand level in the future. </a:t>
            </a:r>
          </a:p>
          <a:p>
            <a:pPr algn="just"/>
            <a:r>
              <a:rPr lang="en-US" dirty="0" smtClean="0"/>
              <a:t>One of the popular steps in demand estimation is to conduct a survey, which often includes focus groups and direct interviews with customers.</a:t>
            </a:r>
          </a:p>
          <a:p>
            <a:pPr algn="just"/>
            <a:r>
              <a:rPr lang="en-US" dirty="0" smtClean="0"/>
              <a:t> Surveys are useful because you are obtaining information from your target market and they can tell you their fears, hopes, and future plans. </a:t>
            </a:r>
          </a:p>
          <a:p>
            <a:pPr algn="just"/>
            <a:r>
              <a:rPr lang="en-US" dirty="0" smtClean="0"/>
              <a:t>However, there are some drawbacks with this method because customers may tell you what they will do in the future and circumstances could quickly change those purchasing plans. It's also difficult to get a truly representative sample when you conduct surveys.</a:t>
            </a:r>
            <a:endParaRPr lang="en-IN" dirty="0"/>
          </a:p>
        </p:txBody>
      </p:sp>
    </p:spTree>
    <p:extLst>
      <p:ext uri="{BB962C8B-B14F-4D97-AF65-F5344CB8AC3E}">
        <p14:creationId xmlns:p14="http://schemas.microsoft.com/office/powerpoint/2010/main" val="15423329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Regression Analysis</a:t>
            </a:r>
            <a:endParaRPr lang="en-IN" dirty="0"/>
          </a:p>
        </p:txBody>
      </p:sp>
      <p:sp>
        <p:nvSpPr>
          <p:cNvPr id="3" name="Content Placeholder 2"/>
          <p:cNvSpPr>
            <a:spLocks noGrp="1"/>
          </p:cNvSpPr>
          <p:nvPr>
            <p:ph idx="1"/>
          </p:nvPr>
        </p:nvSpPr>
        <p:spPr/>
        <p:txBody>
          <a:bodyPr/>
          <a:lstStyle/>
          <a:p>
            <a:pPr algn="just"/>
            <a:r>
              <a:rPr lang="en-US" dirty="0" smtClean="0"/>
              <a:t>Another of the common steps in demand estimation is regression analysis in which a dependent variable such as demand for a product or service is </a:t>
            </a:r>
            <a:r>
              <a:rPr lang="en-US" dirty="0" smtClean="0"/>
              <a:t>compared </a:t>
            </a:r>
            <a:r>
              <a:rPr lang="en-US" dirty="0" smtClean="0"/>
              <a:t>to an independent variable such as price. </a:t>
            </a:r>
          </a:p>
          <a:p>
            <a:pPr algn="just"/>
            <a:r>
              <a:rPr lang="en-US" dirty="0" smtClean="0"/>
              <a:t>Regression analysis is concerned with the study of the dependence of one variable, the dependent variable, on one or more other variables, the explanatory variable with the view to estimating </a:t>
            </a:r>
            <a:r>
              <a:rPr lang="en-US" dirty="0" smtClean="0"/>
              <a:t>and/or </a:t>
            </a:r>
            <a:r>
              <a:rPr lang="en-US" dirty="0" smtClean="0"/>
              <a:t>predicting the (population)mean or average values of the former in terms of the known or fixed (in repeated sampling) values of the latter.  </a:t>
            </a:r>
            <a:endParaRPr lang="en-IN" dirty="0"/>
          </a:p>
        </p:txBody>
      </p:sp>
    </p:spTree>
    <p:extLst>
      <p:ext uri="{BB962C8B-B14F-4D97-AF65-F5344CB8AC3E}">
        <p14:creationId xmlns:p14="http://schemas.microsoft.com/office/powerpoint/2010/main" val="27909821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Use of Regression Analysis </a:t>
            </a:r>
            <a:endParaRPr lang="en-IN" dirty="0"/>
          </a:p>
        </p:txBody>
      </p:sp>
      <p:sp>
        <p:nvSpPr>
          <p:cNvPr id="3" name="Content Placeholder 2"/>
          <p:cNvSpPr>
            <a:spLocks noGrp="1"/>
          </p:cNvSpPr>
          <p:nvPr>
            <p:ph idx="1"/>
          </p:nvPr>
        </p:nvSpPr>
        <p:spPr>
          <a:xfrm>
            <a:off x="838200" y="1391830"/>
            <a:ext cx="10515600" cy="4785133"/>
          </a:xfrm>
        </p:spPr>
        <p:txBody>
          <a:bodyPr>
            <a:normAutofit lnSpcReduction="10000"/>
          </a:bodyPr>
          <a:lstStyle/>
          <a:p>
            <a:r>
              <a:rPr lang="en-IN" dirty="0" smtClean="0"/>
              <a:t>To study For example,</a:t>
            </a:r>
          </a:p>
          <a:p>
            <a:r>
              <a:rPr lang="en-IN" dirty="0" smtClean="0"/>
              <a:t>An economist may be interested in studying the  dependence of personal consumption expenditure on after tax or disposable real personal income. </a:t>
            </a:r>
          </a:p>
          <a:p>
            <a:r>
              <a:rPr lang="en-IN" dirty="0" smtClean="0"/>
              <a:t>A monopolist who can fix the price or output may want to find out the response of the demand for a product to changes in price. </a:t>
            </a:r>
          </a:p>
          <a:p>
            <a:r>
              <a:rPr lang="en-IN" dirty="0" smtClean="0"/>
              <a:t>A labour economist may want to study the rate of change of money wages in relation to unemployment rate. </a:t>
            </a:r>
          </a:p>
          <a:p>
            <a:r>
              <a:rPr lang="en-IN" dirty="0" smtClean="0"/>
              <a:t>From monetary economics it is known that other things remaining the same, the higher the rate of inflation the lower the proportion of their income that people would want to hold in the form of money. </a:t>
            </a:r>
          </a:p>
          <a:p>
            <a:pPr marL="0" indent="0">
              <a:buNone/>
            </a:pPr>
            <a:endParaRPr lang="en-IN" dirty="0" smtClean="0"/>
          </a:p>
          <a:p>
            <a:endParaRPr lang="en-IN" dirty="0"/>
          </a:p>
        </p:txBody>
      </p:sp>
    </p:spTree>
    <p:extLst>
      <p:ext uri="{BB962C8B-B14F-4D97-AF65-F5344CB8AC3E}">
        <p14:creationId xmlns:p14="http://schemas.microsoft.com/office/powerpoint/2010/main" val="20356079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Use of Regression Analysis </a:t>
            </a:r>
            <a:endParaRPr lang="en-IN" dirty="0"/>
          </a:p>
        </p:txBody>
      </p:sp>
      <p:sp>
        <p:nvSpPr>
          <p:cNvPr id="3" name="Content Placeholder 2"/>
          <p:cNvSpPr>
            <a:spLocks noGrp="1"/>
          </p:cNvSpPr>
          <p:nvPr>
            <p:ph idx="1"/>
          </p:nvPr>
        </p:nvSpPr>
        <p:spPr/>
        <p:txBody>
          <a:bodyPr/>
          <a:lstStyle/>
          <a:p>
            <a:r>
              <a:rPr lang="en-IN" dirty="0" smtClean="0"/>
              <a:t>The marketing director of a company want to know how the demand for company’s product is related to say advertising expenditure. That is to say percent change in demand in response to 1 percent change in the advertising budget. </a:t>
            </a:r>
          </a:p>
          <a:p>
            <a:pPr algn="just"/>
            <a:r>
              <a:rPr lang="en-IN" dirty="0" smtClean="0"/>
              <a:t>Finally an agronomist may be interested in studying the dependence of crop yield say of wheat on temperature, rainfall, amount of sunshine and fertiliser. Such a dependence analysis may enable the prediction or the forecasting of the average crop yield, given information about the explanatory variable.   </a:t>
            </a:r>
            <a:endParaRPr lang="en-IN" dirty="0"/>
          </a:p>
        </p:txBody>
      </p:sp>
    </p:spTree>
    <p:extLst>
      <p:ext uri="{BB962C8B-B14F-4D97-AF65-F5344CB8AC3E}">
        <p14:creationId xmlns:p14="http://schemas.microsoft.com/office/powerpoint/2010/main" val="7474602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Advertising Expenditure and Sales Revenue </a:t>
            </a:r>
            <a:endParaRPr lang="en-IN" dirty="0"/>
          </a:p>
        </p:txBody>
      </p:sp>
      <p:pic>
        <p:nvPicPr>
          <p:cNvPr id="4" name="Content Placeholder 3"/>
          <p:cNvPicPr>
            <a:picLocks noGrp="1" noChangeAspect="1"/>
          </p:cNvPicPr>
          <p:nvPr>
            <p:ph idx="1"/>
          </p:nvPr>
        </p:nvPicPr>
        <p:blipFill>
          <a:blip r:embed="rId2"/>
          <a:stretch>
            <a:fillRect/>
          </a:stretch>
        </p:blipFill>
        <p:spPr>
          <a:xfrm>
            <a:off x="2670371" y="1618407"/>
            <a:ext cx="6716389" cy="4571999"/>
          </a:xfrm>
          <a:prstGeom prst="rect">
            <a:avLst/>
          </a:prstGeom>
        </p:spPr>
      </p:pic>
    </p:spTree>
    <p:extLst>
      <p:ext uri="{BB962C8B-B14F-4D97-AF65-F5344CB8AC3E}">
        <p14:creationId xmlns:p14="http://schemas.microsoft.com/office/powerpoint/2010/main" val="8260279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747880" y="736375"/>
            <a:ext cx="7768353" cy="5632057"/>
          </a:xfrm>
          <a:prstGeom prst="rect">
            <a:avLst/>
          </a:prstGeom>
        </p:spPr>
      </p:pic>
    </p:spTree>
    <p:extLst>
      <p:ext uri="{BB962C8B-B14F-4D97-AF65-F5344CB8AC3E}">
        <p14:creationId xmlns:p14="http://schemas.microsoft.com/office/powerpoint/2010/main" val="17529150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The Ordinary Least Squares Method </a:t>
            </a:r>
            <a:endParaRPr lang="en-IN" dirty="0"/>
          </a:p>
        </p:txBody>
      </p:sp>
      <p:sp>
        <p:nvSpPr>
          <p:cNvPr id="3" name="Content Placeholder 2"/>
          <p:cNvSpPr>
            <a:spLocks noGrp="1"/>
          </p:cNvSpPr>
          <p:nvPr>
            <p:ph idx="1"/>
          </p:nvPr>
        </p:nvSpPr>
        <p:spPr/>
        <p:txBody>
          <a:bodyPr/>
          <a:lstStyle/>
          <a:p>
            <a:endParaRPr lang="en-IN" dirty="0"/>
          </a:p>
        </p:txBody>
      </p:sp>
    </p:spTree>
    <p:extLst>
      <p:ext uri="{BB962C8B-B14F-4D97-AF65-F5344CB8AC3E}">
        <p14:creationId xmlns:p14="http://schemas.microsoft.com/office/powerpoint/2010/main" val="12790877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161</TotalTime>
  <Words>582</Words>
  <Application>Microsoft Office PowerPoint</Application>
  <PresentationFormat>Widescreen</PresentationFormat>
  <Paragraphs>26</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Calibri Light</vt:lpstr>
      <vt:lpstr>Office Theme</vt:lpstr>
      <vt:lpstr>Demand Estimation </vt:lpstr>
      <vt:lpstr>Demand Estimation</vt:lpstr>
      <vt:lpstr>Methods of Demand Estimation </vt:lpstr>
      <vt:lpstr>Regression Analysis</vt:lpstr>
      <vt:lpstr>Use of Regression Analysis </vt:lpstr>
      <vt:lpstr>Use of Regression Analysis </vt:lpstr>
      <vt:lpstr>Advertising Expenditure and Sales Revenue </vt:lpstr>
      <vt:lpstr>PowerPoint Presentation</vt:lpstr>
      <vt:lpstr>The Ordinary Least Squares Method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Demand Estimation </dc:title>
  <dc:creator>vaith</dc:creator>
  <cp:lastModifiedBy>vaith</cp:lastModifiedBy>
  <cp:revision>12</cp:revision>
  <dcterms:created xsi:type="dcterms:W3CDTF">2024-10-11T02:49:12Z</dcterms:created>
  <dcterms:modified xsi:type="dcterms:W3CDTF">2024-10-11T06:18:24Z</dcterms:modified>
</cp:coreProperties>
</file>