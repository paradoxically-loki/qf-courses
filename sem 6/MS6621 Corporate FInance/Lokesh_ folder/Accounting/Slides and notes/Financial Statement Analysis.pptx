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7AB4-CC8A-B704-A5BF-D0DE21E59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3DDFB-0AA3-79D5-06EF-565B036FE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F0AFF-1208-F4B8-3437-96C80C9C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050AE-EBF0-A74E-7C30-46AE667C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683C7-6938-A335-94DD-013EB070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5490-5F13-A274-84C6-F4DBDC1C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ABB8-0CAA-01AF-CD3D-126B8CC3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973E-3269-59AD-BCFB-A11DC411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BA8A7-7EC7-4181-B5CD-09A9DE89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C4035-6419-AD2F-1B8F-2C28116B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59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2A7B-E111-762B-4341-CB96B381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0750A-5F42-CAF3-1AAD-BD17E1BC9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38E92-921A-201A-F4F6-03DAC9F5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8DBFA-0A86-0262-0D23-7660F3AB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36763-B699-1A93-EA90-839C79FB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26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BE98-01F2-66FC-57B3-E7EE1888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A217-26ED-B6D1-D14C-C954F1BCC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2EE65-994B-4F78-8619-C6BE2C78A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59E5D-9F2A-31FB-8BE1-DECFF785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ACDDB-1E5D-A461-C599-8825B11A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D9C97-0A36-7F84-B5B6-E4890BE0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40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55D38-EC5C-E99B-A2D2-D072D55E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EAB13-0B52-F95C-0191-EEF2A4F5C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326EC-C71D-56ED-A22B-AFB7DE7F7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1D616-46DE-2FA0-897F-F161ACB9C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D5DCB-AD38-EC99-B1B8-84CACA728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13FAB5-CE04-F43F-3529-EA354D81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2A0C0-CFF9-1A0D-80DE-2E62927D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EB2D0-360B-BB2D-3372-61993077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40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8219-FFEE-3E77-95C8-CE985A99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27BE0-C8A1-D9AF-9C1A-86E261C2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73C5B-38E7-BDF1-D644-24681ABD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2B494-D23D-C89F-0FA7-8453342B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76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ACB0A-920A-5B11-74BD-C682C90A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03B1E-706D-51B3-8885-FC8E3BF8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DB91-8BEF-506E-417C-FA19A188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97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79AB-6A0B-650A-878F-2FA79335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24A9E-AAF5-FF56-9C04-4E44263E4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5B3E1-0CBB-0388-D74E-5C6A0BDC7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E6B26-3835-EF11-BAD9-958AF619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39E10-47FC-D5E9-D7C1-078D2263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A2C69-81B8-558F-8878-CF30BE2B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5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DD30-2D84-78DA-AF62-2D210F2B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5CFDF-3305-635D-29E5-59F7A5ABC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D8F84-FD24-3776-8522-DCB5A8974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4FA76-BC1E-A6DD-F8B3-755F47DF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252F1-ACE6-374B-8621-F9D8E314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DB68D-3AC8-5293-8034-377FB5C2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3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B030-AE3A-8585-0B42-9CE72CCA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7CD8B-B77E-360E-9983-83AF46702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47B04-7CAB-D524-BE1E-C0BD1A26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BC37B-4791-5CD2-64DB-E9190FC8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835A0-D041-EEC1-C064-8D1FB5FB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45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BF140-9722-C2C4-8FE7-B5D1886EB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6A64B-BB80-EB6E-153E-5D923299A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161A7-B93B-13F1-6F45-51CC96A1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5E966-F157-5E8C-B2FB-5FDD353B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ED69-5103-1981-E8F9-058F3C45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17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BC633-4B80-A0BB-8D8D-7AD9821E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5CFB5-8EB2-D642-9AD1-D3C22653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A518-AA6E-7C06-A511-83DD325F1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82288-DD4E-4110-8BC4-28C324E326E5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731AC-FC74-5052-8C99-74C2962AE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9ECBC-9DB6-6601-FBC4-C1FF7E3BC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F2FB7-2D59-462A-998D-5AB042E1ED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02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D94C-8D8B-08F6-35BF-07E178796F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Corporate Finance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54175-8565-D760-33E1-EBFFDD930C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Financial statement analysis</a:t>
            </a:r>
          </a:p>
          <a:p>
            <a:endParaRPr lang="en-US" dirty="0"/>
          </a:p>
          <a:p>
            <a:endParaRPr lang="en-US" dirty="0"/>
          </a:p>
          <a:p>
            <a:pPr algn="r"/>
            <a:r>
              <a:rPr lang="en-US" sz="1800" dirty="0"/>
              <a:t>13-02-2025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3247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DD43-40D3-97C2-A588-77406921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Financial Statement Analysis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A043D-AC90-FD14-21DE-B2DE1D2E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51637" cy="47991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 draw meaningful inference from the financial statements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Relationship between other amounts or their change from one period to another</a:t>
            </a:r>
          </a:p>
          <a:p>
            <a:pPr>
              <a:lnSpc>
                <a:spcPct val="150000"/>
              </a:lnSpc>
            </a:pPr>
            <a:r>
              <a:rPr lang="en-US" dirty="0"/>
              <a:t>Horizontal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Vertical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Trend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Ratio Analysis</a:t>
            </a:r>
          </a:p>
        </p:txBody>
      </p:sp>
    </p:spTree>
    <p:extLst>
      <p:ext uri="{BB962C8B-B14F-4D97-AF65-F5344CB8AC3E}">
        <p14:creationId xmlns:p14="http://schemas.microsoft.com/office/powerpoint/2010/main" val="169314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7B6E-BF73-875B-E341-BD48DD86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Horizontal Analysis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FEF9-B97A-6440-C015-FFCEEAE6F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Calculates the amount and percentage changes from the previous year to the current year</a:t>
            </a:r>
          </a:p>
          <a:p>
            <a:pPr>
              <a:lnSpc>
                <a:spcPct val="200000"/>
              </a:lnSpc>
            </a:pPr>
            <a:r>
              <a:rPr lang="en-US" dirty="0"/>
              <a:t>Helps to track the GROWTH in Sales, Profits, Assets..</a:t>
            </a:r>
            <a:r>
              <a:rPr lang="en-US" dirty="0" err="1"/>
              <a:t>etc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How much Sales increased from 2010 to 2011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537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88C9-0EB5-B293-BD90-A62B4743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Horizontal Analysis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BC9CEC-802E-487A-4033-B3F462FD8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547" y="2116704"/>
            <a:ext cx="10390905" cy="3696267"/>
          </a:xfrm>
        </p:spPr>
      </p:pic>
    </p:spTree>
    <p:extLst>
      <p:ext uri="{BB962C8B-B14F-4D97-AF65-F5344CB8AC3E}">
        <p14:creationId xmlns:p14="http://schemas.microsoft.com/office/powerpoint/2010/main" val="6807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CFE6-D672-2413-B07C-4D953F88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Vertical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Analysis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1D1BA-FB25-088B-FABD-3CD65F9D5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82" y="1604865"/>
            <a:ext cx="11327363" cy="499187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Also known as </a:t>
            </a:r>
            <a:r>
              <a:rPr lang="en-US" dirty="0">
                <a:solidFill>
                  <a:srgbClr val="C00000"/>
                </a:solidFill>
              </a:rPr>
              <a:t>“Common-size statements” </a:t>
            </a:r>
          </a:p>
          <a:p>
            <a:pPr>
              <a:lnSpc>
                <a:spcPct val="150000"/>
              </a:lnSpc>
            </a:pPr>
            <a:r>
              <a:rPr lang="en-US" dirty="0"/>
              <a:t>It is the proportional expression of the amount of each item on a financial statement to the statement total</a:t>
            </a:r>
          </a:p>
          <a:p>
            <a:pPr>
              <a:lnSpc>
                <a:spcPct val="150000"/>
              </a:lnSpc>
            </a:pPr>
            <a:r>
              <a:rPr lang="en-US" dirty="0"/>
              <a:t>The items within each statement are expressed in percentages of some common number and always add up to 100</a:t>
            </a:r>
          </a:p>
          <a:p>
            <a:pPr>
              <a:lnSpc>
                <a:spcPct val="150000"/>
              </a:lnSpc>
            </a:pPr>
            <a:r>
              <a:rPr lang="en-US" dirty="0"/>
              <a:t>Conventional to express items in the statement of profit and loss as </a:t>
            </a:r>
            <a:r>
              <a:rPr lang="en-US" b="1" dirty="0"/>
              <a:t>percentages of sales</a:t>
            </a:r>
            <a:r>
              <a:rPr lang="en-US" dirty="0"/>
              <a:t>, and balance sheet items as </a:t>
            </a:r>
            <a:r>
              <a:rPr lang="en-US" b="1" dirty="0"/>
              <a:t>percentages of the total of shareholders’ equity and liabilities </a:t>
            </a:r>
            <a:r>
              <a:rPr lang="en-US" dirty="0"/>
              <a:t>(or as percentages of total assets)</a:t>
            </a:r>
          </a:p>
          <a:p>
            <a:pPr>
              <a:lnSpc>
                <a:spcPct val="150000"/>
              </a:lnSpc>
            </a:pPr>
            <a:r>
              <a:rPr lang="en-US" dirty="0"/>
              <a:t>Helps in making comparisons of companies that differ in size since the financial statements are expressed in comparable common-size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65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B713-6705-7C1D-4E00-922013AC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Vertical Analysis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53E31-74EA-66E5-4C77-952AFF9BE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782" y="2240198"/>
            <a:ext cx="10272435" cy="3255532"/>
          </a:xfrm>
        </p:spPr>
      </p:pic>
    </p:spTree>
    <p:extLst>
      <p:ext uri="{BB962C8B-B14F-4D97-AF65-F5344CB8AC3E}">
        <p14:creationId xmlns:p14="http://schemas.microsoft.com/office/powerpoint/2010/main" val="83370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65C601-0C75-5A59-9A61-F709B265A77C}"/>
              </a:ext>
            </a:extLst>
          </p:cNvPr>
          <p:cNvSpPr txBox="1"/>
          <p:nvPr/>
        </p:nvSpPr>
        <p:spPr>
          <a:xfrm>
            <a:off x="2313992" y="3023118"/>
            <a:ext cx="5999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      THANKS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877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186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Corporate Finance</vt:lpstr>
      <vt:lpstr>Financial Statement Analysis</vt:lpstr>
      <vt:lpstr>Horizontal Analysis</vt:lpstr>
      <vt:lpstr>Horizontal Analysis</vt:lpstr>
      <vt:lpstr>Vertical Analysis</vt:lpstr>
      <vt:lpstr>Vertical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Fazal Rahman</dc:creator>
  <cp:lastModifiedBy>Fazal Rahman</cp:lastModifiedBy>
  <cp:revision>3</cp:revision>
  <dcterms:created xsi:type="dcterms:W3CDTF">2025-02-12T16:19:11Z</dcterms:created>
  <dcterms:modified xsi:type="dcterms:W3CDTF">2025-02-13T05:19:07Z</dcterms:modified>
</cp:coreProperties>
</file>